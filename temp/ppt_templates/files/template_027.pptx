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png"/>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1.xml" ContentType="application/vnd.openxmlformats-officedocument.presentationml.slide+xml"/>
  <Override PartName="/ppt/slides/tags/tag1.xml" ContentType="application/vnd.openxmlformats-officedocument.presentationml.tags+xml"/>
  <Override PartName="/ppt/notesSlides/notesSlide1.xml" ContentType="application/vnd.openxmlformats-officedocument.presentationml.notesSlide+xml"/>
  <Override PartName="/ppt/slides/slide2.xml" ContentType="application/vnd.openxmlformats-officedocument.presentationml.slide+xml"/>
  <Override PartName="/ppt/slides/tags/tag2.xml" ContentType="application/vnd.openxmlformats-officedocument.presentationml.tags+xml"/>
  <Override PartName="/ppt/slides/tags/tag3.xml" ContentType="application/vnd.openxmlformats-officedocument.presentationml.tags+xml"/>
  <Override PartName="/ppt/slides/tags/tag4.xml" ContentType="application/vnd.openxmlformats-officedocument.presentationml.tags+xml"/>
  <Override PartName="/ppt/slides/tags/tag5.xml" ContentType="application/vnd.openxmlformats-officedocument.presentationml.tags+xml"/>
  <Override PartName="/ppt/slides/tags/tag6.xml" ContentType="application/vnd.openxmlformats-officedocument.presentationml.tags+xml"/>
  <Override PartName="/ppt/slides/tags/tag7.xml" ContentType="application/vnd.openxmlformats-officedocument.presentationml.tags+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tags/tag8.xml" ContentType="application/vnd.openxmlformats-officedocument.presentationml.tags+xml"/>
  <Override PartName="/ppt/slides/tags/tag9.xml" ContentType="application/vnd.openxmlformats-officedocument.presentationml.tags+xml"/>
  <Override PartName="/ppt/notesSlides/notesSlide4.xml" ContentType="application/vnd.openxmlformats-officedocument.presentationml.notesSlide+xml"/>
  <Override PartName="/ppt/slides/slide5.xml" ContentType="application/vnd.openxmlformats-officedocument.presentationml.slide+xml"/>
  <Override PartName="/ppt/slides/tags/tag10.xml" ContentType="application/vnd.openxmlformats-officedocument.presentationml.tags+xml"/>
  <Override PartName="/ppt/slides/tags/tag11.xml" ContentType="application/vnd.openxmlformats-officedocument.presentationml.tags+xml"/>
  <Override PartName="/ppt/notesSlides/notesSlide5.xml" ContentType="application/vnd.openxmlformats-officedocument.presentationml.notesSlide+xml"/>
  <Override PartName="/ppt/slides/slide6.xml" ContentType="application/vnd.openxmlformats-officedocument.presentationml.slide+xml"/>
  <Override PartName="/ppt/slides/tags/tag12.xml" ContentType="application/vnd.openxmlformats-officedocument.presentationml.tags+xml"/>
  <Override PartName="/ppt/slides/tags/tag13.xml" ContentType="application/vnd.openxmlformats-officedocument.presentationml.tags+xml"/>
  <Override PartName="/ppt/slides/tags/tag14.xml" ContentType="application/vnd.openxmlformats-officedocument.presentationml.tags+xml"/>
  <Override PartName="/ppt/slides/tags/tag15.xml" ContentType="application/vnd.openxmlformats-officedocument.presentationml.tags+xml"/>
  <Override PartName="/ppt/slides/tags/tag16.xml" ContentType="application/vnd.openxmlformats-officedocument.presentationml.tags+xml"/>
  <Override PartName="/ppt/slides/tags/tag17.xml" ContentType="application/vnd.openxmlformats-officedocument.presentationml.tags+xml"/>
  <Override PartName="/ppt/slides/tags/tag18.xml" ContentType="application/vnd.openxmlformats-officedocument.presentationml.tags+xml"/>
  <Override PartName="/ppt/slides/tags/tag19.xml" ContentType="application/vnd.openxmlformats-officedocument.presentationml.tags+xml"/>
  <Override PartName="/ppt/slides/tags/tag20.xml" ContentType="application/vnd.openxmlformats-officedocument.presentationml.tags+xml"/>
  <Override PartName="/ppt/notesSlides/notesSlide6.xml" ContentType="application/vnd.openxmlformats-officedocument.presentationml.notesSlide+xml"/>
  <Override PartName="/ppt/slides/slide7.xml" ContentType="application/vnd.openxmlformats-officedocument.presentationml.slide+xml"/>
  <Override PartName="/ppt/slides/tags/tag21.xml" ContentType="application/vnd.openxmlformats-officedocument.presentationml.tags+xml"/>
  <Override PartName="/ppt/slides/tags/tag22.xml" ContentType="application/vnd.openxmlformats-officedocument.presentationml.tags+xml"/>
  <Override PartName="/ppt/slides/tags/tag23.xml" ContentType="application/vnd.openxmlformats-officedocument.presentationml.tags+xml"/>
  <Override PartName="/ppt/slides/tags/tag24.xml" ContentType="application/vnd.openxmlformats-officedocument.presentationml.tags+xml"/>
  <Override PartName="/ppt/slides/tags/tag25.xml" ContentType="application/vnd.openxmlformats-officedocument.presentationml.tags+xml"/>
  <Override PartName="/ppt/slides/tags/tag26.xml" ContentType="application/vnd.openxmlformats-officedocument.presentationml.tags+xml"/>
  <Override PartName="/ppt/slides/tags/tag27.xml" ContentType="application/vnd.openxmlformats-officedocument.presentationml.tags+xml"/>
  <Override PartName="/ppt/slides/tags/tag28.xml" ContentType="application/vnd.openxmlformats-officedocument.presentationml.tags+xml"/>
  <Override PartName="/ppt/slides/tags/tag29.xml" ContentType="application/vnd.openxmlformats-officedocument.presentationml.tags+xml"/>
  <Override PartName="/ppt/slides/tags/tag30.xml" ContentType="application/vnd.openxmlformats-officedocument.presentationml.tags+xml"/>
  <Override PartName="/ppt/slides/tags/tag31.xml" ContentType="application/vnd.openxmlformats-officedocument.presentationml.tags+xml"/>
  <Override PartName="/ppt/slides/tags/tag32.xml" ContentType="application/vnd.openxmlformats-officedocument.presentationml.tags+xml"/>
  <Override PartName="/ppt/notesSlides/notesSlide7.xml" ContentType="application/vnd.openxmlformats-officedocument.presentationml.notesSlide+xml"/>
  <Override PartName="/ppt/slides/slide8.xml" ContentType="application/vnd.openxmlformats-officedocument.presentationml.slide+xml"/>
  <Override PartName="/ppt/slides/tags/tag33.xml" ContentType="application/vnd.openxmlformats-officedocument.presentationml.tags+xml"/>
  <Override PartName="/ppt/slides/tags/tag34.xml" ContentType="application/vnd.openxmlformats-officedocument.presentationml.tags+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tags/tag35.xml" ContentType="application/vnd.openxmlformats-officedocument.presentationml.tags+xml"/>
  <Override PartName="/ppt/slides/tags/tag36.xml" ContentType="application/vnd.openxmlformats-officedocument.presentationml.tags+xml"/>
  <Override PartName="/ppt/slides/tags/tag37.xml" ContentType="application/vnd.openxmlformats-officedocument.presentationml.tags+xml"/>
  <Override PartName="/ppt/slides/tags/tag38.xml" ContentType="application/vnd.openxmlformats-officedocument.presentationml.tags+xml"/>
  <Override PartName="/ppt/notesSlides/notesSlide10.xml" ContentType="application/vnd.openxmlformats-officedocument.presentationml.notesSlide+xml"/>
  <Override PartName="/ppt/slides/slide11.xml" ContentType="application/vnd.openxmlformats-officedocument.presentationml.slide+xml"/>
  <Override PartName="/ppt/slides/tags/tag39.xml" ContentType="application/vnd.openxmlformats-officedocument.presentationml.tags+xml"/>
  <Override PartName="/ppt/slides/tags/tag40.xml" ContentType="application/vnd.openxmlformats-officedocument.presentationml.tags+xml"/>
  <Override PartName="/ppt/notesSlides/notesSlide11.xml" ContentType="application/vnd.openxmlformats-officedocument.presentationml.notesSlide+xml"/>
  <Override PartName="/ppt/slides/slide12.xml" ContentType="application/vnd.openxmlformats-officedocument.presentationml.slide+xml"/>
  <Override PartName="/ppt/slides/tags/tag41.xml" ContentType="application/vnd.openxmlformats-officedocument.presentationml.tags+xml"/>
  <Override PartName="/ppt/slides/tags/tag42.xml" ContentType="application/vnd.openxmlformats-officedocument.presentationml.tags+xml"/>
  <Override PartName="/ppt/notesSlides/notesSlide12.xml" ContentType="application/vnd.openxmlformats-officedocument.presentationml.notesSlide+xml"/>
  <Override PartName="/ppt/slides/slide13.xml" ContentType="application/vnd.openxmlformats-officedocument.presentationml.slide+xml"/>
  <Override PartName="/ppt/slides/tags/tag43.xml" ContentType="application/vnd.openxmlformats-officedocument.presentationml.tags+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tags/tag44.xml" ContentType="application/vnd.openxmlformats-officedocument.presentationml.tags+xml"/>
  <Override PartName="/ppt/slides/tags/tag45.xml" ContentType="application/vnd.openxmlformats-officedocument.presentationml.tags+xml"/>
  <Override PartName="/ppt/slides/tags/tag46.xml" ContentType="application/vnd.openxmlformats-officedocument.presentationml.tags+xml"/>
  <Override PartName="/ppt/slides/tags/tag47.xml" ContentType="application/vnd.openxmlformats-officedocument.presentationml.tags+xml"/>
  <Override PartName="/ppt/slides/tags/tag48.xml" ContentType="application/vnd.openxmlformats-officedocument.presentationml.tags+xml"/>
  <Override PartName="/ppt/slides/tags/tag49.xml" ContentType="application/vnd.openxmlformats-officedocument.presentationml.tags+xml"/>
  <Override PartName="/ppt/slides/tags/tag50.xml" ContentType="application/vnd.openxmlformats-officedocument.presentationml.tags+xml"/>
  <Override PartName="/ppt/slides/tags/tag51.xml" ContentType="application/vnd.openxmlformats-officedocument.presentationml.tags+xml"/>
  <Override PartName="/ppt/slides/tags/tag52.xml" ContentType="application/vnd.openxmlformats-officedocument.presentationml.tags+xml"/>
  <Override PartName="/ppt/slides/tags/tag53.xml" ContentType="application/vnd.openxmlformats-officedocument.presentationml.tags+xml"/>
  <Override PartName="/ppt/slides/tags/tag54.xml" ContentType="application/vnd.openxmlformats-officedocument.presentationml.tags+xml"/>
  <Override PartName="/ppt/slides/tags/tag55.xml" ContentType="application/vnd.openxmlformats-officedocument.presentationml.tags+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slides/charts/embeddings/package.bin" ContentType="application/vnd.openxmlformats-officedocument.spreadsheetml.sheet"/>
  <Override PartName="/ppt/slides/tags/tag56.xml" ContentType="application/vnd.openxmlformats-officedocument.presentationml.tags+xml"/>
  <Override PartName="/ppt/slides/tags/tag57.xml" ContentType="application/vnd.openxmlformats-officedocument.presentationml.tags+xml"/>
  <Override PartName="/ppt/slides/tags/tag58.xml" ContentType="application/vnd.openxmlformats-officedocument.presentationml.tags+xml"/>
  <Override PartName="/ppt/slides/tags/tag59.xml" ContentType="application/vnd.openxmlformats-officedocument.presentationml.tags+xml"/>
  <Override PartName="/ppt/slides/tags/tag60.xml" ContentType="application/vnd.openxmlformats-officedocument.presentationml.tags+xml"/>
  <Override PartName="/ppt/slides/tags/tag61.xml" ContentType="application/vnd.openxmlformats-officedocument.presentationml.tags+xml"/>
  <Override PartName="/ppt/notesSlides/notesSlide17.xml" ContentType="application/vnd.openxmlformats-officedocument.presentationml.notesSlide+xml"/>
  <Override PartName="/ppt/slides/slide18.xml" ContentType="application/vnd.openxmlformats-officedocument.presentationml.slide+xml"/>
  <Override PartName="/ppt/slides/tags/tag62.xml" ContentType="application/vnd.openxmlformats-officedocument.presentationml.tags+xml"/>
  <Override PartName="/ppt/slides/tags/tag63.xml" ContentType="application/vnd.openxmlformats-officedocument.presentationml.tags+xml"/>
  <Override PartName="/ppt/slides/tags/tag64.xml" ContentType="application/vnd.openxmlformats-officedocument.presentationml.tags+xml"/>
  <Override PartName="/ppt/slides/tags/tag65.xml" ContentType="application/vnd.openxmlformats-officedocument.presentationml.tags+xml"/>
  <Override PartName="/ppt/slides/tags/tag66.xml" ContentType="application/vnd.openxmlformats-officedocument.presentationml.tags+xml"/>
  <Override PartName="/ppt/slides/tags/tag67.xml" ContentType="application/vnd.openxmlformats-officedocument.presentationml.tags+xml"/>
  <Override PartName="/ppt/slides/tags/tag68.xml" ContentType="application/vnd.openxmlformats-officedocument.presentationml.tags+xml"/>
  <Override PartName="/ppt/slides/tags/tag69.xml" ContentType="application/vnd.openxmlformats-officedocument.presentationml.tags+xml"/>
  <Override PartName="/ppt/slides/tags/tag70.xml" ContentType="application/vnd.openxmlformats-officedocument.presentationml.tags+xml"/>
  <Override PartName="/ppt/slides/tags/tag71.xml" ContentType="application/vnd.openxmlformats-officedocument.presentationml.tags+xml"/>
  <Override PartName="/ppt/slides/tags/tag72.xml" ContentType="application/vnd.openxmlformats-officedocument.presentationml.tags+xml"/>
  <Override PartName="/ppt/slides/tags/tag73.xml" ContentType="application/vnd.openxmlformats-officedocument.presentationml.tags+xml"/>
  <Override PartName="/ppt/slides/tags/tag74.xml" ContentType="application/vnd.openxmlformats-officedocument.presentationml.tags+xml"/>
  <Override PartName="/ppt/slides/tags/tag75.xml" ContentType="application/vnd.openxmlformats-officedocument.presentationml.tags+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tags/tag76.xml" ContentType="application/vnd.openxmlformats-officedocument.presentationml.tags+xml"/>
  <Override PartName="/ppt/slides/tags/tag77.xml" ContentType="application/vnd.openxmlformats-officedocument.presentationml.tags+xml"/>
  <Override PartName="/ppt/slides/tags/tag78.xml" ContentType="application/vnd.openxmlformats-officedocument.presentationml.tags+xml"/>
  <Override PartName="/ppt/slides/tags/tag79.xml" ContentType="application/vnd.openxmlformats-officedocument.presentationml.tags+xml"/>
  <Override PartName="/ppt/slides/tags/tag80.xml" ContentType="application/vnd.openxmlformats-officedocument.presentationml.tags+xml"/>
  <Override PartName="/ppt/slides/tags/tag81.xml" ContentType="application/vnd.openxmlformats-officedocument.presentationml.tags+xml"/>
  <Override PartName="/ppt/slides/tags/tag82.xml" ContentType="application/vnd.openxmlformats-officedocument.presentationml.tags+xml"/>
  <Override PartName="/ppt/slides/tags/tag83.xml" ContentType="application/vnd.openxmlformats-officedocument.presentationml.tags+xml"/>
  <Override PartName="/ppt/slides/tags/tag84.xml" ContentType="application/vnd.openxmlformats-officedocument.presentationml.tags+xml"/>
  <Override PartName="/ppt/notesSlides/notesSlide20.xml" ContentType="application/vnd.openxmlformats-officedocument.presentationml.notesSlide+xml"/>
  <Override PartName="/ppt/slides/slide21.xml" ContentType="application/vnd.openxmlformats-officedocument.presentationml.slide+xml"/>
  <Override PartName="/ppt/slides/tags/tag85.xml" ContentType="application/vnd.openxmlformats-officedocument.presentationml.tags+xml"/>
  <Override PartName="/ppt/slides/tags/tag86.xml" ContentType="application/vnd.openxmlformats-officedocument.presentationml.tags+xml"/>
  <Override PartName="/ppt/slides/tags/tag87.xml" ContentType="application/vnd.openxmlformats-officedocument.presentationml.tags+xml"/>
  <Override PartName="/ppt/slides/tags/tag88.xml" ContentType="application/vnd.openxmlformats-officedocument.presentationml.tags+xml"/>
  <Override PartName="/ppt/slides/tags/tag89.xml" ContentType="application/vnd.openxmlformats-officedocument.presentationml.tags+xml"/>
  <Override PartName="/ppt/slides/tags/tag90.xml" ContentType="application/vnd.openxmlformats-officedocument.presentationml.tags+xml"/>
  <Override PartName="/ppt/slides/tags/tag91.xml" ContentType="application/vnd.openxmlformats-officedocument.presentationml.tags+xml"/>
  <Override PartName="/ppt/slides/tags/tag92.xml" ContentType="application/vnd.openxmlformats-officedocument.presentationml.tags+xml"/>
  <Override PartName="/ppt/slides/tags/tag93.xml" ContentType="application/vnd.openxmlformats-officedocument.presentationml.tags+xml"/>
  <Override PartName="/ppt/slides/tags/tag94.xml" ContentType="application/vnd.openxmlformats-officedocument.presentationml.tags+xml"/>
  <Override PartName="/ppt/slides/tags/tag95.xml" ContentType="application/vnd.openxmlformats-officedocument.presentationml.tags+xml"/>
  <Override PartName="/ppt/slides/tags/tag96.xml" ContentType="application/vnd.openxmlformats-officedocument.presentationml.tags+xml"/>
  <Override PartName="/ppt/slides/tags/tag97.xml" ContentType="application/vnd.openxmlformats-officedocument.presentationml.tags+xml"/>
  <Override PartName="/ppt/slides/tags/tag98.xml" ContentType="application/vnd.openxmlformats-officedocument.presentationml.tags+xml"/>
  <Override PartName="/ppt/slides/tags/tag99.xml" ContentType="application/vnd.openxmlformats-officedocument.presentationml.tags+xml"/>
  <Override PartName="/ppt/slides/tags/tag100.xml" ContentType="application/vnd.openxmlformats-officedocument.presentationml.tags+xml"/>
  <Override PartName="/ppt/slides/tags/tag101.xml" ContentType="application/vnd.openxmlformats-officedocument.presentationml.tags+xml"/>
  <Override PartName="/ppt/slides/tags/tag102.xml" ContentType="application/vnd.openxmlformats-officedocument.presentationml.tags+xml"/>
  <Override PartName="/ppt/notesSlides/notesSlide21.xml" ContentType="application/vnd.openxmlformats-officedocument.presentationml.notesSlide+xml"/>
  <Override PartName="/ppt/slides/slide22.xml" ContentType="application/vnd.openxmlformats-officedocument.presentationml.slide+xml"/>
  <Override PartName="/ppt/slides/tags/tag103.xml" ContentType="application/vnd.openxmlformats-officedocument.presentationml.tags+xml"/>
  <Override PartName="/ppt/slides/tags/tag104.xml" ContentType="application/vnd.openxmlformats-officedocument.presentationml.tags+xml"/>
  <Override PartName="/ppt/slides/tags/tag105.xml" ContentType="application/vnd.openxmlformats-officedocument.presentationml.tags+xml"/>
  <Override PartName="/ppt/slides/tags/tag106.xml" ContentType="application/vnd.openxmlformats-officedocument.presentationml.tags+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2.xml" ContentType="application/vnd.openxmlformats-officedocument.drawingml.chart+xml"/>
  <Override PartName="/ppt/slides/charts/embeddings/package2.bin" ContentType="application/vnd.openxmlformats-officedocument.spreadsheetml.sheet"/>
  <Override PartName="/ppt/notesSlides/notesSlide23.xml" ContentType="application/vnd.openxmlformats-officedocument.presentationml.notesSlide+xml"/>
  <Override PartName="/ppt/slides/slide24.xml" ContentType="application/vnd.openxmlformats-officedocument.presentationml.slide+xml"/>
  <Override PartName="/ppt/slides/tags/tag107.xml" ContentType="application/vnd.openxmlformats-officedocument.presentationml.tags+xml"/>
  <Override PartName="/ppt/notesSlides/notesSlide24.xml" ContentType="application/vnd.openxmlformats-officedocument.presentationml.notesSlide+xml"/>
  <Override PartName="/ppt/slides/slide25.xml" ContentType="application/vnd.openxmlformats-officedocument.presentationml.slide+xml"/>
  <Override PartName="/ppt/media/image10.bin" ContentType="image/jpeg"/>
  <Override PartName="/ppt/customXML/item.xml" ContentType="application/inkml+xml"/>
  <Override PartName="/ppt/customXML/item2.xml" ContentType="application/inkml+xml"/>
  <Override PartName="/ppt/slides/slide26.xml" ContentType="application/vnd.openxmlformats-officedocument.presentationml.slide+xml"/>
  <Override PartName="/ppt/media/image13.bin" ContentType="image/jpeg"/>
  <Override PartName="/ppt/media/image14.bin" ContentType="image/jpeg"/>
  <Override PartName="/ppt/media/image17.bin" ContentType="image/jpeg"/>
  <Override PartName="/ppt/customXML/item3.xml" ContentType="application/inkml+xml"/>
  <Override PartName="/ppt/customXML/item4.xml" ContentType="application/inkml+xml"/>
  <Override PartName="/ppt/customXML/item5.xml" ContentType="application/inkml+xml"/>
  <Override PartName="/ppt/slides/slide27.xml" ContentType="application/vnd.openxmlformats-officedocument.presentationml.slide+xml"/>
  <Override PartName="/ppt/customXML/item6.xml" ContentType="application/inkml+xml"/>
  <Override PartName="/ppt/customXML/item7.xml" ContentType="application/inkml+xml"/>
  <Override PartName="/ppt/customXML/item8.xml" ContentType="application/inkml+xml"/>
  <Override PartName="/ppt/slides/slide28.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9cc1a2b9addc48c2" /><Relationship Type="http://schemas.openxmlformats.org/package/2006/relationships/metadata/core-properties" Target="/docProps/core.xml" Id="R3eb3c14b9a804871" /><Relationship Type="http://schemas.openxmlformats.org/officeDocument/2006/relationships/extended-properties" Target="/docProps/app.xml" Id="Rba925565eee04c61"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b7aa56b95eb5462c"/>
  </p:sldMasterIdLst>
  <p:notesMasterIdLst>
    <p:notesMasterId r:id="Rc2a09b7bdda94f8f"/>
  </p:notesMasterIdLst>
  <p:sldIdLst>
    <p:sldId id="256" r:id="Rd40b230830604f4a"/>
    <p:sldId id="257" r:id="Ra9ab0b117f384e2a"/>
    <p:sldId id="258" r:id="R120fa0d832424538"/>
    <p:sldId id="259" r:id="R902f19fd54544af9"/>
    <p:sldId id="260" r:id="R8221584b31084a58"/>
    <p:sldId id="261" r:id="R47ce7ca4b8fd43fa"/>
    <p:sldId id="262" r:id="R7b0b8582c9394154"/>
    <p:sldId id="263" r:id="R236cd9ba526b4c3c"/>
    <p:sldId id="264" r:id="R463aa9ef6c8e4f2a"/>
    <p:sldId id="265" r:id="R4d95a55f270a4aac"/>
    <p:sldId id="266" r:id="Rf5db54570e654bf3"/>
    <p:sldId id="267" r:id="Rff320ce280fd4ab1"/>
    <p:sldId id="268" r:id="R2c09d3859a444d88"/>
    <p:sldId id="269" r:id="R15cb0d80ddb4463c"/>
    <p:sldId id="270" r:id="R89f3dd56b4514374"/>
    <p:sldId id="271" r:id="R61e19d118fb74e3d"/>
    <p:sldId id="272" r:id="R8555791686774af8"/>
    <p:sldId id="273" r:id="R63aa1930043442b0"/>
    <p:sldId id="274" r:id="R75d79448b6d949e8"/>
    <p:sldId id="275" r:id="R990eddabb9bb4fbc"/>
    <p:sldId id="276" r:id="Rb8901f8f2956471b"/>
    <p:sldId id="277" r:id="Rb1d6a1731d8a4052"/>
    <p:sldId id="278" r:id="Rd37018415ddf4c8c"/>
    <p:sldId id="279" r:id="Rf00f2247edac46a6"/>
    <p:sldId id="280" r:id="R0ee1eb74f0d145d3"/>
    <p:sldId id="281" r:id="Rc332fa55e1884403"/>
    <p:sldId id="282" r:id="Rcc6800ab1aa24c55"/>
    <p:sldId id="283" r:id="R6cb7852edf454e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45"/>
    <p:restoredTop sz="94674"/>
  </p:normalViewPr>
  <p:slideViewPr>
    <p:cSldViewPr snapToGrid="0">
      <p:cViewPr varScale="1">
        <p:scale>
          <a:sx n="82" d="100"/>
          <a:sy n="82" d="100"/>
        </p:scale>
        <p:origin x="57" y="333"/>
      </p:cViewPr>
      <p:guideLst>
        <p:guide orient="horz" pos="2160"/>
        <p:guide pos="384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c2a09b7bdda94f8f" /><Relationship Type="http://schemas.openxmlformats.org/officeDocument/2006/relationships/presProps" Target="/ppt/presProps.xml" Id="Rdfe0f203eda54cab" /><Relationship Type="http://schemas.openxmlformats.org/officeDocument/2006/relationships/viewProps" Target="/ppt/viewProps.xml" Id="R325631dbe87e4c70" /><Relationship Type="http://schemas.openxmlformats.org/officeDocument/2006/relationships/slideMaster" Target="/ppt/slideMasters/slideMaster1.xml" Id="Rb7aa56b95eb5462c" /><Relationship Type="http://schemas.openxmlformats.org/officeDocument/2006/relationships/theme" Target="/ppt/slideMasters/theme/theme2.xml" Id="R2eadcde89ab146f5" /><Relationship Type="http://schemas.openxmlformats.org/officeDocument/2006/relationships/slide" Target="/ppt/slides/slide1.xml" Id="Rd40b230830604f4a" /><Relationship Type="http://schemas.openxmlformats.org/officeDocument/2006/relationships/slide" Target="/ppt/slides/slide2.xml" Id="Ra9ab0b117f384e2a" /><Relationship Type="http://schemas.openxmlformats.org/officeDocument/2006/relationships/slide" Target="/ppt/slides/slide3.xml" Id="R120fa0d832424538" /><Relationship Type="http://schemas.openxmlformats.org/officeDocument/2006/relationships/slide" Target="/ppt/slides/slide4.xml" Id="R902f19fd54544af9" /><Relationship Type="http://schemas.openxmlformats.org/officeDocument/2006/relationships/slide" Target="/ppt/slides/slide5.xml" Id="R8221584b31084a58" /><Relationship Type="http://schemas.openxmlformats.org/officeDocument/2006/relationships/slide" Target="/ppt/slides/slide6.xml" Id="R47ce7ca4b8fd43fa" /><Relationship Type="http://schemas.openxmlformats.org/officeDocument/2006/relationships/slide" Target="/ppt/slides/slide7.xml" Id="R7b0b8582c9394154" /><Relationship Type="http://schemas.openxmlformats.org/officeDocument/2006/relationships/slide" Target="/ppt/slides/slide8.xml" Id="R236cd9ba526b4c3c" /><Relationship Type="http://schemas.openxmlformats.org/officeDocument/2006/relationships/slide" Target="/ppt/slides/slide9.xml" Id="R463aa9ef6c8e4f2a" /><Relationship Type="http://schemas.openxmlformats.org/officeDocument/2006/relationships/slide" Target="/ppt/slides/slide10.xml" Id="R4d95a55f270a4aac" /><Relationship Type="http://schemas.openxmlformats.org/officeDocument/2006/relationships/slide" Target="/ppt/slides/slide11.xml" Id="Rf5db54570e654bf3" /><Relationship Type="http://schemas.openxmlformats.org/officeDocument/2006/relationships/slide" Target="/ppt/slides/slide12.xml" Id="Rff320ce280fd4ab1" /><Relationship Type="http://schemas.openxmlformats.org/officeDocument/2006/relationships/slide" Target="/ppt/slides/slide13.xml" Id="R2c09d3859a444d88" /><Relationship Type="http://schemas.openxmlformats.org/officeDocument/2006/relationships/slide" Target="/ppt/slides/slide14.xml" Id="R15cb0d80ddb4463c" /><Relationship Type="http://schemas.openxmlformats.org/officeDocument/2006/relationships/slide" Target="/ppt/slides/slide15.xml" Id="R89f3dd56b4514374" /><Relationship Type="http://schemas.openxmlformats.org/officeDocument/2006/relationships/slide" Target="/ppt/slides/slide16.xml" Id="R61e19d118fb74e3d" /><Relationship Type="http://schemas.openxmlformats.org/officeDocument/2006/relationships/slide" Target="/ppt/slides/slide17.xml" Id="R8555791686774af8" /><Relationship Type="http://schemas.openxmlformats.org/officeDocument/2006/relationships/slide" Target="/ppt/slides/slide18.xml" Id="R63aa1930043442b0" /><Relationship Type="http://schemas.openxmlformats.org/officeDocument/2006/relationships/slide" Target="/ppt/slides/slide19.xml" Id="R75d79448b6d949e8" /><Relationship Type="http://schemas.openxmlformats.org/officeDocument/2006/relationships/slide" Target="/ppt/slides/slide20.xml" Id="R990eddabb9bb4fbc" /><Relationship Type="http://schemas.openxmlformats.org/officeDocument/2006/relationships/slide" Target="/ppt/slides/slide21.xml" Id="Rb8901f8f2956471b" /><Relationship Type="http://schemas.openxmlformats.org/officeDocument/2006/relationships/slide" Target="/ppt/slides/slide22.xml" Id="Rb1d6a1731d8a4052" /><Relationship Type="http://schemas.openxmlformats.org/officeDocument/2006/relationships/slide" Target="/ppt/slides/slide23.xml" Id="Rd37018415ddf4c8c" /><Relationship Type="http://schemas.openxmlformats.org/officeDocument/2006/relationships/slide" Target="/ppt/slides/slide24.xml" Id="Rf00f2247edac46a6" /><Relationship Type="http://schemas.openxmlformats.org/officeDocument/2006/relationships/slide" Target="/ppt/slides/slide25.xml" Id="R0ee1eb74f0d145d3" /><Relationship Type="http://schemas.openxmlformats.org/officeDocument/2006/relationships/slide" Target="/ppt/slides/slide26.xml" Id="Rc332fa55e1884403" /><Relationship Type="http://schemas.openxmlformats.org/officeDocument/2006/relationships/slide" Target="/ppt/slides/slide27.xml" Id="Rcc6800ab1aa24c55" /><Relationship Type="http://schemas.openxmlformats.org/officeDocument/2006/relationships/slide" Target="/ppt/slides/slide28.xml" Id="R6cb7852edf454e31"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notesMasters/_rels/notesMaster1.xml.rels>&#65279;<?xml version="1.0" encoding="utf-8"?><Relationships xmlns="http://schemas.openxmlformats.org/package/2006/relationships"><Relationship Type="http://schemas.openxmlformats.org/officeDocument/2006/relationships/theme" Target="/ppt/notesMasters/theme/theme1.xml" Id="R869c329305264cb6"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0939E8-3B89-49FA-8BFF-57DBBB364F5F}"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B8D967-B2FA-4027-88E1-14CD38CE0DDF}" type="slidenum">
              <a:rPr lang="zh-CN" altLang="en-US"/>
              <a:t>‹#›</a:t>
            </a:fld>
            <a:endParaRPr lang="zh-CN" altLang="en-US"/>
          </a:p>
        </p:txBody>
      </p:sp>
    </p:spTree>
    <p:extLst>
      <p:ext uri="{BB962C8B-B14F-4D97-AF65-F5344CB8AC3E}">
        <p14:creationId xmlns:p14="http://schemas.microsoft.com/office/powerpoint/2010/main" val="1691920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8f21fb751d0a41b3" /><Relationship Type="http://schemas.openxmlformats.org/officeDocument/2006/relationships/notesMaster" Target="/ppt/notesMasters/notesMaster1.xml" Id="R111c33d3d43643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40672e1b0b48de" /><Relationship Type="http://schemas.openxmlformats.org/officeDocument/2006/relationships/notesMaster" Target="/ppt/notesMasters/notesMaster1.xml" Id="R6bb3d056d55242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b1338671434551" /><Relationship Type="http://schemas.openxmlformats.org/officeDocument/2006/relationships/notesMaster" Target="/ppt/notesMasters/notesMaster1.xml" Id="Rae072f289b064e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df04f8c4bc405b" /><Relationship Type="http://schemas.openxmlformats.org/officeDocument/2006/relationships/notesMaster" Target="/ppt/notesMasters/notesMaster1.xml" Id="Reb164ca0e0ea45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a17a73a81c4589" /><Relationship Type="http://schemas.openxmlformats.org/officeDocument/2006/relationships/notesMaster" Target="/ppt/notesMasters/notesMaster1.xml" Id="R1d295777110c4a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d074eb000842c4" /><Relationship Type="http://schemas.openxmlformats.org/officeDocument/2006/relationships/notesMaster" Target="/ppt/notesMasters/notesMaster1.xml" Id="R8657c51a353b46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4751259c17482b" /><Relationship Type="http://schemas.openxmlformats.org/officeDocument/2006/relationships/notesMaster" Target="/ppt/notesMasters/notesMaster1.xml" Id="Rd0bd7bfd9b894e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9d7f05e5164ae7" /><Relationship Type="http://schemas.openxmlformats.org/officeDocument/2006/relationships/notesMaster" Target="/ppt/notesMasters/notesMaster1.xml" Id="R7d1e37ff900248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456356d4364e16" /><Relationship Type="http://schemas.openxmlformats.org/officeDocument/2006/relationships/notesMaster" Target="/ppt/notesMasters/notesMaster1.xml" Id="Rbb60c01e75874d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9b896f3bd44579" /><Relationship Type="http://schemas.openxmlformats.org/officeDocument/2006/relationships/notesMaster" Target="/ppt/notesMasters/notesMaster1.xml" Id="R73078da7adcb44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bdf76ee2134706" /><Relationship Type="http://schemas.openxmlformats.org/officeDocument/2006/relationships/notesMaster" Target="/ppt/notesMasters/notesMaster1.xml" Id="R934b766b7dec4d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1eefe437de440d" /><Relationship Type="http://schemas.openxmlformats.org/officeDocument/2006/relationships/notesMaster" Target="/ppt/notesMasters/notesMaster1.xml" Id="Rc24aa2e9ed9b48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8b339538c04180" /><Relationship Type="http://schemas.openxmlformats.org/officeDocument/2006/relationships/notesMaster" Target="/ppt/notesMasters/notesMaster1.xml" Id="Rb486af96505f42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dc8eaaf1f1b47c1" /><Relationship Type="http://schemas.openxmlformats.org/officeDocument/2006/relationships/notesMaster" Target="/ppt/notesMasters/notesMaster1.xml" Id="Rd8a15f30005b41e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1c48baf6ce4de1" /><Relationship Type="http://schemas.openxmlformats.org/officeDocument/2006/relationships/notesMaster" Target="/ppt/notesMasters/notesMaster1.xml" Id="Rba62bd235342480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2186fe5ff342e0" /><Relationship Type="http://schemas.openxmlformats.org/officeDocument/2006/relationships/notesMaster" Target="/ppt/notesMasters/notesMaster1.xml" Id="R00cef06b867049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9137edf10674829" /><Relationship Type="http://schemas.openxmlformats.org/officeDocument/2006/relationships/notesMaster" Target="/ppt/notesMasters/notesMaster1.xml" Id="R4f3127e619e642b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c7385a6dc54300" /><Relationship Type="http://schemas.openxmlformats.org/officeDocument/2006/relationships/notesMaster" Target="/ppt/notesMasters/notesMaster1.xml" Id="Rdbd3827d510241d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399f42577174c97" /><Relationship Type="http://schemas.openxmlformats.org/officeDocument/2006/relationships/notesMaster" Target="/ppt/notesMasters/notesMaster1.xml" Id="Rd40e8543cf6241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5c66d5ca5b74690" /><Relationship Type="http://schemas.openxmlformats.org/officeDocument/2006/relationships/notesMaster" Target="/ppt/notesMasters/notesMaster1.xml" Id="R8724c783fdaf428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47af4a00452408b" /><Relationship Type="http://schemas.openxmlformats.org/officeDocument/2006/relationships/notesMaster" Target="/ppt/notesMasters/notesMaster1.xml" Id="R673fd6c464ce432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81e19c20f7541e3" /><Relationship Type="http://schemas.openxmlformats.org/officeDocument/2006/relationships/notesMaster" Target="/ppt/notesMasters/notesMaster1.xml" Id="Ra3f07ce0a31b4ae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f7b3299f7634ea0" /><Relationship Type="http://schemas.openxmlformats.org/officeDocument/2006/relationships/notesMaster" Target="/ppt/notesMasters/notesMaster1.xml" Id="Ra817304110d1410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4affb196ac94916" /><Relationship Type="http://schemas.openxmlformats.org/officeDocument/2006/relationships/notesMaster" Target="/ppt/notesMasters/notesMaster1.xml" Id="R5756d61e62614c7c"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1</a:t>
            </a:fld>
            <a:endParaRPr lang="zh-CN" altLang="en-US"/>
          </a:p>
        </p:txBody>
      </p:sp>
    </p:spTree>
    <p:extLst>
      <p:ext uri="{BB962C8B-B14F-4D97-AF65-F5344CB8AC3E}">
        <p14:creationId xmlns:p14="http://schemas.microsoft.com/office/powerpoint/2010/main" val="1264495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2</a:t>
            </a:fld>
            <a:endParaRPr lang="zh-CN" altLang="en-US"/>
          </a:p>
        </p:txBody>
      </p:sp>
    </p:spTree>
    <p:extLst>
      <p:ext uri="{BB962C8B-B14F-4D97-AF65-F5344CB8AC3E}">
        <p14:creationId xmlns:p14="http://schemas.microsoft.com/office/powerpoint/2010/main" val="975998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3</a:t>
            </a:fld>
            <a:endParaRPr lang="zh-CN" altLang="en-US"/>
          </a:p>
        </p:txBody>
      </p:sp>
    </p:spTree>
    <p:extLst>
      <p:ext uri="{BB962C8B-B14F-4D97-AF65-F5344CB8AC3E}">
        <p14:creationId xmlns:p14="http://schemas.microsoft.com/office/powerpoint/2010/main" val="1333770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4</a:t>
            </a:fld>
            <a:endParaRPr lang="zh-CN" altLang="en-US"/>
          </a:p>
        </p:txBody>
      </p:sp>
    </p:spTree>
    <p:extLst>
      <p:ext uri="{BB962C8B-B14F-4D97-AF65-F5344CB8AC3E}">
        <p14:creationId xmlns:p14="http://schemas.microsoft.com/office/powerpoint/2010/main" val="891829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5</a:t>
            </a:fld>
            <a:endParaRPr lang="zh-CN" altLang="en-US"/>
          </a:p>
        </p:txBody>
      </p:sp>
    </p:spTree>
    <p:extLst>
      <p:ext uri="{BB962C8B-B14F-4D97-AF65-F5344CB8AC3E}">
        <p14:creationId xmlns:p14="http://schemas.microsoft.com/office/powerpoint/2010/main" val="258657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6</a:t>
            </a:fld>
            <a:endParaRPr lang="zh-CN" altLang="en-US"/>
          </a:p>
        </p:txBody>
      </p:sp>
    </p:spTree>
    <p:extLst>
      <p:ext uri="{BB962C8B-B14F-4D97-AF65-F5344CB8AC3E}">
        <p14:creationId xmlns:p14="http://schemas.microsoft.com/office/powerpoint/2010/main" val="3247841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7</a:t>
            </a:fld>
            <a:endParaRPr lang="zh-CN" altLang="en-US"/>
          </a:p>
        </p:txBody>
      </p:sp>
    </p:spTree>
    <p:extLst>
      <p:ext uri="{BB962C8B-B14F-4D97-AF65-F5344CB8AC3E}">
        <p14:creationId xmlns:p14="http://schemas.microsoft.com/office/powerpoint/2010/main" val="488313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8</a:t>
            </a:fld>
            <a:endParaRPr lang="zh-CN" altLang="en-US"/>
          </a:p>
        </p:txBody>
      </p:sp>
    </p:spTree>
    <p:extLst>
      <p:ext uri="{BB962C8B-B14F-4D97-AF65-F5344CB8AC3E}">
        <p14:creationId xmlns:p14="http://schemas.microsoft.com/office/powerpoint/2010/main" val="13521769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9</a:t>
            </a:fld>
            <a:endParaRPr lang="zh-CN" altLang="en-US"/>
          </a:p>
        </p:txBody>
      </p:sp>
    </p:spTree>
    <p:extLst>
      <p:ext uri="{BB962C8B-B14F-4D97-AF65-F5344CB8AC3E}">
        <p14:creationId xmlns:p14="http://schemas.microsoft.com/office/powerpoint/2010/main" val="34654286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10</a:t>
            </a:fld>
            <a:endParaRPr lang="zh-CN" altLang="en-US"/>
          </a:p>
        </p:txBody>
      </p:sp>
    </p:spTree>
    <p:extLst>
      <p:ext uri="{BB962C8B-B14F-4D97-AF65-F5344CB8AC3E}">
        <p14:creationId xmlns:p14="http://schemas.microsoft.com/office/powerpoint/2010/main" val="20567521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11</a:t>
            </a:fld>
            <a:endParaRPr lang="zh-CN" altLang="en-US"/>
          </a:p>
        </p:txBody>
      </p:sp>
    </p:spTree>
    <p:extLst>
      <p:ext uri="{BB962C8B-B14F-4D97-AF65-F5344CB8AC3E}">
        <p14:creationId xmlns:p14="http://schemas.microsoft.com/office/powerpoint/2010/main" val="300217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12</a:t>
            </a:fld>
            <a:endParaRPr lang="zh-CN" altLang="en-US"/>
          </a:p>
        </p:txBody>
      </p:sp>
    </p:spTree>
    <p:extLst>
      <p:ext uri="{BB962C8B-B14F-4D97-AF65-F5344CB8AC3E}">
        <p14:creationId xmlns:p14="http://schemas.microsoft.com/office/powerpoint/2010/main" val="671078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13</a:t>
            </a:fld>
            <a:endParaRPr lang="zh-CN" altLang="en-US"/>
          </a:p>
        </p:txBody>
      </p:sp>
    </p:spTree>
    <p:extLst>
      <p:ext uri="{BB962C8B-B14F-4D97-AF65-F5344CB8AC3E}">
        <p14:creationId xmlns:p14="http://schemas.microsoft.com/office/powerpoint/2010/main" val="2683923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14</a:t>
            </a:fld>
            <a:endParaRPr lang="zh-CN" altLang="en-US"/>
          </a:p>
        </p:txBody>
      </p:sp>
    </p:spTree>
    <p:extLst>
      <p:ext uri="{BB962C8B-B14F-4D97-AF65-F5344CB8AC3E}">
        <p14:creationId xmlns:p14="http://schemas.microsoft.com/office/powerpoint/2010/main" val="2631848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15</a:t>
            </a:fld>
            <a:endParaRPr lang="zh-CN" altLang="en-US"/>
          </a:p>
        </p:txBody>
      </p:sp>
    </p:spTree>
    <p:extLst>
      <p:ext uri="{BB962C8B-B14F-4D97-AF65-F5344CB8AC3E}">
        <p14:creationId xmlns:p14="http://schemas.microsoft.com/office/powerpoint/2010/main" val="382281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16</a:t>
            </a:fld>
            <a:endParaRPr lang="zh-CN" altLang="en-US"/>
          </a:p>
        </p:txBody>
      </p:sp>
    </p:spTree>
    <p:extLst>
      <p:ext uri="{BB962C8B-B14F-4D97-AF65-F5344CB8AC3E}">
        <p14:creationId xmlns:p14="http://schemas.microsoft.com/office/powerpoint/2010/main" val="23321989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17</a:t>
            </a:fld>
            <a:endParaRPr lang="zh-CN" altLang="en-US"/>
          </a:p>
        </p:txBody>
      </p:sp>
    </p:spTree>
    <p:extLst>
      <p:ext uri="{BB962C8B-B14F-4D97-AF65-F5344CB8AC3E}">
        <p14:creationId xmlns:p14="http://schemas.microsoft.com/office/powerpoint/2010/main" val="24833231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18</a:t>
            </a:fld>
            <a:endParaRPr lang="zh-CN" altLang="en-US"/>
          </a:p>
        </p:txBody>
      </p:sp>
    </p:spTree>
    <p:extLst>
      <p:ext uri="{BB962C8B-B14F-4D97-AF65-F5344CB8AC3E}">
        <p14:creationId xmlns:p14="http://schemas.microsoft.com/office/powerpoint/2010/main" val="14553010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19</a:t>
            </a:fld>
            <a:endParaRPr lang="zh-CN" altLang="en-US"/>
          </a:p>
        </p:txBody>
      </p:sp>
    </p:spTree>
    <p:extLst>
      <p:ext uri="{BB962C8B-B14F-4D97-AF65-F5344CB8AC3E}">
        <p14:creationId xmlns:p14="http://schemas.microsoft.com/office/powerpoint/2010/main" val="9148383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20</a:t>
            </a:fld>
            <a:endParaRPr lang="zh-CN" altLang="en-US"/>
          </a:p>
        </p:txBody>
      </p:sp>
    </p:spTree>
    <p:extLst>
      <p:ext uri="{BB962C8B-B14F-4D97-AF65-F5344CB8AC3E}">
        <p14:creationId xmlns:p14="http://schemas.microsoft.com/office/powerpoint/2010/main" val="912788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21</a:t>
            </a:fld>
            <a:endParaRPr lang="zh-CN" altLang="en-US"/>
          </a:p>
        </p:txBody>
      </p:sp>
    </p:spTree>
    <p:extLst>
      <p:ext uri="{BB962C8B-B14F-4D97-AF65-F5344CB8AC3E}">
        <p14:creationId xmlns:p14="http://schemas.microsoft.com/office/powerpoint/2010/main" val="2560131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22</a:t>
            </a:fld>
            <a:endParaRPr lang="zh-CN" altLang="en-US"/>
          </a:p>
        </p:txBody>
      </p:sp>
    </p:spTree>
    <p:extLst>
      <p:ext uri="{BB962C8B-B14F-4D97-AF65-F5344CB8AC3E}">
        <p14:creationId xmlns:p14="http://schemas.microsoft.com/office/powerpoint/2010/main" val="3239475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23</a:t>
            </a:fld>
            <a:endParaRPr lang="zh-CN" altLang="en-US"/>
          </a:p>
        </p:txBody>
      </p:sp>
    </p:spTree>
    <p:extLst>
      <p:ext uri="{BB962C8B-B14F-4D97-AF65-F5344CB8AC3E}">
        <p14:creationId xmlns:p14="http://schemas.microsoft.com/office/powerpoint/2010/main" val="510253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B8D967-B2FA-4027-88E1-14CD38CE0DDF}" type="slidenum">
              <a:rPr lang="zh-CN" altLang="en-US"/>
              <a:t>24</a:t>
            </a:fld>
            <a:endParaRPr lang="zh-CN" altLang="en-US"/>
          </a:p>
        </p:txBody>
      </p:sp>
    </p:spTree>
    <p:extLst>
      <p:ext uri="{BB962C8B-B14F-4D97-AF65-F5344CB8AC3E}">
        <p14:creationId xmlns:p14="http://schemas.microsoft.com/office/powerpoint/2010/main" val="3664535194"/>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8af52958ea4f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eba8d829344d0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bc9b5c99b3441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46f383211344c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4553338c5e49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b31aa31811e4953" /></Relationships>
</file>

<file path=ppt/slideLayouts/_rels/slideLayout7.xml.rels>&#65279;<?xml version="1.0" encoding="utf-8"?><Relationships xmlns="http://schemas.openxmlformats.org/package/2006/relationships"><Relationship Type="http://schemas.openxmlformats.org/officeDocument/2006/relationships/hyperlink" Target="http://www.1ppt.com/moban/" TargetMode="External" Id="R47608c4e58c745c28672e8ea627d334a" /><Relationship Type="http://schemas.openxmlformats.org/officeDocument/2006/relationships/slideMaster" Target="/ppt/slideMasters/slideMaster1.xml" Id="Ra84e35bf0f964d9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48e8a620ad46a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ee6d51a6274465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7ca76964bed482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4fa9896f46a421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5968c274246442c"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DBBCEFE-51AD-4086-BE02-B0D0405E9C87}"/>
              </a:ext>
            </a:extLst>
          </p:cNvPr>
          <p:cNvSpPr>
            <a:spLocks noGrp="1"/>
          </p:cNvSpPr>
          <p:nvPr>
            <p:ph type="dt" sz="half" idx="10"/>
          </p:nvPr>
        </p:nvSpPr>
        <p:spPr/>
        <p:txBody>
          <a:bodyPr/>
          <a:lstStyle/>
          <a:p>
            <a:fld id="{5B1C0F88-5C8A-4D39-AF72-FE2713061CAA}" type="datetimeFigureOut">
              <a:rPr lang="zh-CN" altLang="en-US"/>
              <a:t>2025/4/28</a:t>
            </a:fld>
            <a:endParaRPr lang="zh-CN" altLang="en-US"/>
          </a:p>
        </p:txBody>
      </p:sp>
      <p:sp>
        <p:nvSpPr>
          <p:cNvPr id="3" name="页脚占位符 2">
            <a:extLst>
              <a:ext uri="{FF2B5EF4-FFF2-40B4-BE49-F238E27FC236}">
                <a16:creationId xmlns:a16="http://schemas.microsoft.com/office/drawing/2014/main" id="{2FC2A402-8D12-4609-B88F-1419B49F4D1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D12D64A-6E34-4FE4-A45A-9186ED32DA04}"/>
              </a:ext>
            </a:extLst>
          </p:cNvPr>
          <p:cNvSpPr>
            <a:spLocks noGrp="1"/>
          </p:cNvSpPr>
          <p:nvPr>
            <p:ph type="sldNum" sz="quarter" idx="12"/>
          </p:nvPr>
        </p:nvSpPr>
        <p:spPr/>
        <p:txBody>
          <a:bodyPr/>
          <a:lstStyle/>
          <a:p>
            <a:fld id="{F625B0B6-1183-4BD4-A210-FFB3AB064188}" type="slidenum">
              <a:rPr lang="zh-CN" altLang="en-US"/>
              <a:t>‹#›</a:t>
            </a:fld>
            <a:endParaRPr lang="zh-CN" altLang="en-US"/>
          </a:p>
        </p:txBody>
      </p:sp>
    </p:spTree>
    <p:extLst>
      <p:ext uri="{BB962C8B-B14F-4D97-AF65-F5344CB8AC3E}">
        <p14:creationId xmlns:p14="http://schemas.microsoft.com/office/powerpoint/2010/main" val="261618637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BC2227-41F3-4422-B057-61A4A346C66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8B8784D-6862-439E-AFD6-0810478B43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8FD5A5A-8D5B-4171-8F9F-9D4CDA684B88}"/>
              </a:ext>
            </a:extLst>
          </p:cNvPr>
          <p:cNvSpPr>
            <a:spLocks noGrp="1"/>
          </p:cNvSpPr>
          <p:nvPr>
            <p:ph type="dt" sz="half" idx="10"/>
          </p:nvPr>
        </p:nvSpPr>
        <p:spPr/>
        <p:txBody>
          <a:bodyPr/>
          <a:lstStyle/>
          <a:p>
            <a:fld id="{5B1C0F88-5C8A-4D39-AF72-FE2713061CAA}" type="datetimeFigureOut">
              <a:rPr lang="zh-CN" altLang="en-US"/>
              <a:t>2025/4/28</a:t>
            </a:fld>
            <a:endParaRPr lang="zh-CN" altLang="en-US"/>
          </a:p>
        </p:txBody>
      </p:sp>
      <p:sp>
        <p:nvSpPr>
          <p:cNvPr id="5" name="页脚占位符 4">
            <a:extLst>
              <a:ext uri="{FF2B5EF4-FFF2-40B4-BE49-F238E27FC236}">
                <a16:creationId xmlns:a16="http://schemas.microsoft.com/office/drawing/2014/main" id="{6F2F939C-34D4-4ADC-8685-B082895F8FB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2AA3422-B02C-409F-90F0-EC1411D2F8C3}"/>
              </a:ext>
            </a:extLst>
          </p:cNvPr>
          <p:cNvSpPr>
            <a:spLocks noGrp="1"/>
          </p:cNvSpPr>
          <p:nvPr>
            <p:ph type="sldNum" sz="quarter" idx="12"/>
          </p:nvPr>
        </p:nvSpPr>
        <p:spPr/>
        <p:txBody>
          <a:bodyPr/>
          <a:lstStyle/>
          <a:p>
            <a:fld id="{F625B0B6-1183-4BD4-A210-FFB3AB064188}" type="slidenum">
              <a:rPr lang="zh-CN" altLang="en-US"/>
              <a:t>‹#›</a:t>
            </a:fld>
            <a:endParaRPr lang="zh-CN" altLang="en-US"/>
          </a:p>
        </p:txBody>
      </p:sp>
    </p:spTree>
    <p:extLst>
      <p:ext uri="{BB962C8B-B14F-4D97-AF65-F5344CB8AC3E}">
        <p14:creationId xmlns:p14="http://schemas.microsoft.com/office/powerpoint/2010/main" val="360513691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CCA56C-4381-4A34-9714-8ECE8E431C5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955C128-D457-46B5-AB98-75B3957909B7}"/>
              </a:ext>
            </a:extLst>
          </p:cNvPr>
          <p:cNvSpPr>
            <a:spLocks noGrp="1"/>
          </p:cNvSpPr>
          <p:nvPr>
            <p:ph type="dt" sz="half" idx="10"/>
          </p:nvPr>
        </p:nvSpPr>
        <p:spPr/>
        <p:txBody>
          <a:bodyPr/>
          <a:lstStyle/>
          <a:p>
            <a:fld id="{5B1C0F88-5C8A-4D39-AF72-FE2713061CAA}" type="datetimeFigureOut">
              <a:rPr lang="zh-CN" altLang="en-US"/>
              <a:t>2025/4/28</a:t>
            </a:fld>
            <a:endParaRPr lang="zh-CN" altLang="en-US"/>
          </a:p>
        </p:txBody>
      </p:sp>
      <p:sp>
        <p:nvSpPr>
          <p:cNvPr id="4" name="页脚占位符 3">
            <a:extLst>
              <a:ext uri="{FF2B5EF4-FFF2-40B4-BE49-F238E27FC236}">
                <a16:creationId xmlns:a16="http://schemas.microsoft.com/office/drawing/2014/main" id="{2647366F-A16B-421A-9434-4DEDBC1E095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3ECA951-9815-43DE-B27B-D9607BBA05D9}"/>
              </a:ext>
            </a:extLst>
          </p:cNvPr>
          <p:cNvSpPr>
            <a:spLocks noGrp="1"/>
          </p:cNvSpPr>
          <p:nvPr>
            <p:ph type="sldNum" sz="quarter" idx="12"/>
          </p:nvPr>
        </p:nvSpPr>
        <p:spPr/>
        <p:txBody>
          <a:bodyPr/>
          <a:lstStyle/>
          <a:p>
            <a:fld id="{F625B0B6-1183-4BD4-A210-FFB3AB064188}" type="slidenum">
              <a:rPr lang="zh-CN" altLang="en-US"/>
              <a:t>‹#›</a:t>
            </a:fld>
            <a:endParaRPr lang="zh-CN" altLang="en-US"/>
          </a:p>
        </p:txBody>
      </p:sp>
    </p:spTree>
    <p:extLst>
      <p:ext uri="{BB962C8B-B14F-4D97-AF65-F5344CB8AC3E}">
        <p14:creationId xmlns:p14="http://schemas.microsoft.com/office/powerpoint/2010/main" val="132316984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8181F7A-29E2-4618-93AE-3F912ADF6FB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E548A07-81CE-48B5-83A5-3EE8E9B9C31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198F28D-F54C-44AD-8507-E7DE23D7CA5A}"/>
              </a:ext>
            </a:extLst>
          </p:cNvPr>
          <p:cNvSpPr>
            <a:spLocks noGrp="1"/>
          </p:cNvSpPr>
          <p:nvPr>
            <p:ph type="dt" sz="half" idx="10"/>
          </p:nvPr>
        </p:nvSpPr>
        <p:spPr/>
        <p:txBody>
          <a:bodyPr/>
          <a:lstStyle/>
          <a:p>
            <a:fld id="{5B1C0F88-5C8A-4D39-AF72-FE2713061CAA}" type="datetimeFigureOut">
              <a:rPr lang="zh-CN" altLang="en-US"/>
              <a:t>2025/4/28</a:t>
            </a:fld>
            <a:endParaRPr lang="zh-CN" altLang="en-US"/>
          </a:p>
        </p:txBody>
      </p:sp>
      <p:sp>
        <p:nvSpPr>
          <p:cNvPr id="5" name="页脚占位符 4">
            <a:extLst>
              <a:ext uri="{FF2B5EF4-FFF2-40B4-BE49-F238E27FC236}">
                <a16:creationId xmlns:a16="http://schemas.microsoft.com/office/drawing/2014/main" id="{852F8BCB-DF69-4A36-8BD9-355ED2A05C0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7069302-55DD-4DAE-9968-A6B798919DDF}"/>
              </a:ext>
            </a:extLst>
          </p:cNvPr>
          <p:cNvSpPr>
            <a:spLocks noGrp="1"/>
          </p:cNvSpPr>
          <p:nvPr>
            <p:ph type="sldNum" sz="quarter" idx="12"/>
          </p:nvPr>
        </p:nvSpPr>
        <p:spPr/>
        <p:txBody>
          <a:bodyPr/>
          <a:lstStyle/>
          <a:p>
            <a:fld id="{F625B0B6-1183-4BD4-A210-FFB3AB064188}" type="slidenum">
              <a:rPr lang="zh-CN" altLang="en-US"/>
              <a:t>‹#›</a:t>
            </a:fld>
            <a:endParaRPr lang="zh-CN" altLang="en-US"/>
          </a:p>
        </p:txBody>
      </p:sp>
    </p:spTree>
    <p:extLst>
      <p:ext uri="{BB962C8B-B14F-4D97-AF65-F5344CB8AC3E}">
        <p14:creationId xmlns:p14="http://schemas.microsoft.com/office/powerpoint/2010/main" val="77250475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2D2A31-811A-4B86-B688-3A03E0D3A37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A18657A-32A9-4B14-8437-9544A6D8B13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B3A6649-CF9D-4E19-8DEE-62AD66D7E3EA}"/>
              </a:ext>
            </a:extLst>
          </p:cNvPr>
          <p:cNvSpPr>
            <a:spLocks noGrp="1"/>
          </p:cNvSpPr>
          <p:nvPr>
            <p:ph type="dt" sz="half" idx="10"/>
          </p:nvPr>
        </p:nvSpPr>
        <p:spPr/>
        <p:txBody>
          <a:bodyPr/>
          <a:lstStyle/>
          <a:p>
            <a:fld id="{5B1C0F88-5C8A-4D39-AF72-FE2713061CAA}" type="datetimeFigureOut">
              <a:rPr lang="zh-CN" altLang="en-US"/>
              <a:t>2025/4/28</a:t>
            </a:fld>
            <a:endParaRPr lang="zh-CN" altLang="en-US"/>
          </a:p>
        </p:txBody>
      </p:sp>
      <p:sp>
        <p:nvSpPr>
          <p:cNvPr id="5" name="页脚占位符 4">
            <a:extLst>
              <a:ext uri="{FF2B5EF4-FFF2-40B4-BE49-F238E27FC236}">
                <a16:creationId xmlns:a16="http://schemas.microsoft.com/office/drawing/2014/main" id="{69B96E58-BA5A-4504-9B27-BE39CC91FE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8667A21-B1D8-4182-9202-DA14234CBB1F}"/>
              </a:ext>
            </a:extLst>
          </p:cNvPr>
          <p:cNvSpPr>
            <a:spLocks noGrp="1"/>
          </p:cNvSpPr>
          <p:nvPr>
            <p:ph type="sldNum" sz="quarter" idx="12"/>
          </p:nvPr>
        </p:nvSpPr>
        <p:spPr/>
        <p:txBody>
          <a:bodyPr/>
          <a:lstStyle/>
          <a:p>
            <a:fld id="{F625B0B6-1183-4BD4-A210-FFB3AB064188}" type="slidenum">
              <a:rPr lang="zh-CN" altLang="en-US"/>
              <a:t>‹#›</a:t>
            </a:fld>
            <a:endParaRPr lang="zh-CN" altLang="en-US"/>
          </a:p>
        </p:txBody>
      </p:sp>
    </p:spTree>
    <p:extLst>
      <p:ext uri="{BB962C8B-B14F-4D97-AF65-F5344CB8AC3E}">
        <p14:creationId xmlns:p14="http://schemas.microsoft.com/office/powerpoint/2010/main" val="200875659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D1B0C4-E4D4-40F5-90A6-E07BE7BF632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D852E28-1057-443F-AAF7-2B02102155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6684D35-FF8A-4633-920A-80F243AA8C7F}"/>
              </a:ext>
            </a:extLst>
          </p:cNvPr>
          <p:cNvSpPr>
            <a:spLocks noGrp="1"/>
          </p:cNvSpPr>
          <p:nvPr>
            <p:ph type="dt" sz="half" idx="10"/>
          </p:nvPr>
        </p:nvSpPr>
        <p:spPr/>
        <p:txBody>
          <a:bodyPr/>
          <a:lstStyle/>
          <a:p>
            <a:fld id="{5B1C0F88-5C8A-4D39-AF72-FE2713061CAA}" type="datetimeFigureOut">
              <a:rPr lang="zh-CN" altLang="en-US"/>
              <a:t>2025/4/28</a:t>
            </a:fld>
            <a:endParaRPr lang="zh-CN" altLang="en-US"/>
          </a:p>
        </p:txBody>
      </p:sp>
      <p:sp>
        <p:nvSpPr>
          <p:cNvPr id="5" name="页脚占位符 4">
            <a:extLst>
              <a:ext uri="{FF2B5EF4-FFF2-40B4-BE49-F238E27FC236}">
                <a16:creationId xmlns:a16="http://schemas.microsoft.com/office/drawing/2014/main" id="{B2605B7D-7FE6-4CF1-9839-D2454B42916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1B8CC1B-6E15-4B44-81AC-5DB766135641}"/>
              </a:ext>
            </a:extLst>
          </p:cNvPr>
          <p:cNvSpPr>
            <a:spLocks noGrp="1"/>
          </p:cNvSpPr>
          <p:nvPr>
            <p:ph type="sldNum" sz="quarter" idx="12"/>
          </p:nvPr>
        </p:nvSpPr>
        <p:spPr/>
        <p:txBody>
          <a:bodyPr/>
          <a:lstStyle/>
          <a:p>
            <a:fld id="{F625B0B6-1183-4BD4-A210-FFB3AB064188}" type="slidenum">
              <a:rPr lang="zh-CN" altLang="en-US"/>
              <a:t>‹#›</a:t>
            </a:fld>
            <a:endParaRPr lang="zh-CN" altLang="en-US"/>
          </a:p>
        </p:txBody>
      </p:sp>
    </p:spTree>
    <p:extLst>
      <p:ext uri="{BB962C8B-B14F-4D97-AF65-F5344CB8AC3E}">
        <p14:creationId xmlns:p14="http://schemas.microsoft.com/office/powerpoint/2010/main" val="209387432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078A5A-D4DD-4004-B0CE-47DD3E250A6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3AB0D05-D827-48B7-A44C-1477331027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10C03C1-C956-49F1-B752-8AB79833D66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06472F4-CAA9-422E-B273-BC14BB5483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B8F77B3-F14E-4B3E-B456-122DAC72042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102B8EE-BDE7-4BBB-9EF5-79C8B4BCF07B}"/>
              </a:ext>
            </a:extLst>
          </p:cNvPr>
          <p:cNvSpPr>
            <a:spLocks noGrp="1"/>
          </p:cNvSpPr>
          <p:nvPr>
            <p:ph type="dt" sz="half" idx="10"/>
          </p:nvPr>
        </p:nvSpPr>
        <p:spPr/>
        <p:txBody>
          <a:bodyPr/>
          <a:lstStyle/>
          <a:p>
            <a:fld id="{5B1C0F88-5C8A-4D39-AF72-FE2713061CAA}" type="datetimeFigureOut">
              <a:rPr lang="zh-CN" altLang="en-US"/>
              <a:t>2025/4/28</a:t>
            </a:fld>
            <a:endParaRPr lang="zh-CN" altLang="en-US"/>
          </a:p>
        </p:txBody>
      </p:sp>
      <p:sp>
        <p:nvSpPr>
          <p:cNvPr id="8" name="页脚占位符 7">
            <a:extLst>
              <a:ext uri="{FF2B5EF4-FFF2-40B4-BE49-F238E27FC236}">
                <a16:creationId xmlns:a16="http://schemas.microsoft.com/office/drawing/2014/main" id="{171A3AC8-65F4-4E71-AD08-7C417AC5E82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2BC0739-BB81-40D8-94EB-A08DBD921ED6}"/>
              </a:ext>
            </a:extLst>
          </p:cNvPr>
          <p:cNvSpPr>
            <a:spLocks noGrp="1"/>
          </p:cNvSpPr>
          <p:nvPr>
            <p:ph type="sldNum" sz="quarter" idx="12"/>
          </p:nvPr>
        </p:nvSpPr>
        <p:spPr/>
        <p:txBody>
          <a:bodyPr/>
          <a:lstStyle/>
          <a:p>
            <a:fld id="{F625B0B6-1183-4BD4-A210-FFB3AB064188}" type="slidenum">
              <a:rPr lang="zh-CN" altLang="en-US"/>
              <a:t>‹#›</a:t>
            </a:fld>
            <a:endParaRPr lang="zh-CN" altLang="en-US"/>
          </a:p>
        </p:txBody>
      </p:sp>
      <p:sp>
        <p:nvSpPr>
          <p:cNvPr id="11" name="TextBox 10"/>
          <p:cNvSpPr txBox="1"/>
          <p:nvPr userDrawn="1"/>
        </p:nvSpPr>
        <p:spPr>
          <a:xfrm>
            <a:off x="1007605" y="6723925"/>
            <a:ext cx="1800200" cy="118430"/>
          </a:xfrm>
          <a:prstGeom prst="rect">
            <a:avLst/>
          </a:prstGeom>
          <a:noFill/>
        </p:spPr>
        <p:txBody>
          <a:bodyPr wrap="square" rtlCol="0">
            <a:spAutoFit/>
          </a:bodyPr>
          <a:lstStyle/>
          <a:p>
            <a:pPr marL="0" marR="0" lvl="0" indent="0" defTabSz="914400" eaLnBrk="1" fontAlgn="auto" latinLnBrk="0" hangingPunct="1">
              <a:lnSpc>
                <a:spcPct val="200000"/>
              </a:lnSpc>
              <a:spcBef>
                <a:spcPct val="0"/>
              </a:spcBef>
              <a:spcAft>
                <a:spcPct val="0"/>
              </a:spcAft>
              <a:buClrTx/>
              <a:buSzTx/>
              <a:buFontTx/>
              <a:buNone/>
              <a:defRPr/>
            </a:pPr>
            <a:r>
              <a:rPr kumimoji="0" lang="en-US" altLang="zh-CN" sz="100" b="0" i="0" u="none" strike="noStrike" kern="0" cap="none" spc="0" normalizeH="0" baseline="0" noProof="0">
                <a:ln>
                  <a:noFill/>
                </a:ln>
                <a:solidFill>
                  <a:prstClr val="black"/>
                </a:solidFill>
                <a:effectLst/>
                <a:uLnTx/>
                <a:uFillTx/>
                <a:hlinkClick r:id="R47608c4e58c745c28672e8ea627d334a"/>
              </a:rPr>
              <a:t>PPT</a:t>
            </a:r>
            <a:r>
              <a:rPr kumimoji="0" lang="zh-CN" altLang="en-US" sz="100" b="0" i="0" u="none" strike="noStrike" kern="0" cap="none" spc="0" normalizeH="0" baseline="0" noProof="0">
                <a:ln>
                  <a:noFill/>
                </a:ln>
                <a:solidFill>
                  <a:prstClr val="black"/>
                </a:solidFill>
                <a:effectLst/>
                <a:uLnTx/>
                <a:uFillTx/>
                <a:hlinkClick r:id="R47608c4e58c745c28672e8ea627d334a"/>
              </a:rPr>
              <a:t>模板</a:t>
            </a:r>
            <a:r>
              <a:rPr kumimoji="0" lang="zh-CN" altLang="en-US" sz="100" b="0" i="0" u="none" strike="noStrike" kern="0" cap="none" spc="0" normalizeH="0" baseline="0" noProof="0">
                <a:ln>
                  <a:noFill/>
                </a:ln>
                <a:solidFill>
                  <a:prstClr val="black"/>
                </a:solidFill>
                <a:effectLst/>
                <a:uLnTx/>
                <a:uFillTx/>
              </a:rPr>
              <a:t> </a:t>
            </a:r>
            <a:r>
              <a:rPr kumimoji="0" lang="en-US" altLang="zh-CN" sz="100" b="0" i="0" u="none" strike="noStrike" kern="0" cap="none" spc="0" normalizeH="0" baseline="0" noProof="0">
                <a:ln>
                  <a:noFill/>
                </a:ln>
                <a:solidFill>
                  <a:prstClr val="black"/>
                </a:solidFill>
                <a:effectLst/>
                <a:uLnTx/>
                <a:uFillTx/>
              </a:rPr>
              <a:t>http://www.1ppt.com/moban/</a:t>
            </a:r>
            <a:r>
              <a:rPr kumimoji="0" lang="zh-CN" altLang="en-US" sz="100" b="0" i="0" u="none" strike="noStrike" kern="0" cap="none" spc="0" normalizeH="0" baseline="0" noProof="0">
                <a:ln>
                  <a:noFill/>
                </a:ln>
                <a:solidFill>
                  <a:prstClr val="black"/>
                </a:solidFill>
                <a:effectLst/>
                <a:uLnTx/>
                <a:uFillTx/>
              </a:rPr>
              <a:t> </a:t>
            </a:r>
            <a:endParaRPr kumimoji="0" lang="en-US" altLang="zh-CN" sz="1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157160104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84A0DF-F553-4BAD-91B6-6E6F4EC2E19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871B9C9-AF9A-4D34-8966-6043B30ADBF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DE95D7-CBE7-4C2B-B088-C4AA91C6E569}"/>
              </a:ext>
            </a:extLst>
          </p:cNvPr>
          <p:cNvSpPr>
            <a:spLocks noGrp="1"/>
          </p:cNvSpPr>
          <p:nvPr>
            <p:ph type="dt" sz="half" idx="10"/>
          </p:nvPr>
        </p:nvSpPr>
        <p:spPr/>
        <p:txBody>
          <a:bodyPr/>
          <a:lstStyle/>
          <a:p>
            <a:fld id="{5B1C0F88-5C8A-4D39-AF72-FE2713061CAA}" type="datetimeFigureOut">
              <a:rPr lang="zh-CN" altLang="en-US"/>
              <a:t>2025/4/28</a:t>
            </a:fld>
            <a:endParaRPr lang="zh-CN" altLang="en-US"/>
          </a:p>
        </p:txBody>
      </p:sp>
      <p:sp>
        <p:nvSpPr>
          <p:cNvPr id="5" name="页脚占位符 4">
            <a:extLst>
              <a:ext uri="{FF2B5EF4-FFF2-40B4-BE49-F238E27FC236}">
                <a16:creationId xmlns:a16="http://schemas.microsoft.com/office/drawing/2014/main" id="{ACC8157B-01D4-44BB-8343-23AFFACA09F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C7A9F49-4946-4EF8-8086-32726038E4C6}"/>
              </a:ext>
            </a:extLst>
          </p:cNvPr>
          <p:cNvSpPr>
            <a:spLocks noGrp="1"/>
          </p:cNvSpPr>
          <p:nvPr>
            <p:ph type="sldNum" sz="quarter" idx="12"/>
          </p:nvPr>
        </p:nvSpPr>
        <p:spPr/>
        <p:txBody>
          <a:bodyPr/>
          <a:lstStyle/>
          <a:p>
            <a:fld id="{F625B0B6-1183-4BD4-A210-FFB3AB064188}" type="slidenum">
              <a:rPr lang="zh-CN" altLang="en-US"/>
              <a:t>‹#›</a:t>
            </a:fld>
            <a:endParaRPr lang="zh-CN" altLang="en-US"/>
          </a:p>
        </p:txBody>
      </p:sp>
    </p:spTree>
    <p:extLst>
      <p:ext uri="{BB962C8B-B14F-4D97-AF65-F5344CB8AC3E}">
        <p14:creationId xmlns:p14="http://schemas.microsoft.com/office/powerpoint/2010/main" val="154253134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078A5A-D4DD-4004-B0CE-47DD3E250A6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3AB0D05-D827-48B7-A44C-1477331027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10C03C1-C956-49F1-B752-8AB79833D66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06472F4-CAA9-422E-B273-BC14BB5483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B8F77B3-F14E-4B3E-B456-122DAC72042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102B8EE-BDE7-4BBB-9EF5-79C8B4BCF07B}"/>
              </a:ext>
            </a:extLst>
          </p:cNvPr>
          <p:cNvSpPr>
            <a:spLocks noGrp="1"/>
          </p:cNvSpPr>
          <p:nvPr>
            <p:ph type="dt" sz="half" idx="10"/>
          </p:nvPr>
        </p:nvSpPr>
        <p:spPr/>
        <p:txBody>
          <a:bodyPr/>
          <a:lstStyle/>
          <a:p>
            <a:fld id="{5B1C0F88-5C8A-4D39-AF72-FE2713061CAA}" type="datetimeFigureOut">
              <a:rPr lang="zh-CN" altLang="en-US"/>
              <a:t>2025/4/28</a:t>
            </a:fld>
            <a:endParaRPr lang="zh-CN" altLang="en-US"/>
          </a:p>
        </p:txBody>
      </p:sp>
      <p:sp>
        <p:nvSpPr>
          <p:cNvPr id="8" name="页脚占位符 7">
            <a:extLst>
              <a:ext uri="{FF2B5EF4-FFF2-40B4-BE49-F238E27FC236}">
                <a16:creationId xmlns:a16="http://schemas.microsoft.com/office/drawing/2014/main" id="{171A3AC8-65F4-4E71-AD08-7C417AC5E82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2BC0739-BB81-40D8-94EB-A08DBD921ED6}"/>
              </a:ext>
            </a:extLst>
          </p:cNvPr>
          <p:cNvSpPr>
            <a:spLocks noGrp="1"/>
          </p:cNvSpPr>
          <p:nvPr>
            <p:ph type="sldNum" sz="quarter" idx="12"/>
          </p:nvPr>
        </p:nvSpPr>
        <p:spPr/>
        <p:txBody>
          <a:bodyPr/>
          <a:lstStyle/>
          <a:p>
            <a:fld id="{F625B0B6-1183-4BD4-A210-FFB3AB064188}" type="slidenum">
              <a:rPr lang="zh-CN" altLang="en-US"/>
              <a:t>‹#›</a:t>
            </a:fld>
            <a:endParaRPr lang="zh-CN" altLang="en-US"/>
          </a:p>
        </p:txBody>
      </p:sp>
    </p:spTree>
    <p:extLst>
      <p:ext uri="{BB962C8B-B14F-4D97-AF65-F5344CB8AC3E}">
        <p14:creationId xmlns:p14="http://schemas.microsoft.com/office/powerpoint/2010/main" val="321371637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FB7505-5851-4213-ADF4-06EA12FF892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3545484-36A6-4A19-871F-CBC2E0DCDD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5921CE8-6C1F-4F13-AA0B-53357BE9E1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B898A22-11A2-4A95-A932-1196E6E9EB90}"/>
              </a:ext>
            </a:extLst>
          </p:cNvPr>
          <p:cNvSpPr>
            <a:spLocks noGrp="1"/>
          </p:cNvSpPr>
          <p:nvPr>
            <p:ph type="dt" sz="half" idx="10"/>
          </p:nvPr>
        </p:nvSpPr>
        <p:spPr/>
        <p:txBody>
          <a:bodyPr/>
          <a:lstStyle/>
          <a:p>
            <a:fld id="{5B1C0F88-5C8A-4D39-AF72-FE2713061CAA}" type="datetimeFigureOut">
              <a:rPr lang="zh-CN" altLang="en-US"/>
              <a:t>2025/4/28</a:t>
            </a:fld>
            <a:endParaRPr lang="zh-CN" altLang="en-US"/>
          </a:p>
        </p:txBody>
      </p:sp>
      <p:sp>
        <p:nvSpPr>
          <p:cNvPr id="6" name="页脚占位符 5">
            <a:extLst>
              <a:ext uri="{FF2B5EF4-FFF2-40B4-BE49-F238E27FC236}">
                <a16:creationId xmlns:a16="http://schemas.microsoft.com/office/drawing/2014/main" id="{7509D50B-317A-497F-9B4B-DA9E4E2792E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7ADC289-F46C-4ADE-9564-8DA77FE4525F}"/>
              </a:ext>
            </a:extLst>
          </p:cNvPr>
          <p:cNvSpPr>
            <a:spLocks noGrp="1"/>
          </p:cNvSpPr>
          <p:nvPr>
            <p:ph type="sldNum" sz="quarter" idx="12"/>
          </p:nvPr>
        </p:nvSpPr>
        <p:spPr/>
        <p:txBody>
          <a:bodyPr/>
          <a:lstStyle/>
          <a:p>
            <a:fld id="{F625B0B6-1183-4BD4-A210-FFB3AB064188}" type="slidenum">
              <a:rPr lang="zh-CN" altLang="en-US"/>
              <a:t>‹#›</a:t>
            </a:fld>
            <a:endParaRPr lang="zh-CN" altLang="en-US"/>
          </a:p>
        </p:txBody>
      </p:sp>
    </p:spTree>
    <p:extLst>
      <p:ext uri="{BB962C8B-B14F-4D97-AF65-F5344CB8AC3E}">
        <p14:creationId xmlns:p14="http://schemas.microsoft.com/office/powerpoint/2010/main" val="347083743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7BD8D1-2F55-4C10-BDA0-3B1068C9F3A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4D816D1-0A2F-4226-A0EB-F3E149E5883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082D9FE-A558-40C1-873F-CB3AEC7BAF5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2907E23-722E-4A26-AB21-9B4D482B4950}"/>
              </a:ext>
            </a:extLst>
          </p:cNvPr>
          <p:cNvSpPr>
            <a:spLocks noGrp="1"/>
          </p:cNvSpPr>
          <p:nvPr>
            <p:ph type="dt" sz="half" idx="10"/>
          </p:nvPr>
        </p:nvSpPr>
        <p:spPr/>
        <p:txBody>
          <a:bodyPr/>
          <a:lstStyle/>
          <a:p>
            <a:fld id="{5B1C0F88-5C8A-4D39-AF72-FE2713061CAA}" type="datetimeFigureOut">
              <a:rPr lang="zh-CN" altLang="en-US"/>
              <a:t>2025/4/28</a:t>
            </a:fld>
            <a:endParaRPr lang="zh-CN" altLang="en-US"/>
          </a:p>
        </p:txBody>
      </p:sp>
      <p:sp>
        <p:nvSpPr>
          <p:cNvPr id="6" name="页脚占位符 5">
            <a:extLst>
              <a:ext uri="{FF2B5EF4-FFF2-40B4-BE49-F238E27FC236}">
                <a16:creationId xmlns:a16="http://schemas.microsoft.com/office/drawing/2014/main" id="{42955165-3BF0-4EEA-83F8-E920B2A1896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59CE642-3691-4DE6-A879-C80DAF82B5F8}"/>
              </a:ext>
            </a:extLst>
          </p:cNvPr>
          <p:cNvSpPr>
            <a:spLocks noGrp="1"/>
          </p:cNvSpPr>
          <p:nvPr>
            <p:ph type="sldNum" sz="quarter" idx="12"/>
          </p:nvPr>
        </p:nvSpPr>
        <p:spPr/>
        <p:txBody>
          <a:bodyPr/>
          <a:lstStyle/>
          <a:p>
            <a:fld id="{F625B0B6-1183-4BD4-A210-FFB3AB064188}" type="slidenum">
              <a:rPr lang="zh-CN" altLang="en-US"/>
              <a:t>‹#›</a:t>
            </a:fld>
            <a:endParaRPr lang="zh-CN" altLang="en-US"/>
          </a:p>
        </p:txBody>
      </p:sp>
    </p:spTree>
    <p:extLst>
      <p:ext uri="{BB962C8B-B14F-4D97-AF65-F5344CB8AC3E}">
        <p14:creationId xmlns:p14="http://schemas.microsoft.com/office/powerpoint/2010/main" val="49024315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27DDCC-7296-4D4B-8C06-1F4CA6A3360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ADBD193-D7C7-4FF7-9759-2CE3129310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6B3896B-2F5F-4AC6-AA5E-B12F13D168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5A6D7E1-E69F-4963-B702-504F60722228}"/>
              </a:ext>
            </a:extLst>
          </p:cNvPr>
          <p:cNvSpPr>
            <a:spLocks noGrp="1"/>
          </p:cNvSpPr>
          <p:nvPr>
            <p:ph type="dt" sz="half" idx="10"/>
          </p:nvPr>
        </p:nvSpPr>
        <p:spPr/>
        <p:txBody>
          <a:bodyPr/>
          <a:lstStyle/>
          <a:p>
            <a:fld id="{5B1C0F88-5C8A-4D39-AF72-FE2713061CAA}" type="datetimeFigureOut">
              <a:rPr lang="zh-CN" altLang="en-US"/>
              <a:t>2025/4/28</a:t>
            </a:fld>
            <a:endParaRPr lang="zh-CN" altLang="en-US"/>
          </a:p>
        </p:txBody>
      </p:sp>
      <p:sp>
        <p:nvSpPr>
          <p:cNvPr id="6" name="页脚占位符 5">
            <a:extLst>
              <a:ext uri="{FF2B5EF4-FFF2-40B4-BE49-F238E27FC236}">
                <a16:creationId xmlns:a16="http://schemas.microsoft.com/office/drawing/2014/main" id="{CD16E367-BB1C-4305-BF28-D54E7786BFC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88EB256-7C1A-42A8-AE8C-4A7F0E405B6A}"/>
              </a:ext>
            </a:extLst>
          </p:cNvPr>
          <p:cNvSpPr>
            <a:spLocks noGrp="1"/>
          </p:cNvSpPr>
          <p:nvPr>
            <p:ph type="sldNum" sz="quarter" idx="12"/>
          </p:nvPr>
        </p:nvSpPr>
        <p:spPr/>
        <p:txBody>
          <a:bodyPr/>
          <a:lstStyle/>
          <a:p>
            <a:fld id="{F625B0B6-1183-4BD4-A210-FFB3AB064188}" type="slidenum">
              <a:rPr lang="zh-CN" altLang="en-US"/>
              <a:t>‹#›</a:t>
            </a:fld>
            <a:endParaRPr lang="zh-CN" altLang="en-US"/>
          </a:p>
        </p:txBody>
      </p:sp>
    </p:spTree>
    <p:extLst>
      <p:ext uri="{BB962C8B-B14F-4D97-AF65-F5344CB8AC3E}">
        <p14:creationId xmlns:p14="http://schemas.microsoft.com/office/powerpoint/2010/main" val="1933371166"/>
      </p:ext>
    </p:extLst>
  </p:cSld>
  <p:clrMapOvr>
    <a:masterClrMapping/>
  </p:clrMapOvr>
  <p:transition/>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a4f5a3056f460a" /><Relationship Type="http://schemas.openxmlformats.org/officeDocument/2006/relationships/slideLayout" Target="/ppt/slideLayouts/slideLayout1.xml" Id="R68efd406edf14600" /><Relationship Type="http://schemas.openxmlformats.org/officeDocument/2006/relationships/slideLayout" Target="/ppt/slideLayouts/slideLayout2.xml" Id="R580fae880096498e" /><Relationship Type="http://schemas.openxmlformats.org/officeDocument/2006/relationships/slideLayout" Target="/ppt/slideLayouts/slideLayout3.xml" Id="R13e2d220e9354e92" /><Relationship Type="http://schemas.openxmlformats.org/officeDocument/2006/relationships/slideLayout" Target="/ppt/slideLayouts/slideLayout4.xml" Id="R1e7de6e549ea42d1" /><Relationship Type="http://schemas.openxmlformats.org/officeDocument/2006/relationships/slideLayout" Target="/ppt/slideLayouts/slideLayout5.xml" Id="Rac5864a9b72246b0" /><Relationship Type="http://schemas.openxmlformats.org/officeDocument/2006/relationships/slideLayout" Target="/ppt/slideLayouts/slideLayout6.xml" Id="R00ac03268caa4bbe" /><Relationship Type="http://schemas.openxmlformats.org/officeDocument/2006/relationships/slideLayout" Target="/ppt/slideLayouts/slideLayout7.xml" Id="R4fbf96ce9ce0496f" /><Relationship Type="http://schemas.openxmlformats.org/officeDocument/2006/relationships/slideLayout" Target="/ppt/slideLayouts/slideLayout8.xml" Id="R3e29201c49454e8f" /><Relationship Type="http://schemas.openxmlformats.org/officeDocument/2006/relationships/slideLayout" Target="/ppt/slideLayouts/slideLayout9.xml" Id="R28ad2c7afd174aba" /><Relationship Type="http://schemas.openxmlformats.org/officeDocument/2006/relationships/slideLayout" Target="/ppt/slideLayouts/slideLayout10.xml" Id="Rf21a58b81a7745c3" /><Relationship Type="http://schemas.openxmlformats.org/officeDocument/2006/relationships/slideLayout" Target="/ppt/slideLayouts/slideLayout11.xml" Id="R11828d1d820b4262" /><Relationship Type="http://schemas.openxmlformats.org/officeDocument/2006/relationships/slideLayout" Target="/ppt/slideLayouts/slideLayout12.xml" Id="R0fed2a1566f54aa4"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B537278-C12E-48CA-B14A-B550EB5407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BE1DE5B-D999-4DB7-A5B9-CF00047B25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D363D2-CE42-4CB6-8E28-DEA125AEF0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1C0F88-5C8A-4D39-AF72-FE2713061CAA}" type="datetimeFigureOut">
              <a:rPr lang="zh-CN" altLang="en-US"/>
              <a:t>2025/4/28</a:t>
            </a:fld>
            <a:endParaRPr lang="zh-CN" altLang="en-US"/>
          </a:p>
        </p:txBody>
      </p:sp>
      <p:sp>
        <p:nvSpPr>
          <p:cNvPr id="5" name="页脚占位符 4">
            <a:extLst>
              <a:ext uri="{FF2B5EF4-FFF2-40B4-BE49-F238E27FC236}">
                <a16:creationId xmlns:a16="http://schemas.microsoft.com/office/drawing/2014/main" id="{97EDFB1F-AEBC-49BE-A378-843C4D64C5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E976E02-BBF0-4B2A-95B9-F39A279EC8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25B0B6-1183-4BD4-A210-FFB3AB064188}" type="slidenum">
              <a:rPr lang="zh-CN" altLang="en-US"/>
              <a:t>‹#›</a:t>
            </a:fld>
            <a:endParaRPr lang="zh-CN" altLang="en-US"/>
          </a:p>
        </p:txBody>
      </p:sp>
    </p:spTree>
    <p:extLst>
      <p:ext uri="{BB962C8B-B14F-4D97-AF65-F5344CB8AC3E}">
        <p14:creationId xmlns:p14="http://schemas.microsoft.com/office/powerpoint/2010/main" val="1503947462"/>
      </p:ext>
    </p:extLst>
  </p:cSld>
  <p:clrMap bg1="lt1" tx1="dk1" bg2="lt2" tx2="dk2" accent1="accent1" accent2="accent2" accent3="accent3" accent4="accent4" accent5="accent5" accent6="accent6" hlink="hlink" folHlink="folHlink"/>
  <p:sldLayoutIdLst>
    <p:sldLayoutId id="2147483654" r:id="R00ac03268caa4bbe"/>
    <p:sldLayoutId id="2147483653" r:id="Rac5864a9b72246b0"/>
    <p:sldLayoutId id="2147483650" r:id="R580fae880096498e"/>
    <p:sldLayoutId id="2147483659" r:id="R11828d1d820b4262"/>
    <p:sldLayoutId id="2147483657" r:id="R28ad2c7afd174aba"/>
    <p:sldLayoutId id="2147483655" r:id="R4fbf96ce9ce0496f"/>
    <p:sldLayoutId id="2147483651" r:id="R13e2d220e9354e92"/>
    <p:sldLayoutId id="2147483649" r:id="R68efd406edf14600"/>
    <p:sldLayoutId id="2147483660" r:id="R0fed2a1566f54aa4"/>
    <p:sldLayoutId id="2147483658" r:id="Rf21a58b81a7745c3"/>
    <p:sldLayoutId id="2147483656" r:id="R3e29201c49454e8f"/>
    <p:sldLayoutId id="2147483652" r:id="R1e7de6e549ea42d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2.xml><?xml version="1.0" encoding="utf-8"?>
<a:theme xmlns:a="http://schemas.openxmlformats.org/drawingml/2006/main" name="第一PPT，www.1ppt.com">
  <a:themeElements>
    <a:clrScheme name="自定义 48">
      <a:dk1>
        <a:srgbClr val="000000"/>
      </a:dk1>
      <a:lt1>
        <a:srgbClr val="FFFFFF"/>
      </a:lt1>
      <a:dk2>
        <a:srgbClr val="44546A"/>
      </a:dk2>
      <a:lt2>
        <a:srgbClr val="E7E6E6"/>
      </a:lt2>
      <a:accent1>
        <a:srgbClr val="2E2961"/>
      </a:accent1>
      <a:accent2>
        <a:srgbClr val="120F2D"/>
      </a:accent2>
      <a:accent3>
        <a:srgbClr val="A5A5A5"/>
      </a:accent3>
      <a:accent4>
        <a:srgbClr val="FFC000"/>
      </a:accent4>
      <a:accent5>
        <a:srgbClr val="5B9BD5"/>
      </a:accent5>
      <a:accent6>
        <a:srgbClr val="70AD47"/>
      </a:accent6>
      <a:hlink>
        <a:srgbClr val="0563C1"/>
      </a:hlink>
      <a:folHlink>
        <a:srgbClr val="954F72"/>
      </a:folHlink>
    </a:clrScheme>
    <a:fontScheme name="n4vy2nrf">
      <a:majorFont>
        <a:latin typeface="微软雅黑" panose="020F0302020204030204"/>
        <a:ea typeface="微软雅黑"/>
        <a:cs typeface="Arial"/>
      </a:majorFont>
      <a:minorFont>
        <a:latin typeface="微软雅黑" panose="020F0302020204030204"/>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tags" Target="/ppt/slides/tags/tag1.xml" Id="R7a79d391cbed4c14" /><Relationship Type="http://schemas.openxmlformats.org/officeDocument/2006/relationships/notesSlide" Target="/ppt/notesSlides/notesSlide1.xml" Id="R9a9c39fed0eb43a3" /><Relationship Type="http://schemas.openxmlformats.org/officeDocument/2006/relationships/slideLayout" Target="/ppt/slideLayouts/slideLayout1.xml" Id="R217fc59ae8334911" /></Relationships>
</file>

<file path=ppt/slides/_rels/slide2.xml.rels>&#65279;<?xml version="1.0" encoding="utf-8"?><Relationships xmlns="http://schemas.openxmlformats.org/package/2006/relationships"><Relationship Type="http://schemas.openxmlformats.org/officeDocument/2006/relationships/tags" Target="/ppt/slides/tags/tag2.xml" Id="Rd9208279c2274d66" /><Relationship Type="http://schemas.openxmlformats.org/officeDocument/2006/relationships/tags" Target="/ppt/slides/tags/tag3.xml" Id="R2e766f956ac44c22" /><Relationship Type="http://schemas.openxmlformats.org/officeDocument/2006/relationships/tags" Target="/ppt/slides/tags/tag4.xml" Id="Rab79f45040ec48b7" /><Relationship Type="http://schemas.openxmlformats.org/officeDocument/2006/relationships/tags" Target="/ppt/slides/tags/tag5.xml" Id="Rdae22f91ce5042a8" /><Relationship Type="http://schemas.openxmlformats.org/officeDocument/2006/relationships/tags" Target="/ppt/slides/tags/tag6.xml" Id="R9715cb8ee1bb4676" /><Relationship Type="http://schemas.openxmlformats.org/officeDocument/2006/relationships/tags" Target="/ppt/slides/tags/tag7.xml" Id="R0125eb9922694893" /><Relationship Type="http://schemas.openxmlformats.org/officeDocument/2006/relationships/notesSlide" Target="/ppt/notesSlides/notesSlide2.xml" Id="R8cdef62dd840477d" /><Relationship Type="http://schemas.openxmlformats.org/officeDocument/2006/relationships/slideLayout" Target="/ppt/slideLayouts/slideLayout1.xml" Id="R024776ef72f54c2b" /></Relationships>
</file>

<file path=ppt/slides/_rels/slide3.xml.rels>&#65279;<?xml version="1.0" encoding="utf-8"?><Relationships xmlns="http://schemas.openxmlformats.org/package/2006/relationships"><Relationship Type="http://schemas.openxmlformats.org/officeDocument/2006/relationships/notesSlide" Target="/ppt/notesSlides/notesSlide3.xml" Id="R4785cd3fddc146f8" /><Relationship Type="http://schemas.openxmlformats.org/officeDocument/2006/relationships/slideLayout" Target="/ppt/slideLayouts/slideLayout1.xml" Id="Rc527ead427f84e90" /></Relationships>
</file>

<file path=ppt/slides/_rels/slide4.xml.rels>&#65279;<?xml version="1.0" encoding="utf-8"?><Relationships xmlns="http://schemas.openxmlformats.org/package/2006/relationships"><Relationship Type="http://schemas.openxmlformats.org/officeDocument/2006/relationships/image" Target="/ppt/media/image.bin" Id="Rc04aa73121594b84" /><Relationship Type="http://schemas.openxmlformats.org/officeDocument/2006/relationships/tags" Target="/ppt/slides/tags/tag8.xml" Id="R4f859ab818d940fd" /><Relationship Type="http://schemas.openxmlformats.org/officeDocument/2006/relationships/tags" Target="/ppt/slides/tags/tag9.xml" Id="R052bbf590c0246c0" /><Relationship Type="http://schemas.openxmlformats.org/officeDocument/2006/relationships/notesSlide" Target="/ppt/notesSlides/notesSlide4.xml" Id="R18a7baefed544097" /><Relationship Type="http://schemas.openxmlformats.org/officeDocument/2006/relationships/slideLayout" Target="/ppt/slideLayouts/slideLayout1.xml" Id="Rba62da5ec15b46e4" /></Relationships>
</file>

<file path=ppt/slides/_rels/slide5.xml.rels>&#65279;<?xml version="1.0" encoding="utf-8"?><Relationships xmlns="http://schemas.openxmlformats.org/package/2006/relationships"><Relationship Type="http://schemas.openxmlformats.org/officeDocument/2006/relationships/image" Target="/ppt/media/image2.bin" Id="R8bde14c7d2b54d88" /><Relationship Type="http://schemas.openxmlformats.org/officeDocument/2006/relationships/tags" Target="/ppt/slides/tags/tag10.xml" Id="R1885bb1392694ee8" /><Relationship Type="http://schemas.openxmlformats.org/officeDocument/2006/relationships/tags" Target="/ppt/slides/tags/tag11.xml" Id="Rce6225d222324665" /><Relationship Type="http://schemas.openxmlformats.org/officeDocument/2006/relationships/notesSlide" Target="/ppt/notesSlides/notesSlide5.xml" Id="R4fb190ef5bcd4907" /><Relationship Type="http://schemas.openxmlformats.org/officeDocument/2006/relationships/slideLayout" Target="/ppt/slideLayouts/slideLayout1.xml" Id="R38341e2641da4614" /></Relationships>
</file>

<file path=ppt/slides/_rels/slide6.xml.rels>&#65279;<?xml version="1.0" encoding="utf-8"?><Relationships xmlns="http://schemas.openxmlformats.org/package/2006/relationships"><Relationship Type="http://schemas.openxmlformats.org/officeDocument/2006/relationships/tags" Target="/ppt/slides/tags/tag12.xml" Id="R5da325921f104a6b" /><Relationship Type="http://schemas.openxmlformats.org/officeDocument/2006/relationships/tags" Target="/ppt/slides/tags/tag13.xml" Id="R362717eda2414b2c" /><Relationship Type="http://schemas.openxmlformats.org/officeDocument/2006/relationships/tags" Target="/ppt/slides/tags/tag14.xml" Id="R28aef5027fdf4c7e" /><Relationship Type="http://schemas.openxmlformats.org/officeDocument/2006/relationships/tags" Target="/ppt/slides/tags/tag15.xml" Id="R42729943c551423b" /><Relationship Type="http://schemas.openxmlformats.org/officeDocument/2006/relationships/tags" Target="/ppt/slides/tags/tag16.xml" Id="R005dbf6d5eb24268" /><Relationship Type="http://schemas.openxmlformats.org/officeDocument/2006/relationships/tags" Target="/ppt/slides/tags/tag17.xml" Id="R672a2abfd2c145f7" /><Relationship Type="http://schemas.openxmlformats.org/officeDocument/2006/relationships/tags" Target="/ppt/slides/tags/tag18.xml" Id="Rc16f84214b4c4dc1" /><Relationship Type="http://schemas.openxmlformats.org/officeDocument/2006/relationships/tags" Target="/ppt/slides/tags/tag19.xml" Id="Rabcec9a2f8e149ac" /><Relationship Type="http://schemas.openxmlformats.org/officeDocument/2006/relationships/tags" Target="/ppt/slides/tags/tag20.xml" Id="R8f85ddbca8574d88" /><Relationship Type="http://schemas.openxmlformats.org/officeDocument/2006/relationships/notesSlide" Target="/ppt/notesSlides/notesSlide6.xml" Id="Rc824d92d08834015" /><Relationship Type="http://schemas.openxmlformats.org/officeDocument/2006/relationships/slideLayout" Target="/ppt/slideLayouts/slideLayout1.xml" Id="R72ef1ffa0ea544b3" /></Relationships>
</file>

<file path=ppt/slides/_rels/slide7.xml.rels>&#65279;<?xml version="1.0" encoding="utf-8"?><Relationships xmlns="http://schemas.openxmlformats.org/package/2006/relationships"><Relationship Type="http://schemas.openxmlformats.org/officeDocument/2006/relationships/image" Target="/ppt/media/image3.bin" Id="R35d69c6ba1b34041" /><Relationship Type="http://schemas.openxmlformats.org/officeDocument/2006/relationships/image" Target="/ppt/media/image4.bin" Id="Ra3a0512b3f3d4bfe" /><Relationship Type="http://schemas.openxmlformats.org/officeDocument/2006/relationships/tags" Target="/ppt/slides/tags/tag21.xml" Id="R655e9a4b1d174bca" /><Relationship Type="http://schemas.openxmlformats.org/officeDocument/2006/relationships/tags" Target="/ppt/slides/tags/tag22.xml" Id="R6aa5cee3c35c444c" /><Relationship Type="http://schemas.openxmlformats.org/officeDocument/2006/relationships/tags" Target="/ppt/slides/tags/tag23.xml" Id="R655aae4893c44b2c" /><Relationship Type="http://schemas.openxmlformats.org/officeDocument/2006/relationships/tags" Target="/ppt/slides/tags/tag24.xml" Id="Rec997cd0f0924f27" /><Relationship Type="http://schemas.openxmlformats.org/officeDocument/2006/relationships/tags" Target="/ppt/slides/tags/tag25.xml" Id="Rfbd2faf2feaa49ad" /><Relationship Type="http://schemas.openxmlformats.org/officeDocument/2006/relationships/tags" Target="/ppt/slides/tags/tag26.xml" Id="Rb69abfbc03664519" /><Relationship Type="http://schemas.openxmlformats.org/officeDocument/2006/relationships/tags" Target="/ppt/slides/tags/tag27.xml" Id="R55c5d6c9f41b408e" /><Relationship Type="http://schemas.openxmlformats.org/officeDocument/2006/relationships/tags" Target="/ppt/slides/tags/tag28.xml" Id="R6820b7238e5f4e03" /><Relationship Type="http://schemas.openxmlformats.org/officeDocument/2006/relationships/tags" Target="/ppt/slides/tags/tag29.xml" Id="R669ad2b5bb974892" /><Relationship Type="http://schemas.openxmlformats.org/officeDocument/2006/relationships/tags" Target="/ppt/slides/tags/tag30.xml" Id="R5dc24a8ba7ce418e" /><Relationship Type="http://schemas.openxmlformats.org/officeDocument/2006/relationships/tags" Target="/ppt/slides/tags/tag31.xml" Id="Ref201d72b57e448a" /><Relationship Type="http://schemas.openxmlformats.org/officeDocument/2006/relationships/tags" Target="/ppt/slides/tags/tag32.xml" Id="R4aa8b7ed40244b2b" /><Relationship Type="http://schemas.openxmlformats.org/officeDocument/2006/relationships/notesSlide" Target="/ppt/notesSlides/notesSlide7.xml" Id="Rc75f0880a9484efb" /><Relationship Type="http://schemas.openxmlformats.org/officeDocument/2006/relationships/slideLayout" Target="/ppt/slideLayouts/slideLayout1.xml" Id="Rfe1028de88b443f9" /></Relationships>
</file>

<file path=ppt/slides/_rels/slide8.xml.rels>&#65279;<?xml version="1.0" encoding="utf-8"?><Relationships xmlns="http://schemas.openxmlformats.org/package/2006/relationships"><Relationship Type="http://schemas.openxmlformats.org/officeDocument/2006/relationships/image" Target="/ppt/media/image5.bin" Id="R69c3830885e64713" /><Relationship Type="http://schemas.openxmlformats.org/officeDocument/2006/relationships/tags" Target="/ppt/slides/tags/tag33.xml" Id="R7413832c7c164c3b" /><Relationship Type="http://schemas.openxmlformats.org/officeDocument/2006/relationships/tags" Target="/ppt/slides/tags/tag34.xml" Id="R1a31ebef0c0840eb" /><Relationship Type="http://schemas.openxmlformats.org/officeDocument/2006/relationships/notesSlide" Target="/ppt/notesSlides/notesSlide8.xml" Id="R172fa7e1290c4f10" /><Relationship Type="http://schemas.openxmlformats.org/officeDocument/2006/relationships/slideLayout" Target="/ppt/slideLayouts/slideLayout1.xml" Id="Rd98cb600ec1e4aa7" /></Relationships>
</file>

<file path=ppt/slides/_rels/slide9.xml.rels>&#65279;<?xml version="1.0" encoding="utf-8"?><Relationships xmlns="http://schemas.openxmlformats.org/package/2006/relationships"><Relationship Type="http://schemas.openxmlformats.org/officeDocument/2006/relationships/notesSlide" Target="/ppt/notesSlides/notesSlide9.xml" Id="Rad04477f5748426b" /><Relationship Type="http://schemas.openxmlformats.org/officeDocument/2006/relationships/slideLayout" Target="/ppt/slideLayouts/slideLayout1.xml" Id="R147326ce162f47fd" /></Relationships>
</file>

<file path=ppt/slides/_rels/slide10.xml.rels>&#65279;<?xml version="1.0" encoding="utf-8"?><Relationships xmlns="http://schemas.openxmlformats.org/package/2006/relationships"><Relationship Type="http://schemas.openxmlformats.org/officeDocument/2006/relationships/image" Target="/ppt/media/image5.bin" Id="Rd6b47b8284d74099" /><Relationship Type="http://schemas.openxmlformats.org/officeDocument/2006/relationships/tags" Target="/ppt/slides/tags/tag35.xml" Id="R51e907ae72444688" /><Relationship Type="http://schemas.openxmlformats.org/officeDocument/2006/relationships/tags" Target="/ppt/slides/tags/tag36.xml" Id="Rf25d6d850e964004" /><Relationship Type="http://schemas.openxmlformats.org/officeDocument/2006/relationships/tags" Target="/ppt/slides/tags/tag37.xml" Id="R158c166fb8aa4647" /><Relationship Type="http://schemas.openxmlformats.org/officeDocument/2006/relationships/tags" Target="/ppt/slides/tags/tag38.xml" Id="R84608cea21884c4a" /><Relationship Type="http://schemas.openxmlformats.org/officeDocument/2006/relationships/notesSlide" Target="/ppt/notesSlides/notesSlide10.xml" Id="Ra227730cceb34090" /><Relationship Type="http://schemas.openxmlformats.org/officeDocument/2006/relationships/slideLayout" Target="/ppt/slideLayouts/slideLayout1.xml" Id="Rb99b189364fe487e" /></Relationships>
</file>

<file path=ppt/slides/_rels/slide11.xml.rels>&#65279;<?xml version="1.0" encoding="utf-8"?><Relationships xmlns="http://schemas.openxmlformats.org/package/2006/relationships"><Relationship Type="http://schemas.openxmlformats.org/officeDocument/2006/relationships/image" Target="/ppt/media/image6.bin" Id="R4d6b62d181a64eab" /><Relationship Type="http://schemas.openxmlformats.org/officeDocument/2006/relationships/image" Target="/ppt/media/image7.bin" Id="R32fc46572b8a4dad" /><Relationship Type="http://schemas.openxmlformats.org/officeDocument/2006/relationships/tags" Target="/ppt/slides/tags/tag39.xml" Id="R6cbe48a9153b40d8" /><Relationship Type="http://schemas.openxmlformats.org/officeDocument/2006/relationships/tags" Target="/ppt/slides/tags/tag40.xml" Id="R5f097fee9ef54743" /><Relationship Type="http://schemas.openxmlformats.org/officeDocument/2006/relationships/notesSlide" Target="/ppt/notesSlides/notesSlide11.xml" Id="Ra4a92c91fa954a14" /><Relationship Type="http://schemas.openxmlformats.org/officeDocument/2006/relationships/slideLayout" Target="/ppt/slideLayouts/slideLayout1.xml" Id="Ra3a0ee55335a4955" /></Relationships>
</file>

<file path=ppt/slides/_rels/slide12.xml.rels>&#65279;<?xml version="1.0" encoding="utf-8"?><Relationships xmlns="http://schemas.openxmlformats.org/package/2006/relationships"><Relationship Type="http://schemas.openxmlformats.org/officeDocument/2006/relationships/tags" Target="/ppt/slides/tags/tag41.xml" Id="R775b9f8e3de141cb" /><Relationship Type="http://schemas.openxmlformats.org/officeDocument/2006/relationships/tags" Target="/ppt/slides/tags/tag42.xml" Id="R902d703cfdfc4aa7" /><Relationship Type="http://schemas.openxmlformats.org/officeDocument/2006/relationships/notesSlide" Target="/ppt/notesSlides/notesSlide12.xml" Id="R93efb51c33174f7d" /><Relationship Type="http://schemas.openxmlformats.org/officeDocument/2006/relationships/slideLayout" Target="/ppt/slideLayouts/slideLayout1.xml" Id="R15eb4a51424b42e5" /></Relationships>
</file>

<file path=ppt/slides/_rels/slide13.xml.rels>&#65279;<?xml version="1.0" encoding="utf-8"?><Relationships xmlns="http://schemas.openxmlformats.org/package/2006/relationships"><Relationship Type="http://schemas.openxmlformats.org/officeDocument/2006/relationships/tags" Target="/ppt/slides/tags/tag43.xml" Id="Rb3fa02788b804280" /><Relationship Type="http://schemas.openxmlformats.org/officeDocument/2006/relationships/notesSlide" Target="/ppt/notesSlides/notesSlide13.xml" Id="Rc707a99d167f4c32" /><Relationship Type="http://schemas.openxmlformats.org/officeDocument/2006/relationships/slideLayout" Target="/ppt/slideLayouts/slideLayout1.xml" Id="R00a694da8cb24310" /></Relationships>
</file>

<file path=ppt/slides/_rels/slide14.xml.rels>&#65279;<?xml version="1.0" encoding="utf-8"?><Relationships xmlns="http://schemas.openxmlformats.org/package/2006/relationships"><Relationship Type="http://schemas.openxmlformats.org/officeDocument/2006/relationships/notesSlide" Target="/ppt/notesSlides/notesSlide14.xml" Id="Rf5b3fae84268494b" /><Relationship Type="http://schemas.openxmlformats.org/officeDocument/2006/relationships/slideLayout" Target="/ppt/slideLayouts/slideLayout1.xml" Id="R04bb837a699b4e38" /></Relationships>
</file>

<file path=ppt/slides/_rels/slide15.xml.rels>&#65279;<?xml version="1.0" encoding="utf-8"?><Relationships xmlns="http://schemas.openxmlformats.org/package/2006/relationships"><Relationship Type="http://schemas.openxmlformats.org/officeDocument/2006/relationships/image" Target="/ppt/media/image.bin" Id="Re9ddc7b667da4ea5" /><Relationship Type="http://schemas.openxmlformats.org/officeDocument/2006/relationships/notesSlide" Target="/ppt/notesSlides/notesSlide15.xml" Id="Rf10accb1aa7b4059" /><Relationship Type="http://schemas.openxmlformats.org/officeDocument/2006/relationships/slideLayout" Target="/ppt/slideLayouts/slideLayout1.xml" Id="Rcfc6033fc7184d69" /></Relationships>
</file>

<file path=ppt/slides/_rels/slide16.xml.rels>&#65279;<?xml version="1.0" encoding="utf-8"?><Relationships xmlns="http://schemas.openxmlformats.org/package/2006/relationships"><Relationship Type="http://schemas.openxmlformats.org/officeDocument/2006/relationships/tags" Target="/ppt/slides/tags/tag44.xml" Id="Rc9f840f792f44b82" /><Relationship Type="http://schemas.openxmlformats.org/officeDocument/2006/relationships/tags" Target="/ppt/slides/tags/tag45.xml" Id="Raa5084c1b1224291" /><Relationship Type="http://schemas.openxmlformats.org/officeDocument/2006/relationships/tags" Target="/ppt/slides/tags/tag46.xml" Id="R50309f06c67446e8" /><Relationship Type="http://schemas.openxmlformats.org/officeDocument/2006/relationships/tags" Target="/ppt/slides/tags/tag47.xml" Id="R5c7995a703d643f9" /><Relationship Type="http://schemas.openxmlformats.org/officeDocument/2006/relationships/tags" Target="/ppt/slides/tags/tag48.xml" Id="R71625a37ba4148ce" /><Relationship Type="http://schemas.openxmlformats.org/officeDocument/2006/relationships/tags" Target="/ppt/slides/tags/tag49.xml" Id="R876de183d6774ad2" /><Relationship Type="http://schemas.openxmlformats.org/officeDocument/2006/relationships/tags" Target="/ppt/slides/tags/tag50.xml" Id="R0707107ddfb44ee6" /><Relationship Type="http://schemas.openxmlformats.org/officeDocument/2006/relationships/tags" Target="/ppt/slides/tags/tag51.xml" Id="R67f07ff5ed0d4922" /><Relationship Type="http://schemas.openxmlformats.org/officeDocument/2006/relationships/tags" Target="/ppt/slides/tags/tag52.xml" Id="R5681415113694da2" /><Relationship Type="http://schemas.openxmlformats.org/officeDocument/2006/relationships/tags" Target="/ppt/slides/tags/tag53.xml" Id="R1a71d4eb19d34c70" /><Relationship Type="http://schemas.openxmlformats.org/officeDocument/2006/relationships/tags" Target="/ppt/slides/tags/tag54.xml" Id="R51adf1a8b1444635" /><Relationship Type="http://schemas.openxmlformats.org/officeDocument/2006/relationships/tags" Target="/ppt/slides/tags/tag55.xml" Id="Rfdcf8201706546b5" /><Relationship Type="http://schemas.openxmlformats.org/officeDocument/2006/relationships/notesSlide" Target="/ppt/notesSlides/notesSlide16.xml" Id="R957fa26cc84d4802" /><Relationship Type="http://schemas.openxmlformats.org/officeDocument/2006/relationships/slideLayout" Target="/ppt/slideLayouts/slideLayout1.xml" Id="Rc95f23dd8a2148b6" /></Relationships>
</file>

<file path=ppt/slides/_rels/slide17.xml.rels>&#65279;<?xml version="1.0" encoding="utf-8"?><Relationships xmlns="http://schemas.openxmlformats.org/package/2006/relationships"><Relationship Type="http://schemas.openxmlformats.org/officeDocument/2006/relationships/chart" Target="/ppt/slides/charts/chart1.xml" Id="R66230115f1bc49c6" /><Relationship Type="http://schemas.openxmlformats.org/officeDocument/2006/relationships/tags" Target="/ppt/slides/tags/tag56.xml" Id="R78f97037da7b4935" /><Relationship Type="http://schemas.openxmlformats.org/officeDocument/2006/relationships/tags" Target="/ppt/slides/tags/tag57.xml" Id="Rcfddb40092fc40a7" /><Relationship Type="http://schemas.openxmlformats.org/officeDocument/2006/relationships/tags" Target="/ppt/slides/tags/tag58.xml" Id="R236d8d337633448c" /><Relationship Type="http://schemas.openxmlformats.org/officeDocument/2006/relationships/tags" Target="/ppt/slides/tags/tag59.xml" Id="R26a8d310328643a0" /><Relationship Type="http://schemas.openxmlformats.org/officeDocument/2006/relationships/tags" Target="/ppt/slides/tags/tag60.xml" Id="R80601f152870459b" /><Relationship Type="http://schemas.openxmlformats.org/officeDocument/2006/relationships/tags" Target="/ppt/slides/tags/tag61.xml" Id="R400d0f1566d14619" /><Relationship Type="http://schemas.openxmlformats.org/officeDocument/2006/relationships/notesSlide" Target="/ppt/notesSlides/notesSlide17.xml" Id="Ra0a868d7ed144ab8" /><Relationship Type="http://schemas.openxmlformats.org/officeDocument/2006/relationships/slideLayout" Target="/ppt/slideLayouts/slideLayout1.xml" Id="R85ec9dbbe49c42df" /></Relationships>
</file>

<file path=ppt/slides/_rels/slide18.xml.rels>&#65279;<?xml version="1.0" encoding="utf-8"?><Relationships xmlns="http://schemas.openxmlformats.org/package/2006/relationships"><Relationship Type="http://schemas.openxmlformats.org/officeDocument/2006/relationships/image" Target="/ppt/media/image4.bin" Id="Rfce32595e99d4b2f" /><Relationship Type="http://schemas.openxmlformats.org/officeDocument/2006/relationships/tags" Target="/ppt/slides/tags/tag62.xml" Id="R3a4ad203dd674bfb" /><Relationship Type="http://schemas.openxmlformats.org/officeDocument/2006/relationships/tags" Target="/ppt/slides/tags/tag63.xml" Id="R48a53d1a85bb434e" /><Relationship Type="http://schemas.openxmlformats.org/officeDocument/2006/relationships/tags" Target="/ppt/slides/tags/tag64.xml" Id="R6b0a33d8574f4b43" /><Relationship Type="http://schemas.openxmlformats.org/officeDocument/2006/relationships/tags" Target="/ppt/slides/tags/tag65.xml" Id="Raaaa3ef62d7341ce" /><Relationship Type="http://schemas.openxmlformats.org/officeDocument/2006/relationships/tags" Target="/ppt/slides/tags/tag66.xml" Id="R3b61a5c9d24a49fd" /><Relationship Type="http://schemas.openxmlformats.org/officeDocument/2006/relationships/tags" Target="/ppt/slides/tags/tag67.xml" Id="Rf84a9f321b3e4801" /><Relationship Type="http://schemas.openxmlformats.org/officeDocument/2006/relationships/tags" Target="/ppt/slides/tags/tag68.xml" Id="Rb5e195a3d1ac4681" /><Relationship Type="http://schemas.openxmlformats.org/officeDocument/2006/relationships/tags" Target="/ppt/slides/tags/tag69.xml" Id="Rf8a9cee78cad487c" /><Relationship Type="http://schemas.openxmlformats.org/officeDocument/2006/relationships/tags" Target="/ppt/slides/tags/tag70.xml" Id="R70e1b6c1ac6b4cda" /><Relationship Type="http://schemas.openxmlformats.org/officeDocument/2006/relationships/tags" Target="/ppt/slides/tags/tag71.xml" Id="R20900a9df1c7491f" /><Relationship Type="http://schemas.openxmlformats.org/officeDocument/2006/relationships/tags" Target="/ppt/slides/tags/tag72.xml" Id="R4490455000864c5a" /><Relationship Type="http://schemas.openxmlformats.org/officeDocument/2006/relationships/tags" Target="/ppt/slides/tags/tag73.xml" Id="Rc9b5b44f5c824f27" /><Relationship Type="http://schemas.openxmlformats.org/officeDocument/2006/relationships/tags" Target="/ppt/slides/tags/tag74.xml" Id="R73719ff13a8d468e" /><Relationship Type="http://schemas.openxmlformats.org/officeDocument/2006/relationships/tags" Target="/ppt/slides/tags/tag75.xml" Id="Rf7703aec4c924e6e" /><Relationship Type="http://schemas.openxmlformats.org/officeDocument/2006/relationships/notesSlide" Target="/ppt/notesSlides/notesSlide18.xml" Id="R4aea2eca89564ee9" /><Relationship Type="http://schemas.openxmlformats.org/officeDocument/2006/relationships/slideLayout" Target="/ppt/slideLayouts/slideLayout1.xml" Id="R62d4c276902d410c" /></Relationships>
</file>

<file path=ppt/slides/_rels/slide19.xml.rels>&#65279;<?xml version="1.0" encoding="utf-8"?><Relationships xmlns="http://schemas.openxmlformats.org/package/2006/relationships"><Relationship Type="http://schemas.openxmlformats.org/officeDocument/2006/relationships/notesSlide" Target="/ppt/notesSlides/notesSlide19.xml" Id="Rb9730f5da9e54097" /><Relationship Type="http://schemas.openxmlformats.org/officeDocument/2006/relationships/slideLayout" Target="/ppt/slideLayouts/slideLayout1.xml" Id="R25e2b7ce89b74715" /></Relationships>
</file>

<file path=ppt/slides/_rels/slide20.xml.rels>&#65279;<?xml version="1.0" encoding="utf-8"?><Relationships xmlns="http://schemas.openxmlformats.org/package/2006/relationships"><Relationship Type="http://schemas.openxmlformats.org/officeDocument/2006/relationships/image" Target="/ppt/media/image.bin" Id="R099fcbd538ce4dd4" /><Relationship Type="http://schemas.openxmlformats.org/officeDocument/2006/relationships/tags" Target="/ppt/slides/tags/tag76.xml" Id="R803aae7245ec45a0" /><Relationship Type="http://schemas.openxmlformats.org/officeDocument/2006/relationships/tags" Target="/ppt/slides/tags/tag77.xml" Id="R80b1aac7f45b421d" /><Relationship Type="http://schemas.openxmlformats.org/officeDocument/2006/relationships/tags" Target="/ppt/slides/tags/tag78.xml" Id="R334623256ab849ee" /><Relationship Type="http://schemas.openxmlformats.org/officeDocument/2006/relationships/tags" Target="/ppt/slides/tags/tag79.xml" Id="R13686d6af80b4659" /><Relationship Type="http://schemas.openxmlformats.org/officeDocument/2006/relationships/tags" Target="/ppt/slides/tags/tag80.xml" Id="R8ff9bd13b0d54b00" /><Relationship Type="http://schemas.openxmlformats.org/officeDocument/2006/relationships/tags" Target="/ppt/slides/tags/tag81.xml" Id="Rf11ce4e51b7544a6" /><Relationship Type="http://schemas.openxmlformats.org/officeDocument/2006/relationships/tags" Target="/ppt/slides/tags/tag82.xml" Id="R9d9dbbe54cd94c4e" /><Relationship Type="http://schemas.openxmlformats.org/officeDocument/2006/relationships/tags" Target="/ppt/slides/tags/tag83.xml" Id="R082aac520ca244ce" /><Relationship Type="http://schemas.openxmlformats.org/officeDocument/2006/relationships/tags" Target="/ppt/slides/tags/tag84.xml" Id="R2edb5a88c9644676" /><Relationship Type="http://schemas.openxmlformats.org/officeDocument/2006/relationships/notesSlide" Target="/ppt/notesSlides/notesSlide20.xml" Id="Rf817e527914a4348" /><Relationship Type="http://schemas.openxmlformats.org/officeDocument/2006/relationships/slideLayout" Target="/ppt/slideLayouts/slideLayout1.xml" Id="R3e1fa4c747164501" /></Relationships>
</file>

<file path=ppt/slides/_rels/slide21.xml.rels>&#65279;<?xml version="1.0" encoding="utf-8"?><Relationships xmlns="http://schemas.openxmlformats.org/package/2006/relationships"><Relationship Type="http://schemas.openxmlformats.org/officeDocument/2006/relationships/tags" Target="/ppt/slides/tags/tag85.xml" Id="Ra52242b88ea14ca4" /><Relationship Type="http://schemas.openxmlformats.org/officeDocument/2006/relationships/tags" Target="/ppt/slides/tags/tag86.xml" Id="R021b0d2a53514042" /><Relationship Type="http://schemas.openxmlformats.org/officeDocument/2006/relationships/tags" Target="/ppt/slides/tags/tag87.xml" Id="R3614112f242d4879" /><Relationship Type="http://schemas.openxmlformats.org/officeDocument/2006/relationships/tags" Target="/ppt/slides/tags/tag88.xml" Id="R2a8ba552808b4c12" /><Relationship Type="http://schemas.openxmlformats.org/officeDocument/2006/relationships/tags" Target="/ppt/slides/tags/tag89.xml" Id="R8b23851dcc044789" /><Relationship Type="http://schemas.openxmlformats.org/officeDocument/2006/relationships/tags" Target="/ppt/slides/tags/tag90.xml" Id="R0e6bfb4b67d840f1" /><Relationship Type="http://schemas.openxmlformats.org/officeDocument/2006/relationships/tags" Target="/ppt/slides/tags/tag91.xml" Id="R09e7d9b69b224bcc" /><Relationship Type="http://schemas.openxmlformats.org/officeDocument/2006/relationships/tags" Target="/ppt/slides/tags/tag92.xml" Id="R99aaefbda5dd41d6" /><Relationship Type="http://schemas.openxmlformats.org/officeDocument/2006/relationships/tags" Target="/ppt/slides/tags/tag93.xml" Id="R4e5a3f8d45004b2f" /><Relationship Type="http://schemas.openxmlformats.org/officeDocument/2006/relationships/tags" Target="/ppt/slides/tags/tag94.xml" Id="R99c8e98814ad4433" /><Relationship Type="http://schemas.openxmlformats.org/officeDocument/2006/relationships/tags" Target="/ppt/slides/tags/tag95.xml" Id="R69b588bb7f494798" /><Relationship Type="http://schemas.openxmlformats.org/officeDocument/2006/relationships/tags" Target="/ppt/slides/tags/tag96.xml" Id="Rd908c1f3fca649b6" /><Relationship Type="http://schemas.openxmlformats.org/officeDocument/2006/relationships/tags" Target="/ppt/slides/tags/tag97.xml" Id="Rcaab8fc21fa24082" /><Relationship Type="http://schemas.openxmlformats.org/officeDocument/2006/relationships/tags" Target="/ppt/slides/tags/tag98.xml" Id="R02446347f2aa41e7" /><Relationship Type="http://schemas.openxmlformats.org/officeDocument/2006/relationships/tags" Target="/ppt/slides/tags/tag99.xml" Id="Re2ff203185874748" /><Relationship Type="http://schemas.openxmlformats.org/officeDocument/2006/relationships/tags" Target="/ppt/slides/tags/tag100.xml" Id="R50751ad6b64e4b46" /><Relationship Type="http://schemas.openxmlformats.org/officeDocument/2006/relationships/tags" Target="/ppt/slides/tags/tag101.xml" Id="R6c6fec98934042ee" /><Relationship Type="http://schemas.openxmlformats.org/officeDocument/2006/relationships/tags" Target="/ppt/slides/tags/tag102.xml" Id="R3eec9015c9fb4d2c" /><Relationship Type="http://schemas.openxmlformats.org/officeDocument/2006/relationships/notesSlide" Target="/ppt/notesSlides/notesSlide21.xml" Id="R1954093ea562470a" /><Relationship Type="http://schemas.openxmlformats.org/officeDocument/2006/relationships/slideLayout" Target="/ppt/slideLayouts/slideLayout1.xml" Id="Rd1363cffa4d3427d" /></Relationships>
</file>

<file path=ppt/slides/_rels/slide22.xml.rels>&#65279;<?xml version="1.0" encoding="utf-8"?><Relationships xmlns="http://schemas.openxmlformats.org/package/2006/relationships"><Relationship Type="http://schemas.openxmlformats.org/officeDocument/2006/relationships/image" Target="/ppt/media/image8.bin" Id="R24f48724483e45e2" /><Relationship Type="http://schemas.openxmlformats.org/officeDocument/2006/relationships/image" Target="/ppt/media/image5.bin" Id="R8245a47112444e04" /><Relationship Type="http://schemas.openxmlformats.org/officeDocument/2006/relationships/image" Target="/ppt/media/image9.bin" Id="Rcb3a664766ef4c7d" /><Relationship Type="http://schemas.openxmlformats.org/officeDocument/2006/relationships/image" Target="/ppt/media/image4.bin" Id="R3e95c337a9814f92" /><Relationship Type="http://schemas.openxmlformats.org/officeDocument/2006/relationships/tags" Target="/ppt/slides/tags/tag103.xml" Id="R1681ec17433645d7" /><Relationship Type="http://schemas.openxmlformats.org/officeDocument/2006/relationships/tags" Target="/ppt/slides/tags/tag104.xml" Id="Raacc6b3cfbfe4911" /><Relationship Type="http://schemas.openxmlformats.org/officeDocument/2006/relationships/tags" Target="/ppt/slides/tags/tag105.xml" Id="R2442bd6e9d7144a7" /><Relationship Type="http://schemas.openxmlformats.org/officeDocument/2006/relationships/tags" Target="/ppt/slides/tags/tag106.xml" Id="R33320973e1f841dc" /><Relationship Type="http://schemas.openxmlformats.org/officeDocument/2006/relationships/notesSlide" Target="/ppt/notesSlides/notesSlide22.xml" Id="R62ad44c71ce94d5e" /><Relationship Type="http://schemas.openxmlformats.org/officeDocument/2006/relationships/slideLayout" Target="/ppt/slideLayouts/slideLayout1.xml" Id="R06aaa18fb7cc4595" /></Relationships>
</file>

<file path=ppt/slides/_rels/slide23.xml.rels>&#65279;<?xml version="1.0" encoding="utf-8"?><Relationships xmlns="http://schemas.openxmlformats.org/package/2006/relationships"><Relationship Type="http://schemas.openxmlformats.org/officeDocument/2006/relationships/chart" Target="/ppt/slides/charts/chart2.xml" Id="Rbb3242686dad4fb8" /><Relationship Type="http://schemas.openxmlformats.org/officeDocument/2006/relationships/notesSlide" Target="/ppt/notesSlides/notesSlide23.xml" Id="R6c201d69803e4e51" /><Relationship Type="http://schemas.openxmlformats.org/officeDocument/2006/relationships/slideLayout" Target="/ppt/slideLayouts/slideLayout1.xml" Id="R4837068f9e704a6a" /></Relationships>
</file>

<file path=ppt/slides/_rels/slide24.xml.rels>&#65279;<?xml version="1.0" encoding="utf-8"?><Relationships xmlns="http://schemas.openxmlformats.org/package/2006/relationships"><Relationship Type="http://schemas.openxmlformats.org/officeDocument/2006/relationships/tags" Target="/ppt/slides/tags/tag107.xml" Id="R47e25c475b904170" /><Relationship Type="http://schemas.openxmlformats.org/officeDocument/2006/relationships/notesSlide" Target="/ppt/notesSlides/notesSlide24.xml" Id="Rb42b3447c16e4753" /><Relationship Type="http://schemas.openxmlformats.org/officeDocument/2006/relationships/slideLayout" Target="/ppt/slideLayouts/slideLayout1.xml" Id="R8796fd32e3364d88" /></Relationships>
</file>

<file path=ppt/slides/_rels/slide25.xml.rels>&#65279;<?xml version="1.0" encoding="utf-8"?><Relationships xmlns="http://schemas.openxmlformats.org/package/2006/relationships"><Relationship Type="http://schemas.openxmlformats.org/officeDocument/2006/relationships/hyperlink" Target="https://pptsupermarket.com/customizes" TargetMode="External" Id="R4a04a339d1d84c95b4fa6a4a325d7707" /><Relationship Type="http://schemas.openxmlformats.org/officeDocument/2006/relationships/image" Target="/ppt/media/image10.bin" Id="Rbfb892a1f2d04e26" /><Relationship Type="http://schemas.openxmlformats.org/officeDocument/2006/relationships/image" Target="/ppt/media/image11.bin" Id="R5f912f4f58b242be" /><Relationship Type="http://schemas.openxmlformats.org/officeDocument/2006/relationships/image" Target="/ppt/media/image12.bin" Id="Rab7ca292d50b4851" /><Relationship Type="http://schemas.openxmlformats.org/officeDocument/2006/relationships/customXml" Target="/ppt/customXML/item.xml" Id="Rb1e154437e3e458f" /><Relationship Type="http://schemas.openxmlformats.org/officeDocument/2006/relationships/customXml" Target="/ppt/customXML/item2.xml" Id="R35922fdff98b4931" /><Relationship Type="http://schemas.openxmlformats.org/officeDocument/2006/relationships/slideLayout" Target="/ppt/slideLayouts/slideLayout5.xml" Id="Racb027999bc94f9a" /></Relationships>
</file>

<file path=ppt/slides/_rels/slide26.xml.rels>&#65279;<?xml version="1.0" encoding="utf-8"?><Relationships xmlns="http://schemas.openxmlformats.org/package/2006/relationships"><Relationship Type="http://schemas.openxmlformats.org/officeDocument/2006/relationships/hyperlink" Target="https://www.pptsupermarket.com/" TargetMode="External" Id="R66fd11767729447684c32d6047f38e37" /><Relationship Type="http://schemas.openxmlformats.org/officeDocument/2006/relationships/image" Target="/ppt/media/image13.bin" Id="R6e25747688f843b4" /><Relationship Type="http://schemas.openxmlformats.org/officeDocument/2006/relationships/image" Target="/ppt/media/image14.bin" Id="Rcf3feb0f6d3d43ba" /><Relationship Type="http://schemas.openxmlformats.org/officeDocument/2006/relationships/image" Target="/ppt/media/image15.bin" Id="Rc9c1eb6868f74673" /><Relationship Type="http://schemas.openxmlformats.org/officeDocument/2006/relationships/image" Target="/ppt/media/image11.bin" Id="R54e7b78fc6c045cc" /><Relationship Type="http://schemas.openxmlformats.org/officeDocument/2006/relationships/image" Target="/ppt/media/image16.bin" Id="R7297e66d225a4c27" /><Relationship Type="http://schemas.openxmlformats.org/officeDocument/2006/relationships/image" Target="/ppt/media/image17.bin" Id="Rf02e2ad66c3d49d9" /><Relationship Type="http://schemas.openxmlformats.org/officeDocument/2006/relationships/image" Target="/ppt/media/image12.bin" Id="Rfa6a4c312ead4ea7" /><Relationship Type="http://schemas.openxmlformats.org/officeDocument/2006/relationships/customXml" Target="/ppt/customXML/item3.xml" Id="R186cb88836374aa3" /><Relationship Type="http://schemas.openxmlformats.org/officeDocument/2006/relationships/customXml" Target="/ppt/customXML/item4.xml" Id="Rb4f7beadf40546ec" /><Relationship Type="http://schemas.openxmlformats.org/officeDocument/2006/relationships/customXml" Target="/ppt/customXML/item5.xml" Id="Rf16d3dfc897742ef" /><Relationship Type="http://schemas.openxmlformats.org/officeDocument/2006/relationships/slideLayout" Target="/ppt/slideLayouts/slideLayout5.xml" Id="Rc375c6206e314572" /></Relationships>
</file>

<file path=ppt/slides/_rels/slide27.xml.rels>&#65279;<?xml version="1.0" encoding="utf-8"?><Relationships xmlns="http://schemas.openxmlformats.org/package/2006/relationships"><Relationship Type="http://schemas.openxmlformats.org/officeDocument/2006/relationships/image" Target="/ppt/media/image18.bin" Id="R050c0d1756d44c96" /><Relationship Type="http://schemas.openxmlformats.org/officeDocument/2006/relationships/image" Target="/ppt/media/image19.bin" Id="R4248e32762214d3a" /><Relationship Type="http://schemas.openxmlformats.org/officeDocument/2006/relationships/image" Target="/ppt/media/image17.bin" Id="Rdb0e82c3b4c7488f" /><Relationship Type="http://schemas.openxmlformats.org/officeDocument/2006/relationships/image" Target="/ppt/media/image20.bin" Id="R5cb20a96fef1405a" /><Relationship Type="http://schemas.openxmlformats.org/officeDocument/2006/relationships/customXml" Target="/ppt/customXML/item6.xml" Id="R9dc0739603054418" /><Relationship Type="http://schemas.openxmlformats.org/officeDocument/2006/relationships/customXml" Target="/ppt/customXML/item7.xml" Id="R4bd9bb9146a14ee4" /><Relationship Type="http://schemas.openxmlformats.org/officeDocument/2006/relationships/customXml" Target="/ppt/customXML/item8.xml" Id="Rcc70bf3ada2445e9" /><Relationship Type="http://schemas.openxmlformats.org/officeDocument/2006/relationships/slideLayout" Target="/ppt/slideLayouts/slideLayout6.xml" Id="R56b6c18628e94bae" /></Relationships>
</file>

<file path=ppt/slides/_rels/slide28.xml.rels>&#65279;<?xml version="1.0" encoding="utf-8"?><Relationships xmlns="http://schemas.openxmlformats.org/package/2006/relationships"><Relationship Type="http://schemas.openxmlformats.org/officeDocument/2006/relationships/hyperlink" Target="https://www.100font.com/thread-118.htm" TargetMode="External" Id="R25d3a6caedcd4924a8caba8fec323fa2" /><Relationship Type="http://schemas.openxmlformats.org/officeDocument/2006/relationships/hyperlink" Target="https://storyset.com/" TargetMode="External" Id="R1966760063e14136a750ad9237d02519" /><Relationship Type="http://schemas.openxmlformats.org/officeDocument/2006/relationships/slideLayout" Target="/ppt/slideLayouts/slideLayout5.xml" Id="R51f7c513fcf940d9" /></Relationships>
</file>

<file path=ppt/slides/charts/_rels/chart1.xml.rels>&#65279;<?xml version="1.0" encoding="utf-8"?><Relationships xmlns="http://schemas.openxmlformats.org/package/2006/relationships"><Relationship Type="http://schemas.openxmlformats.org/officeDocument/2006/relationships/package" Target="/ppt/slides/charts/embeddings/package.bin" Id="R31916d8288ab4ca8" /></Relationships>
</file>

<file path=ppt/slides/charts/_rels/chart2.xml.rels>&#65279;<?xml version="1.0" encoding="utf-8"?><Relationships xmlns="http://schemas.openxmlformats.org/package/2006/relationships"><Relationship Type="http://schemas.openxmlformats.org/officeDocument/2006/relationships/package" Target="/ppt/slides/charts/embeddings/package2.bin" Id="R25a25d311d854f75" /></Relationships>
</file>

<file path=ppt/slides/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c:spPr>
            <c:extLst>
              <c:ext xmlns:c16="http://schemas.microsoft.com/office/drawing/2014/chart" uri="{C3380CC4-5D6E-409C-BE32-E72D297353CC}">
                <c16:uniqueId val="{00000001-062F-4B45-9FD9-0BF96F8AD3B0}"/>
              </c:ext>
            </c:extLst>
          </c:dPt>
          <c:dPt>
            <c:idx val="1"/>
            <c:bubble3D val="0"/>
            <c:spPr>
              <a:solidFill>
                <a:schemeClr val="accent2"/>
              </a:solidFill>
            </c:spPr>
            <c:extLst>
              <c:ext xmlns:c16="http://schemas.microsoft.com/office/drawing/2014/chart" uri="{C3380CC4-5D6E-409C-BE32-E72D297353CC}">
                <c16:uniqueId val="{00000003-062F-4B45-9FD9-0BF96F8AD3B0}"/>
              </c:ext>
            </c:extLst>
          </c:dPt>
          <c:dPt>
            <c:idx val="2"/>
            <c:bubble3D val="0"/>
            <c:spPr>
              <a:solidFill>
                <a:schemeClr val="accent1">
                  <a:alpha val="69000"/>
                </a:schemeClr>
              </a:solidFill>
            </c:spPr>
            <c:extLst>
              <c:ext xmlns:c16="http://schemas.microsoft.com/office/drawing/2014/chart" uri="{C3380CC4-5D6E-409C-BE32-E72D297353CC}">
                <c16:uniqueId val="{00000005-062F-4B45-9FD9-0BF96F8AD3B0}"/>
              </c:ext>
            </c:extLst>
          </c:dPt>
          <c:dPt>
            <c:idx val="3"/>
            <c:bubble3D val="0"/>
            <c:spPr>
              <a:solidFill>
                <a:schemeClr val="bg1">
                  <a:lumMod val="75000"/>
                </a:schemeClr>
              </a:solidFill>
            </c:spPr>
            <c:extLst>
              <c:ext xmlns:c16="http://schemas.microsoft.com/office/drawing/2014/chart" uri="{C3380CC4-5D6E-409C-BE32-E72D297353CC}">
                <c16:uniqueId val="{00000007-062F-4B45-9FD9-0BF96F8AD3B0}"/>
              </c:ext>
            </c:extLst>
          </c:dPt>
          <c:dLbls>
            <c:spPr>
              <a:noFill/>
              <a:ln>
                <a:noFill/>
              </a:ln>
              <a:effectLst/>
            </c:spPr>
            <c:txPr>
              <a:bodyPr rot="0" vert="horz"/>
              <a:lstStyle/>
              <a:p>
                <a:pPr>
                  <a:defRPr/>
                </a:pPr>
                <a:endParaRPr lang="zh-CN"/>
              </a:p>
            </c:txPr>
            <c:showLegendKey val="0"/>
            <c:showVal val="0"/>
            <c:showCatName val="0"/>
            <c:showSerName val="0"/>
            <c:showPercent val="1"/>
            <c:showBubbleSize val="0"/>
            <c:showLeaderLines val="1"/>
            <c:extLst>
              <c:ext xmlns:c15="http://schemas.microsoft.com/office/drawing/2012/chart" uri="{CE6537A1-D6FC-4f65-9D91-7224C49458BB}"/>
            </c:extLst>
          </c:dLbls>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062F-4B45-9FD9-0BF96F8AD3B0}"/>
            </c:ext>
          </c:extLst>
        </c:ser>
        <c:dLbls>
          <c:showLegendKey val="0"/>
          <c:showVal val="0"/>
          <c:showCatName val="0"/>
          <c:showSerName val="0"/>
          <c:showPercent val="0"/>
          <c:showBubbleSize val="0"/>
          <c:showLeaderLines val="1"/>
        </c:dLbls>
        <c:firstSliceAng val="0"/>
        <c:holeSize val="61"/>
      </c:doughnutChart>
    </c:plotArea>
    <c:plotVisOnly val="1"/>
    <c:dispBlanksAs val="gap"/>
    <c:showDLblsOverMax val="0"/>
  </c:chart>
  <c:txPr>
    <a:bodyPr/>
    <a:lstStyle/>
    <a:p>
      <a:pPr>
        <a:defRPr lang="zh-CN" sz="1600" smtId="4294967295">
          <a:solidFill>
            <a:schemeClr val="bg1"/>
          </a:solidFill>
          <a:latin typeface="+mn-lt"/>
          <a:ea typeface="+mn-ea"/>
          <a:cs typeface="+mn-ea"/>
          <a:sym typeface="+mn-lt"/>
        </a:defRPr>
      </a:pPr>
      <a:endParaRPr lang="zh-CN"/>
    </a:p>
  </c:txPr>
  <c:externalData r:id="R31916d8288ab4ca8">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rAngAx val="1"/>
    </c:view3D>
    <c:floor>
      <c:thickness val="0"/>
      <c:spPr>
        <a:noFill/>
        <a:ln>
          <a:noFill/>
        </a:ln>
        <a:effectLst/>
      </c:spPr>
    </c:floor>
    <c:sideWall>
      <c:thickness val="0"/>
      <c:spPr>
        <a:noFill/>
        <a:ln>
          <a:noFill/>
        </a:ln>
        <a:effectLst/>
      </c:spPr>
    </c:sideWall>
    <c:backWall>
      <c:thickness val="0"/>
      <c:spPr>
        <a:noFill/>
        <a:ln>
          <a:noFill/>
        </a:ln>
        <a:effectLst/>
      </c:spPr>
    </c:backWall>
    <c:plotArea>
      <c:layout/>
      <c:bar3DChart>
        <c:barDir val="bar"/>
        <c:grouping val="clustered"/>
        <c:varyColors val="0"/>
        <c:ser>
          <c:idx val="0"/>
          <c:order val="0"/>
          <c:tx>
            <c:strRef>
              <c:f>Sheet1!$B$1</c:f>
              <c:strCache>
                <c:ptCount val="1"/>
                <c:pt idx="0">
                  <c:v>系列 1</c:v>
                </c:pt>
              </c:strCache>
            </c:strRef>
          </c:tx>
          <c:spPr>
            <a:solidFill>
              <a:schemeClr val="accent2"/>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BBB-4134-BE21-54AB8BA7D993}"/>
            </c:ext>
          </c:extLst>
        </c:ser>
        <c:ser>
          <c:idx val="1"/>
          <c:order val="1"/>
          <c:tx>
            <c:strRef>
              <c:f>Sheet1!$C$1</c:f>
              <c:strCache>
                <c:ptCount val="1"/>
                <c:pt idx="0">
                  <c:v>系列 2</c:v>
                </c:pt>
              </c:strCache>
            </c:strRef>
          </c:tx>
          <c:spPr>
            <a:solidFill>
              <a:schemeClr val="bg1">
                <a:lumMod val="85000"/>
              </a:schemeClr>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BBB-4134-BE21-54AB8BA7D993}"/>
            </c:ext>
          </c:extLst>
        </c:ser>
        <c:dLbls>
          <c:showLegendKey val="0"/>
          <c:showVal val="0"/>
          <c:showCatName val="0"/>
          <c:showSerName val="0"/>
          <c:showPercent val="0"/>
          <c:showBubbleSize val="0"/>
        </c:dLbls>
        <c:gapWidth val="150"/>
        <c:shape val="box"/>
        <c:axId val="527648640"/>
        <c:axId val="527650176"/>
        <c:axId val="0"/>
      </c:bar3DChart>
      <c:catAx>
        <c:axId val="527648640"/>
        <c:scaling>
          <c:orientation val="minMax"/>
        </c:scaling>
        <c:delete val="1"/>
        <c:axPos val="l"/>
        <c:numFmt formatCode="General" sourceLinked="1"/>
        <c:majorTickMark val="none"/>
        <c:minorTickMark val="none"/>
        <c:tickLblPos val="nextTo"/>
        <c:crossAx val="527650176"/>
        <c:crosses val="autoZero"/>
        <c:auto val="0"/>
        <c:lblAlgn val="ctr"/>
        <c:lblOffset val="100"/>
        <c:noMultiLvlLbl val="0"/>
      </c:catAx>
      <c:valAx>
        <c:axId val="52765017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smtId="4294967295">
                <a:solidFill>
                  <a:schemeClr val="tx1">
                    <a:lumMod val="65000"/>
                    <a:lumOff val="35000"/>
                  </a:schemeClr>
                </a:solidFill>
                <a:latin typeface="+mn-lt"/>
                <a:ea typeface="+mn-ea"/>
                <a:cs typeface="+mn-ea"/>
                <a:sym typeface="+mn-lt"/>
              </a:defRPr>
            </a:pPr>
            <a:endParaRPr lang="zh-CN"/>
          </a:p>
        </c:txPr>
        <c:crossAx val="527648640"/>
        <c:crosses val="autoZero"/>
        <c:crossBetween val="between"/>
      </c:valAx>
      <c:spPr>
        <a:noFill/>
        <a:ln>
          <a:noFill/>
        </a:ln>
        <a:effectLst/>
      </c:spPr>
    </c:plotArea>
    <c:plotVisOnly val="1"/>
    <c:dispBlanksAs val="gap"/>
    <c:showDLblsOverMax val="0"/>
  </c:chart>
  <c:spPr>
    <a:noFill/>
    <a:ln>
      <a:noFill/>
    </a:ln>
    <a:effectLst/>
  </c:spPr>
  <c:txPr>
    <a:bodyPr/>
    <a:lstStyle/>
    <a:p>
      <a:pPr>
        <a:defRPr sz="700" smtId="4294967295">
          <a:latin typeface="+mn-lt"/>
          <a:ea typeface="+mn-ea"/>
          <a:cs typeface="+mn-ea"/>
          <a:sym typeface="+mn-lt"/>
        </a:defRPr>
      </a:pPr>
      <a:endParaRPr lang="zh-CN"/>
    </a:p>
  </c:txPr>
  <c:externalData r:id="R25a25d311d854f75">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2CB2A64C-53C0-43F8-8453-D6E00F23C065}"/>
              </a:ext>
            </a:extLst>
          </p:cNvPr>
          <p:cNvSpPr/>
          <p:nvPr/>
        </p:nvSpPr>
        <p:spPr>
          <a:xfrm>
            <a:off x="4102037" y="2187301"/>
            <a:ext cx="3929444" cy="63244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Circle">
            <a:extLst>
              <a:ext uri="{FF2B5EF4-FFF2-40B4-BE49-F238E27FC236}">
                <a16:creationId xmlns:a16="http://schemas.microsoft.com/office/drawing/2014/main" id="{CA7AB2D8-B3D8-2C49-94E8-1DABE6FF085E}"/>
              </a:ext>
            </a:extLst>
          </p:cNvPr>
          <p:cNvSpPr/>
          <p:nvPr/>
        </p:nvSpPr>
        <p:spPr>
          <a:xfrm>
            <a:off x="5478565" y="1848157"/>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7" name="Circle">
            <a:extLst>
              <a:ext uri="{FF2B5EF4-FFF2-40B4-BE49-F238E27FC236}">
                <a16:creationId xmlns:a16="http://schemas.microsoft.com/office/drawing/2014/main" id="{D2C6A3EB-9883-124D-8354-91CE1438CE63}"/>
              </a:ext>
            </a:extLst>
          </p:cNvPr>
          <p:cNvSpPr/>
          <p:nvPr/>
        </p:nvSpPr>
        <p:spPr>
          <a:xfrm>
            <a:off x="-2378339" y="3877407"/>
            <a:ext cx="4756678" cy="4756676"/>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8" name="Circle">
            <a:extLst>
              <a:ext uri="{FF2B5EF4-FFF2-40B4-BE49-F238E27FC236}">
                <a16:creationId xmlns:a16="http://schemas.microsoft.com/office/drawing/2014/main" id="{8E202AAD-9CCC-324E-B134-6B8CC79BA8F5}"/>
              </a:ext>
            </a:extLst>
          </p:cNvPr>
          <p:cNvSpPr/>
          <p:nvPr/>
        </p:nvSpPr>
        <p:spPr>
          <a:xfrm>
            <a:off x="-2636640" y="3619104"/>
            <a:ext cx="5273280" cy="5273280"/>
          </a:xfrm>
          <a:prstGeom prst="ellipse">
            <a:avLst/>
          </a:prstGeom>
          <a:ln w="12700">
            <a:solidFill>
              <a:schemeClr val="bg1">
                <a:lumMod val="65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9" name="Circle">
            <a:extLst>
              <a:ext uri="{FF2B5EF4-FFF2-40B4-BE49-F238E27FC236}">
                <a16:creationId xmlns:a16="http://schemas.microsoft.com/office/drawing/2014/main" id="{74BC7569-8284-8F43-B658-A2D402AB3474}"/>
              </a:ext>
            </a:extLst>
          </p:cNvPr>
          <p:cNvSpPr/>
          <p:nvPr/>
        </p:nvSpPr>
        <p:spPr>
          <a:xfrm>
            <a:off x="2283503" y="5025416"/>
            <a:ext cx="276662" cy="27666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2" name="文本框 1">
            <a:extLst>
              <a:ext uri="{FF2B5EF4-FFF2-40B4-BE49-F238E27FC236}">
                <a16:creationId xmlns:a16="http://schemas.microsoft.com/office/drawing/2014/main" id="{22A032D6-2D46-4096-AB34-10C5F342AE00}"/>
              </a:ext>
            </a:extLst>
          </p:cNvPr>
          <p:cNvSpPr txBox="1"/>
          <p:nvPr/>
        </p:nvSpPr>
        <p:spPr>
          <a:xfrm>
            <a:off x="2438743" y="2239065"/>
            <a:ext cx="7237844" cy="1107996"/>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marL="0" marR="0" lvl="0" indent="0" algn="dist" defTabSz="914400" rtl="0" eaLnBrk="1" fontAlgn="auto" latinLnBrk="0" hangingPunct="1">
              <a:lnSpc>
                <a:spcPct val="100000"/>
              </a:lnSpc>
              <a:spcBef>
                <a:spcPct val="0"/>
              </a:spcBef>
              <a:spcAft>
                <a:spcPct val="0"/>
              </a:spcAft>
              <a:buClrTx/>
              <a:buSzTx/>
              <a:buFontTx/>
              <a:buNone/>
              <a:defRPr/>
            </a:pPr>
            <a:r>
              <a:rPr lang="zh-CN" altLang="en-US" sz="6600" b="1">
                <a:solidFill>
                  <a:schemeClr val="tx1">
                    <a:lumMod val="75000"/>
                    <a:lumOff val="25000"/>
                  </a:schemeClr>
                </a:solidFill>
                <a:cs typeface="+mn-ea"/>
                <a:sym typeface="+mn-lt"/>
              </a:rPr>
              <a:t>蓝色简约商务汇报</a:t>
            </a:r>
            <a:endParaRPr kumimoji="0" lang="zh-CN" altLang="en-US" sz="6600" b="1" i="0" u="none" strike="noStrike" kern="1200" cap="none" spc="0" normalizeH="0" baseline="0" noProof="0">
              <a:ln>
                <a:noFill/>
              </a:ln>
              <a:solidFill>
                <a:schemeClr val="tx1">
                  <a:lumMod val="75000"/>
                  <a:lumOff val="25000"/>
                </a:schemeClr>
              </a:solidFill>
              <a:uLnTx/>
              <a:uFillTx/>
              <a:cs typeface="+mn-ea"/>
              <a:sym typeface="+mn-lt"/>
            </a:endParaRPr>
          </a:p>
        </p:txBody>
      </p:sp>
      <p:sp>
        <p:nvSpPr>
          <p:cNvPr id="3" name="文本框 2">
            <a:extLst>
              <a:ext uri="{FF2B5EF4-FFF2-40B4-BE49-F238E27FC236}">
                <a16:creationId xmlns:a16="http://schemas.microsoft.com/office/drawing/2014/main" id="{AE0B2119-C049-4AE4-854D-E995620009F0}"/>
              </a:ext>
            </a:extLst>
          </p:cNvPr>
          <p:cNvSpPr txBox="1"/>
          <p:nvPr/>
        </p:nvSpPr>
        <p:spPr>
          <a:xfrm>
            <a:off x="1454203" y="3489222"/>
            <a:ext cx="9283593" cy="584775"/>
          </a:xfrm>
          <a:prstGeom prst="rect">
            <a:avLst/>
          </a:prstGeom>
          <a:noFill/>
        </p:spPr>
        <p:txBody>
          <a:bodyPr wrap="square" rtlCol="0">
            <a:spAutoFit/>
          </a:bodyPr>
          <a:lstStyle/>
          <a:p>
            <a:r>
              <a:rPr lang="en-US" altLang="zh-CN" sz="3200">
                <a:solidFill>
                  <a:schemeClr val="bg1">
                    <a:lumMod val="85000"/>
                  </a:schemeClr>
                </a:solidFill>
                <a:cs typeface="+mn-ea"/>
                <a:sym typeface="+mn-lt"/>
              </a:rPr>
              <a:t>BUSINESS POWERPOINT REPORT TEMPLATE</a:t>
            </a:r>
            <a:endParaRPr lang="zh-CN" altLang="en-US" sz="3200">
              <a:solidFill>
                <a:schemeClr val="bg1">
                  <a:lumMod val="85000"/>
                </a:schemeClr>
              </a:solidFill>
              <a:cs typeface="+mn-ea"/>
              <a:sym typeface="+mn-lt"/>
            </a:endParaRPr>
          </a:p>
        </p:txBody>
      </p:sp>
      <p:sp>
        <p:nvSpPr>
          <p:cNvPr id="5" name="矩形: 圆角 6">
            <a:extLst>
              <a:ext uri="{FF2B5EF4-FFF2-40B4-BE49-F238E27FC236}">
                <a16:creationId xmlns:a16="http://schemas.microsoft.com/office/drawing/2014/main" id="{45BC7CB0-3201-4772-B394-01F3093EF163}"/>
              </a:ext>
            </a:extLst>
          </p:cNvPr>
          <p:cNvSpPr/>
          <p:nvPr/>
        </p:nvSpPr>
        <p:spPr>
          <a:xfrm>
            <a:off x="5265123" y="4304069"/>
            <a:ext cx="1603272" cy="443185"/>
          </a:xfrm>
          <a:prstGeom prst="roundRect">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cs typeface="+mn-ea"/>
                <a:sym typeface="+mn-lt"/>
              </a:rPr>
              <a:t>XX</a:t>
            </a:r>
            <a:r>
              <a:rPr lang="en-US" altLang="zh-CN" sz="1400">
                <a:solidFill>
                  <a:schemeClr val="bg1"/>
                </a:solidFill>
                <a:cs typeface="+mn-ea"/>
                <a:sym typeface="+mn-lt"/>
              </a:rPr>
              <a:t>PPT</a:t>
            </a:r>
            <a:endParaRPr lang="zh-CN" altLang="en-US" sz="1400">
              <a:solidFill>
                <a:schemeClr val="bg1"/>
              </a:solidFill>
              <a:cs typeface="+mn-ea"/>
              <a:sym typeface="+mn-lt"/>
            </a:endParaRPr>
          </a:p>
        </p:txBody>
      </p:sp>
      <p:sp>
        <p:nvSpPr>
          <p:cNvPr id="10" name="Circle">
            <a:extLst>
              <a:ext uri="{FF2B5EF4-FFF2-40B4-BE49-F238E27FC236}">
                <a16:creationId xmlns:a16="http://schemas.microsoft.com/office/drawing/2014/main" id="{B690897F-E19B-A141-B443-F20A9D1880C1}"/>
              </a:ext>
            </a:extLst>
          </p:cNvPr>
          <p:cNvSpPr/>
          <p:nvPr/>
        </p:nvSpPr>
        <p:spPr>
          <a:xfrm>
            <a:off x="9306807" y="-1933120"/>
            <a:ext cx="4966380" cy="4966380"/>
          </a:xfrm>
          <a:prstGeom prst="ellipse">
            <a:avLst/>
          </a:prstGeom>
          <a:ln w="12700">
            <a:solidFill>
              <a:schemeClr val="bg1">
                <a:lumMod val="65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11" name="Circle">
            <a:extLst>
              <a:ext uri="{FF2B5EF4-FFF2-40B4-BE49-F238E27FC236}">
                <a16:creationId xmlns:a16="http://schemas.microsoft.com/office/drawing/2014/main" id="{F9634B96-C333-6541-B9A3-305BF31E6D72}"/>
              </a:ext>
            </a:extLst>
          </p:cNvPr>
          <p:cNvSpPr/>
          <p:nvPr/>
        </p:nvSpPr>
        <p:spPr>
          <a:xfrm>
            <a:off x="10066071" y="-1173856"/>
            <a:ext cx="3447852" cy="3447854"/>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2" name="Circle">
            <a:extLst>
              <a:ext uri="{FF2B5EF4-FFF2-40B4-BE49-F238E27FC236}">
                <a16:creationId xmlns:a16="http://schemas.microsoft.com/office/drawing/2014/main" id="{A81F429A-297C-C247-B8D4-52B9A3A69FA6}"/>
              </a:ext>
            </a:extLst>
          </p:cNvPr>
          <p:cNvSpPr/>
          <p:nvPr/>
        </p:nvSpPr>
        <p:spPr>
          <a:xfrm>
            <a:off x="9143937" y="518393"/>
            <a:ext cx="325740" cy="325740"/>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4" name="Circle">
            <a:extLst>
              <a:ext uri="{FF2B5EF4-FFF2-40B4-BE49-F238E27FC236}">
                <a16:creationId xmlns:a16="http://schemas.microsoft.com/office/drawing/2014/main" id="{46D1C636-87A4-5142-9FEC-CB66F0639830}"/>
              </a:ext>
            </a:extLst>
          </p:cNvPr>
          <p:cNvSpPr/>
          <p:nvPr/>
        </p:nvSpPr>
        <p:spPr>
          <a:xfrm>
            <a:off x="-741292" y="-1495921"/>
            <a:ext cx="3377931" cy="3377933"/>
          </a:xfrm>
          <a:prstGeom prst="ellipse">
            <a:avLst/>
          </a:prstGeom>
          <a:solidFill>
            <a:schemeClr val="bg1">
              <a:lumMod val="95000"/>
              <a:alpha val="44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16" name="PA-文本框 9">
            <a:extLst>
              <a:ext uri="{FF2B5EF4-FFF2-40B4-BE49-F238E27FC236}">
                <a16:creationId xmlns:a16="http://schemas.microsoft.com/office/drawing/2014/main" id="{E8E29EA5-0AD3-B449-A9E7-37C7EED46547}"/>
              </a:ext>
            </a:extLst>
          </p:cNvPr>
          <p:cNvSpPr txBox="1"/>
          <p:nvPr>
            <p:custDataLst>
              <p:tags r:id="R7a79d391cbed4c14"/>
            </p:custDataLst>
          </p:nvPr>
        </p:nvSpPr>
        <p:spPr>
          <a:xfrm>
            <a:off x="6294119" y="5699509"/>
            <a:ext cx="5303521" cy="549061"/>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r"/>
            <a:r>
              <a:rPr lang="zh-CN" altLang="en-US">
                <a:latin typeface="+mn-lt"/>
                <a:ea typeface="+mn-ea"/>
                <a:cs typeface="+mn-ea"/>
                <a:sym typeface="+mn-lt"/>
              </a:rPr>
              <a:t>您的内容打在这里，或者通过复制您的文本后，在此框中选择粘贴，并选择只保留文字。在此录入上述图表的综合描述说明</a:t>
            </a:r>
          </a:p>
        </p:txBody>
      </p:sp>
    </p:spTree>
    <p:extLst>
      <p:ext uri="{BB962C8B-B14F-4D97-AF65-F5344CB8AC3E}">
        <p14:creationId xmlns:p14="http://schemas.microsoft.com/office/powerpoint/2010/main" val="3923384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down)">
                                      <p:cBhvr>
                                        <p:cTn id="8" dur="500"/>
                                        <p:tgtEl>
                                          <p:spTgt spid="2"/>
                                        </p:tgtEl>
                                      </p:cBhvr>
                                    </p:animEffect>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cond evt="onBegin" delay="0">
                          <p:tn val="13"/>
                        </p:cond>
                      </p:stCondLst>
                      <p:childTnLst>
                        <p:par>
                          <p:cTn id="15" fill="hold" nodeType="after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1000" fill="hold"/>
                                        <p:tgtEl>
                                          <p:spTgt spid="7"/>
                                        </p:tgtEl>
                                        <p:attrNameLst>
                                          <p:attrName>ppt_w</p:attrName>
                                        </p:attrNameLst>
                                      </p:cBhvr>
                                      <p:tavLst>
                                        <p:tav tm="0">
                                          <p:val>
                                            <p:fltVal val="0"/>
                                          </p:val>
                                        </p:tav>
                                        <p:tav tm="100000">
                                          <p:val>
                                            <p:strVal val="#ppt_w"/>
                                          </p:val>
                                        </p:tav>
                                      </p:tavLst>
                                    </p:anim>
                                    <p:anim calcmode="lin" valueType="num">
                                      <p:cBhvr>
                                        <p:cTn id="22" dur="1000" fill="hold"/>
                                        <p:tgtEl>
                                          <p:spTgt spid="7"/>
                                        </p:tgtEl>
                                        <p:attrNameLst>
                                          <p:attrName>ppt_h</p:attrName>
                                        </p:attrNameLst>
                                      </p:cBhvr>
                                      <p:tavLst>
                                        <p:tav tm="0">
                                          <p:val>
                                            <p:fltVal val="0"/>
                                          </p:val>
                                        </p:tav>
                                        <p:tav tm="100000">
                                          <p:val>
                                            <p:strVal val="#ppt_h"/>
                                          </p:val>
                                        </p:tav>
                                      </p:tavLst>
                                    </p:anim>
                                    <p:anim calcmode="lin" valueType="num">
                                      <p:cBhvr>
                                        <p:cTn id="23" dur="1000" fill="hold"/>
                                        <p:tgtEl>
                                          <p:spTgt spid="7"/>
                                        </p:tgtEl>
                                        <p:attrNameLst>
                                          <p:attrName>style.rotation</p:attrName>
                                        </p:attrNameLst>
                                      </p:cBhvr>
                                      <p:tavLst>
                                        <p:tav tm="0">
                                          <p:val>
                                            <p:fltVal val="90"/>
                                          </p:val>
                                        </p:tav>
                                        <p:tav tm="100000">
                                          <p:val>
                                            <p:fltVal val="0"/>
                                          </p:val>
                                        </p:tav>
                                      </p:tavLst>
                                    </p:anim>
                                    <p:animEffect transition="in" filter="fade">
                                      <p:cBhvr>
                                        <p:cTn id="24" dur="1000"/>
                                        <p:tgtEl>
                                          <p:spTgt spid="7"/>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1000" fill="hold"/>
                                        <p:tgtEl>
                                          <p:spTgt spid="8"/>
                                        </p:tgtEl>
                                        <p:attrNameLst>
                                          <p:attrName>ppt_w</p:attrName>
                                        </p:attrNameLst>
                                      </p:cBhvr>
                                      <p:tavLst>
                                        <p:tav tm="0">
                                          <p:val>
                                            <p:fltVal val="0"/>
                                          </p:val>
                                        </p:tav>
                                        <p:tav tm="100000">
                                          <p:val>
                                            <p:strVal val="#ppt_w"/>
                                          </p:val>
                                        </p:tav>
                                      </p:tavLst>
                                    </p:anim>
                                    <p:anim calcmode="lin" valueType="num">
                                      <p:cBhvr>
                                        <p:cTn id="28" dur="1000" fill="hold"/>
                                        <p:tgtEl>
                                          <p:spTgt spid="8"/>
                                        </p:tgtEl>
                                        <p:attrNameLst>
                                          <p:attrName>ppt_h</p:attrName>
                                        </p:attrNameLst>
                                      </p:cBhvr>
                                      <p:tavLst>
                                        <p:tav tm="0">
                                          <p:val>
                                            <p:fltVal val="0"/>
                                          </p:val>
                                        </p:tav>
                                        <p:tav tm="100000">
                                          <p:val>
                                            <p:strVal val="#ppt_h"/>
                                          </p:val>
                                        </p:tav>
                                      </p:tavLst>
                                    </p:anim>
                                    <p:anim calcmode="lin" valueType="num">
                                      <p:cBhvr>
                                        <p:cTn id="29" dur="1000" fill="hold"/>
                                        <p:tgtEl>
                                          <p:spTgt spid="8"/>
                                        </p:tgtEl>
                                        <p:attrNameLst>
                                          <p:attrName>style.rotation</p:attrName>
                                        </p:attrNameLst>
                                      </p:cBhvr>
                                      <p:tavLst>
                                        <p:tav tm="0">
                                          <p:val>
                                            <p:fltVal val="90"/>
                                          </p:val>
                                        </p:tav>
                                        <p:tav tm="100000">
                                          <p:val>
                                            <p:fltVal val="0"/>
                                          </p:val>
                                        </p:tav>
                                      </p:tavLst>
                                    </p:anim>
                                    <p:animEffect transition="in" filter="fade">
                                      <p:cBhvr>
                                        <p:cTn id="30" dur="1000"/>
                                        <p:tgtEl>
                                          <p:spTgt spid="8"/>
                                        </p:tgtEl>
                                      </p:cBhvr>
                                    </p:animEffect>
                                  </p:childTnLst>
                                </p:cTn>
                              </p:par>
                              <p:par>
                                <p:cTn id="31" presetID="3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1000" fill="hold"/>
                                        <p:tgtEl>
                                          <p:spTgt spid="9"/>
                                        </p:tgtEl>
                                        <p:attrNameLst>
                                          <p:attrName>ppt_w</p:attrName>
                                        </p:attrNameLst>
                                      </p:cBhvr>
                                      <p:tavLst>
                                        <p:tav tm="0">
                                          <p:val>
                                            <p:fltVal val="0"/>
                                          </p:val>
                                        </p:tav>
                                        <p:tav tm="100000">
                                          <p:val>
                                            <p:strVal val="#ppt_w"/>
                                          </p:val>
                                        </p:tav>
                                      </p:tavLst>
                                    </p:anim>
                                    <p:anim calcmode="lin" valueType="num">
                                      <p:cBhvr>
                                        <p:cTn id="34" dur="1000" fill="hold"/>
                                        <p:tgtEl>
                                          <p:spTgt spid="9"/>
                                        </p:tgtEl>
                                        <p:attrNameLst>
                                          <p:attrName>ppt_h</p:attrName>
                                        </p:attrNameLst>
                                      </p:cBhvr>
                                      <p:tavLst>
                                        <p:tav tm="0">
                                          <p:val>
                                            <p:fltVal val="0"/>
                                          </p:val>
                                        </p:tav>
                                        <p:tav tm="100000">
                                          <p:val>
                                            <p:strVal val="#ppt_h"/>
                                          </p:val>
                                        </p:tav>
                                      </p:tavLst>
                                    </p:anim>
                                    <p:anim calcmode="lin" valueType="num">
                                      <p:cBhvr>
                                        <p:cTn id="35" dur="1000" fill="hold"/>
                                        <p:tgtEl>
                                          <p:spTgt spid="9"/>
                                        </p:tgtEl>
                                        <p:attrNameLst>
                                          <p:attrName>style.rotation</p:attrName>
                                        </p:attrNameLst>
                                      </p:cBhvr>
                                      <p:tavLst>
                                        <p:tav tm="0">
                                          <p:val>
                                            <p:fltVal val="90"/>
                                          </p:val>
                                        </p:tav>
                                        <p:tav tm="100000">
                                          <p:val>
                                            <p:fltVal val="0"/>
                                          </p:val>
                                        </p:tav>
                                      </p:tavLst>
                                    </p:anim>
                                    <p:animEffect transition="in" filter="fade">
                                      <p:cBhvr>
                                        <p:cTn id="36" dur="1000"/>
                                        <p:tgtEl>
                                          <p:spTgt spid="9"/>
                                        </p:tgtEl>
                                      </p:cBhvr>
                                    </p:animEffect>
                                  </p:childTnLst>
                                </p:cTn>
                              </p:par>
                            </p:childTnLst>
                          </p:cTn>
                        </p:par>
                      </p:childTnLst>
                    </p:cTn>
                  </p:par>
                  <p:par>
                    <p:cTn id="37" fill="hold" nodeType="clickPar">
                      <p:stCondLst>
                        <p:cond delay="indefinite"/>
                        <p:cond evt="onBegin" delay="0">
                          <p:tn val="36"/>
                        </p:cond>
                      </p:stCondLst>
                      <p:childTnLst>
                        <p:par>
                          <p:cTn id="38" fill="hold" nodeType="afterGroup">
                            <p:stCondLst>
                              <p:cond delay="0"/>
                            </p:stCondLst>
                            <p:childTnLst>
                              <p:par>
                                <p:cTn id="39" presetID="3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p:cTn id="41" dur="1000" fill="hold"/>
                                        <p:tgtEl>
                                          <p:spTgt spid="10"/>
                                        </p:tgtEl>
                                        <p:attrNameLst>
                                          <p:attrName>ppt_w</p:attrName>
                                        </p:attrNameLst>
                                      </p:cBhvr>
                                      <p:tavLst>
                                        <p:tav tm="0">
                                          <p:val>
                                            <p:fltVal val="0"/>
                                          </p:val>
                                        </p:tav>
                                        <p:tav tm="100000">
                                          <p:val>
                                            <p:strVal val="#ppt_w"/>
                                          </p:val>
                                        </p:tav>
                                      </p:tavLst>
                                    </p:anim>
                                    <p:anim calcmode="lin" valueType="num">
                                      <p:cBhvr>
                                        <p:cTn id="42" dur="1000" fill="hold"/>
                                        <p:tgtEl>
                                          <p:spTgt spid="10"/>
                                        </p:tgtEl>
                                        <p:attrNameLst>
                                          <p:attrName>ppt_h</p:attrName>
                                        </p:attrNameLst>
                                      </p:cBhvr>
                                      <p:tavLst>
                                        <p:tav tm="0">
                                          <p:val>
                                            <p:fltVal val="0"/>
                                          </p:val>
                                        </p:tav>
                                        <p:tav tm="100000">
                                          <p:val>
                                            <p:strVal val="#ppt_h"/>
                                          </p:val>
                                        </p:tav>
                                      </p:tavLst>
                                    </p:anim>
                                    <p:anim calcmode="lin" valueType="num">
                                      <p:cBhvr>
                                        <p:cTn id="43" dur="1000" fill="hold"/>
                                        <p:tgtEl>
                                          <p:spTgt spid="10"/>
                                        </p:tgtEl>
                                        <p:attrNameLst>
                                          <p:attrName>style.rotation</p:attrName>
                                        </p:attrNameLst>
                                      </p:cBhvr>
                                      <p:tavLst>
                                        <p:tav tm="0">
                                          <p:val>
                                            <p:fltVal val="90"/>
                                          </p:val>
                                        </p:tav>
                                        <p:tav tm="100000">
                                          <p:val>
                                            <p:fltVal val="0"/>
                                          </p:val>
                                        </p:tav>
                                      </p:tavLst>
                                    </p:anim>
                                    <p:animEffect transition="in" filter="fade">
                                      <p:cBhvr>
                                        <p:cTn id="44" dur="1000"/>
                                        <p:tgtEl>
                                          <p:spTgt spid="10"/>
                                        </p:tgtEl>
                                      </p:cBhvr>
                                    </p:animEffect>
                                  </p:childTnLst>
                                </p:cTn>
                              </p:par>
                              <p:par>
                                <p:cTn id="45" presetID="3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p:cTn id="47" dur="1000" fill="hold"/>
                                        <p:tgtEl>
                                          <p:spTgt spid="11"/>
                                        </p:tgtEl>
                                        <p:attrNameLst>
                                          <p:attrName>ppt_w</p:attrName>
                                        </p:attrNameLst>
                                      </p:cBhvr>
                                      <p:tavLst>
                                        <p:tav tm="0">
                                          <p:val>
                                            <p:fltVal val="0"/>
                                          </p:val>
                                        </p:tav>
                                        <p:tav tm="100000">
                                          <p:val>
                                            <p:strVal val="#ppt_w"/>
                                          </p:val>
                                        </p:tav>
                                      </p:tavLst>
                                    </p:anim>
                                    <p:anim calcmode="lin" valueType="num">
                                      <p:cBhvr>
                                        <p:cTn id="48" dur="1000" fill="hold"/>
                                        <p:tgtEl>
                                          <p:spTgt spid="11"/>
                                        </p:tgtEl>
                                        <p:attrNameLst>
                                          <p:attrName>ppt_h</p:attrName>
                                        </p:attrNameLst>
                                      </p:cBhvr>
                                      <p:tavLst>
                                        <p:tav tm="0">
                                          <p:val>
                                            <p:fltVal val="0"/>
                                          </p:val>
                                        </p:tav>
                                        <p:tav tm="100000">
                                          <p:val>
                                            <p:strVal val="#ppt_h"/>
                                          </p:val>
                                        </p:tav>
                                      </p:tavLst>
                                    </p:anim>
                                    <p:anim calcmode="lin" valueType="num">
                                      <p:cBhvr>
                                        <p:cTn id="49" dur="1000" fill="hold"/>
                                        <p:tgtEl>
                                          <p:spTgt spid="11"/>
                                        </p:tgtEl>
                                        <p:attrNameLst>
                                          <p:attrName>style.rotation</p:attrName>
                                        </p:attrNameLst>
                                      </p:cBhvr>
                                      <p:tavLst>
                                        <p:tav tm="0">
                                          <p:val>
                                            <p:fltVal val="90"/>
                                          </p:val>
                                        </p:tav>
                                        <p:tav tm="100000">
                                          <p:val>
                                            <p:fltVal val="0"/>
                                          </p:val>
                                        </p:tav>
                                      </p:tavLst>
                                    </p:anim>
                                    <p:animEffect transition="in" filter="fade">
                                      <p:cBhvr>
                                        <p:cTn id="50" dur="1000"/>
                                        <p:tgtEl>
                                          <p:spTgt spid="11"/>
                                        </p:tgtEl>
                                      </p:cBhvr>
                                    </p:animEffect>
                                  </p:childTnLst>
                                </p:cTn>
                              </p:par>
                              <p:par>
                                <p:cTn id="51" presetID="31"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p:cTn id="53" dur="1000" fill="hold"/>
                                        <p:tgtEl>
                                          <p:spTgt spid="12"/>
                                        </p:tgtEl>
                                        <p:attrNameLst>
                                          <p:attrName>ppt_w</p:attrName>
                                        </p:attrNameLst>
                                      </p:cBhvr>
                                      <p:tavLst>
                                        <p:tav tm="0">
                                          <p:val>
                                            <p:fltVal val="0"/>
                                          </p:val>
                                        </p:tav>
                                        <p:tav tm="100000">
                                          <p:val>
                                            <p:strVal val="#ppt_w"/>
                                          </p:val>
                                        </p:tav>
                                      </p:tavLst>
                                    </p:anim>
                                    <p:anim calcmode="lin" valueType="num">
                                      <p:cBhvr>
                                        <p:cTn id="54" dur="1000" fill="hold"/>
                                        <p:tgtEl>
                                          <p:spTgt spid="12"/>
                                        </p:tgtEl>
                                        <p:attrNameLst>
                                          <p:attrName>ppt_h</p:attrName>
                                        </p:attrNameLst>
                                      </p:cBhvr>
                                      <p:tavLst>
                                        <p:tav tm="0">
                                          <p:val>
                                            <p:fltVal val="0"/>
                                          </p:val>
                                        </p:tav>
                                        <p:tav tm="100000">
                                          <p:val>
                                            <p:strVal val="#ppt_h"/>
                                          </p:val>
                                        </p:tav>
                                      </p:tavLst>
                                    </p:anim>
                                    <p:anim calcmode="lin" valueType="num">
                                      <p:cBhvr>
                                        <p:cTn id="55" dur="1000" fill="hold"/>
                                        <p:tgtEl>
                                          <p:spTgt spid="12"/>
                                        </p:tgtEl>
                                        <p:attrNameLst>
                                          <p:attrName>style.rotation</p:attrName>
                                        </p:attrNameLst>
                                      </p:cBhvr>
                                      <p:tavLst>
                                        <p:tav tm="0">
                                          <p:val>
                                            <p:fltVal val="90"/>
                                          </p:val>
                                        </p:tav>
                                        <p:tav tm="100000">
                                          <p:val>
                                            <p:fltVal val="0"/>
                                          </p:val>
                                        </p:tav>
                                      </p:tavLst>
                                    </p:anim>
                                    <p:animEffect transition="in" filter="fade">
                                      <p:cBhvr>
                                        <p:cTn id="56" dur="1000"/>
                                        <p:tgtEl>
                                          <p:spTgt spid="12"/>
                                        </p:tgtEl>
                                      </p:cBhvr>
                                    </p:animEffect>
                                  </p:childTnLst>
                                </p:cTn>
                              </p:par>
                              <p:par>
                                <p:cTn id="57" presetID="31"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p:cTn id="59" dur="1000" fill="hold"/>
                                        <p:tgtEl>
                                          <p:spTgt spid="13"/>
                                        </p:tgtEl>
                                        <p:attrNameLst>
                                          <p:attrName>ppt_w</p:attrName>
                                        </p:attrNameLst>
                                      </p:cBhvr>
                                      <p:tavLst>
                                        <p:tav tm="0">
                                          <p:val>
                                            <p:fltVal val="0"/>
                                          </p:val>
                                        </p:tav>
                                        <p:tav tm="100000">
                                          <p:val>
                                            <p:strVal val="#ppt_w"/>
                                          </p:val>
                                        </p:tav>
                                      </p:tavLst>
                                    </p:anim>
                                    <p:anim calcmode="lin" valueType="num">
                                      <p:cBhvr>
                                        <p:cTn id="60" dur="1000" fill="hold"/>
                                        <p:tgtEl>
                                          <p:spTgt spid="13"/>
                                        </p:tgtEl>
                                        <p:attrNameLst>
                                          <p:attrName>ppt_h</p:attrName>
                                        </p:attrNameLst>
                                      </p:cBhvr>
                                      <p:tavLst>
                                        <p:tav tm="0">
                                          <p:val>
                                            <p:fltVal val="0"/>
                                          </p:val>
                                        </p:tav>
                                        <p:tav tm="100000">
                                          <p:val>
                                            <p:strVal val="#ppt_h"/>
                                          </p:val>
                                        </p:tav>
                                      </p:tavLst>
                                    </p:anim>
                                    <p:anim calcmode="lin" valueType="num">
                                      <p:cBhvr>
                                        <p:cTn id="61" dur="1000" fill="hold"/>
                                        <p:tgtEl>
                                          <p:spTgt spid="13"/>
                                        </p:tgtEl>
                                        <p:attrNameLst>
                                          <p:attrName>style.rotation</p:attrName>
                                        </p:attrNameLst>
                                      </p:cBhvr>
                                      <p:tavLst>
                                        <p:tav tm="0">
                                          <p:val>
                                            <p:fltVal val="90"/>
                                          </p:val>
                                        </p:tav>
                                        <p:tav tm="100000">
                                          <p:val>
                                            <p:fltVal val="0"/>
                                          </p:val>
                                        </p:tav>
                                      </p:tavLst>
                                    </p:anim>
                                    <p:animEffect transition="in" filter="fade">
                                      <p:cBhvr>
                                        <p:cTn id="62" dur="1000"/>
                                        <p:tgtEl>
                                          <p:spTgt spid="13"/>
                                        </p:tgtEl>
                                      </p:cBhvr>
                                    </p:animEffect>
                                  </p:childTnLst>
                                </p:cTn>
                              </p:par>
                              <p:par>
                                <p:cTn id="63" presetID="31" presetClass="entr" presetSubtype="0" fill="hold" grpId="0" nodeType="withEffect">
                                  <p:stCondLst>
                                    <p:cond delay="0"/>
                                  </p:stCondLst>
                                  <p:childTnLst>
                                    <p:set>
                                      <p:cBhvr>
                                        <p:cTn id="64" dur="1" fill="hold">
                                          <p:stCondLst>
                                            <p:cond delay="0"/>
                                          </p:stCondLst>
                                        </p:cTn>
                                        <p:tgtEl>
                                          <p:spTgt spid="14"/>
                                        </p:tgtEl>
                                        <p:attrNameLst>
                                          <p:attrName>style.visibility</p:attrName>
                                        </p:attrNameLst>
                                      </p:cBhvr>
                                      <p:to>
                                        <p:strVal val="visible"/>
                                      </p:to>
                                    </p:set>
                                    <p:anim calcmode="lin" valueType="num">
                                      <p:cBhvr>
                                        <p:cTn id="65" dur="1000" fill="hold"/>
                                        <p:tgtEl>
                                          <p:spTgt spid="14"/>
                                        </p:tgtEl>
                                        <p:attrNameLst>
                                          <p:attrName>ppt_w</p:attrName>
                                        </p:attrNameLst>
                                      </p:cBhvr>
                                      <p:tavLst>
                                        <p:tav tm="0">
                                          <p:val>
                                            <p:fltVal val="0"/>
                                          </p:val>
                                        </p:tav>
                                        <p:tav tm="100000">
                                          <p:val>
                                            <p:strVal val="#ppt_w"/>
                                          </p:val>
                                        </p:tav>
                                      </p:tavLst>
                                    </p:anim>
                                    <p:anim calcmode="lin" valueType="num">
                                      <p:cBhvr>
                                        <p:cTn id="66" dur="1000" fill="hold"/>
                                        <p:tgtEl>
                                          <p:spTgt spid="14"/>
                                        </p:tgtEl>
                                        <p:attrNameLst>
                                          <p:attrName>ppt_h</p:attrName>
                                        </p:attrNameLst>
                                      </p:cBhvr>
                                      <p:tavLst>
                                        <p:tav tm="0">
                                          <p:val>
                                            <p:fltVal val="0"/>
                                          </p:val>
                                        </p:tav>
                                        <p:tav tm="100000">
                                          <p:val>
                                            <p:strVal val="#ppt_h"/>
                                          </p:val>
                                        </p:tav>
                                      </p:tavLst>
                                    </p:anim>
                                    <p:anim calcmode="lin" valueType="num">
                                      <p:cBhvr>
                                        <p:cTn id="67" dur="1000" fill="hold"/>
                                        <p:tgtEl>
                                          <p:spTgt spid="14"/>
                                        </p:tgtEl>
                                        <p:attrNameLst>
                                          <p:attrName>style.rotation</p:attrName>
                                        </p:attrNameLst>
                                      </p:cBhvr>
                                      <p:tavLst>
                                        <p:tav tm="0">
                                          <p:val>
                                            <p:fltVal val="90"/>
                                          </p:val>
                                        </p:tav>
                                        <p:tav tm="100000">
                                          <p:val>
                                            <p:fltVal val="0"/>
                                          </p:val>
                                        </p:tav>
                                      </p:tavLst>
                                    </p:anim>
                                    <p:animEffect transition="in" filter="fade">
                                      <p:cBhvr>
                                        <p:cTn id="68" dur="1000"/>
                                        <p:tgtEl>
                                          <p:spTgt spid="14"/>
                                        </p:tgtEl>
                                      </p:cBhvr>
                                    </p:animEffect>
                                  </p:childTnLst>
                                </p:cTn>
                              </p:par>
                              <p:par>
                                <p:cTn id="69" presetID="22" presetClass="entr" presetSubtype="1" fill="hold" grpId="0" nodeType="withEffect">
                                  <p:stCondLst>
                                    <p:cond delay="1500"/>
                                  </p:stCondLst>
                                  <p:childTnLst>
                                    <p:set>
                                      <p:cBhvr>
                                        <p:cTn id="70" dur="1" fill="hold">
                                          <p:stCondLst>
                                            <p:cond delay="0"/>
                                          </p:stCondLst>
                                        </p:cTn>
                                        <p:tgtEl>
                                          <p:spTgt spid="16"/>
                                        </p:tgtEl>
                                        <p:attrNameLst>
                                          <p:attrName>style.visibility</p:attrName>
                                        </p:attrNameLst>
                                      </p:cBhvr>
                                      <p:to>
                                        <p:strVal val="visible"/>
                                      </p:to>
                                    </p:set>
                                    <p:animEffect transition="in" filter="wipe(up)">
                                      <p:cBhvr>
                                        <p:cTn id="7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3" grpId="0" animBg="1"/>
      <p:bldP spid="7" grpId="0" animBg="1"/>
      <p:bldP spid="8" grpId="0" animBg="1"/>
      <p:bldP spid="9" grpId="0" animBg="1"/>
      <p:bldP spid="2" grpId="0"/>
      <p:bldP spid="5" grpId="0" animBg="1"/>
      <p:bldP spid="10" grpId="0" animBg="1"/>
      <p:bldP spid="11" grpId="0" animBg="1"/>
      <p:bldP spid="12" grpId="0" animBg="1"/>
      <p:bldP spid="14" grpId="0" animBg="1"/>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ircle">
            <a:extLst>
              <a:ext uri="{FF2B5EF4-FFF2-40B4-BE49-F238E27FC236}">
                <a16:creationId xmlns:a16="http://schemas.microsoft.com/office/drawing/2014/main" id="{047757B4-902B-BB4E-9795-EE8B003C5E10}"/>
              </a:ext>
            </a:extLst>
          </p:cNvPr>
          <p:cNvSpPr/>
          <p:nvPr/>
        </p:nvSpPr>
        <p:spPr>
          <a:xfrm>
            <a:off x="-741292" y="-1495921"/>
            <a:ext cx="3377931" cy="3377933"/>
          </a:xfrm>
          <a:prstGeom prst="ellipse">
            <a:avLst/>
          </a:prstGeom>
          <a:solidFill>
            <a:schemeClr val="bg1">
              <a:lumMod val="95000"/>
              <a:alpha val="44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22" name="Circle">
            <a:extLst>
              <a:ext uri="{FF2B5EF4-FFF2-40B4-BE49-F238E27FC236}">
                <a16:creationId xmlns:a16="http://schemas.microsoft.com/office/drawing/2014/main" id="{F3D2A57B-1916-1340-9833-94C9AAE9ED6B}"/>
              </a:ext>
            </a:extLst>
          </p:cNvPr>
          <p:cNvSpPr/>
          <p:nvPr/>
        </p:nvSpPr>
        <p:spPr>
          <a:xfrm>
            <a:off x="5478565" y="1848157"/>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19" name="Circle">
            <a:extLst>
              <a:ext uri="{FF2B5EF4-FFF2-40B4-BE49-F238E27FC236}">
                <a16:creationId xmlns:a16="http://schemas.microsoft.com/office/drawing/2014/main" id="{3AF33682-30C2-A648-8E37-6DF3C9534DC3}"/>
              </a:ext>
            </a:extLst>
          </p:cNvPr>
          <p:cNvSpPr/>
          <p:nvPr/>
        </p:nvSpPr>
        <p:spPr>
          <a:xfrm>
            <a:off x="-712219" y="1041314"/>
            <a:ext cx="4775374" cy="477537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20" name="Circle">
            <a:extLst>
              <a:ext uri="{FF2B5EF4-FFF2-40B4-BE49-F238E27FC236}">
                <a16:creationId xmlns:a16="http://schemas.microsoft.com/office/drawing/2014/main" id="{880401EC-843A-E448-AFB6-8D58B1BE73E0}"/>
              </a:ext>
            </a:extLst>
          </p:cNvPr>
          <p:cNvSpPr/>
          <p:nvPr/>
        </p:nvSpPr>
        <p:spPr>
          <a:xfrm>
            <a:off x="-1206550" y="546981"/>
            <a:ext cx="5764036" cy="5764036"/>
          </a:xfrm>
          <a:prstGeom prst="ellipse">
            <a:avLst/>
          </a:prstGeom>
          <a:ln w="12700">
            <a:solidFill>
              <a:schemeClr val="bg1">
                <a:lumMod val="65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21" name="Circle">
            <a:extLst>
              <a:ext uri="{FF2B5EF4-FFF2-40B4-BE49-F238E27FC236}">
                <a16:creationId xmlns:a16="http://schemas.microsoft.com/office/drawing/2014/main" id="{F5B0400D-F9E6-3B4A-8858-EAFAEC90AA6A}"/>
              </a:ext>
            </a:extLst>
          </p:cNvPr>
          <p:cNvSpPr/>
          <p:nvPr/>
        </p:nvSpPr>
        <p:spPr>
          <a:xfrm>
            <a:off x="3431776" y="1124969"/>
            <a:ext cx="490913" cy="490913"/>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5" name="MH_Others_1">
            <a:extLst>
              <a:ext uri="{FF2B5EF4-FFF2-40B4-BE49-F238E27FC236}">
                <a16:creationId xmlns:a16="http://schemas.microsoft.com/office/drawing/2014/main" id="{07A28C7B-5A96-44B7-B39B-CF4EF0F808D8}"/>
              </a:ext>
            </a:extLst>
          </p:cNvPr>
          <p:cNvSpPr txBox="1"/>
          <p:nvPr>
            <p:custDataLst>
              <p:tags r:id="Rd9208279c2274d66"/>
            </p:custDataLst>
          </p:nvPr>
        </p:nvSpPr>
        <p:spPr>
          <a:xfrm rot="16200000">
            <a:off x="2118834" y="1472484"/>
            <a:ext cx="923330" cy="2851662"/>
          </a:xfrm>
          <a:prstGeom prst="rect">
            <a:avLst/>
          </a:prstGeom>
          <a:noFill/>
        </p:spPr>
        <p:txBody>
          <a:bodyPr vert="eaVert" wrap="square" lIns="0" tIns="0" rIns="0" bIns="0" rtlCol="0" anchor="ctr" anchorCtr="0">
            <a:spAutoFit/>
          </a:bodyPr>
          <a:lstStyle/>
          <a:p>
            <a:r>
              <a:rPr lang="zh-CN" altLang="en-US" sz="6000">
                <a:solidFill>
                  <a:schemeClr val="bg1"/>
                </a:solidFill>
                <a:cs typeface="+mn-ea"/>
                <a:sym typeface="+mn-lt"/>
              </a:rPr>
              <a:t>目录</a:t>
            </a:r>
          </a:p>
        </p:txBody>
      </p:sp>
      <p:sp>
        <p:nvSpPr>
          <p:cNvPr id="6" name="MH_Others_2">
            <a:extLst>
              <a:ext uri="{FF2B5EF4-FFF2-40B4-BE49-F238E27FC236}">
                <a16:creationId xmlns:a16="http://schemas.microsoft.com/office/drawing/2014/main" id="{D56E73BC-5F7E-410C-BBB4-67054599152E}"/>
              </a:ext>
            </a:extLst>
          </p:cNvPr>
          <p:cNvSpPr txBox="1"/>
          <p:nvPr>
            <p:custDataLst>
              <p:tags r:id="R2e766f956ac44c22"/>
            </p:custDataLst>
          </p:nvPr>
        </p:nvSpPr>
        <p:spPr>
          <a:xfrm>
            <a:off x="1204694" y="3480457"/>
            <a:ext cx="3299115" cy="430887"/>
          </a:xfrm>
          <a:prstGeom prst="rect">
            <a:avLst/>
          </a:prstGeom>
          <a:noFill/>
        </p:spPr>
        <p:txBody>
          <a:bodyPr wrap="square" lIns="0" tIns="0" rIns="0" bIns="0">
            <a:spAutoFit/>
          </a:bodyPr>
          <a:lstStyle/>
          <a:p>
            <a:pPr>
              <a:defRPr/>
            </a:pPr>
            <a:r>
              <a:rPr lang="en-US" altLang="zh-CN" sz="2800" b="1">
                <a:solidFill>
                  <a:schemeClr val="bg1"/>
                </a:solidFill>
                <a:cs typeface="+mn-ea"/>
                <a:sym typeface="+mn-lt"/>
              </a:rPr>
              <a:t>CONTENTS</a:t>
            </a:r>
          </a:p>
        </p:txBody>
      </p:sp>
      <p:sp>
        <p:nvSpPr>
          <p:cNvPr id="7" name="TextBox 6">
            <a:extLst>
              <a:ext uri="{FF2B5EF4-FFF2-40B4-BE49-F238E27FC236}">
                <a16:creationId xmlns:a16="http://schemas.microsoft.com/office/drawing/2014/main" id="{EB4B1164-7598-4963-B141-399663FC61C7}"/>
              </a:ext>
            </a:extLst>
          </p:cNvPr>
          <p:cNvSpPr txBox="1"/>
          <p:nvPr/>
        </p:nvSpPr>
        <p:spPr>
          <a:xfrm>
            <a:off x="7454569" y="877563"/>
            <a:ext cx="2075654" cy="338554"/>
          </a:xfrm>
          <a:prstGeom prst="rect">
            <a:avLst/>
          </a:prstGeom>
          <a:noFill/>
        </p:spPr>
        <p:txBody>
          <a:bodyPr wrap="square" rtlCol="0">
            <a:spAutoFit/>
          </a:bodyPr>
          <a:lstStyle/>
          <a:p>
            <a:r>
              <a:rPr lang="zh-CN" altLang="en-US" sz="1600" b="1">
                <a:solidFill>
                  <a:schemeClr val="accent2"/>
                </a:solidFill>
                <a:cs typeface="+mn-ea"/>
                <a:sym typeface="+mn-lt"/>
              </a:rPr>
              <a:t>输入您的标题</a:t>
            </a:r>
            <a:endParaRPr lang="en-US" sz="1600" b="1">
              <a:solidFill>
                <a:schemeClr val="accent2"/>
              </a:solidFill>
              <a:cs typeface="+mn-ea"/>
              <a:sym typeface="+mn-lt"/>
            </a:endParaRPr>
          </a:p>
        </p:txBody>
      </p:sp>
      <p:sp>
        <p:nvSpPr>
          <p:cNvPr id="8" name="TextBox 9">
            <a:extLst>
              <a:ext uri="{FF2B5EF4-FFF2-40B4-BE49-F238E27FC236}">
                <a16:creationId xmlns:a16="http://schemas.microsoft.com/office/drawing/2014/main" id="{D2C1B96F-E0E3-4360-B923-7F0C06F4F7F6}"/>
              </a:ext>
            </a:extLst>
          </p:cNvPr>
          <p:cNvSpPr txBox="1"/>
          <p:nvPr/>
        </p:nvSpPr>
        <p:spPr>
          <a:xfrm>
            <a:off x="7454570" y="1167624"/>
            <a:ext cx="3293009" cy="625171"/>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sz="1400">
                <a:solidFill>
                  <a:schemeClr val="bg1">
                    <a:lumMod val="65000"/>
                  </a:schemeClr>
                </a:solidFill>
                <a:latin typeface="+mn-lt"/>
                <a:ea typeface="+mn-ea"/>
                <a:cs typeface="+mn-ea"/>
                <a:sym typeface="+mn-lt"/>
              </a:rPr>
              <a:t>您的内容打在这里，或者通过复制您的文本后，在此框中选择粘贴。</a:t>
            </a:r>
          </a:p>
        </p:txBody>
      </p:sp>
      <p:sp>
        <p:nvSpPr>
          <p:cNvPr id="9" name="TextBox 6">
            <a:extLst>
              <a:ext uri="{FF2B5EF4-FFF2-40B4-BE49-F238E27FC236}">
                <a16:creationId xmlns:a16="http://schemas.microsoft.com/office/drawing/2014/main" id="{B4CC51E6-FCF5-4A0B-B717-A42C7F056213}"/>
              </a:ext>
            </a:extLst>
          </p:cNvPr>
          <p:cNvSpPr txBox="1"/>
          <p:nvPr/>
        </p:nvSpPr>
        <p:spPr>
          <a:xfrm>
            <a:off x="7454569" y="2187279"/>
            <a:ext cx="2075654" cy="338554"/>
          </a:xfrm>
          <a:prstGeom prst="rect">
            <a:avLst/>
          </a:prstGeom>
          <a:noFill/>
        </p:spPr>
        <p:txBody>
          <a:bodyPr wrap="square" rtlCol="0">
            <a:spAutoFit/>
          </a:bodyPr>
          <a:lstStyle/>
          <a:p>
            <a:r>
              <a:rPr lang="zh-CN" altLang="en-US" sz="1600" b="1">
                <a:solidFill>
                  <a:schemeClr val="accent2"/>
                </a:solidFill>
                <a:cs typeface="+mn-ea"/>
                <a:sym typeface="+mn-lt"/>
              </a:rPr>
              <a:t>输入您的标题</a:t>
            </a:r>
            <a:endParaRPr lang="en-US" sz="1600" b="1">
              <a:solidFill>
                <a:schemeClr val="accent2"/>
              </a:solidFill>
              <a:cs typeface="+mn-ea"/>
              <a:sym typeface="+mn-lt"/>
            </a:endParaRPr>
          </a:p>
        </p:txBody>
      </p:sp>
      <p:sp>
        <p:nvSpPr>
          <p:cNvPr id="10" name="TextBox 9">
            <a:extLst>
              <a:ext uri="{FF2B5EF4-FFF2-40B4-BE49-F238E27FC236}">
                <a16:creationId xmlns:a16="http://schemas.microsoft.com/office/drawing/2014/main" id="{DBF2640B-9387-46F0-9125-FD6BDABFA47C}"/>
              </a:ext>
            </a:extLst>
          </p:cNvPr>
          <p:cNvSpPr txBox="1"/>
          <p:nvPr/>
        </p:nvSpPr>
        <p:spPr>
          <a:xfrm>
            <a:off x="7454570" y="2477340"/>
            <a:ext cx="3293009" cy="625171"/>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sz="1400">
                <a:solidFill>
                  <a:schemeClr val="bg1">
                    <a:lumMod val="65000"/>
                  </a:schemeClr>
                </a:solidFill>
                <a:latin typeface="+mn-lt"/>
                <a:ea typeface="+mn-ea"/>
                <a:cs typeface="+mn-ea"/>
                <a:sym typeface="+mn-lt"/>
              </a:rPr>
              <a:t>您的内容打在这里，或者通过复制您的文本后，在此框中选择粘贴。</a:t>
            </a:r>
          </a:p>
        </p:txBody>
      </p:sp>
      <p:sp>
        <p:nvSpPr>
          <p:cNvPr id="11" name="TextBox 6">
            <a:extLst>
              <a:ext uri="{FF2B5EF4-FFF2-40B4-BE49-F238E27FC236}">
                <a16:creationId xmlns:a16="http://schemas.microsoft.com/office/drawing/2014/main" id="{CCC0C1F2-5EF6-4BD4-BE6C-1D494153DFB0}"/>
              </a:ext>
            </a:extLst>
          </p:cNvPr>
          <p:cNvSpPr txBox="1"/>
          <p:nvPr/>
        </p:nvSpPr>
        <p:spPr>
          <a:xfrm>
            <a:off x="7454569" y="3499909"/>
            <a:ext cx="2075654" cy="338554"/>
          </a:xfrm>
          <a:prstGeom prst="rect">
            <a:avLst/>
          </a:prstGeom>
          <a:noFill/>
        </p:spPr>
        <p:txBody>
          <a:bodyPr wrap="square" rtlCol="0">
            <a:spAutoFit/>
          </a:bodyPr>
          <a:lstStyle/>
          <a:p>
            <a:r>
              <a:rPr lang="zh-CN" altLang="en-US" sz="1600" b="1">
                <a:solidFill>
                  <a:schemeClr val="accent2"/>
                </a:solidFill>
                <a:cs typeface="+mn-ea"/>
                <a:sym typeface="+mn-lt"/>
              </a:rPr>
              <a:t>输入您的标题</a:t>
            </a:r>
            <a:endParaRPr lang="en-US" sz="1600" b="1">
              <a:solidFill>
                <a:schemeClr val="accent2"/>
              </a:solidFill>
              <a:cs typeface="+mn-ea"/>
              <a:sym typeface="+mn-lt"/>
            </a:endParaRPr>
          </a:p>
        </p:txBody>
      </p:sp>
      <p:sp>
        <p:nvSpPr>
          <p:cNvPr id="12" name="TextBox 9">
            <a:extLst>
              <a:ext uri="{FF2B5EF4-FFF2-40B4-BE49-F238E27FC236}">
                <a16:creationId xmlns:a16="http://schemas.microsoft.com/office/drawing/2014/main" id="{EEBBCCC4-D601-4C1B-B1A4-3A686F5A0EFB}"/>
              </a:ext>
            </a:extLst>
          </p:cNvPr>
          <p:cNvSpPr txBox="1"/>
          <p:nvPr/>
        </p:nvSpPr>
        <p:spPr>
          <a:xfrm>
            <a:off x="7454570" y="3789970"/>
            <a:ext cx="3293009" cy="652486"/>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sz="1400">
                <a:solidFill>
                  <a:schemeClr val="bg1">
                    <a:lumMod val="65000"/>
                  </a:schemeClr>
                </a:solidFill>
                <a:latin typeface="+mn-lt"/>
                <a:ea typeface="+mn-ea"/>
                <a:cs typeface="+mn-ea"/>
                <a:sym typeface="+mn-lt"/>
              </a:rPr>
              <a:t>您的内容打在这里，或者通过复制您的文本后，在此框中选择粘贴。</a:t>
            </a:r>
          </a:p>
        </p:txBody>
      </p:sp>
      <p:sp>
        <p:nvSpPr>
          <p:cNvPr id="13" name="PA-文本框 4">
            <a:extLst>
              <a:ext uri="{FF2B5EF4-FFF2-40B4-BE49-F238E27FC236}">
                <a16:creationId xmlns:a16="http://schemas.microsoft.com/office/drawing/2014/main" id="{CF59852B-7200-48C2-AF6C-649F21CF9CE6}"/>
              </a:ext>
            </a:extLst>
          </p:cNvPr>
          <p:cNvSpPr txBox="1"/>
          <p:nvPr>
            <p:custDataLst>
              <p:tags r:id="Rab79f45040ec48b7"/>
            </p:custDataLst>
          </p:nvPr>
        </p:nvSpPr>
        <p:spPr>
          <a:xfrm>
            <a:off x="5980068" y="956212"/>
            <a:ext cx="1264520" cy="830997"/>
          </a:xfrm>
          <a:prstGeom prst="rect">
            <a:avLst/>
          </a:prstGeom>
          <a:noFill/>
        </p:spPr>
        <p:txBody>
          <a:bodyPr wrap="square" rtlCol="0">
            <a:spAutoFit/>
          </a:bodyPr>
          <a:lstStyle/>
          <a:p>
            <a:r>
              <a:rPr lang="en-US" altLang="zh-CN" sz="4800" spc="300">
                <a:solidFill>
                  <a:schemeClr val="bg1">
                    <a:lumMod val="75000"/>
                  </a:schemeClr>
                </a:solidFill>
                <a:cs typeface="+mn-ea"/>
                <a:sym typeface="+mn-lt"/>
              </a:rPr>
              <a:t>01.</a:t>
            </a:r>
            <a:endParaRPr lang="zh-CN" altLang="en-US" sz="4800" spc="300">
              <a:solidFill>
                <a:schemeClr val="bg1">
                  <a:lumMod val="75000"/>
                </a:schemeClr>
              </a:solidFill>
              <a:cs typeface="+mn-ea"/>
              <a:sym typeface="+mn-lt"/>
            </a:endParaRPr>
          </a:p>
        </p:txBody>
      </p:sp>
      <p:sp>
        <p:nvSpPr>
          <p:cNvPr id="14" name="PA-文本框 4">
            <a:extLst>
              <a:ext uri="{FF2B5EF4-FFF2-40B4-BE49-F238E27FC236}">
                <a16:creationId xmlns:a16="http://schemas.microsoft.com/office/drawing/2014/main" id="{E3332C13-03BF-4D8C-A676-AAE3E57B9F9E}"/>
              </a:ext>
            </a:extLst>
          </p:cNvPr>
          <p:cNvSpPr txBox="1"/>
          <p:nvPr>
            <p:custDataLst>
              <p:tags r:id="Rdae22f91ce5042a8"/>
            </p:custDataLst>
          </p:nvPr>
        </p:nvSpPr>
        <p:spPr>
          <a:xfrm>
            <a:off x="5980068" y="2250997"/>
            <a:ext cx="1264520" cy="830997"/>
          </a:xfrm>
          <a:prstGeom prst="rect">
            <a:avLst/>
          </a:prstGeom>
          <a:noFill/>
        </p:spPr>
        <p:txBody>
          <a:bodyPr wrap="square" rtlCol="0">
            <a:spAutoFit/>
          </a:bodyPr>
          <a:lstStyle/>
          <a:p>
            <a:r>
              <a:rPr lang="en-US" altLang="zh-CN" sz="4800" spc="300">
                <a:solidFill>
                  <a:schemeClr val="bg1">
                    <a:lumMod val="75000"/>
                  </a:schemeClr>
                </a:solidFill>
                <a:cs typeface="+mn-ea"/>
                <a:sym typeface="+mn-lt"/>
              </a:rPr>
              <a:t>02.</a:t>
            </a:r>
            <a:endParaRPr lang="zh-CN" altLang="en-US" sz="4800" spc="300">
              <a:solidFill>
                <a:schemeClr val="bg1">
                  <a:lumMod val="75000"/>
                </a:schemeClr>
              </a:solidFill>
              <a:cs typeface="+mn-ea"/>
              <a:sym typeface="+mn-lt"/>
            </a:endParaRPr>
          </a:p>
        </p:txBody>
      </p:sp>
      <p:sp>
        <p:nvSpPr>
          <p:cNvPr id="15" name="PA-文本框 4">
            <a:extLst>
              <a:ext uri="{FF2B5EF4-FFF2-40B4-BE49-F238E27FC236}">
                <a16:creationId xmlns:a16="http://schemas.microsoft.com/office/drawing/2014/main" id="{EB9ED9AA-EDCB-45CE-B012-E8665E0509B9}"/>
              </a:ext>
            </a:extLst>
          </p:cNvPr>
          <p:cNvSpPr txBox="1"/>
          <p:nvPr>
            <p:custDataLst>
              <p:tags r:id="R9715cb8ee1bb4676"/>
            </p:custDataLst>
          </p:nvPr>
        </p:nvSpPr>
        <p:spPr>
          <a:xfrm>
            <a:off x="5980068" y="3508983"/>
            <a:ext cx="1264520" cy="830997"/>
          </a:xfrm>
          <a:prstGeom prst="rect">
            <a:avLst/>
          </a:prstGeom>
          <a:noFill/>
        </p:spPr>
        <p:txBody>
          <a:bodyPr wrap="square" rtlCol="0">
            <a:spAutoFit/>
          </a:bodyPr>
          <a:lstStyle/>
          <a:p>
            <a:r>
              <a:rPr lang="en-US" altLang="zh-CN" sz="4800" spc="300">
                <a:solidFill>
                  <a:schemeClr val="bg1">
                    <a:lumMod val="75000"/>
                  </a:schemeClr>
                </a:solidFill>
                <a:cs typeface="+mn-ea"/>
                <a:sym typeface="+mn-lt"/>
              </a:rPr>
              <a:t>03.</a:t>
            </a:r>
            <a:endParaRPr lang="zh-CN" altLang="en-US" sz="4800" spc="300">
              <a:solidFill>
                <a:schemeClr val="bg1">
                  <a:lumMod val="75000"/>
                </a:schemeClr>
              </a:solidFill>
              <a:cs typeface="+mn-ea"/>
              <a:sym typeface="+mn-lt"/>
            </a:endParaRPr>
          </a:p>
        </p:txBody>
      </p:sp>
      <p:sp>
        <p:nvSpPr>
          <p:cNvPr id="16" name="TextBox 6">
            <a:extLst>
              <a:ext uri="{FF2B5EF4-FFF2-40B4-BE49-F238E27FC236}">
                <a16:creationId xmlns:a16="http://schemas.microsoft.com/office/drawing/2014/main" id="{2B52F669-69D6-4A1F-BCAC-353883D6F638}"/>
              </a:ext>
            </a:extLst>
          </p:cNvPr>
          <p:cNvSpPr txBox="1"/>
          <p:nvPr/>
        </p:nvSpPr>
        <p:spPr>
          <a:xfrm>
            <a:off x="7454569" y="4812539"/>
            <a:ext cx="2075654" cy="338554"/>
          </a:xfrm>
          <a:prstGeom prst="rect">
            <a:avLst/>
          </a:prstGeom>
          <a:noFill/>
        </p:spPr>
        <p:txBody>
          <a:bodyPr wrap="square" rtlCol="0">
            <a:spAutoFit/>
          </a:bodyPr>
          <a:lstStyle/>
          <a:p>
            <a:r>
              <a:rPr lang="zh-CN" altLang="en-US" sz="1600" b="1">
                <a:solidFill>
                  <a:schemeClr val="accent2"/>
                </a:solidFill>
                <a:cs typeface="+mn-ea"/>
                <a:sym typeface="+mn-lt"/>
              </a:rPr>
              <a:t>输入您的标题</a:t>
            </a:r>
            <a:endParaRPr lang="en-US" sz="1600" b="1">
              <a:solidFill>
                <a:schemeClr val="accent2"/>
              </a:solidFill>
              <a:cs typeface="+mn-ea"/>
              <a:sym typeface="+mn-lt"/>
            </a:endParaRPr>
          </a:p>
        </p:txBody>
      </p:sp>
      <p:sp>
        <p:nvSpPr>
          <p:cNvPr id="17" name="TextBox 9">
            <a:extLst>
              <a:ext uri="{FF2B5EF4-FFF2-40B4-BE49-F238E27FC236}">
                <a16:creationId xmlns:a16="http://schemas.microsoft.com/office/drawing/2014/main" id="{777BCDD0-0236-415E-B909-3F7C9C75C8AE}"/>
              </a:ext>
            </a:extLst>
          </p:cNvPr>
          <p:cNvSpPr txBox="1"/>
          <p:nvPr/>
        </p:nvSpPr>
        <p:spPr>
          <a:xfrm>
            <a:off x="7454570" y="5102600"/>
            <a:ext cx="3293009" cy="652486"/>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sz="1400">
                <a:solidFill>
                  <a:schemeClr val="bg1">
                    <a:lumMod val="65000"/>
                  </a:schemeClr>
                </a:solidFill>
                <a:latin typeface="+mn-lt"/>
                <a:ea typeface="+mn-ea"/>
                <a:cs typeface="+mn-ea"/>
                <a:sym typeface="+mn-lt"/>
              </a:rPr>
              <a:t>您的内容打在这里，或者通过复制您的文本后，在此框中选择粘贴。</a:t>
            </a:r>
          </a:p>
        </p:txBody>
      </p:sp>
      <p:sp>
        <p:nvSpPr>
          <p:cNvPr id="18" name="PA-文本框 4">
            <a:extLst>
              <a:ext uri="{FF2B5EF4-FFF2-40B4-BE49-F238E27FC236}">
                <a16:creationId xmlns:a16="http://schemas.microsoft.com/office/drawing/2014/main" id="{93EC61F6-0273-479E-96B4-717167579BC3}"/>
              </a:ext>
            </a:extLst>
          </p:cNvPr>
          <p:cNvSpPr txBox="1"/>
          <p:nvPr>
            <p:custDataLst>
              <p:tags r:id="R0125eb9922694893"/>
            </p:custDataLst>
          </p:nvPr>
        </p:nvSpPr>
        <p:spPr>
          <a:xfrm>
            <a:off x="5980068" y="4821613"/>
            <a:ext cx="1264520" cy="830997"/>
          </a:xfrm>
          <a:prstGeom prst="rect">
            <a:avLst/>
          </a:prstGeom>
          <a:noFill/>
        </p:spPr>
        <p:txBody>
          <a:bodyPr wrap="square" rtlCol="0">
            <a:spAutoFit/>
          </a:bodyPr>
          <a:lstStyle/>
          <a:p>
            <a:r>
              <a:rPr lang="en-US" altLang="zh-CN" sz="4800" spc="300">
                <a:solidFill>
                  <a:schemeClr val="bg1">
                    <a:lumMod val="75000"/>
                  </a:schemeClr>
                </a:solidFill>
                <a:cs typeface="+mn-ea"/>
                <a:sym typeface="+mn-lt"/>
              </a:rPr>
              <a:t>04.</a:t>
            </a:r>
            <a:endParaRPr lang="zh-CN" altLang="en-US" sz="4800" spc="300">
              <a:solidFill>
                <a:schemeClr val="bg1">
                  <a:lumMod val="75000"/>
                </a:schemeClr>
              </a:solidFill>
              <a:cs typeface="+mn-ea"/>
              <a:sym typeface="+mn-lt"/>
            </a:endParaRPr>
          </a:p>
        </p:txBody>
      </p:sp>
    </p:spTree>
    <p:extLst>
      <p:ext uri="{BB962C8B-B14F-4D97-AF65-F5344CB8AC3E}">
        <p14:creationId xmlns:p14="http://schemas.microsoft.com/office/powerpoint/2010/main" val="80843397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 by="(-#ppt_w*2)" calcmode="lin" valueType="num">
                                      <p:cBhvr rctx="PPT">
                                        <p:cTn id="7" dur="500" autoRev="1" fill="hold">
                                          <p:stCondLst>
                                            <p:cond delay="0"/>
                                          </p:stCondLst>
                                        </p:cTn>
                                        <p:tgtEl>
                                          <p:spTgt spid="5"/>
                                        </p:tgtEl>
                                        <p:attrNameLst>
                                          <p:attrName>ppt_w</p:attrName>
                                        </p:attrNameLst>
                                      </p:cBhvr>
                                    </p:anim>
                                    <p:anim by="(#ppt_w*0.50)" calcmode="lin" valueType="num">
                                      <p:cBhvr>
                                        <p:cTn id="8" dur="500" decel="50000" autoRev="1" fill="hold">
                                          <p:stCondLst>
                                            <p:cond delay="0"/>
                                          </p:stCondLst>
                                        </p:cTn>
                                        <p:tgtEl>
                                          <p:spTgt spid="5"/>
                                        </p:tgtEl>
                                        <p:attrNameLst>
                                          <p:attrName>ppt_x</p:attrName>
                                        </p:attrNameLst>
                                      </p:cBhvr>
                                    </p:anim>
                                    <p:anim from="(-#ppt_h/2)" to="(#ppt_y)" calcmode="lin" valueType="num">
                                      <p:cBhvr>
                                        <p:cTn id="9" dur="1000" fill="hold">
                                          <p:stCondLst>
                                            <p:cond delay="0"/>
                                          </p:stCondLst>
                                        </p:cTn>
                                        <p:tgtEl>
                                          <p:spTgt spid="5"/>
                                        </p:tgtEl>
                                        <p:attrNameLst>
                                          <p:attrName>ppt_y</p:attrName>
                                        </p:attrNameLst>
                                      </p:cBhvr>
                                    </p:anim>
                                    <p:animRot by="21600000">
                                      <p:cBhvr>
                                        <p:cTn id="10" dur="1000" fill="hold">
                                          <p:stCondLst>
                                            <p:cond delay="0"/>
                                          </p:stCondLst>
                                        </p:cTn>
                                        <p:tgtEl>
                                          <p:spTgt spid="5"/>
                                        </p:tgtEl>
                                        <p:attrNameLst>
                                          <p:attrName>r</p:attrName>
                                        </p:attrNameLst>
                                      </p:cBhvr>
                                    </p:animRot>
                                  </p:childTnLst>
                                </p:cTn>
                              </p:par>
                              <p:par>
                                <p:cTn id="11" presetID="56" presetClass="entr" presetSubtype="0" fill="hold" grpId="0" nodeType="withEffect">
                                  <p:stCondLst>
                                    <p:cond delay="0"/>
                                  </p:stCondLst>
                                  <p:iterate type="lt">
                                    <p:tmPct val="10000"/>
                                  </p:iterate>
                                  <p:childTnLst>
                                    <p:set>
                                      <p:cBhvr>
                                        <p:cTn id="12" dur="1" fill="hold">
                                          <p:stCondLst>
                                            <p:cond delay="0"/>
                                          </p:stCondLst>
                                        </p:cTn>
                                        <p:tgtEl>
                                          <p:spTgt spid="6"/>
                                        </p:tgtEl>
                                        <p:attrNameLst>
                                          <p:attrName>style.visibility</p:attrName>
                                        </p:attrNameLst>
                                      </p:cBhvr>
                                      <p:to>
                                        <p:strVal val="visible"/>
                                      </p:to>
                                    </p:set>
                                    <p:anim by="(-#ppt_w*2)" calcmode="lin" valueType="num">
                                      <p:cBhvr rctx="PPT">
                                        <p:cTn id="13" dur="500" autoRev="1" fill="hold">
                                          <p:stCondLst>
                                            <p:cond delay="0"/>
                                          </p:stCondLst>
                                        </p:cTn>
                                        <p:tgtEl>
                                          <p:spTgt spid="6"/>
                                        </p:tgtEl>
                                        <p:attrNameLst>
                                          <p:attrName>ppt_w</p:attrName>
                                        </p:attrNameLst>
                                      </p:cBhvr>
                                    </p:anim>
                                    <p:anim by="(#ppt_w*0.50)" calcmode="lin" valueType="num">
                                      <p:cBhvr>
                                        <p:cTn id="14" dur="500" decel="50000" autoRev="1" fill="hold">
                                          <p:stCondLst>
                                            <p:cond delay="0"/>
                                          </p:stCondLst>
                                        </p:cTn>
                                        <p:tgtEl>
                                          <p:spTgt spid="6"/>
                                        </p:tgtEl>
                                        <p:attrNameLst>
                                          <p:attrName>ppt_x</p:attrName>
                                        </p:attrNameLst>
                                      </p:cBhvr>
                                    </p:anim>
                                    <p:anim from="(-#ppt_h/2)" to="(#ppt_y)" calcmode="lin" valueType="num">
                                      <p:cBhvr>
                                        <p:cTn id="15" dur="1000" fill="hold">
                                          <p:stCondLst>
                                            <p:cond delay="0"/>
                                          </p:stCondLst>
                                        </p:cTn>
                                        <p:tgtEl>
                                          <p:spTgt spid="6"/>
                                        </p:tgtEl>
                                        <p:attrNameLst>
                                          <p:attrName>ppt_y</p:attrName>
                                        </p:attrNameLst>
                                      </p:cBhvr>
                                    </p:anim>
                                    <p:animRot by="21600000">
                                      <p:cBhvr>
                                        <p:cTn id="16" dur="1000" fill="hold">
                                          <p:stCondLst>
                                            <p:cond delay="0"/>
                                          </p:stCondLst>
                                        </p:cTn>
                                        <p:tgtEl>
                                          <p:spTgt spid="6"/>
                                        </p:tgtEl>
                                        <p:attrNameLst>
                                          <p:attrName>r</p:attrName>
                                        </p:attrNameLst>
                                      </p:cBhvr>
                                    </p:animRot>
                                  </p:childTnLst>
                                </p:cTn>
                              </p:par>
                            </p:childTnLst>
                          </p:cTn>
                        </p:par>
                        <p:par>
                          <p:cTn id="17" fill="hold" nodeType="afterGroup">
                            <p:stCondLst>
                              <p:cond delay="1000"/>
                            </p:stCondLst>
                            <p:childTnLst>
                              <p:par>
                                <p:cTn id="18" presetID="14" presetClass="entr" presetSubtype="1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randombar(horizontal)">
                                      <p:cBhvr>
                                        <p:cTn id="20" dur="750"/>
                                        <p:tgtEl>
                                          <p:spTgt spid="7"/>
                                        </p:tgtEl>
                                      </p:cBhvr>
                                    </p:animEffect>
                                  </p:childTnLst>
                                </p:cTn>
                              </p:par>
                            </p:childTnLst>
                          </p:cTn>
                        </p:par>
                        <p:par>
                          <p:cTn id="21" fill="hold" nodeType="afterGroup">
                            <p:stCondLst>
                              <p:cond delay="1750"/>
                            </p:stCondLst>
                            <p:childTnLst>
                              <p:par>
                                <p:cTn id="22" presetID="12" presetClass="entr" presetSubtype="4" fill="hold" grpId="0" nodeType="afterEffect">
                                  <p:stCondLst>
                                    <p:cond delay="0"/>
                                  </p:stCondLst>
                                  <p:iterate type="lt">
                                    <p:tmPct val="5983"/>
                                  </p:iterate>
                                  <p:childTnLst>
                                    <p:set>
                                      <p:cBhvr>
                                        <p:cTn id="23" dur="1" fill="hold">
                                          <p:stCondLst>
                                            <p:cond delay="0"/>
                                          </p:stCondLst>
                                        </p:cTn>
                                        <p:tgtEl>
                                          <p:spTgt spid="8"/>
                                        </p:tgtEl>
                                        <p:attrNameLst>
                                          <p:attrName>style.visibility</p:attrName>
                                        </p:attrNameLst>
                                      </p:cBhvr>
                                      <p:to>
                                        <p:strVal val="visible"/>
                                      </p:to>
                                    </p:set>
                                    <p:anim calcmode="lin" valueType="num">
                                      <p:cBhvr additive="base">
                                        <p:cTn id="24" dur="250"/>
                                        <p:tgtEl>
                                          <p:spTgt spid="8"/>
                                        </p:tgtEl>
                                        <p:attrNameLst>
                                          <p:attrName>ppt_y</p:attrName>
                                        </p:attrNameLst>
                                      </p:cBhvr>
                                      <p:tavLst>
                                        <p:tav tm="0">
                                          <p:val>
                                            <p:strVal val="#ppt_y+#ppt_h*1.125000"/>
                                          </p:val>
                                        </p:tav>
                                        <p:tav tm="100000">
                                          <p:val>
                                            <p:strVal val="#ppt_y"/>
                                          </p:val>
                                        </p:tav>
                                      </p:tavLst>
                                    </p:anim>
                                    <p:animEffect transition="in" filter="wipe(up)">
                                      <p:cBhvr>
                                        <p:cTn id="25" dur="250"/>
                                        <p:tgtEl>
                                          <p:spTgt spid="8"/>
                                        </p:tgtEl>
                                      </p:cBhvr>
                                    </p:animEffect>
                                  </p:childTnLst>
                                </p:cTn>
                              </p:par>
                            </p:childTnLst>
                          </p:cTn>
                        </p:par>
                        <p:par>
                          <p:cTn id="26" fill="hold" nodeType="afterGroup">
                            <p:stCondLst>
                              <p:cond delay="2000"/>
                            </p:stCondLst>
                            <p:childTnLst>
                              <p:par>
                                <p:cTn id="27" presetID="14" presetClass="entr" presetSubtype="10"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randombar(horizontal)">
                                      <p:cBhvr>
                                        <p:cTn id="29" dur="750"/>
                                        <p:tgtEl>
                                          <p:spTgt spid="9"/>
                                        </p:tgtEl>
                                      </p:cBhvr>
                                    </p:animEffect>
                                  </p:childTnLst>
                                </p:cTn>
                              </p:par>
                            </p:childTnLst>
                          </p:cTn>
                        </p:par>
                        <p:par>
                          <p:cTn id="30" fill="hold" nodeType="afterGroup">
                            <p:stCondLst>
                              <p:cond delay="2750"/>
                            </p:stCondLst>
                            <p:childTnLst>
                              <p:par>
                                <p:cTn id="31" presetID="12" presetClass="entr" presetSubtype="4" fill="hold" grpId="0" nodeType="afterEffect">
                                  <p:stCondLst>
                                    <p:cond delay="0"/>
                                  </p:stCondLst>
                                  <p:iterate type="lt">
                                    <p:tmPct val="5983"/>
                                  </p:iterate>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250"/>
                                        <p:tgtEl>
                                          <p:spTgt spid="10"/>
                                        </p:tgtEl>
                                        <p:attrNameLst>
                                          <p:attrName>ppt_y</p:attrName>
                                        </p:attrNameLst>
                                      </p:cBhvr>
                                      <p:tavLst>
                                        <p:tav tm="0">
                                          <p:val>
                                            <p:strVal val="#ppt_y+#ppt_h*1.125000"/>
                                          </p:val>
                                        </p:tav>
                                        <p:tav tm="100000">
                                          <p:val>
                                            <p:strVal val="#ppt_y"/>
                                          </p:val>
                                        </p:tav>
                                      </p:tavLst>
                                    </p:anim>
                                    <p:animEffect transition="in" filter="wipe(up)">
                                      <p:cBhvr>
                                        <p:cTn id="34" dur="250"/>
                                        <p:tgtEl>
                                          <p:spTgt spid="10"/>
                                        </p:tgtEl>
                                      </p:cBhvr>
                                    </p:animEffect>
                                  </p:childTnLst>
                                </p:cTn>
                              </p:par>
                            </p:childTnLst>
                          </p:cTn>
                        </p:par>
                        <p:par>
                          <p:cTn id="35" fill="hold" nodeType="afterGroup">
                            <p:stCondLst>
                              <p:cond delay="3000"/>
                            </p:stCondLst>
                            <p:childTnLst>
                              <p:par>
                                <p:cTn id="36" presetID="14" presetClass="entr" presetSubtype="1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randombar(horizontal)">
                                      <p:cBhvr>
                                        <p:cTn id="38" dur="750"/>
                                        <p:tgtEl>
                                          <p:spTgt spid="11"/>
                                        </p:tgtEl>
                                      </p:cBhvr>
                                    </p:animEffect>
                                  </p:childTnLst>
                                </p:cTn>
                              </p:par>
                            </p:childTnLst>
                          </p:cTn>
                        </p:par>
                        <p:par>
                          <p:cTn id="39" fill="hold" nodeType="afterGroup">
                            <p:stCondLst>
                              <p:cond delay="3750"/>
                            </p:stCondLst>
                            <p:childTnLst>
                              <p:par>
                                <p:cTn id="40" presetID="12" presetClass="entr" presetSubtype="4" fill="hold" grpId="0" nodeType="afterEffect">
                                  <p:stCondLst>
                                    <p:cond delay="0"/>
                                  </p:stCondLst>
                                  <p:iterate type="lt">
                                    <p:tmPct val="5983"/>
                                  </p:iterate>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250"/>
                                        <p:tgtEl>
                                          <p:spTgt spid="12"/>
                                        </p:tgtEl>
                                        <p:attrNameLst>
                                          <p:attrName>ppt_y</p:attrName>
                                        </p:attrNameLst>
                                      </p:cBhvr>
                                      <p:tavLst>
                                        <p:tav tm="0">
                                          <p:val>
                                            <p:strVal val="#ppt_y+#ppt_h*1.125000"/>
                                          </p:val>
                                        </p:tav>
                                        <p:tav tm="100000">
                                          <p:val>
                                            <p:strVal val="#ppt_y"/>
                                          </p:val>
                                        </p:tav>
                                      </p:tavLst>
                                    </p:anim>
                                    <p:animEffect transition="in" filter="wipe(up)">
                                      <p:cBhvr>
                                        <p:cTn id="43" dur="250"/>
                                        <p:tgtEl>
                                          <p:spTgt spid="12"/>
                                        </p:tgtEl>
                                      </p:cBhvr>
                                    </p:animEffect>
                                  </p:childTnLst>
                                </p:cTn>
                              </p:par>
                            </p:childTnLst>
                          </p:cTn>
                        </p:par>
                        <p:par>
                          <p:cTn id="44" fill="hold" nodeType="afterGroup">
                            <p:stCondLst>
                              <p:cond delay="4000"/>
                            </p:stCondLst>
                            <p:childTnLst>
                              <p:par>
                                <p:cTn id="45" presetID="14" presetClass="entr" presetSubtype="10" fill="hold" grpId="0"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randombar(horizontal)">
                                      <p:cBhvr>
                                        <p:cTn id="47" dur="750"/>
                                        <p:tgtEl>
                                          <p:spTgt spid="16"/>
                                        </p:tgtEl>
                                      </p:cBhvr>
                                    </p:animEffect>
                                  </p:childTnLst>
                                </p:cTn>
                              </p:par>
                            </p:childTnLst>
                          </p:cTn>
                        </p:par>
                        <p:par>
                          <p:cTn id="48" fill="hold" nodeType="afterGroup">
                            <p:stCondLst>
                              <p:cond delay="4750"/>
                            </p:stCondLst>
                            <p:childTnLst>
                              <p:par>
                                <p:cTn id="49" presetID="12" presetClass="entr" presetSubtype="4" fill="hold" grpId="0" nodeType="afterEffect">
                                  <p:stCondLst>
                                    <p:cond delay="0"/>
                                  </p:stCondLst>
                                  <p:iterate type="lt">
                                    <p:tmPct val="5983"/>
                                  </p:iterate>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250"/>
                                        <p:tgtEl>
                                          <p:spTgt spid="17"/>
                                        </p:tgtEl>
                                        <p:attrNameLst>
                                          <p:attrName>ppt_y</p:attrName>
                                        </p:attrNameLst>
                                      </p:cBhvr>
                                      <p:tavLst>
                                        <p:tav tm="0">
                                          <p:val>
                                            <p:strVal val="#ppt_y+#ppt_h*1.125000"/>
                                          </p:val>
                                        </p:tav>
                                        <p:tav tm="100000">
                                          <p:val>
                                            <p:strVal val="#ppt_y"/>
                                          </p:val>
                                        </p:tav>
                                      </p:tavLst>
                                    </p:anim>
                                    <p:animEffect transition="in" filter="wipe(up)">
                                      <p:cBhvr>
                                        <p:cTn id="52" dur="250"/>
                                        <p:tgtEl>
                                          <p:spTgt spid="17"/>
                                        </p:tgtEl>
                                      </p:cBhvr>
                                    </p:animEffect>
                                  </p:childTnLst>
                                </p:cTn>
                              </p:par>
                              <p:par>
                                <p:cTn id="53" presetID="31"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1000" fill="hold"/>
                                        <p:tgtEl>
                                          <p:spTgt spid="19"/>
                                        </p:tgtEl>
                                        <p:attrNameLst>
                                          <p:attrName>ppt_w</p:attrName>
                                        </p:attrNameLst>
                                      </p:cBhvr>
                                      <p:tavLst>
                                        <p:tav tm="0">
                                          <p:val>
                                            <p:fltVal val="0"/>
                                          </p:val>
                                        </p:tav>
                                        <p:tav tm="100000">
                                          <p:val>
                                            <p:strVal val="#ppt_w"/>
                                          </p:val>
                                        </p:tav>
                                      </p:tavLst>
                                    </p:anim>
                                    <p:anim calcmode="lin" valueType="num">
                                      <p:cBhvr>
                                        <p:cTn id="56" dur="1000" fill="hold"/>
                                        <p:tgtEl>
                                          <p:spTgt spid="19"/>
                                        </p:tgtEl>
                                        <p:attrNameLst>
                                          <p:attrName>ppt_h</p:attrName>
                                        </p:attrNameLst>
                                      </p:cBhvr>
                                      <p:tavLst>
                                        <p:tav tm="0">
                                          <p:val>
                                            <p:fltVal val="0"/>
                                          </p:val>
                                        </p:tav>
                                        <p:tav tm="100000">
                                          <p:val>
                                            <p:strVal val="#ppt_h"/>
                                          </p:val>
                                        </p:tav>
                                      </p:tavLst>
                                    </p:anim>
                                    <p:anim calcmode="lin" valueType="num">
                                      <p:cBhvr>
                                        <p:cTn id="57" dur="1000" fill="hold"/>
                                        <p:tgtEl>
                                          <p:spTgt spid="19"/>
                                        </p:tgtEl>
                                        <p:attrNameLst>
                                          <p:attrName>style.rotation</p:attrName>
                                        </p:attrNameLst>
                                      </p:cBhvr>
                                      <p:tavLst>
                                        <p:tav tm="0">
                                          <p:val>
                                            <p:fltVal val="90"/>
                                          </p:val>
                                        </p:tav>
                                        <p:tav tm="100000">
                                          <p:val>
                                            <p:fltVal val="0"/>
                                          </p:val>
                                        </p:tav>
                                      </p:tavLst>
                                    </p:anim>
                                    <p:animEffect transition="in" filter="fade">
                                      <p:cBhvr>
                                        <p:cTn id="58" dur="1000"/>
                                        <p:tgtEl>
                                          <p:spTgt spid="19"/>
                                        </p:tgtEl>
                                      </p:cBhvr>
                                    </p:animEffect>
                                  </p:childTnLst>
                                </p:cTn>
                              </p:par>
                              <p:par>
                                <p:cTn id="59" presetID="31"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 calcmode="lin" valueType="num">
                                      <p:cBhvr>
                                        <p:cTn id="61" dur="1000" fill="hold"/>
                                        <p:tgtEl>
                                          <p:spTgt spid="20"/>
                                        </p:tgtEl>
                                        <p:attrNameLst>
                                          <p:attrName>ppt_w</p:attrName>
                                        </p:attrNameLst>
                                      </p:cBhvr>
                                      <p:tavLst>
                                        <p:tav tm="0">
                                          <p:val>
                                            <p:fltVal val="0"/>
                                          </p:val>
                                        </p:tav>
                                        <p:tav tm="100000">
                                          <p:val>
                                            <p:strVal val="#ppt_w"/>
                                          </p:val>
                                        </p:tav>
                                      </p:tavLst>
                                    </p:anim>
                                    <p:anim calcmode="lin" valueType="num">
                                      <p:cBhvr>
                                        <p:cTn id="62" dur="1000" fill="hold"/>
                                        <p:tgtEl>
                                          <p:spTgt spid="20"/>
                                        </p:tgtEl>
                                        <p:attrNameLst>
                                          <p:attrName>ppt_h</p:attrName>
                                        </p:attrNameLst>
                                      </p:cBhvr>
                                      <p:tavLst>
                                        <p:tav tm="0">
                                          <p:val>
                                            <p:fltVal val="0"/>
                                          </p:val>
                                        </p:tav>
                                        <p:tav tm="100000">
                                          <p:val>
                                            <p:strVal val="#ppt_h"/>
                                          </p:val>
                                        </p:tav>
                                      </p:tavLst>
                                    </p:anim>
                                    <p:anim calcmode="lin" valueType="num">
                                      <p:cBhvr>
                                        <p:cTn id="63" dur="1000" fill="hold"/>
                                        <p:tgtEl>
                                          <p:spTgt spid="20"/>
                                        </p:tgtEl>
                                        <p:attrNameLst>
                                          <p:attrName>style.rotation</p:attrName>
                                        </p:attrNameLst>
                                      </p:cBhvr>
                                      <p:tavLst>
                                        <p:tav tm="0">
                                          <p:val>
                                            <p:fltVal val="90"/>
                                          </p:val>
                                        </p:tav>
                                        <p:tav tm="100000">
                                          <p:val>
                                            <p:fltVal val="0"/>
                                          </p:val>
                                        </p:tav>
                                      </p:tavLst>
                                    </p:anim>
                                    <p:animEffect transition="in" filter="fade">
                                      <p:cBhvr>
                                        <p:cTn id="64" dur="1000"/>
                                        <p:tgtEl>
                                          <p:spTgt spid="20"/>
                                        </p:tgtEl>
                                      </p:cBhvr>
                                    </p:animEffect>
                                  </p:childTnLst>
                                </p:cTn>
                              </p:par>
                              <p:par>
                                <p:cTn id="65" presetID="31"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p:cTn id="67" dur="1000" fill="hold"/>
                                        <p:tgtEl>
                                          <p:spTgt spid="21"/>
                                        </p:tgtEl>
                                        <p:attrNameLst>
                                          <p:attrName>ppt_w</p:attrName>
                                        </p:attrNameLst>
                                      </p:cBhvr>
                                      <p:tavLst>
                                        <p:tav tm="0">
                                          <p:val>
                                            <p:fltVal val="0"/>
                                          </p:val>
                                        </p:tav>
                                        <p:tav tm="100000">
                                          <p:val>
                                            <p:strVal val="#ppt_w"/>
                                          </p:val>
                                        </p:tav>
                                      </p:tavLst>
                                    </p:anim>
                                    <p:anim calcmode="lin" valueType="num">
                                      <p:cBhvr>
                                        <p:cTn id="68" dur="1000" fill="hold"/>
                                        <p:tgtEl>
                                          <p:spTgt spid="21"/>
                                        </p:tgtEl>
                                        <p:attrNameLst>
                                          <p:attrName>ppt_h</p:attrName>
                                        </p:attrNameLst>
                                      </p:cBhvr>
                                      <p:tavLst>
                                        <p:tav tm="0">
                                          <p:val>
                                            <p:fltVal val="0"/>
                                          </p:val>
                                        </p:tav>
                                        <p:tav tm="100000">
                                          <p:val>
                                            <p:strVal val="#ppt_h"/>
                                          </p:val>
                                        </p:tav>
                                      </p:tavLst>
                                    </p:anim>
                                    <p:anim calcmode="lin" valueType="num">
                                      <p:cBhvr>
                                        <p:cTn id="69" dur="1000" fill="hold"/>
                                        <p:tgtEl>
                                          <p:spTgt spid="21"/>
                                        </p:tgtEl>
                                        <p:attrNameLst>
                                          <p:attrName>style.rotation</p:attrName>
                                        </p:attrNameLst>
                                      </p:cBhvr>
                                      <p:tavLst>
                                        <p:tav tm="0">
                                          <p:val>
                                            <p:fltVal val="90"/>
                                          </p:val>
                                        </p:tav>
                                        <p:tav tm="100000">
                                          <p:val>
                                            <p:fltVal val="0"/>
                                          </p:val>
                                        </p:tav>
                                      </p:tavLst>
                                    </p:anim>
                                    <p:animEffect transition="in" filter="fade">
                                      <p:cBhvr>
                                        <p:cTn id="70" dur="1000"/>
                                        <p:tgtEl>
                                          <p:spTgt spid="21"/>
                                        </p:tgtEl>
                                      </p:cBhvr>
                                    </p:animEffect>
                                  </p:childTnLst>
                                </p:cTn>
                              </p:par>
                              <p:par>
                                <p:cTn id="71" presetID="31"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anim calcmode="lin" valueType="num">
                                      <p:cBhvr>
                                        <p:cTn id="73" dur="1000" fill="hold"/>
                                        <p:tgtEl>
                                          <p:spTgt spid="22"/>
                                        </p:tgtEl>
                                        <p:attrNameLst>
                                          <p:attrName>ppt_w</p:attrName>
                                        </p:attrNameLst>
                                      </p:cBhvr>
                                      <p:tavLst>
                                        <p:tav tm="0">
                                          <p:val>
                                            <p:fltVal val="0"/>
                                          </p:val>
                                        </p:tav>
                                        <p:tav tm="100000">
                                          <p:val>
                                            <p:strVal val="#ppt_w"/>
                                          </p:val>
                                        </p:tav>
                                      </p:tavLst>
                                    </p:anim>
                                    <p:anim calcmode="lin" valueType="num">
                                      <p:cBhvr>
                                        <p:cTn id="74" dur="1000" fill="hold"/>
                                        <p:tgtEl>
                                          <p:spTgt spid="22"/>
                                        </p:tgtEl>
                                        <p:attrNameLst>
                                          <p:attrName>ppt_h</p:attrName>
                                        </p:attrNameLst>
                                      </p:cBhvr>
                                      <p:tavLst>
                                        <p:tav tm="0">
                                          <p:val>
                                            <p:fltVal val="0"/>
                                          </p:val>
                                        </p:tav>
                                        <p:tav tm="100000">
                                          <p:val>
                                            <p:strVal val="#ppt_h"/>
                                          </p:val>
                                        </p:tav>
                                      </p:tavLst>
                                    </p:anim>
                                    <p:anim calcmode="lin" valueType="num">
                                      <p:cBhvr>
                                        <p:cTn id="75" dur="1000" fill="hold"/>
                                        <p:tgtEl>
                                          <p:spTgt spid="22"/>
                                        </p:tgtEl>
                                        <p:attrNameLst>
                                          <p:attrName>style.rotation</p:attrName>
                                        </p:attrNameLst>
                                      </p:cBhvr>
                                      <p:tavLst>
                                        <p:tav tm="0">
                                          <p:val>
                                            <p:fltVal val="90"/>
                                          </p:val>
                                        </p:tav>
                                        <p:tav tm="100000">
                                          <p:val>
                                            <p:fltVal val="0"/>
                                          </p:val>
                                        </p:tav>
                                      </p:tavLst>
                                    </p:anim>
                                    <p:animEffect transition="in" filter="fade">
                                      <p:cBhvr>
                                        <p:cTn id="76" dur="1000"/>
                                        <p:tgtEl>
                                          <p:spTgt spid="22"/>
                                        </p:tgtEl>
                                      </p:cBhvr>
                                    </p:animEffect>
                                  </p:childTnLst>
                                </p:cTn>
                              </p:par>
                              <p:par>
                                <p:cTn id="77" presetID="31" presetClass="entr" presetSubtype="0"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 calcmode="lin" valueType="num">
                                      <p:cBhvr>
                                        <p:cTn id="79" dur="1000" fill="hold"/>
                                        <p:tgtEl>
                                          <p:spTgt spid="23"/>
                                        </p:tgtEl>
                                        <p:attrNameLst>
                                          <p:attrName>ppt_w</p:attrName>
                                        </p:attrNameLst>
                                      </p:cBhvr>
                                      <p:tavLst>
                                        <p:tav tm="0">
                                          <p:val>
                                            <p:fltVal val="0"/>
                                          </p:val>
                                        </p:tav>
                                        <p:tav tm="100000">
                                          <p:val>
                                            <p:strVal val="#ppt_w"/>
                                          </p:val>
                                        </p:tav>
                                      </p:tavLst>
                                    </p:anim>
                                    <p:anim calcmode="lin" valueType="num">
                                      <p:cBhvr>
                                        <p:cTn id="80" dur="1000" fill="hold"/>
                                        <p:tgtEl>
                                          <p:spTgt spid="23"/>
                                        </p:tgtEl>
                                        <p:attrNameLst>
                                          <p:attrName>ppt_h</p:attrName>
                                        </p:attrNameLst>
                                      </p:cBhvr>
                                      <p:tavLst>
                                        <p:tav tm="0">
                                          <p:val>
                                            <p:fltVal val="0"/>
                                          </p:val>
                                        </p:tav>
                                        <p:tav tm="100000">
                                          <p:val>
                                            <p:strVal val="#ppt_h"/>
                                          </p:val>
                                        </p:tav>
                                      </p:tavLst>
                                    </p:anim>
                                    <p:anim calcmode="lin" valueType="num">
                                      <p:cBhvr>
                                        <p:cTn id="81" dur="1000" fill="hold"/>
                                        <p:tgtEl>
                                          <p:spTgt spid="23"/>
                                        </p:tgtEl>
                                        <p:attrNameLst>
                                          <p:attrName>style.rotation</p:attrName>
                                        </p:attrNameLst>
                                      </p:cBhvr>
                                      <p:tavLst>
                                        <p:tav tm="0">
                                          <p:val>
                                            <p:fltVal val="90"/>
                                          </p:val>
                                        </p:tav>
                                        <p:tav tm="100000">
                                          <p:val>
                                            <p:fltVal val="0"/>
                                          </p:val>
                                        </p:tav>
                                      </p:tavLst>
                                    </p:anim>
                                    <p:animEffect transition="in" filter="fade">
                                      <p:cBhvr>
                                        <p:cTn id="82"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2" grpId="0" animBg="1"/>
      <p:bldP spid="19" grpId="0" animBg="1"/>
      <p:bldP spid="20" grpId="0" animBg="1"/>
      <p:bldP spid="21" grpId="0" animBg="1"/>
      <p:bldP spid="5" grpId="0"/>
      <p:bldP spid="6" grpId="0"/>
      <p:bldP spid="7" grpId="0"/>
      <p:bldP spid="8" grpId="0"/>
      <p:bldP spid="9" grpId="0"/>
      <p:bldP spid="10" grpId="0"/>
      <p:bldP spid="11" grpId="0"/>
      <p:bldP spid="12" grpId="0"/>
      <p:bldP spid="16"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ircle">
            <a:extLst>
              <a:ext uri="{FF2B5EF4-FFF2-40B4-BE49-F238E27FC236}">
                <a16:creationId xmlns:a16="http://schemas.microsoft.com/office/drawing/2014/main" id="{4401C406-961D-B749-A2E1-BEC70174B60B}"/>
              </a:ext>
            </a:extLst>
          </p:cNvPr>
          <p:cNvSpPr/>
          <p:nvPr/>
        </p:nvSpPr>
        <p:spPr>
          <a:xfrm>
            <a:off x="1630654" y="1138502"/>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3" name="矩形 2">
            <a:extLst>
              <a:ext uri="{FF2B5EF4-FFF2-40B4-BE49-F238E27FC236}">
                <a16:creationId xmlns:a16="http://schemas.microsoft.com/office/drawing/2014/main" id="{1E2D89B3-1E4F-4494-AD98-14A14F74E722}"/>
              </a:ext>
            </a:extLst>
          </p:cNvPr>
          <p:cNvSpPr/>
          <p:nvPr/>
        </p:nvSpPr>
        <p:spPr>
          <a:xfrm>
            <a:off x="5857217" y="1932969"/>
            <a:ext cx="2213420" cy="328229"/>
          </a:xfrm>
          <a:prstGeom prst="rect">
            <a:avLst/>
          </a:prstGeom>
        </p:spPr>
        <p:txBody>
          <a:bodyPr wrap="none" lIns="121917" tIns="60959" rIns="121917" bIns="60959">
            <a:spAutoFit/>
          </a:bodyPr>
          <a:lstStyle/>
          <a:p>
            <a:r>
              <a:rPr lang="en-US" altLang="zh-CN" sz="1333" b="1">
                <a:solidFill>
                  <a:schemeClr val="tx1">
                    <a:lumMod val="75000"/>
                    <a:lumOff val="25000"/>
                  </a:schemeClr>
                </a:solidFill>
                <a:cs typeface="+mn-ea"/>
                <a:sym typeface="+mn-lt"/>
              </a:rPr>
              <a:t>ADD YOUR TITLE HERE</a:t>
            </a:r>
            <a:endParaRPr lang="zh-CN" altLang="en-US" sz="1333" b="1">
              <a:solidFill>
                <a:schemeClr val="tx1">
                  <a:lumMod val="75000"/>
                  <a:lumOff val="25000"/>
                </a:schemeClr>
              </a:solidFill>
              <a:cs typeface="+mn-ea"/>
              <a:sym typeface="+mn-lt"/>
            </a:endParaRPr>
          </a:p>
        </p:txBody>
      </p:sp>
      <p:sp>
        <p:nvSpPr>
          <p:cNvPr id="4" name="矩形 3">
            <a:extLst>
              <a:ext uri="{FF2B5EF4-FFF2-40B4-BE49-F238E27FC236}">
                <a16:creationId xmlns:a16="http://schemas.microsoft.com/office/drawing/2014/main" id="{2EA792F8-9C44-45BB-A29D-814FDDD7A743}"/>
              </a:ext>
            </a:extLst>
          </p:cNvPr>
          <p:cNvSpPr/>
          <p:nvPr/>
        </p:nvSpPr>
        <p:spPr>
          <a:xfrm>
            <a:off x="5842000" y="3174058"/>
            <a:ext cx="5493901" cy="702370"/>
          </a:xfrm>
          <a:prstGeom prst="rect">
            <a:avLst/>
          </a:prstGeom>
        </p:spPr>
        <p:txBody>
          <a:bodyPr wrap="square" lIns="121917" tIns="60959" rIns="121917" bIns="60959">
            <a:spAutoFit/>
          </a:bodyPr>
          <a:lstStyle/>
          <a:p>
            <a:pPr>
              <a:lnSpc>
                <a:spcPct val="150000"/>
              </a:lnSpc>
            </a:pPr>
            <a:r>
              <a:rPr lang="zh-CN" altLang="en-US" sz="1333" spc="300">
                <a:solidFill>
                  <a:schemeClr val="bg1">
                    <a:lumMod val="50000"/>
                  </a:schemeClr>
                </a:solidFill>
                <a:cs typeface="+mn-ea"/>
                <a:sym typeface="+mn-lt"/>
              </a:rPr>
              <a:t>点击输入简要文字内容，文字内容需概括精炼，不用多余的文字修饰，言简意赅的说明该项内容</a:t>
            </a:r>
            <a:endParaRPr lang="zh-CN" altLang="en-US" sz="2133">
              <a:solidFill>
                <a:schemeClr val="bg1">
                  <a:lumMod val="50000"/>
                </a:schemeClr>
              </a:solidFill>
              <a:cs typeface="+mn-ea"/>
              <a:sym typeface="+mn-lt"/>
            </a:endParaRPr>
          </a:p>
        </p:txBody>
      </p:sp>
      <p:sp>
        <p:nvSpPr>
          <p:cNvPr id="5" name="Text Box 7">
            <a:extLst>
              <a:ext uri="{FF2B5EF4-FFF2-40B4-BE49-F238E27FC236}">
                <a16:creationId xmlns:a16="http://schemas.microsoft.com/office/drawing/2014/main" id="{3DC72705-4BEA-4546-9FCB-EC297243808D}"/>
              </a:ext>
            </a:extLst>
          </p:cNvPr>
          <p:cNvSpPr txBox="1">
            <a:spLocks noChangeArrowheads="1"/>
          </p:cNvSpPr>
          <p:nvPr/>
        </p:nvSpPr>
        <p:spPr bwMode="auto">
          <a:xfrm>
            <a:off x="2173536" y="1685936"/>
            <a:ext cx="2450670" cy="2441564"/>
          </a:xfrm>
          <a:prstGeom prst="rect">
            <a:avLst/>
          </a:prstGeom>
          <a:noFill/>
          <a:ln w="9525">
            <a:noFill/>
            <a:miter lim="800000"/>
          </a:ln>
        </p:spPr>
        <p:txBody>
          <a:bodyPr wrap="none" lIns="60959" tIns="30479" rIns="60959" bIns="30479">
            <a:spAutoFit/>
          </a:bodyPr>
          <a:lstStyle/>
          <a:p>
            <a:pPr algn="ctr" defTabSz="1088223"/>
            <a:r>
              <a:rPr lang="en-US" altLang="zh-CN" sz="15466" kern="0">
                <a:solidFill>
                  <a:schemeClr val="bg1"/>
                </a:solidFill>
                <a:effectLst>
                  <a:outerShdw blurRad="38100" dist="38100" dir="2700000" algn="tl">
                    <a:srgbClr val="000000">
                      <a:alpha val="43137"/>
                    </a:srgbClr>
                  </a:outerShdw>
                </a:effectLst>
                <a:cs typeface="+mn-ea"/>
                <a:sym typeface="+mn-lt"/>
              </a:rPr>
              <a:t>01</a:t>
            </a:r>
            <a:endParaRPr lang="en-CA" sz="15466" spc="-151">
              <a:solidFill>
                <a:schemeClr val="bg1"/>
              </a:solidFill>
              <a:effectLst>
                <a:outerShdw blurRad="38100" dist="38100" dir="2700000" algn="tl">
                  <a:srgbClr val="000000">
                    <a:alpha val="43137"/>
                  </a:srgbClr>
                </a:outerShdw>
              </a:effectLst>
              <a:cs typeface="+mn-ea"/>
              <a:sym typeface="+mn-lt"/>
            </a:endParaRPr>
          </a:p>
        </p:txBody>
      </p:sp>
      <p:grpSp>
        <p:nvGrpSpPr>
          <p:cNvPr id="6" name="组合 5">
            <a:extLst>
              <a:ext uri="{FF2B5EF4-FFF2-40B4-BE49-F238E27FC236}">
                <a16:creationId xmlns:a16="http://schemas.microsoft.com/office/drawing/2014/main" id="{7848FF5C-5400-46B8-907F-78C57DFC511A}"/>
              </a:ext>
            </a:extLst>
          </p:cNvPr>
          <p:cNvGrpSpPr/>
          <p:nvPr/>
        </p:nvGrpSpPr>
        <p:grpSpPr>
          <a:xfrm rot="10800000" flipH="1">
            <a:off x="-520700" y="4127500"/>
            <a:ext cx="12725400" cy="2730499"/>
            <a:chOff x="2241547" y="-1"/>
            <a:chExt cx="9950451" cy="3972515"/>
          </a:xfrm>
        </p:grpSpPr>
        <p:sp>
          <p:nvSpPr>
            <p:cNvPr id="7" name="Freeform 68">
              <a:extLst>
                <a:ext uri="{FF2B5EF4-FFF2-40B4-BE49-F238E27FC236}">
                  <a16:creationId xmlns:a16="http://schemas.microsoft.com/office/drawing/2014/main" id="{26C57696-D386-4EA9-9227-E71A83A72FFA}"/>
                </a:ext>
              </a:extLst>
            </p:cNvPr>
            <p:cNvSpPr/>
            <p:nvPr userDrawn="1"/>
          </p:nvSpPr>
          <p:spPr bwMode="auto">
            <a:xfrm>
              <a:off x="2241547" y="-1"/>
              <a:ext cx="9950451" cy="3972515"/>
            </a:xfrm>
            <a:custGeom>
              <a:avLst/>
              <a:gdLst>
                <a:gd name="T0" fmla="*/ 1346 w 1346"/>
                <a:gd name="T1" fmla="*/ 352 h 518"/>
                <a:gd name="T2" fmla="*/ 814 w 1346"/>
                <a:gd name="T3" fmla="*/ 346 h 518"/>
                <a:gd name="T4" fmla="*/ 0 w 1346"/>
                <a:gd name="T5" fmla="*/ 0 h 518"/>
                <a:gd name="T6" fmla="*/ 1346 w 1346"/>
                <a:gd name="T7" fmla="*/ 0 h 518"/>
                <a:gd name="T8" fmla="*/ 1346 w 1346"/>
                <a:gd name="T9" fmla="*/ 352 h 518"/>
              </a:gdLst>
              <a:ahLst/>
              <a:cxnLst>
                <a:cxn ang="0">
                  <a:pos x="T0" y="T1"/>
                </a:cxn>
                <a:cxn ang="0">
                  <a:pos x="T2" y="T3"/>
                </a:cxn>
                <a:cxn ang="0">
                  <a:pos x="T4" y="T5"/>
                </a:cxn>
                <a:cxn ang="0">
                  <a:pos x="T6" y="T7"/>
                </a:cxn>
                <a:cxn ang="0">
                  <a:pos x="T8" y="T9"/>
                </a:cxn>
              </a:cxnLst>
              <a:rect l="0" t="0" r="r" b="b"/>
              <a:pathLst>
                <a:path w="1346" h="518">
                  <a:moveTo>
                    <a:pt x="1346" y="352"/>
                  </a:moveTo>
                  <a:cubicBezTo>
                    <a:pt x="1346" y="352"/>
                    <a:pt x="1151" y="518"/>
                    <a:pt x="814" y="346"/>
                  </a:cubicBezTo>
                  <a:cubicBezTo>
                    <a:pt x="576" y="224"/>
                    <a:pt x="312" y="0"/>
                    <a:pt x="0" y="0"/>
                  </a:cubicBezTo>
                  <a:cubicBezTo>
                    <a:pt x="1346" y="0"/>
                    <a:pt x="1346" y="0"/>
                    <a:pt x="1346" y="0"/>
                  </a:cubicBezTo>
                  <a:lnTo>
                    <a:pt x="1346" y="352"/>
                  </a:lnTo>
                  <a:close/>
                </a:path>
              </a:pathLst>
            </a:custGeom>
            <a:gradFill>
              <a:gsLst>
                <a:gs pos="18000">
                  <a:schemeClr val="accent1">
                    <a:lumMod val="60000"/>
                    <a:lumOff val="40000"/>
                  </a:schemeClr>
                </a:gs>
                <a:gs pos="58000">
                  <a:schemeClr val="accent1"/>
                </a:gs>
              </a:gsLst>
              <a:lin ang="18900000" scaled="1"/>
            </a:gradFill>
            <a:ln>
              <a:noFill/>
            </a:ln>
          </p:spPr>
          <p:txBody>
            <a:bodyPr vert="horz" wrap="square" lIns="121920" tIns="60960" rIns="121920" bIns="60960" numCol="1" anchor="t" anchorCtr="0" compatLnSpc="1">
              <a:prstTxWarp prst="textNoShape">
                <a:avLst/>
              </a:prstTxWarp>
            </a:bodyPr>
            <a:lstStyle/>
            <a:p>
              <a:endParaRPr lang="zh-CN" altLang="en-US" sz="2400">
                <a:cs typeface="+mn-ea"/>
                <a:sym typeface="+mn-lt"/>
              </a:endParaRPr>
            </a:p>
          </p:txBody>
        </p:sp>
        <p:sp>
          <p:nvSpPr>
            <p:cNvPr id="8" name="Freeform 69">
              <a:extLst>
                <a:ext uri="{FF2B5EF4-FFF2-40B4-BE49-F238E27FC236}">
                  <a16:creationId xmlns:a16="http://schemas.microsoft.com/office/drawing/2014/main" id="{B8F8B653-5C82-4FAB-977A-095BE661E8A3}"/>
                </a:ext>
              </a:extLst>
            </p:cNvPr>
            <p:cNvSpPr/>
            <p:nvPr userDrawn="1"/>
          </p:nvSpPr>
          <p:spPr bwMode="auto">
            <a:xfrm>
              <a:off x="6162062" y="-1"/>
              <a:ext cx="6029936" cy="2328077"/>
            </a:xfrm>
            <a:custGeom>
              <a:avLst/>
              <a:gdLst>
                <a:gd name="T0" fmla="*/ 773 w 773"/>
                <a:gd name="T1" fmla="*/ 0 h 318"/>
                <a:gd name="T2" fmla="*/ 773 w 773"/>
                <a:gd name="T3" fmla="*/ 316 h 318"/>
                <a:gd name="T4" fmla="*/ 0 w 773"/>
                <a:gd name="T5" fmla="*/ 0 h 318"/>
                <a:gd name="T6" fmla="*/ 773 w 773"/>
                <a:gd name="T7" fmla="*/ 0 h 318"/>
              </a:gdLst>
              <a:ahLst/>
              <a:cxnLst>
                <a:cxn ang="0">
                  <a:pos x="T0" y="T1"/>
                </a:cxn>
                <a:cxn ang="0">
                  <a:pos x="T2" y="T3"/>
                </a:cxn>
                <a:cxn ang="0">
                  <a:pos x="T4" y="T5"/>
                </a:cxn>
                <a:cxn ang="0">
                  <a:pos x="T6" y="T7"/>
                </a:cxn>
              </a:cxnLst>
              <a:rect l="0" t="0" r="r" b="b"/>
              <a:pathLst>
                <a:path w="773" h="318">
                  <a:moveTo>
                    <a:pt x="773" y="0"/>
                  </a:moveTo>
                  <a:cubicBezTo>
                    <a:pt x="773" y="316"/>
                    <a:pt x="773" y="316"/>
                    <a:pt x="773" y="316"/>
                  </a:cubicBezTo>
                  <a:cubicBezTo>
                    <a:pt x="642" y="318"/>
                    <a:pt x="266" y="294"/>
                    <a:pt x="0" y="0"/>
                  </a:cubicBezTo>
                  <a:lnTo>
                    <a:pt x="773" y="0"/>
                  </a:lnTo>
                  <a:close/>
                </a:path>
              </a:pathLst>
            </a:custGeom>
            <a:gradFill flip="none" rotWithShape="1">
              <a:gsLst>
                <a:gs pos="15000">
                  <a:schemeClr val="accent2"/>
                </a:gs>
                <a:gs pos="91000">
                  <a:schemeClr val="accent1"/>
                </a:gs>
              </a:gsLst>
              <a:lin ang="18900000" scaled="1"/>
            </a:gradFill>
            <a:ln>
              <a:noFill/>
            </a:ln>
          </p:spPr>
          <p:txBody>
            <a:bodyPr vert="horz" wrap="square" lIns="121920" tIns="60960" rIns="121920" bIns="60960" numCol="1" anchor="t" anchorCtr="0" compatLnSpc="1">
              <a:prstTxWarp prst="textNoShape">
                <a:avLst/>
              </a:prstTxWarp>
            </a:bodyPr>
            <a:lstStyle/>
            <a:p>
              <a:endParaRPr lang="zh-CN" altLang="en-US" sz="2400">
                <a:cs typeface="+mn-ea"/>
                <a:sym typeface="+mn-lt"/>
              </a:endParaRPr>
            </a:p>
          </p:txBody>
        </p:sp>
      </p:grpSp>
      <p:sp>
        <p:nvSpPr>
          <p:cNvPr id="9" name="文本框 10">
            <a:extLst>
              <a:ext uri="{FF2B5EF4-FFF2-40B4-BE49-F238E27FC236}">
                <a16:creationId xmlns:a16="http://schemas.microsoft.com/office/drawing/2014/main" id="{AA8D6FF0-330A-4EB4-9960-1AE998EE3F97}"/>
              </a:ext>
            </a:extLst>
          </p:cNvPr>
          <p:cNvSpPr txBox="1"/>
          <p:nvPr/>
        </p:nvSpPr>
        <p:spPr bwMode="auto">
          <a:xfrm>
            <a:off x="5858950" y="2358380"/>
            <a:ext cx="4000773" cy="707886"/>
          </a:xfrm>
          <a:prstGeom prst="rect">
            <a:avLst/>
          </a:prstGeom>
          <a:noFill/>
        </p:spPr>
        <p:txBody>
          <a:bodyPr wrap="square" lIns="91440" tIns="45720" rIns="91440" bIns="45720">
            <a:spAutoFit/>
            <a:scene3d>
              <a:camera prst="orthographicFront"/>
              <a:lightRig rig="threePt" dir="t"/>
            </a:scene3d>
            <a:sp3d contourW="12700"/>
          </a:bodyPr>
          <a:lstStyle>
            <a:defPPr>
              <a:defRPr lang="en-US"/>
            </a:defPPr>
            <a:lvl1pPr>
              <a:defRPr sz="2800" b="1" spc="300">
                <a:solidFill>
                  <a:schemeClr val="tx1">
                    <a:lumMod val="85000"/>
                    <a:lumOff val="15000"/>
                  </a:schemeClr>
                </a:solidFill>
                <a:latin typeface="微软雅黑" panose="020F0302020204030204"/>
                <a:ea typeface="微软雅黑"/>
                <a:cs typeface="Segoe UI Light" panose="020B0502040204020203" pitchFamily="34" charset="0"/>
              </a:defRPr>
            </a:lvl1pPr>
          </a:lstStyle>
          <a:p>
            <a:pPr>
              <a:defRPr/>
            </a:pPr>
            <a:r>
              <a:rPr lang="zh-CN" altLang="en-US" sz="4000">
                <a:solidFill>
                  <a:schemeClr val="tx1">
                    <a:lumMod val="75000"/>
                    <a:lumOff val="25000"/>
                  </a:schemeClr>
                </a:solidFill>
                <a:latin typeface="+mn-lt"/>
                <a:ea typeface="+mn-ea"/>
                <a:cs typeface="+mn-ea"/>
                <a:sym typeface="+mn-lt"/>
              </a:rPr>
              <a:t>标题文字添加</a:t>
            </a:r>
          </a:p>
        </p:txBody>
      </p:sp>
      <p:sp>
        <p:nvSpPr>
          <p:cNvPr id="17" name="Circle">
            <a:extLst>
              <a:ext uri="{FF2B5EF4-FFF2-40B4-BE49-F238E27FC236}">
                <a16:creationId xmlns:a16="http://schemas.microsoft.com/office/drawing/2014/main" id="{ACFCBED2-BB80-B747-920D-FBD48E407B3E}"/>
              </a:ext>
            </a:extLst>
          </p:cNvPr>
          <p:cNvSpPr/>
          <p:nvPr/>
        </p:nvSpPr>
        <p:spPr>
          <a:xfrm>
            <a:off x="856099" y="4851137"/>
            <a:ext cx="1076920" cy="1076920"/>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8" name="Circle">
            <a:extLst>
              <a:ext uri="{FF2B5EF4-FFF2-40B4-BE49-F238E27FC236}">
                <a16:creationId xmlns:a16="http://schemas.microsoft.com/office/drawing/2014/main" id="{C62A2372-E1C5-CC4F-A046-0C7458C17B6F}"/>
              </a:ext>
            </a:extLst>
          </p:cNvPr>
          <p:cNvSpPr/>
          <p:nvPr/>
        </p:nvSpPr>
        <p:spPr>
          <a:xfrm>
            <a:off x="1089673" y="452379"/>
            <a:ext cx="362943" cy="362943"/>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9" name="Circle">
            <a:extLst>
              <a:ext uri="{FF2B5EF4-FFF2-40B4-BE49-F238E27FC236}">
                <a16:creationId xmlns:a16="http://schemas.microsoft.com/office/drawing/2014/main" id="{F7CEEFF1-A07D-5543-854B-C7311F49D78A}"/>
              </a:ext>
            </a:extLst>
          </p:cNvPr>
          <p:cNvSpPr/>
          <p:nvPr/>
        </p:nvSpPr>
        <p:spPr>
          <a:xfrm>
            <a:off x="10163150" y="-1439117"/>
            <a:ext cx="4966380" cy="4966380"/>
          </a:xfrm>
          <a:prstGeom prst="ellipse">
            <a:avLst/>
          </a:prstGeom>
          <a:ln w="12700">
            <a:solidFill>
              <a:schemeClr val="bg1">
                <a:lumMod val="65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21" name="Circle">
            <a:extLst>
              <a:ext uri="{FF2B5EF4-FFF2-40B4-BE49-F238E27FC236}">
                <a16:creationId xmlns:a16="http://schemas.microsoft.com/office/drawing/2014/main" id="{C529E2AF-266D-124F-AC19-E59BE1D5E128}"/>
              </a:ext>
            </a:extLst>
          </p:cNvPr>
          <p:cNvSpPr/>
          <p:nvPr/>
        </p:nvSpPr>
        <p:spPr>
          <a:xfrm>
            <a:off x="9957435" y="1138502"/>
            <a:ext cx="411430" cy="411430"/>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Tree>
    <p:extLst>
      <p:ext uri="{BB962C8B-B14F-4D97-AF65-F5344CB8AC3E}">
        <p14:creationId xmlns:p14="http://schemas.microsoft.com/office/powerpoint/2010/main" val="40483971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nodeType="afterGroup">
                            <p:stCondLst>
                              <p:cond delay="500"/>
                            </p:stCondLst>
                            <p:childTnLst>
                              <p:par>
                                <p:cTn id="11" presetID="12" presetClass="entr" presetSubtype="2"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slide(fromRight)">
                                      <p:cBhvr>
                                        <p:cTn id="13" dur="500"/>
                                        <p:tgtEl>
                                          <p:spTgt spid="3"/>
                                        </p:tgtEl>
                                      </p:cBhvr>
                                    </p:animEffect>
                                  </p:childTnLst>
                                </p:cTn>
                              </p:par>
                            </p:childTnLst>
                          </p:cTn>
                        </p:par>
                        <p:par>
                          <p:cTn id="14" fill="hold" nodeType="afterGroup">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par>
                          <p:cTn id="18" fill="hold" nodeType="afterGroup">
                            <p:stCondLst>
                              <p:cond delay="1500"/>
                            </p:stCondLst>
                            <p:childTnLst>
                              <p:par>
                                <p:cTn id="19" presetID="14" presetClass="entr" presetSubtype="1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randombar(horizontal)">
                                      <p:cBhvr>
                                        <p:cTn id="21" dur="500"/>
                                        <p:tgtEl>
                                          <p:spTgt spid="4"/>
                                        </p:tgtEl>
                                      </p:cBhvr>
                                    </p:animEffect>
                                  </p:childTnLst>
                                </p:cTn>
                              </p:par>
                            </p:childTnLst>
                          </p:cTn>
                        </p:par>
                        <p:par>
                          <p:cTn id="22" fill="hold" nodeType="afterGroup">
                            <p:stCondLst>
                              <p:cond delay="2000"/>
                            </p:stCondLst>
                            <p:childTnLst>
                              <p:par>
                                <p:cTn id="23" presetID="31" presetClass="entr" presetSubtype="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1000" fill="hold"/>
                                        <p:tgtEl>
                                          <p:spTgt spid="15"/>
                                        </p:tgtEl>
                                        <p:attrNameLst>
                                          <p:attrName>ppt_w</p:attrName>
                                        </p:attrNameLst>
                                      </p:cBhvr>
                                      <p:tavLst>
                                        <p:tav tm="0">
                                          <p:val>
                                            <p:fltVal val="0"/>
                                          </p:val>
                                        </p:tav>
                                        <p:tav tm="100000">
                                          <p:val>
                                            <p:strVal val="#ppt_w"/>
                                          </p:val>
                                        </p:tav>
                                      </p:tavLst>
                                    </p:anim>
                                    <p:anim calcmode="lin" valueType="num">
                                      <p:cBhvr>
                                        <p:cTn id="26" dur="1000" fill="hold"/>
                                        <p:tgtEl>
                                          <p:spTgt spid="15"/>
                                        </p:tgtEl>
                                        <p:attrNameLst>
                                          <p:attrName>ppt_h</p:attrName>
                                        </p:attrNameLst>
                                      </p:cBhvr>
                                      <p:tavLst>
                                        <p:tav tm="0">
                                          <p:val>
                                            <p:fltVal val="0"/>
                                          </p:val>
                                        </p:tav>
                                        <p:tav tm="100000">
                                          <p:val>
                                            <p:strVal val="#ppt_h"/>
                                          </p:val>
                                        </p:tav>
                                      </p:tavLst>
                                    </p:anim>
                                    <p:anim calcmode="lin" valueType="num">
                                      <p:cBhvr>
                                        <p:cTn id="27" dur="1000" fill="hold"/>
                                        <p:tgtEl>
                                          <p:spTgt spid="15"/>
                                        </p:tgtEl>
                                        <p:attrNameLst>
                                          <p:attrName>style.rotation</p:attrName>
                                        </p:attrNameLst>
                                      </p:cBhvr>
                                      <p:tavLst>
                                        <p:tav tm="0">
                                          <p:val>
                                            <p:fltVal val="90"/>
                                          </p:val>
                                        </p:tav>
                                        <p:tav tm="100000">
                                          <p:val>
                                            <p:fltVal val="0"/>
                                          </p:val>
                                        </p:tav>
                                      </p:tavLst>
                                    </p:anim>
                                    <p:animEffect transition="in" filter="fade">
                                      <p:cBhvr>
                                        <p:cTn id="28" dur="1000"/>
                                        <p:tgtEl>
                                          <p:spTgt spid="15"/>
                                        </p:tgtEl>
                                      </p:cBhvr>
                                    </p:animEffect>
                                  </p:childTnLst>
                                </p:cTn>
                              </p:par>
                            </p:childTnLst>
                          </p:cTn>
                        </p:par>
                        <p:par>
                          <p:cTn id="29" fill="hold" nodeType="afterGroup">
                            <p:stCondLst>
                              <p:cond delay="3000"/>
                            </p:stCondLst>
                            <p:childTnLst>
                              <p:par>
                                <p:cTn id="30" presetID="31" presetClass="entr" presetSubtype="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1000" fill="hold"/>
                                        <p:tgtEl>
                                          <p:spTgt spid="17"/>
                                        </p:tgtEl>
                                        <p:attrNameLst>
                                          <p:attrName>ppt_w</p:attrName>
                                        </p:attrNameLst>
                                      </p:cBhvr>
                                      <p:tavLst>
                                        <p:tav tm="0">
                                          <p:val>
                                            <p:fltVal val="0"/>
                                          </p:val>
                                        </p:tav>
                                        <p:tav tm="100000">
                                          <p:val>
                                            <p:strVal val="#ppt_w"/>
                                          </p:val>
                                        </p:tav>
                                      </p:tavLst>
                                    </p:anim>
                                    <p:anim calcmode="lin" valueType="num">
                                      <p:cBhvr>
                                        <p:cTn id="33" dur="1000" fill="hold"/>
                                        <p:tgtEl>
                                          <p:spTgt spid="17"/>
                                        </p:tgtEl>
                                        <p:attrNameLst>
                                          <p:attrName>ppt_h</p:attrName>
                                        </p:attrNameLst>
                                      </p:cBhvr>
                                      <p:tavLst>
                                        <p:tav tm="0">
                                          <p:val>
                                            <p:fltVal val="0"/>
                                          </p:val>
                                        </p:tav>
                                        <p:tav tm="100000">
                                          <p:val>
                                            <p:strVal val="#ppt_h"/>
                                          </p:val>
                                        </p:tav>
                                      </p:tavLst>
                                    </p:anim>
                                    <p:anim calcmode="lin" valueType="num">
                                      <p:cBhvr>
                                        <p:cTn id="34" dur="1000" fill="hold"/>
                                        <p:tgtEl>
                                          <p:spTgt spid="17"/>
                                        </p:tgtEl>
                                        <p:attrNameLst>
                                          <p:attrName>style.rotation</p:attrName>
                                        </p:attrNameLst>
                                      </p:cBhvr>
                                      <p:tavLst>
                                        <p:tav tm="0">
                                          <p:val>
                                            <p:fltVal val="90"/>
                                          </p:val>
                                        </p:tav>
                                        <p:tav tm="100000">
                                          <p:val>
                                            <p:fltVal val="0"/>
                                          </p:val>
                                        </p:tav>
                                      </p:tavLst>
                                    </p:anim>
                                    <p:animEffect transition="in" filter="fade">
                                      <p:cBhvr>
                                        <p:cTn id="35" dur="1000"/>
                                        <p:tgtEl>
                                          <p:spTgt spid="17"/>
                                        </p:tgtEl>
                                      </p:cBhvr>
                                    </p:animEffect>
                                  </p:childTnLst>
                                </p:cTn>
                              </p:par>
                            </p:childTnLst>
                          </p:cTn>
                        </p:par>
                        <p:par>
                          <p:cTn id="36" fill="hold" nodeType="afterGroup">
                            <p:stCondLst>
                              <p:cond delay="4000"/>
                            </p:stCondLst>
                            <p:childTnLst>
                              <p:par>
                                <p:cTn id="37" presetID="31" presetClass="entr" presetSubtype="0"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p:cTn id="39" dur="1000" fill="hold"/>
                                        <p:tgtEl>
                                          <p:spTgt spid="18"/>
                                        </p:tgtEl>
                                        <p:attrNameLst>
                                          <p:attrName>ppt_w</p:attrName>
                                        </p:attrNameLst>
                                      </p:cBhvr>
                                      <p:tavLst>
                                        <p:tav tm="0">
                                          <p:val>
                                            <p:fltVal val="0"/>
                                          </p:val>
                                        </p:tav>
                                        <p:tav tm="100000">
                                          <p:val>
                                            <p:strVal val="#ppt_w"/>
                                          </p:val>
                                        </p:tav>
                                      </p:tavLst>
                                    </p:anim>
                                    <p:anim calcmode="lin" valueType="num">
                                      <p:cBhvr>
                                        <p:cTn id="40" dur="1000" fill="hold"/>
                                        <p:tgtEl>
                                          <p:spTgt spid="18"/>
                                        </p:tgtEl>
                                        <p:attrNameLst>
                                          <p:attrName>ppt_h</p:attrName>
                                        </p:attrNameLst>
                                      </p:cBhvr>
                                      <p:tavLst>
                                        <p:tav tm="0">
                                          <p:val>
                                            <p:fltVal val="0"/>
                                          </p:val>
                                        </p:tav>
                                        <p:tav tm="100000">
                                          <p:val>
                                            <p:strVal val="#ppt_h"/>
                                          </p:val>
                                        </p:tav>
                                      </p:tavLst>
                                    </p:anim>
                                    <p:anim calcmode="lin" valueType="num">
                                      <p:cBhvr>
                                        <p:cTn id="41" dur="1000" fill="hold"/>
                                        <p:tgtEl>
                                          <p:spTgt spid="18"/>
                                        </p:tgtEl>
                                        <p:attrNameLst>
                                          <p:attrName>style.rotation</p:attrName>
                                        </p:attrNameLst>
                                      </p:cBhvr>
                                      <p:tavLst>
                                        <p:tav tm="0">
                                          <p:val>
                                            <p:fltVal val="90"/>
                                          </p:val>
                                        </p:tav>
                                        <p:tav tm="100000">
                                          <p:val>
                                            <p:fltVal val="0"/>
                                          </p:val>
                                        </p:tav>
                                      </p:tavLst>
                                    </p:anim>
                                    <p:animEffect transition="in" filter="fade">
                                      <p:cBhvr>
                                        <p:cTn id="42" dur="1000"/>
                                        <p:tgtEl>
                                          <p:spTgt spid="18"/>
                                        </p:tgtEl>
                                      </p:cBhvr>
                                    </p:animEffect>
                                  </p:childTnLst>
                                </p:cTn>
                              </p:par>
                            </p:childTnLst>
                          </p:cTn>
                        </p:par>
                      </p:childTnLst>
                    </p:cTn>
                  </p:par>
                  <p:par>
                    <p:cTn id="43" fill="hold" nodeType="clickPar">
                      <p:stCondLst>
                        <p:cond delay="indefinite"/>
                      </p:stCondLst>
                      <p:childTnLst>
                        <p:par>
                          <p:cTn id="44" fill="hold" nodeType="afterGroup">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1000" fill="hold"/>
                                        <p:tgtEl>
                                          <p:spTgt spid="19"/>
                                        </p:tgtEl>
                                        <p:attrNameLst>
                                          <p:attrName>ppt_w</p:attrName>
                                        </p:attrNameLst>
                                      </p:cBhvr>
                                      <p:tavLst>
                                        <p:tav tm="0">
                                          <p:val>
                                            <p:fltVal val="0"/>
                                          </p:val>
                                        </p:tav>
                                        <p:tav tm="100000">
                                          <p:val>
                                            <p:strVal val="#ppt_w"/>
                                          </p:val>
                                        </p:tav>
                                      </p:tavLst>
                                    </p:anim>
                                    <p:anim calcmode="lin" valueType="num">
                                      <p:cBhvr>
                                        <p:cTn id="48" dur="1000" fill="hold"/>
                                        <p:tgtEl>
                                          <p:spTgt spid="19"/>
                                        </p:tgtEl>
                                        <p:attrNameLst>
                                          <p:attrName>ppt_h</p:attrName>
                                        </p:attrNameLst>
                                      </p:cBhvr>
                                      <p:tavLst>
                                        <p:tav tm="0">
                                          <p:val>
                                            <p:fltVal val="0"/>
                                          </p:val>
                                        </p:tav>
                                        <p:tav tm="100000">
                                          <p:val>
                                            <p:strVal val="#ppt_h"/>
                                          </p:val>
                                        </p:tav>
                                      </p:tavLst>
                                    </p:anim>
                                    <p:anim calcmode="lin" valueType="num">
                                      <p:cBhvr>
                                        <p:cTn id="49" dur="1000" fill="hold"/>
                                        <p:tgtEl>
                                          <p:spTgt spid="19"/>
                                        </p:tgtEl>
                                        <p:attrNameLst>
                                          <p:attrName>style.rotation</p:attrName>
                                        </p:attrNameLst>
                                      </p:cBhvr>
                                      <p:tavLst>
                                        <p:tav tm="0">
                                          <p:val>
                                            <p:fltVal val="90"/>
                                          </p:val>
                                        </p:tav>
                                        <p:tav tm="100000">
                                          <p:val>
                                            <p:fltVal val="0"/>
                                          </p:val>
                                        </p:tav>
                                      </p:tavLst>
                                    </p:anim>
                                    <p:animEffect transition="in" filter="fade">
                                      <p:cBhvr>
                                        <p:cTn id="50" dur="1000"/>
                                        <p:tgtEl>
                                          <p:spTgt spid="19"/>
                                        </p:tgtEl>
                                      </p:cBhvr>
                                    </p:animEffect>
                                  </p:childTnLst>
                                </p:cTn>
                              </p:par>
                              <p:par>
                                <p:cTn id="51" presetID="3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p:cTn id="53" dur="1000" fill="hold"/>
                                        <p:tgtEl>
                                          <p:spTgt spid="21"/>
                                        </p:tgtEl>
                                        <p:attrNameLst>
                                          <p:attrName>ppt_w</p:attrName>
                                        </p:attrNameLst>
                                      </p:cBhvr>
                                      <p:tavLst>
                                        <p:tav tm="0">
                                          <p:val>
                                            <p:fltVal val="0"/>
                                          </p:val>
                                        </p:tav>
                                        <p:tav tm="100000">
                                          <p:val>
                                            <p:strVal val="#ppt_w"/>
                                          </p:val>
                                        </p:tav>
                                      </p:tavLst>
                                    </p:anim>
                                    <p:anim calcmode="lin" valueType="num">
                                      <p:cBhvr>
                                        <p:cTn id="54" dur="1000" fill="hold"/>
                                        <p:tgtEl>
                                          <p:spTgt spid="21"/>
                                        </p:tgtEl>
                                        <p:attrNameLst>
                                          <p:attrName>ppt_h</p:attrName>
                                        </p:attrNameLst>
                                      </p:cBhvr>
                                      <p:tavLst>
                                        <p:tav tm="0">
                                          <p:val>
                                            <p:fltVal val="0"/>
                                          </p:val>
                                        </p:tav>
                                        <p:tav tm="100000">
                                          <p:val>
                                            <p:strVal val="#ppt_h"/>
                                          </p:val>
                                        </p:tav>
                                      </p:tavLst>
                                    </p:anim>
                                    <p:anim calcmode="lin" valueType="num">
                                      <p:cBhvr>
                                        <p:cTn id="55" dur="1000" fill="hold"/>
                                        <p:tgtEl>
                                          <p:spTgt spid="21"/>
                                        </p:tgtEl>
                                        <p:attrNameLst>
                                          <p:attrName>style.rotation</p:attrName>
                                        </p:attrNameLst>
                                      </p:cBhvr>
                                      <p:tavLst>
                                        <p:tav tm="0">
                                          <p:val>
                                            <p:fltVal val="90"/>
                                          </p:val>
                                        </p:tav>
                                        <p:tav tm="100000">
                                          <p:val>
                                            <p:fltVal val="0"/>
                                          </p:val>
                                        </p:tav>
                                      </p:tavLst>
                                    </p:anim>
                                    <p:animEffect transition="in" filter="fade">
                                      <p:cBhvr>
                                        <p:cTn id="56"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 grpId="0"/>
      <p:bldP spid="4" grpId="0"/>
      <p:bldP spid="5" grpId="0"/>
      <p:bldP spid="9" grpId="0"/>
      <p:bldP spid="17" grpId="0" animBg="1"/>
      <p:bldP spid="18" grpId="0" animBg="1"/>
      <p:bldP spid="19"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a:extLst>
              <a:ext uri="{FF2B5EF4-FFF2-40B4-BE49-F238E27FC236}">
                <a16:creationId xmlns:a16="http://schemas.microsoft.com/office/drawing/2014/main" id="{9A8EDFD9-A7FD-42A7-8CA6-4283185A1A8E}"/>
              </a:ext>
            </a:extLst>
          </p:cNvPr>
          <p:cNvGrpSpPr/>
          <p:nvPr/>
        </p:nvGrpSpPr>
        <p:grpSpPr>
          <a:xfrm>
            <a:off x="-1691710" y="-2304740"/>
            <a:ext cx="17955868" cy="13898750"/>
            <a:chOff x="-1691710" y="-2304740"/>
            <a:chExt cx="17955868" cy="13898750"/>
          </a:xfrm>
        </p:grpSpPr>
        <p:sp>
          <p:nvSpPr>
            <p:cNvPr id="23" name="Circle">
              <a:extLst>
                <a:ext uri="{FF2B5EF4-FFF2-40B4-BE49-F238E27FC236}">
                  <a16:creationId xmlns:a16="http://schemas.microsoft.com/office/drawing/2014/main" id="{63E9939D-DD7A-4EBE-86F7-DEA07B2B305A}"/>
                </a:ext>
              </a:extLst>
            </p:cNvPr>
            <p:cNvSpPr/>
            <p:nvPr/>
          </p:nvSpPr>
          <p:spPr>
            <a:xfrm>
              <a:off x="4325223" y="-2304740"/>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24" name="Rectangle 19">
              <a:extLst>
                <a:ext uri="{FF2B5EF4-FFF2-40B4-BE49-F238E27FC236}">
                  <a16:creationId xmlns:a16="http://schemas.microsoft.com/office/drawing/2014/main" id="{6557D205-B0C7-4734-8FB9-5665D7BCC7D4}"/>
                </a:ext>
              </a:extLst>
            </p:cNvPr>
            <p:cNvSpPr/>
            <p:nvPr/>
          </p:nvSpPr>
          <p:spPr>
            <a:xfrm>
              <a:off x="4152214" y="175783"/>
              <a:ext cx="3995676" cy="469633"/>
            </a:xfrm>
            <a:prstGeom prst="rect">
              <a:avLst/>
            </a:prstGeom>
          </p:spPr>
          <p:txBody>
            <a:bodyPr wrap="none" lIns="0" tIns="0" rIns="0" bIns="0">
              <a:noAutofit/>
            </a:bodyPr>
            <a:lstStyle/>
            <a:p>
              <a:pPr algn="ctr"/>
              <a:r>
                <a:rPr lang="zh-CN" altLang="en-US" sz="2000" b="1" spc="1200">
                  <a:solidFill>
                    <a:schemeClr val="bg1"/>
                  </a:solidFill>
                  <a:cs typeface="+mn-ea"/>
                  <a:sym typeface="+mn-lt"/>
                </a:rPr>
                <a:t>输入你的标题</a:t>
              </a:r>
            </a:p>
          </p:txBody>
        </p:sp>
        <p:sp>
          <p:nvSpPr>
            <p:cNvPr id="25" name="Circle">
              <a:extLst>
                <a:ext uri="{FF2B5EF4-FFF2-40B4-BE49-F238E27FC236}">
                  <a16:creationId xmlns:a16="http://schemas.microsoft.com/office/drawing/2014/main" id="{0FAE7471-85EF-4C91-B4D1-A423619EF888}"/>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26" name="Circle">
              <a:extLst>
                <a:ext uri="{FF2B5EF4-FFF2-40B4-BE49-F238E27FC236}">
                  <a16:creationId xmlns:a16="http://schemas.microsoft.com/office/drawing/2014/main" id="{421D28B3-F8E1-41BD-AD97-0BE136A163D2}"/>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27" name="Circle">
              <a:extLst>
                <a:ext uri="{FF2B5EF4-FFF2-40B4-BE49-F238E27FC236}">
                  <a16:creationId xmlns:a16="http://schemas.microsoft.com/office/drawing/2014/main" id="{141B3F32-9447-4E97-96D8-8338B3A182C8}"/>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grpSp>
        <p:nvGrpSpPr>
          <p:cNvPr id="2" name="Group 97">
            <a:extLst>
              <a:ext uri="{FF2B5EF4-FFF2-40B4-BE49-F238E27FC236}">
                <a16:creationId xmlns:a16="http://schemas.microsoft.com/office/drawing/2014/main" id="{7E66031B-3755-4BB3-8979-4689821FDB1A}"/>
              </a:ext>
            </a:extLst>
          </p:cNvPr>
          <p:cNvGrpSpPr/>
          <p:nvPr/>
        </p:nvGrpSpPr>
        <p:grpSpPr>
          <a:xfrm rot="5400000">
            <a:off x="1022128" y="5116252"/>
            <a:ext cx="1181135" cy="54852"/>
            <a:chOff x="5071484" y="4559432"/>
            <a:chExt cx="1599308" cy="74272"/>
          </a:xfrm>
        </p:grpSpPr>
        <p:sp>
          <p:nvSpPr>
            <p:cNvPr id="3" name="Oval 98">
              <a:extLst>
                <a:ext uri="{FF2B5EF4-FFF2-40B4-BE49-F238E27FC236}">
                  <a16:creationId xmlns:a16="http://schemas.microsoft.com/office/drawing/2014/main" id="{48666250-9B6D-4F4C-87A1-F94F086F5798}"/>
                </a:ext>
              </a:extLst>
            </p:cNvPr>
            <p:cNvSpPr/>
            <p:nvPr/>
          </p:nvSpPr>
          <p:spPr>
            <a:xfrm>
              <a:off x="5834002" y="4559432"/>
              <a:ext cx="74272" cy="74272"/>
            </a:xfrm>
            <a:prstGeom prst="ellipse">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cs typeface="+mn-ea"/>
                <a:sym typeface="+mn-lt"/>
              </a:endParaRPr>
            </a:p>
          </p:txBody>
        </p:sp>
        <p:grpSp>
          <p:nvGrpSpPr>
            <p:cNvPr id="4" name="Group 99">
              <a:extLst>
                <a:ext uri="{FF2B5EF4-FFF2-40B4-BE49-F238E27FC236}">
                  <a16:creationId xmlns:a16="http://schemas.microsoft.com/office/drawing/2014/main" id="{9A723692-5CBC-4FC8-A605-E3098C0E090D}"/>
                </a:ext>
              </a:extLst>
            </p:cNvPr>
            <p:cNvGrpSpPr/>
            <p:nvPr/>
          </p:nvGrpSpPr>
          <p:grpSpPr>
            <a:xfrm>
              <a:off x="5071484" y="4596568"/>
              <a:ext cx="1599308" cy="0"/>
              <a:chOff x="5071484" y="4596568"/>
              <a:chExt cx="1599308" cy="0"/>
            </a:xfrm>
          </p:grpSpPr>
          <p:cxnSp>
            <p:nvCxnSpPr>
              <p:cNvPr id="5" name="Straight Connector 135">
                <a:extLst>
                  <a:ext uri="{FF2B5EF4-FFF2-40B4-BE49-F238E27FC236}">
                    <a16:creationId xmlns:a16="http://schemas.microsoft.com/office/drawing/2014/main" id="{F7D55C04-C99C-4420-946C-05D031D333C0}"/>
                  </a:ext>
                </a:extLst>
              </p:cNvPr>
              <p:cNvCxnSpPr>
                <a:endCxn id="3" idx="2"/>
              </p:cNvCxnSpPr>
              <p:nvPr/>
            </p:nvCxnSpPr>
            <p:spPr>
              <a:xfrm>
                <a:off x="5071484" y="4596568"/>
                <a:ext cx="76251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136">
                <a:extLst>
                  <a:ext uri="{FF2B5EF4-FFF2-40B4-BE49-F238E27FC236}">
                    <a16:creationId xmlns:a16="http://schemas.microsoft.com/office/drawing/2014/main" id="{4B4BB879-6098-4438-B448-4C5AB81D3B0F}"/>
                  </a:ext>
                </a:extLst>
              </p:cNvPr>
              <p:cNvCxnSpPr/>
              <p:nvPr/>
            </p:nvCxnSpPr>
            <p:spPr>
              <a:xfrm>
                <a:off x="5906886" y="4596568"/>
                <a:ext cx="763906"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sp>
        <p:nvSpPr>
          <p:cNvPr id="7" name="PA-文本框 42">
            <a:extLst>
              <a:ext uri="{FF2B5EF4-FFF2-40B4-BE49-F238E27FC236}">
                <a16:creationId xmlns:a16="http://schemas.microsoft.com/office/drawing/2014/main" id="{8DE2A48A-076C-4DEB-B20C-1806048A6E9A}"/>
              </a:ext>
            </a:extLst>
          </p:cNvPr>
          <p:cNvSpPr txBox="1"/>
          <p:nvPr>
            <p:custDataLst>
              <p:tags r:id="R4f859ab818d940fd"/>
            </p:custDataLst>
          </p:nvPr>
        </p:nvSpPr>
        <p:spPr>
          <a:xfrm>
            <a:off x="1785652" y="4891380"/>
            <a:ext cx="2401125" cy="81253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sz="1200">
                <a:latin typeface="+mn-lt"/>
                <a:ea typeface="+mn-ea"/>
                <a:cs typeface="+mn-ea"/>
                <a:sym typeface="+mn-lt"/>
              </a:rPr>
              <a:t>此处添加详细文本描述，建议与标题相关并符合整体语言风格，语言描述尽量简洁生动。</a:t>
            </a:r>
            <a:endParaRPr lang="id-ID" sz="1200">
              <a:latin typeface="+mn-lt"/>
              <a:ea typeface="+mn-ea"/>
              <a:cs typeface="+mn-ea"/>
              <a:sym typeface="+mn-lt"/>
            </a:endParaRPr>
          </a:p>
        </p:txBody>
      </p:sp>
      <p:sp>
        <p:nvSpPr>
          <p:cNvPr id="8" name="PA-文本框 6">
            <a:extLst>
              <a:ext uri="{FF2B5EF4-FFF2-40B4-BE49-F238E27FC236}">
                <a16:creationId xmlns:a16="http://schemas.microsoft.com/office/drawing/2014/main" id="{0B7DDA61-B314-4C13-800E-60B7F12F3232}"/>
              </a:ext>
            </a:extLst>
          </p:cNvPr>
          <p:cNvSpPr txBox="1"/>
          <p:nvPr>
            <p:custDataLst>
              <p:tags r:id="R052bbf590c0246c0"/>
            </p:custDataLst>
          </p:nvPr>
        </p:nvSpPr>
        <p:spPr>
          <a:xfrm>
            <a:off x="1807056" y="4522048"/>
            <a:ext cx="1449979" cy="369332"/>
          </a:xfrm>
          <a:prstGeom prst="rect">
            <a:avLst/>
          </a:prstGeom>
          <a:noFill/>
        </p:spPr>
        <p:txBody>
          <a:bodyPr wrap="square" rtlCol="0">
            <a:spAutoFit/>
          </a:bodyPr>
          <a:lstStyle/>
          <a:p>
            <a:r>
              <a:rPr lang="zh-CN" altLang="en-US" b="1">
                <a:solidFill>
                  <a:schemeClr val="bg1">
                    <a:lumMod val="50000"/>
                  </a:schemeClr>
                </a:solidFill>
                <a:cs typeface="+mn-ea"/>
                <a:sym typeface="+mn-lt"/>
              </a:rPr>
              <a:t>X副标题</a:t>
            </a:r>
            <a:endParaRPr lang="en-US" altLang="zh-CN" b="1">
              <a:solidFill>
                <a:schemeClr val="bg1">
                  <a:lumMod val="50000"/>
                </a:schemeClr>
              </a:solidFill>
              <a:cs typeface="+mn-ea"/>
              <a:sym typeface="+mn-lt"/>
            </a:endParaRPr>
          </a:p>
        </p:txBody>
      </p:sp>
      <p:sp>
        <p:nvSpPr>
          <p:cNvPr id="9" name="椭圆 8">
            <a:extLst>
              <a:ext uri="{FF2B5EF4-FFF2-40B4-BE49-F238E27FC236}">
                <a16:creationId xmlns:a16="http://schemas.microsoft.com/office/drawing/2014/main" id="{4AE806FA-F562-4393-B84B-4753967208BB}"/>
              </a:ext>
            </a:extLst>
          </p:cNvPr>
          <p:cNvSpPr/>
          <p:nvPr/>
        </p:nvSpPr>
        <p:spPr>
          <a:xfrm>
            <a:off x="1608170" y="1924829"/>
            <a:ext cx="2213033" cy="2213033"/>
          </a:xfrm>
          <a:prstGeom prst="ellipse">
            <a:avLst/>
          </a:prstGeom>
          <a:blipFill dpi="0" rotWithShape="1">
            <a:blip r:embed="Rc04aa73121594b84"/>
            <a:stretch>
              <a:fillRect l="-25078" r="-25078"/>
            </a:stretch>
          </a:blip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en-US" sz="7200" b="0" i="0" u="none" strike="noStrike" kern="1200" cap="none" spc="0" normalizeH="0" baseline="0" noProof="0">
              <a:ln>
                <a:noFill/>
              </a:ln>
              <a:solidFill>
                <a:srgbClr val="FFE433"/>
              </a:solidFill>
              <a:effectLst/>
              <a:uLnTx/>
              <a:uFillTx/>
              <a:cs typeface="+mn-ea"/>
              <a:sym typeface="+mn-lt"/>
            </a:endParaRPr>
          </a:p>
        </p:txBody>
      </p:sp>
      <p:sp>
        <p:nvSpPr>
          <p:cNvPr id="10" name="Rounded Rectangle 10">
            <a:extLst>
              <a:ext uri="{FF2B5EF4-FFF2-40B4-BE49-F238E27FC236}">
                <a16:creationId xmlns:a16="http://schemas.microsoft.com/office/drawing/2014/main" id="{8B44596D-CB72-4A4B-8F1A-413854BA9246}"/>
              </a:ext>
            </a:extLst>
          </p:cNvPr>
          <p:cNvSpPr>
            <a:spLocks noChangeAspect="1"/>
          </p:cNvSpPr>
          <p:nvPr/>
        </p:nvSpPr>
        <p:spPr>
          <a:xfrm>
            <a:off x="4905581" y="4188484"/>
            <a:ext cx="533230" cy="533230"/>
          </a:xfrm>
          <a:prstGeom prst="roundRect">
            <a:avLst/>
          </a:prstGeom>
          <a:solidFill>
            <a:schemeClr val="accent1"/>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20000"/>
              </a:lnSpc>
              <a:defRPr/>
            </a:pPr>
            <a:r>
              <a:rPr lang="en-US" altLang="zh-CN" sz="1600">
                <a:solidFill>
                  <a:schemeClr val="bg1">
                    <a:lumMod val="95000"/>
                  </a:schemeClr>
                </a:solidFill>
                <a:cs typeface="+mn-ea"/>
                <a:sym typeface="+mn-lt"/>
              </a:rPr>
              <a:t>03</a:t>
            </a:r>
            <a:endParaRPr lang="zh-CN" altLang="zh-CN" sz="1600">
              <a:solidFill>
                <a:schemeClr val="bg1">
                  <a:lumMod val="95000"/>
                </a:schemeClr>
              </a:solidFill>
              <a:cs typeface="+mn-ea"/>
              <a:sym typeface="+mn-lt"/>
            </a:endParaRPr>
          </a:p>
        </p:txBody>
      </p:sp>
      <p:sp>
        <p:nvSpPr>
          <p:cNvPr id="11" name="Rounded Rectangle 14">
            <a:extLst>
              <a:ext uri="{FF2B5EF4-FFF2-40B4-BE49-F238E27FC236}">
                <a16:creationId xmlns:a16="http://schemas.microsoft.com/office/drawing/2014/main" id="{44140AFA-CC49-4E7A-AD9C-5D58D0CAA482}"/>
              </a:ext>
            </a:extLst>
          </p:cNvPr>
          <p:cNvSpPr>
            <a:spLocks noChangeAspect="1"/>
          </p:cNvSpPr>
          <p:nvPr/>
        </p:nvSpPr>
        <p:spPr>
          <a:xfrm>
            <a:off x="4913753" y="2488723"/>
            <a:ext cx="534740" cy="534740"/>
          </a:xfrm>
          <a:prstGeom prst="roundRect">
            <a:avLst/>
          </a:prstGeom>
          <a:solidFill>
            <a:schemeClr val="accent1"/>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20000"/>
              </a:lnSpc>
              <a:defRPr/>
            </a:pPr>
            <a:r>
              <a:rPr lang="en-US" altLang="zh-CN" sz="1600">
                <a:solidFill>
                  <a:schemeClr val="bg1">
                    <a:lumMod val="95000"/>
                  </a:schemeClr>
                </a:solidFill>
                <a:cs typeface="+mn-ea"/>
                <a:sym typeface="+mn-lt"/>
              </a:rPr>
              <a:t>01</a:t>
            </a:r>
            <a:endParaRPr lang="zh-CN" altLang="zh-CN" sz="1600">
              <a:solidFill>
                <a:schemeClr val="bg1">
                  <a:lumMod val="95000"/>
                </a:schemeClr>
              </a:solidFill>
              <a:cs typeface="+mn-ea"/>
              <a:sym typeface="+mn-lt"/>
            </a:endParaRPr>
          </a:p>
        </p:txBody>
      </p:sp>
      <p:sp>
        <p:nvSpPr>
          <p:cNvPr id="12" name="Rounded Rectangle 16">
            <a:extLst>
              <a:ext uri="{FF2B5EF4-FFF2-40B4-BE49-F238E27FC236}">
                <a16:creationId xmlns:a16="http://schemas.microsoft.com/office/drawing/2014/main" id="{C899221E-BFAD-4296-B30B-A5A7B2A61A46}"/>
              </a:ext>
            </a:extLst>
          </p:cNvPr>
          <p:cNvSpPr>
            <a:spLocks noChangeAspect="1"/>
          </p:cNvSpPr>
          <p:nvPr/>
        </p:nvSpPr>
        <p:spPr>
          <a:xfrm>
            <a:off x="8197006" y="4190865"/>
            <a:ext cx="534740" cy="533230"/>
          </a:xfrm>
          <a:prstGeom prst="roundRect">
            <a:avLst/>
          </a:prstGeom>
          <a:solidFill>
            <a:schemeClr val="accent1"/>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20000"/>
              </a:lnSpc>
              <a:defRPr/>
            </a:pPr>
            <a:r>
              <a:rPr lang="en-US" altLang="zh-CN" sz="1600">
                <a:solidFill>
                  <a:schemeClr val="bg1">
                    <a:lumMod val="95000"/>
                  </a:schemeClr>
                </a:solidFill>
                <a:cs typeface="+mn-ea"/>
                <a:sym typeface="+mn-lt"/>
              </a:rPr>
              <a:t>04</a:t>
            </a:r>
            <a:endParaRPr lang="zh-CN" altLang="zh-CN" sz="1600">
              <a:solidFill>
                <a:schemeClr val="bg1">
                  <a:lumMod val="95000"/>
                </a:schemeClr>
              </a:solidFill>
              <a:cs typeface="+mn-ea"/>
              <a:sym typeface="+mn-lt"/>
            </a:endParaRPr>
          </a:p>
        </p:txBody>
      </p:sp>
      <p:sp>
        <p:nvSpPr>
          <p:cNvPr id="13" name="Rounded Rectangle 23">
            <a:extLst>
              <a:ext uri="{FF2B5EF4-FFF2-40B4-BE49-F238E27FC236}">
                <a16:creationId xmlns:a16="http://schemas.microsoft.com/office/drawing/2014/main" id="{40D6CBDE-7699-4B98-AEFC-C1F26CEF0537}"/>
              </a:ext>
            </a:extLst>
          </p:cNvPr>
          <p:cNvSpPr>
            <a:spLocks noChangeAspect="1"/>
          </p:cNvSpPr>
          <p:nvPr/>
        </p:nvSpPr>
        <p:spPr>
          <a:xfrm>
            <a:off x="8205341" y="2491103"/>
            <a:ext cx="534740" cy="534740"/>
          </a:xfrm>
          <a:prstGeom prst="roundRect">
            <a:avLst/>
          </a:prstGeom>
          <a:solidFill>
            <a:schemeClr val="accent1"/>
          </a:solidFill>
          <a:ln w="508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20000"/>
              </a:lnSpc>
              <a:defRPr/>
            </a:pPr>
            <a:r>
              <a:rPr lang="en-US" altLang="zh-CN" sz="1600">
                <a:solidFill>
                  <a:schemeClr val="bg1">
                    <a:lumMod val="95000"/>
                  </a:schemeClr>
                </a:solidFill>
                <a:cs typeface="+mn-ea"/>
                <a:sym typeface="+mn-lt"/>
              </a:rPr>
              <a:t>02</a:t>
            </a:r>
            <a:endParaRPr lang="zh-CN" altLang="zh-CN" sz="1600">
              <a:solidFill>
                <a:schemeClr val="bg1">
                  <a:lumMod val="95000"/>
                </a:schemeClr>
              </a:solidFill>
              <a:cs typeface="+mn-ea"/>
              <a:sym typeface="+mn-lt"/>
            </a:endParaRPr>
          </a:p>
        </p:txBody>
      </p:sp>
      <p:sp>
        <p:nvSpPr>
          <p:cNvPr id="14" name="TextBox 6">
            <a:extLst>
              <a:ext uri="{FF2B5EF4-FFF2-40B4-BE49-F238E27FC236}">
                <a16:creationId xmlns:a16="http://schemas.microsoft.com/office/drawing/2014/main" id="{2136A1BA-A6CE-4D29-AE27-721648F60060}"/>
              </a:ext>
            </a:extLst>
          </p:cNvPr>
          <p:cNvSpPr txBox="1"/>
          <p:nvPr/>
        </p:nvSpPr>
        <p:spPr>
          <a:xfrm>
            <a:off x="5712639" y="2488723"/>
            <a:ext cx="2075654" cy="307777"/>
          </a:xfrm>
          <a:prstGeom prst="rect">
            <a:avLst/>
          </a:prstGeom>
          <a:noFill/>
        </p:spPr>
        <p:txBody>
          <a:bodyPr wrap="square" rtlCol="0">
            <a:spAutoFit/>
          </a:bodyPr>
          <a:lstStyle/>
          <a:p>
            <a:r>
              <a:rPr lang="zh-CN" altLang="en-US" sz="1400" b="1">
                <a:solidFill>
                  <a:schemeClr val="tx1">
                    <a:lumMod val="75000"/>
                    <a:lumOff val="25000"/>
                  </a:schemeClr>
                </a:solidFill>
                <a:cs typeface="+mn-ea"/>
                <a:sym typeface="+mn-lt"/>
              </a:rPr>
              <a:t>输入您的标题</a:t>
            </a:r>
            <a:endParaRPr lang="en-US" sz="1400" b="1">
              <a:solidFill>
                <a:schemeClr val="tx1">
                  <a:lumMod val="75000"/>
                  <a:lumOff val="25000"/>
                </a:schemeClr>
              </a:solidFill>
              <a:cs typeface="+mn-ea"/>
              <a:sym typeface="+mn-lt"/>
            </a:endParaRPr>
          </a:p>
        </p:txBody>
      </p:sp>
      <p:sp>
        <p:nvSpPr>
          <p:cNvPr id="15" name="TextBox 9">
            <a:extLst>
              <a:ext uri="{FF2B5EF4-FFF2-40B4-BE49-F238E27FC236}">
                <a16:creationId xmlns:a16="http://schemas.microsoft.com/office/drawing/2014/main" id="{4EC1105F-FC7D-4024-8ECD-731FE2080A51}"/>
              </a:ext>
            </a:extLst>
          </p:cNvPr>
          <p:cNvSpPr txBox="1"/>
          <p:nvPr/>
        </p:nvSpPr>
        <p:spPr>
          <a:xfrm>
            <a:off x="5712639" y="2827277"/>
            <a:ext cx="2075654" cy="812530"/>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a:solidFill>
                  <a:schemeClr val="tx1">
                    <a:lumMod val="65000"/>
                    <a:lumOff val="35000"/>
                  </a:schemeClr>
                </a:solidFill>
                <a:latin typeface="+mn-lt"/>
                <a:ea typeface="+mn-ea"/>
                <a:cs typeface="+mn-ea"/>
                <a:sym typeface="+mn-lt"/>
              </a:rPr>
              <a:t>您的内容打在这里，或者通过复制您的文本后，在此框中选择粘贴。</a:t>
            </a:r>
          </a:p>
        </p:txBody>
      </p:sp>
      <p:sp>
        <p:nvSpPr>
          <p:cNvPr id="16" name="TextBox 6">
            <a:extLst>
              <a:ext uri="{FF2B5EF4-FFF2-40B4-BE49-F238E27FC236}">
                <a16:creationId xmlns:a16="http://schemas.microsoft.com/office/drawing/2014/main" id="{8F089427-EBA3-4C37-8041-D610E2B956E3}"/>
              </a:ext>
            </a:extLst>
          </p:cNvPr>
          <p:cNvSpPr txBox="1"/>
          <p:nvPr/>
        </p:nvSpPr>
        <p:spPr>
          <a:xfrm>
            <a:off x="8985228" y="2488723"/>
            <a:ext cx="2075654" cy="307777"/>
          </a:xfrm>
          <a:prstGeom prst="rect">
            <a:avLst/>
          </a:prstGeom>
          <a:noFill/>
        </p:spPr>
        <p:txBody>
          <a:bodyPr wrap="square" rtlCol="0">
            <a:spAutoFit/>
          </a:bodyPr>
          <a:lstStyle/>
          <a:p>
            <a:r>
              <a:rPr lang="zh-CN" altLang="en-US" sz="1400" b="1">
                <a:solidFill>
                  <a:schemeClr val="tx1">
                    <a:lumMod val="75000"/>
                    <a:lumOff val="25000"/>
                  </a:schemeClr>
                </a:solidFill>
                <a:cs typeface="+mn-ea"/>
                <a:sym typeface="+mn-lt"/>
              </a:rPr>
              <a:t>输入您的标题</a:t>
            </a:r>
            <a:endParaRPr lang="en-US" sz="1400" b="1">
              <a:solidFill>
                <a:schemeClr val="tx1">
                  <a:lumMod val="75000"/>
                  <a:lumOff val="25000"/>
                </a:schemeClr>
              </a:solidFill>
              <a:cs typeface="+mn-ea"/>
              <a:sym typeface="+mn-lt"/>
            </a:endParaRPr>
          </a:p>
        </p:txBody>
      </p:sp>
      <p:sp>
        <p:nvSpPr>
          <p:cNvPr id="17" name="TextBox 9">
            <a:extLst>
              <a:ext uri="{FF2B5EF4-FFF2-40B4-BE49-F238E27FC236}">
                <a16:creationId xmlns:a16="http://schemas.microsoft.com/office/drawing/2014/main" id="{92597A1A-6591-49FD-BFDC-8513AA701876}"/>
              </a:ext>
            </a:extLst>
          </p:cNvPr>
          <p:cNvSpPr txBox="1"/>
          <p:nvPr/>
        </p:nvSpPr>
        <p:spPr>
          <a:xfrm>
            <a:off x="8985228" y="2827277"/>
            <a:ext cx="2075654" cy="812530"/>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a:solidFill>
                  <a:schemeClr val="tx1">
                    <a:lumMod val="65000"/>
                    <a:lumOff val="35000"/>
                  </a:schemeClr>
                </a:solidFill>
                <a:latin typeface="+mn-lt"/>
                <a:ea typeface="+mn-ea"/>
                <a:cs typeface="+mn-ea"/>
                <a:sym typeface="+mn-lt"/>
              </a:rPr>
              <a:t>您的内容打在这里，或者通过复制您的文本后，在此框中选择粘贴。</a:t>
            </a:r>
          </a:p>
        </p:txBody>
      </p:sp>
      <p:sp>
        <p:nvSpPr>
          <p:cNvPr id="18" name="TextBox 6">
            <a:extLst>
              <a:ext uri="{FF2B5EF4-FFF2-40B4-BE49-F238E27FC236}">
                <a16:creationId xmlns:a16="http://schemas.microsoft.com/office/drawing/2014/main" id="{4D6678C1-E50A-4E3B-8155-D8AA29EE0E0A}"/>
              </a:ext>
            </a:extLst>
          </p:cNvPr>
          <p:cNvSpPr txBox="1"/>
          <p:nvPr/>
        </p:nvSpPr>
        <p:spPr>
          <a:xfrm>
            <a:off x="5712639" y="4155345"/>
            <a:ext cx="2075654" cy="307777"/>
          </a:xfrm>
          <a:prstGeom prst="rect">
            <a:avLst/>
          </a:prstGeom>
          <a:noFill/>
        </p:spPr>
        <p:txBody>
          <a:bodyPr wrap="square" rtlCol="0">
            <a:spAutoFit/>
          </a:bodyPr>
          <a:lstStyle/>
          <a:p>
            <a:r>
              <a:rPr lang="zh-CN" altLang="en-US" sz="1400" b="1">
                <a:solidFill>
                  <a:schemeClr val="tx1">
                    <a:lumMod val="75000"/>
                    <a:lumOff val="25000"/>
                  </a:schemeClr>
                </a:solidFill>
                <a:cs typeface="+mn-ea"/>
                <a:sym typeface="+mn-lt"/>
              </a:rPr>
              <a:t>输入您的标题</a:t>
            </a:r>
            <a:endParaRPr lang="en-US" sz="1400" b="1">
              <a:solidFill>
                <a:schemeClr val="tx1">
                  <a:lumMod val="75000"/>
                  <a:lumOff val="25000"/>
                </a:schemeClr>
              </a:solidFill>
              <a:cs typeface="+mn-ea"/>
              <a:sym typeface="+mn-lt"/>
            </a:endParaRPr>
          </a:p>
        </p:txBody>
      </p:sp>
      <p:sp>
        <p:nvSpPr>
          <p:cNvPr id="19" name="TextBox 9">
            <a:extLst>
              <a:ext uri="{FF2B5EF4-FFF2-40B4-BE49-F238E27FC236}">
                <a16:creationId xmlns:a16="http://schemas.microsoft.com/office/drawing/2014/main" id="{638B436B-B56F-46E6-A5BD-56B9EB7B83CA}"/>
              </a:ext>
            </a:extLst>
          </p:cNvPr>
          <p:cNvSpPr txBox="1"/>
          <p:nvPr/>
        </p:nvSpPr>
        <p:spPr>
          <a:xfrm>
            <a:off x="5712639" y="4493899"/>
            <a:ext cx="2075654" cy="812530"/>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a:solidFill>
                  <a:schemeClr val="tx1">
                    <a:lumMod val="65000"/>
                    <a:lumOff val="35000"/>
                  </a:schemeClr>
                </a:solidFill>
                <a:latin typeface="+mn-lt"/>
                <a:ea typeface="+mn-ea"/>
                <a:cs typeface="+mn-ea"/>
                <a:sym typeface="+mn-lt"/>
              </a:rPr>
              <a:t>您的内容打在这里，或者通过复制您的文本后，在此框中选择粘贴。</a:t>
            </a:r>
          </a:p>
        </p:txBody>
      </p:sp>
      <p:sp>
        <p:nvSpPr>
          <p:cNvPr id="20" name="TextBox 6">
            <a:extLst>
              <a:ext uri="{FF2B5EF4-FFF2-40B4-BE49-F238E27FC236}">
                <a16:creationId xmlns:a16="http://schemas.microsoft.com/office/drawing/2014/main" id="{84150027-3943-44CA-A5D7-82EC636EEC01}"/>
              </a:ext>
            </a:extLst>
          </p:cNvPr>
          <p:cNvSpPr txBox="1"/>
          <p:nvPr/>
        </p:nvSpPr>
        <p:spPr>
          <a:xfrm>
            <a:off x="8985228" y="4155345"/>
            <a:ext cx="2075654" cy="307777"/>
          </a:xfrm>
          <a:prstGeom prst="rect">
            <a:avLst/>
          </a:prstGeom>
          <a:noFill/>
        </p:spPr>
        <p:txBody>
          <a:bodyPr wrap="square" rtlCol="0">
            <a:spAutoFit/>
          </a:bodyPr>
          <a:lstStyle/>
          <a:p>
            <a:r>
              <a:rPr lang="zh-CN" altLang="en-US" sz="1400" b="1">
                <a:solidFill>
                  <a:schemeClr val="tx1">
                    <a:lumMod val="75000"/>
                    <a:lumOff val="25000"/>
                  </a:schemeClr>
                </a:solidFill>
                <a:cs typeface="+mn-ea"/>
                <a:sym typeface="+mn-lt"/>
              </a:rPr>
              <a:t>输入您的标题</a:t>
            </a:r>
            <a:endParaRPr lang="en-US" sz="1400" b="1">
              <a:solidFill>
                <a:schemeClr val="tx1">
                  <a:lumMod val="75000"/>
                  <a:lumOff val="25000"/>
                </a:schemeClr>
              </a:solidFill>
              <a:cs typeface="+mn-ea"/>
              <a:sym typeface="+mn-lt"/>
            </a:endParaRPr>
          </a:p>
        </p:txBody>
      </p:sp>
      <p:sp>
        <p:nvSpPr>
          <p:cNvPr id="21" name="TextBox 9">
            <a:extLst>
              <a:ext uri="{FF2B5EF4-FFF2-40B4-BE49-F238E27FC236}">
                <a16:creationId xmlns:a16="http://schemas.microsoft.com/office/drawing/2014/main" id="{B9533056-9F0D-4BB4-8B40-780129117EA6}"/>
              </a:ext>
            </a:extLst>
          </p:cNvPr>
          <p:cNvSpPr txBox="1"/>
          <p:nvPr/>
        </p:nvSpPr>
        <p:spPr>
          <a:xfrm>
            <a:off x="8985228" y="4493899"/>
            <a:ext cx="2075654" cy="812530"/>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a:solidFill>
                  <a:schemeClr val="tx1">
                    <a:lumMod val="65000"/>
                    <a:lumOff val="35000"/>
                  </a:schemeClr>
                </a:solidFill>
                <a:latin typeface="+mn-lt"/>
                <a:ea typeface="+mn-ea"/>
                <a:cs typeface="+mn-ea"/>
                <a:sym typeface="+mn-lt"/>
              </a:rPr>
              <a:t>您的内容打在这里，或者通过复制您的文本后，在此框中选择粘贴。</a:t>
            </a:r>
          </a:p>
        </p:txBody>
      </p:sp>
    </p:spTree>
    <p:extLst>
      <p:ext uri="{BB962C8B-B14F-4D97-AF65-F5344CB8AC3E}">
        <p14:creationId xmlns:p14="http://schemas.microsoft.com/office/powerpoint/2010/main" val="13469368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42"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Horizontal)">
                                      <p:cBhvr>
                                        <p:cTn id="7" dur="500"/>
                                        <p:tgtEl>
                                          <p:spTgt spid="2"/>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childTnLst>
                                </p:cTn>
                              </p:par>
                              <p:par>
                                <p:cTn id="11" presetID="42" presetClass="path" presetSubtype="0" accel="50000" decel="50000" fill="hold" grpId="1" nodeType="withEffect">
                                  <p:stCondLst>
                                    <p:cond delay="1000"/>
                                  </p:stCondLst>
                                  <p:childTnLst>
                                    <p:animMotion origin="layout" path="M 0.05 -0.00092 L 0 0.00023" pathEditMode="relative" ptsTypes="">
                                      <p:cBhvr>
                                        <p:cTn id="12" dur="1000" fill="hold"/>
                                        <p:tgtEl>
                                          <p:spTgt spid="8"/>
                                        </p:tgtEl>
                                        <p:attrNameLst>
                                          <p:attrName>ppt_x</p:attrName>
                                          <p:attrName>ppt_y</p:attrName>
                                        </p:attrNameLst>
                                      </p:cBhvr>
                                    </p:animMotion>
                                  </p:childTnLst>
                                </p:cTn>
                              </p:par>
                              <p:par>
                                <p:cTn id="13" presetID="14" presetClass="entr" presetSubtype="10" fill="hold" grpId="0" nodeType="withEffect">
                                  <p:stCondLst>
                                    <p:cond delay="3500"/>
                                  </p:stCondLst>
                                  <p:childTnLst>
                                    <p:set>
                                      <p:cBhvr>
                                        <p:cTn id="14" dur="1" fill="hold">
                                          <p:stCondLst>
                                            <p:cond delay="0"/>
                                          </p:stCondLst>
                                        </p:cTn>
                                        <p:tgtEl>
                                          <p:spTgt spid="10"/>
                                        </p:tgtEl>
                                        <p:attrNameLst>
                                          <p:attrName>style.visibility</p:attrName>
                                        </p:attrNameLst>
                                      </p:cBhvr>
                                      <p:to>
                                        <p:strVal val="visible"/>
                                      </p:to>
                                    </p:set>
                                    <p:animEffect transition="in" filter="randombar(horizontal)">
                                      <p:cBhvr>
                                        <p:cTn id="15" dur="1500"/>
                                        <p:tgtEl>
                                          <p:spTgt spid="10"/>
                                        </p:tgtEl>
                                      </p:cBhvr>
                                    </p:animEffect>
                                  </p:childTnLst>
                                </p:cTn>
                              </p:par>
                              <p:par>
                                <p:cTn id="16" presetID="14" presetClass="entr" presetSubtype="10" fill="hold" grpId="0" nodeType="withEffect">
                                  <p:stCondLst>
                                    <p:cond delay="3500"/>
                                  </p:stCondLst>
                                  <p:childTnLst>
                                    <p:set>
                                      <p:cBhvr>
                                        <p:cTn id="17" dur="1" fill="hold">
                                          <p:stCondLst>
                                            <p:cond delay="0"/>
                                          </p:stCondLst>
                                        </p:cTn>
                                        <p:tgtEl>
                                          <p:spTgt spid="11"/>
                                        </p:tgtEl>
                                        <p:attrNameLst>
                                          <p:attrName>style.visibility</p:attrName>
                                        </p:attrNameLst>
                                      </p:cBhvr>
                                      <p:to>
                                        <p:strVal val="visible"/>
                                      </p:to>
                                    </p:set>
                                    <p:animEffect transition="in" filter="randombar(horizontal)">
                                      <p:cBhvr>
                                        <p:cTn id="18" dur="1500"/>
                                        <p:tgtEl>
                                          <p:spTgt spid="11"/>
                                        </p:tgtEl>
                                      </p:cBhvr>
                                    </p:animEffect>
                                  </p:childTnLst>
                                </p:cTn>
                              </p:par>
                              <p:par>
                                <p:cTn id="19" presetID="14" presetClass="entr" presetSubtype="10" fill="hold" grpId="0" nodeType="withEffect">
                                  <p:stCondLst>
                                    <p:cond delay="3500"/>
                                  </p:stCondLst>
                                  <p:childTnLst>
                                    <p:set>
                                      <p:cBhvr>
                                        <p:cTn id="20" dur="1" fill="hold">
                                          <p:stCondLst>
                                            <p:cond delay="0"/>
                                          </p:stCondLst>
                                        </p:cTn>
                                        <p:tgtEl>
                                          <p:spTgt spid="12"/>
                                        </p:tgtEl>
                                        <p:attrNameLst>
                                          <p:attrName>style.visibility</p:attrName>
                                        </p:attrNameLst>
                                      </p:cBhvr>
                                      <p:to>
                                        <p:strVal val="visible"/>
                                      </p:to>
                                    </p:set>
                                    <p:animEffect transition="in" filter="randombar(horizontal)">
                                      <p:cBhvr>
                                        <p:cTn id="21" dur="1500"/>
                                        <p:tgtEl>
                                          <p:spTgt spid="12"/>
                                        </p:tgtEl>
                                      </p:cBhvr>
                                    </p:animEffect>
                                  </p:childTnLst>
                                </p:cTn>
                              </p:par>
                              <p:par>
                                <p:cTn id="22" presetID="14" presetClass="entr" presetSubtype="10" fill="hold" grpId="0" nodeType="withEffect">
                                  <p:stCondLst>
                                    <p:cond delay="3500"/>
                                  </p:stCondLst>
                                  <p:childTnLst>
                                    <p:set>
                                      <p:cBhvr>
                                        <p:cTn id="23" dur="1" fill="hold">
                                          <p:stCondLst>
                                            <p:cond delay="0"/>
                                          </p:stCondLst>
                                        </p:cTn>
                                        <p:tgtEl>
                                          <p:spTgt spid="13"/>
                                        </p:tgtEl>
                                        <p:attrNameLst>
                                          <p:attrName>style.visibility</p:attrName>
                                        </p:attrNameLst>
                                      </p:cBhvr>
                                      <p:to>
                                        <p:strVal val="visible"/>
                                      </p:to>
                                    </p:set>
                                    <p:animEffect transition="in" filter="randombar(horizontal)">
                                      <p:cBhvr>
                                        <p:cTn id="24" dur="1500"/>
                                        <p:tgtEl>
                                          <p:spTgt spid="13"/>
                                        </p:tgtEl>
                                      </p:cBhvr>
                                    </p:animEffect>
                                  </p:childTnLst>
                                </p:cTn>
                              </p:par>
                            </p:childTnLst>
                          </p:cTn>
                        </p:par>
                        <p:par>
                          <p:cTn id="25" fill="hold" nodeType="afterGroup">
                            <p:stCondLst>
                              <p:cond delay="24500"/>
                            </p:stCondLst>
                            <p:childTnLst>
                              <p:par>
                                <p:cTn id="26" presetID="14" presetClass="entr" presetSubtype="1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randombar(horizontal)">
                                      <p:cBhvr>
                                        <p:cTn id="28" dur="750"/>
                                        <p:tgtEl>
                                          <p:spTgt spid="14"/>
                                        </p:tgtEl>
                                      </p:cBhvr>
                                    </p:animEffect>
                                  </p:childTnLst>
                                </p:cTn>
                              </p:par>
                            </p:childTnLst>
                          </p:cTn>
                        </p:par>
                        <p:par>
                          <p:cTn id="29" fill="hold" nodeType="afterGroup">
                            <p:stCondLst>
                              <p:cond delay="25250"/>
                            </p:stCondLst>
                            <p:childTnLst>
                              <p:par>
                                <p:cTn id="30" presetID="12" presetClass="entr" presetSubtype="4" fill="hold" grpId="0" nodeType="afterEffect">
                                  <p:stCondLst>
                                    <p:cond delay="0"/>
                                  </p:stCondLst>
                                  <p:iterate type="lt">
                                    <p:tmPct val="5983"/>
                                  </p:iterate>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250"/>
                                        <p:tgtEl>
                                          <p:spTgt spid="15"/>
                                        </p:tgtEl>
                                        <p:attrNameLst>
                                          <p:attrName>ppt_y</p:attrName>
                                        </p:attrNameLst>
                                      </p:cBhvr>
                                      <p:tavLst>
                                        <p:tav tm="0">
                                          <p:val>
                                            <p:strVal val="#ppt_y+#ppt_h*1.125000"/>
                                          </p:val>
                                        </p:tav>
                                        <p:tav tm="100000">
                                          <p:val>
                                            <p:strVal val="#ppt_y"/>
                                          </p:val>
                                        </p:tav>
                                      </p:tavLst>
                                    </p:anim>
                                    <p:animEffect transition="in" filter="wipe(up)">
                                      <p:cBhvr>
                                        <p:cTn id="33" dur="250"/>
                                        <p:tgtEl>
                                          <p:spTgt spid="15"/>
                                        </p:tgtEl>
                                      </p:cBhvr>
                                    </p:animEffect>
                                  </p:childTnLst>
                                </p:cTn>
                              </p:par>
                            </p:childTnLst>
                          </p:cTn>
                        </p:par>
                        <p:par>
                          <p:cTn id="34" fill="hold" nodeType="afterGroup">
                            <p:stCondLst>
                              <p:cond delay="25500"/>
                            </p:stCondLst>
                            <p:childTnLst>
                              <p:par>
                                <p:cTn id="35" presetID="14" presetClass="entr" presetSubtype="1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randombar(horizontal)">
                                      <p:cBhvr>
                                        <p:cTn id="37" dur="750"/>
                                        <p:tgtEl>
                                          <p:spTgt spid="16"/>
                                        </p:tgtEl>
                                      </p:cBhvr>
                                    </p:animEffect>
                                  </p:childTnLst>
                                </p:cTn>
                              </p:par>
                            </p:childTnLst>
                          </p:cTn>
                        </p:par>
                        <p:par>
                          <p:cTn id="38" fill="hold" nodeType="afterGroup">
                            <p:stCondLst>
                              <p:cond delay="26250"/>
                            </p:stCondLst>
                            <p:childTnLst>
                              <p:par>
                                <p:cTn id="39" presetID="12" presetClass="entr" presetSubtype="4" fill="hold" grpId="0" nodeType="afterEffect">
                                  <p:stCondLst>
                                    <p:cond delay="0"/>
                                  </p:stCondLst>
                                  <p:iterate type="lt">
                                    <p:tmPct val="5983"/>
                                  </p:iterate>
                                  <p:childTnLst>
                                    <p:set>
                                      <p:cBhvr>
                                        <p:cTn id="40" dur="1" fill="hold">
                                          <p:stCondLst>
                                            <p:cond delay="0"/>
                                          </p:stCondLst>
                                        </p:cTn>
                                        <p:tgtEl>
                                          <p:spTgt spid="17"/>
                                        </p:tgtEl>
                                        <p:attrNameLst>
                                          <p:attrName>style.visibility</p:attrName>
                                        </p:attrNameLst>
                                      </p:cBhvr>
                                      <p:to>
                                        <p:strVal val="visible"/>
                                      </p:to>
                                    </p:set>
                                    <p:anim calcmode="lin" valueType="num">
                                      <p:cBhvr additive="base">
                                        <p:cTn id="41" dur="250"/>
                                        <p:tgtEl>
                                          <p:spTgt spid="17"/>
                                        </p:tgtEl>
                                        <p:attrNameLst>
                                          <p:attrName>ppt_y</p:attrName>
                                        </p:attrNameLst>
                                      </p:cBhvr>
                                      <p:tavLst>
                                        <p:tav tm="0">
                                          <p:val>
                                            <p:strVal val="#ppt_y+#ppt_h*1.125000"/>
                                          </p:val>
                                        </p:tav>
                                        <p:tav tm="100000">
                                          <p:val>
                                            <p:strVal val="#ppt_y"/>
                                          </p:val>
                                        </p:tav>
                                      </p:tavLst>
                                    </p:anim>
                                    <p:animEffect transition="in" filter="wipe(up)">
                                      <p:cBhvr>
                                        <p:cTn id="42" dur="250"/>
                                        <p:tgtEl>
                                          <p:spTgt spid="17"/>
                                        </p:tgtEl>
                                      </p:cBhvr>
                                    </p:animEffect>
                                  </p:childTnLst>
                                </p:cTn>
                              </p:par>
                            </p:childTnLst>
                          </p:cTn>
                        </p:par>
                        <p:par>
                          <p:cTn id="43" fill="hold" nodeType="afterGroup">
                            <p:stCondLst>
                              <p:cond delay="26500"/>
                            </p:stCondLst>
                            <p:childTnLst>
                              <p:par>
                                <p:cTn id="44" presetID="14" presetClass="entr" presetSubtype="10"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randombar(horizontal)">
                                      <p:cBhvr>
                                        <p:cTn id="46" dur="750"/>
                                        <p:tgtEl>
                                          <p:spTgt spid="18"/>
                                        </p:tgtEl>
                                      </p:cBhvr>
                                    </p:animEffect>
                                  </p:childTnLst>
                                </p:cTn>
                              </p:par>
                            </p:childTnLst>
                          </p:cTn>
                        </p:par>
                        <p:par>
                          <p:cTn id="47" fill="hold" nodeType="afterGroup">
                            <p:stCondLst>
                              <p:cond delay="27250"/>
                            </p:stCondLst>
                            <p:childTnLst>
                              <p:par>
                                <p:cTn id="48" presetID="12" presetClass="entr" presetSubtype="4" fill="hold" grpId="0" nodeType="afterEffect">
                                  <p:stCondLst>
                                    <p:cond delay="0"/>
                                  </p:stCondLst>
                                  <p:iterate type="lt">
                                    <p:tmPct val="5983"/>
                                  </p:iterate>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250"/>
                                        <p:tgtEl>
                                          <p:spTgt spid="19"/>
                                        </p:tgtEl>
                                        <p:attrNameLst>
                                          <p:attrName>ppt_y</p:attrName>
                                        </p:attrNameLst>
                                      </p:cBhvr>
                                      <p:tavLst>
                                        <p:tav tm="0">
                                          <p:val>
                                            <p:strVal val="#ppt_y+#ppt_h*1.125000"/>
                                          </p:val>
                                        </p:tav>
                                        <p:tav tm="100000">
                                          <p:val>
                                            <p:strVal val="#ppt_y"/>
                                          </p:val>
                                        </p:tav>
                                      </p:tavLst>
                                    </p:anim>
                                    <p:animEffect transition="in" filter="wipe(up)">
                                      <p:cBhvr>
                                        <p:cTn id="51" dur="250"/>
                                        <p:tgtEl>
                                          <p:spTgt spid="19"/>
                                        </p:tgtEl>
                                      </p:cBhvr>
                                    </p:animEffect>
                                  </p:childTnLst>
                                </p:cTn>
                              </p:par>
                            </p:childTnLst>
                          </p:cTn>
                        </p:par>
                        <p:par>
                          <p:cTn id="52" fill="hold" nodeType="afterGroup">
                            <p:stCondLst>
                              <p:cond delay="27500"/>
                            </p:stCondLst>
                            <p:childTnLst>
                              <p:par>
                                <p:cTn id="53" presetID="14" presetClass="entr" presetSubtype="10" fill="hold" grpId="0"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randombar(horizontal)">
                                      <p:cBhvr>
                                        <p:cTn id="55" dur="750"/>
                                        <p:tgtEl>
                                          <p:spTgt spid="20"/>
                                        </p:tgtEl>
                                      </p:cBhvr>
                                    </p:animEffect>
                                  </p:childTnLst>
                                </p:cTn>
                              </p:par>
                            </p:childTnLst>
                          </p:cTn>
                        </p:par>
                        <p:par>
                          <p:cTn id="56" fill="hold" nodeType="afterGroup">
                            <p:stCondLst>
                              <p:cond delay="28250"/>
                            </p:stCondLst>
                            <p:childTnLst>
                              <p:par>
                                <p:cTn id="57" presetID="12" presetClass="entr" presetSubtype="4" fill="hold" grpId="0" nodeType="afterEffect">
                                  <p:stCondLst>
                                    <p:cond delay="0"/>
                                  </p:stCondLst>
                                  <p:iterate type="lt">
                                    <p:tmPct val="5983"/>
                                  </p:iterate>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250"/>
                                        <p:tgtEl>
                                          <p:spTgt spid="21"/>
                                        </p:tgtEl>
                                        <p:attrNameLst>
                                          <p:attrName>ppt_y</p:attrName>
                                        </p:attrNameLst>
                                      </p:cBhvr>
                                      <p:tavLst>
                                        <p:tav tm="0">
                                          <p:val>
                                            <p:strVal val="#ppt_y+#ppt_h*1.125000"/>
                                          </p:val>
                                        </p:tav>
                                        <p:tav tm="100000">
                                          <p:val>
                                            <p:strVal val="#ppt_y"/>
                                          </p:val>
                                        </p:tav>
                                      </p:tavLst>
                                    </p:anim>
                                    <p:animEffect transition="in" filter="wipe(up)">
                                      <p:cBhvr>
                                        <p:cTn id="60"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0" grpId="0" animBg="1"/>
      <p:bldP spid="11" grpId="0" animBg="1"/>
      <p:bldP spid="12" grpId="0" animBg="1"/>
      <p:bldP spid="13" grpId="0" animBg="1"/>
      <p:bldP spid="14" grpId="0"/>
      <p:bldP spid="15" grpId="0"/>
      <p:bldP spid="16" grpId="0"/>
      <p:bldP spid="17" grpId="0"/>
      <p:bldP spid="18" grpId="0"/>
      <p:bldP spid="19" grpId="0"/>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a:extLst>
              <a:ext uri="{FF2B5EF4-FFF2-40B4-BE49-F238E27FC236}">
                <a16:creationId xmlns:a16="http://schemas.microsoft.com/office/drawing/2014/main" id="{66FB4A57-D797-43DA-9344-4AF8B43AFECF}"/>
              </a:ext>
            </a:extLst>
          </p:cNvPr>
          <p:cNvGrpSpPr/>
          <p:nvPr/>
        </p:nvGrpSpPr>
        <p:grpSpPr>
          <a:xfrm>
            <a:off x="-1691710" y="-2304740"/>
            <a:ext cx="17955868" cy="13898750"/>
            <a:chOff x="-1691710" y="-2304740"/>
            <a:chExt cx="17955868" cy="13898750"/>
          </a:xfrm>
        </p:grpSpPr>
        <p:sp>
          <p:nvSpPr>
            <p:cNvPr id="29" name="Circle">
              <a:extLst>
                <a:ext uri="{FF2B5EF4-FFF2-40B4-BE49-F238E27FC236}">
                  <a16:creationId xmlns:a16="http://schemas.microsoft.com/office/drawing/2014/main" id="{776D86C6-2F8D-4D00-8693-F82271725CB3}"/>
                </a:ext>
              </a:extLst>
            </p:cNvPr>
            <p:cNvSpPr/>
            <p:nvPr/>
          </p:nvSpPr>
          <p:spPr>
            <a:xfrm>
              <a:off x="4325223" y="-2304740"/>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30" name="Rectangle 19">
              <a:extLst>
                <a:ext uri="{FF2B5EF4-FFF2-40B4-BE49-F238E27FC236}">
                  <a16:creationId xmlns:a16="http://schemas.microsoft.com/office/drawing/2014/main" id="{B822DD64-A05F-4235-A0B7-D6C8202F9135}"/>
                </a:ext>
              </a:extLst>
            </p:cNvPr>
            <p:cNvSpPr/>
            <p:nvPr/>
          </p:nvSpPr>
          <p:spPr>
            <a:xfrm>
              <a:off x="4152214" y="175783"/>
              <a:ext cx="3995676" cy="469633"/>
            </a:xfrm>
            <a:prstGeom prst="rect">
              <a:avLst/>
            </a:prstGeom>
          </p:spPr>
          <p:txBody>
            <a:bodyPr wrap="none" lIns="0" tIns="0" rIns="0" bIns="0">
              <a:noAutofit/>
            </a:bodyPr>
            <a:lstStyle/>
            <a:p>
              <a:pPr algn="ctr"/>
              <a:r>
                <a:rPr lang="zh-CN" altLang="en-US" sz="2000" b="1" spc="1200">
                  <a:solidFill>
                    <a:schemeClr val="bg1"/>
                  </a:solidFill>
                  <a:cs typeface="+mn-ea"/>
                  <a:sym typeface="+mn-lt"/>
                </a:rPr>
                <a:t>输入你的标题</a:t>
              </a:r>
            </a:p>
          </p:txBody>
        </p:sp>
        <p:sp>
          <p:nvSpPr>
            <p:cNvPr id="31" name="Circle">
              <a:extLst>
                <a:ext uri="{FF2B5EF4-FFF2-40B4-BE49-F238E27FC236}">
                  <a16:creationId xmlns:a16="http://schemas.microsoft.com/office/drawing/2014/main" id="{9198B953-E90B-4213-BA1B-0F62C9DC9861}"/>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32" name="Circle">
              <a:extLst>
                <a:ext uri="{FF2B5EF4-FFF2-40B4-BE49-F238E27FC236}">
                  <a16:creationId xmlns:a16="http://schemas.microsoft.com/office/drawing/2014/main" id="{7FC77821-0E4B-4B03-929A-9C67C4C57B64}"/>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33" name="Circle">
              <a:extLst>
                <a:ext uri="{FF2B5EF4-FFF2-40B4-BE49-F238E27FC236}">
                  <a16:creationId xmlns:a16="http://schemas.microsoft.com/office/drawing/2014/main" id="{7403E407-9ADF-471D-907E-4E381CE729B0}"/>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grpSp>
        <p:nvGrpSpPr>
          <p:cNvPr id="34" name="组合 33">
            <a:extLst>
              <a:ext uri="{FF2B5EF4-FFF2-40B4-BE49-F238E27FC236}">
                <a16:creationId xmlns:a16="http://schemas.microsoft.com/office/drawing/2014/main" id="{27ACFFBA-70F6-DC4F-85D0-24445676EFD7}"/>
              </a:ext>
            </a:extLst>
          </p:cNvPr>
          <p:cNvGrpSpPr/>
          <p:nvPr/>
        </p:nvGrpSpPr>
        <p:grpSpPr>
          <a:xfrm>
            <a:off x="6391493" y="1927319"/>
            <a:ext cx="4301615" cy="4066932"/>
            <a:chOff x="1730162" y="2266640"/>
            <a:chExt cx="3228596" cy="3913344"/>
          </a:xfrm>
        </p:grpSpPr>
        <p:sp>
          <p:nvSpPr>
            <p:cNvPr id="35" name="圆角矩形 8">
              <a:extLst>
                <a:ext uri="{FF2B5EF4-FFF2-40B4-BE49-F238E27FC236}">
                  <a16:creationId xmlns:a16="http://schemas.microsoft.com/office/drawing/2014/main" id="{E391D74C-2505-C349-9199-EAFBF5D3CE9D}"/>
                </a:ext>
              </a:extLst>
            </p:cNvPr>
            <p:cNvSpPr/>
            <p:nvPr/>
          </p:nvSpPr>
          <p:spPr>
            <a:xfrm>
              <a:off x="1730162" y="2266640"/>
              <a:ext cx="3228596" cy="3913344"/>
            </a:xfrm>
            <a:prstGeom prst="roundRect">
              <a:avLst>
                <a:gd name="adj" fmla="val 0"/>
              </a:avLst>
            </a:prstGeom>
            <a:noFill/>
            <a:ln w="158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圆角矩形 10">
              <a:extLst>
                <a:ext uri="{FF2B5EF4-FFF2-40B4-BE49-F238E27FC236}">
                  <a16:creationId xmlns:a16="http://schemas.microsoft.com/office/drawing/2014/main" id="{3E9EC6E0-DA87-904A-A0AF-3FC07B8EF73B}"/>
                </a:ext>
              </a:extLst>
            </p:cNvPr>
            <p:cNvSpPr/>
            <p:nvPr/>
          </p:nvSpPr>
          <p:spPr>
            <a:xfrm>
              <a:off x="2476937" y="2667737"/>
              <a:ext cx="1582921" cy="474876"/>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7" name="矩形 36">
            <a:extLst>
              <a:ext uri="{FF2B5EF4-FFF2-40B4-BE49-F238E27FC236}">
                <a16:creationId xmlns:a16="http://schemas.microsoft.com/office/drawing/2014/main" id="{82BBF993-D78C-4D43-AEC1-72CCBED4F444}"/>
              </a:ext>
            </a:extLst>
          </p:cNvPr>
          <p:cNvSpPr/>
          <p:nvPr/>
        </p:nvSpPr>
        <p:spPr>
          <a:xfrm>
            <a:off x="1417551" y="5346025"/>
            <a:ext cx="4633513" cy="6480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bg1"/>
                </a:solidFill>
                <a:cs typeface="+mn-ea"/>
                <a:sym typeface="+mn-lt"/>
              </a:rPr>
              <a:t>请替换文字内容</a:t>
            </a:r>
            <a:endParaRPr lang="en-US" altLang="zh-CN" sz="2000" b="1">
              <a:solidFill>
                <a:schemeClr val="bg1"/>
              </a:solidFill>
              <a:cs typeface="+mn-ea"/>
              <a:sym typeface="+mn-lt"/>
            </a:endParaRPr>
          </a:p>
        </p:txBody>
      </p:sp>
      <p:sp>
        <p:nvSpPr>
          <p:cNvPr id="38" name="矩形 37">
            <a:extLst>
              <a:ext uri="{FF2B5EF4-FFF2-40B4-BE49-F238E27FC236}">
                <a16:creationId xmlns:a16="http://schemas.microsoft.com/office/drawing/2014/main" id="{749F23CC-85A8-EC4B-81E3-7708F92A9746}"/>
              </a:ext>
            </a:extLst>
          </p:cNvPr>
          <p:cNvSpPr/>
          <p:nvPr/>
        </p:nvSpPr>
        <p:spPr>
          <a:xfrm>
            <a:off x="1417551" y="1927319"/>
            <a:ext cx="4633513" cy="3418706"/>
          </a:xfrm>
          <a:prstGeom prst="rect">
            <a:avLst/>
          </a:prstGeom>
          <a:blipFill dpi="0" rotWithShape="1">
            <a:blip r:embed="R8bde14c7d2b54d88"/>
            <a:stretch>
              <a:fillRect l="-8652" r="-213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000" b="1">
              <a:solidFill>
                <a:schemeClr val="bg1"/>
              </a:solidFill>
              <a:cs typeface="+mn-ea"/>
              <a:sym typeface="+mn-lt"/>
            </a:endParaRPr>
          </a:p>
        </p:txBody>
      </p:sp>
      <p:sp>
        <p:nvSpPr>
          <p:cNvPr id="39" name="PA-文本框 9">
            <a:extLst>
              <a:ext uri="{FF2B5EF4-FFF2-40B4-BE49-F238E27FC236}">
                <a16:creationId xmlns:a16="http://schemas.microsoft.com/office/drawing/2014/main" id="{0769B8F5-C4CD-E04F-A570-5619E954C181}"/>
              </a:ext>
            </a:extLst>
          </p:cNvPr>
          <p:cNvSpPr txBox="1"/>
          <p:nvPr>
            <p:custDataLst>
              <p:tags r:id="R1885bb1392694ee8"/>
            </p:custDataLst>
          </p:nvPr>
        </p:nvSpPr>
        <p:spPr>
          <a:xfrm>
            <a:off x="6994392" y="3254511"/>
            <a:ext cx="2893134" cy="2052870"/>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400">
                <a:solidFill>
                  <a:schemeClr val="bg1">
                    <a:lumMod val="50000"/>
                  </a:schemeClr>
                </a:solidFill>
                <a:latin typeface="+mn-lt"/>
                <a:ea typeface="+mn-ea"/>
                <a:cs typeface="+mn-ea"/>
                <a:sym typeface="+mn-lt"/>
              </a:rPr>
              <a:t>您的内容打在这里，或者通过复制您的文本后，在此框中选择粘贴，并选择只保留文字。在此录入上述图表的综合描述说明，在此录入上述图综合容表的打在这里，或者通过复制您的文本后，在此框中选择粘贴，并选择只保留文字。</a:t>
            </a:r>
          </a:p>
        </p:txBody>
      </p:sp>
      <p:sp>
        <p:nvSpPr>
          <p:cNvPr id="40" name="PA-文本框 6">
            <a:extLst>
              <a:ext uri="{FF2B5EF4-FFF2-40B4-BE49-F238E27FC236}">
                <a16:creationId xmlns:a16="http://schemas.microsoft.com/office/drawing/2014/main" id="{12984B23-D34B-F441-9CE0-41BD4B6590CC}"/>
              </a:ext>
            </a:extLst>
          </p:cNvPr>
          <p:cNvSpPr txBox="1"/>
          <p:nvPr>
            <p:custDataLst>
              <p:tags r:id="Rce6225d222324665"/>
            </p:custDataLst>
          </p:nvPr>
        </p:nvSpPr>
        <p:spPr>
          <a:xfrm>
            <a:off x="7477626" y="2437027"/>
            <a:ext cx="1926666" cy="307777"/>
          </a:xfrm>
          <a:prstGeom prst="rect">
            <a:avLst/>
          </a:prstGeom>
          <a:noFill/>
        </p:spPr>
        <p:txBody>
          <a:bodyPr wrap="square" rtlCol="0">
            <a:spAutoFit/>
          </a:bodyPr>
          <a:lstStyle/>
          <a:p>
            <a:pPr algn="ctr"/>
            <a:r>
              <a:rPr lang="zh-CN" altLang="en-US" sz="1400" b="1">
                <a:solidFill>
                  <a:schemeClr val="bg1"/>
                </a:solidFill>
                <a:cs typeface="+mn-ea"/>
                <a:sym typeface="+mn-lt"/>
              </a:rPr>
              <a:t>输入您的标题</a:t>
            </a:r>
            <a:endParaRPr lang="en-US" sz="1400" b="1">
              <a:solidFill>
                <a:schemeClr val="bg1"/>
              </a:solidFill>
              <a:cs typeface="+mn-ea"/>
              <a:sym typeface="+mn-lt"/>
            </a:endParaRPr>
          </a:p>
        </p:txBody>
      </p:sp>
    </p:spTree>
    <p:extLst>
      <p:ext uri="{BB962C8B-B14F-4D97-AF65-F5344CB8AC3E}">
        <p14:creationId xmlns:p14="http://schemas.microsoft.com/office/powerpoint/2010/main" val="22808291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par>
                                <p:cTn id="10" presetID="22" presetClass="entr" presetSubtype="1" fill="hold" grpId="0" nodeType="withEffect">
                                  <p:stCondLst>
                                    <p:cond delay="1500"/>
                                  </p:stCondLst>
                                  <p:childTnLst>
                                    <p:set>
                                      <p:cBhvr>
                                        <p:cTn id="11" dur="1" fill="hold">
                                          <p:stCondLst>
                                            <p:cond delay="0"/>
                                          </p:stCondLst>
                                        </p:cTn>
                                        <p:tgtEl>
                                          <p:spTgt spid="39"/>
                                        </p:tgtEl>
                                        <p:attrNameLst>
                                          <p:attrName>style.visibility</p:attrName>
                                        </p:attrNameLst>
                                      </p:cBhvr>
                                      <p:to>
                                        <p:strVal val="visible"/>
                                      </p:to>
                                    </p:set>
                                    <p:animEffect transition="in" filter="wipe(up)">
                                      <p:cBhvr>
                                        <p:cTn id="1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91A000D6-2D1F-4A1A-B616-F47D266762F4}"/>
              </a:ext>
            </a:extLst>
          </p:cNvPr>
          <p:cNvGrpSpPr/>
          <p:nvPr/>
        </p:nvGrpSpPr>
        <p:grpSpPr>
          <a:xfrm>
            <a:off x="-1691710" y="-2304740"/>
            <a:ext cx="17955868" cy="13898750"/>
            <a:chOff x="-1691710" y="-2304740"/>
            <a:chExt cx="17955868" cy="13898750"/>
          </a:xfrm>
        </p:grpSpPr>
        <p:sp>
          <p:nvSpPr>
            <p:cNvPr id="17" name="Circle">
              <a:extLst>
                <a:ext uri="{FF2B5EF4-FFF2-40B4-BE49-F238E27FC236}">
                  <a16:creationId xmlns:a16="http://schemas.microsoft.com/office/drawing/2014/main" id="{4127A0C0-A735-4D9F-AA81-E49BC0AF4FC7}"/>
                </a:ext>
              </a:extLst>
            </p:cNvPr>
            <p:cNvSpPr/>
            <p:nvPr/>
          </p:nvSpPr>
          <p:spPr>
            <a:xfrm>
              <a:off x="4325223" y="-2304740"/>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8" name="Rectangle 19">
              <a:extLst>
                <a:ext uri="{FF2B5EF4-FFF2-40B4-BE49-F238E27FC236}">
                  <a16:creationId xmlns:a16="http://schemas.microsoft.com/office/drawing/2014/main" id="{DBF0D8D1-BDBD-40FC-9AEE-53C7905F378F}"/>
                </a:ext>
              </a:extLst>
            </p:cNvPr>
            <p:cNvSpPr/>
            <p:nvPr/>
          </p:nvSpPr>
          <p:spPr>
            <a:xfrm>
              <a:off x="4152214" y="175783"/>
              <a:ext cx="3995676" cy="469633"/>
            </a:xfrm>
            <a:prstGeom prst="rect">
              <a:avLst/>
            </a:prstGeom>
          </p:spPr>
          <p:txBody>
            <a:bodyPr wrap="none" lIns="0" tIns="0" rIns="0" bIns="0">
              <a:noAutofit/>
            </a:bodyPr>
            <a:lstStyle/>
            <a:p>
              <a:pPr algn="ctr"/>
              <a:r>
                <a:rPr lang="zh-CN" altLang="en-US" sz="2000" b="1" spc="1200">
                  <a:solidFill>
                    <a:schemeClr val="bg1"/>
                  </a:solidFill>
                  <a:cs typeface="+mn-ea"/>
                  <a:sym typeface="+mn-lt"/>
                </a:rPr>
                <a:t>输入你的标题</a:t>
              </a:r>
            </a:p>
          </p:txBody>
        </p:sp>
        <p:sp>
          <p:nvSpPr>
            <p:cNvPr id="19" name="Circle">
              <a:extLst>
                <a:ext uri="{FF2B5EF4-FFF2-40B4-BE49-F238E27FC236}">
                  <a16:creationId xmlns:a16="http://schemas.microsoft.com/office/drawing/2014/main" id="{3BC26BA3-B970-4EE7-9461-0613810E5900}"/>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20" name="Circle">
              <a:extLst>
                <a:ext uri="{FF2B5EF4-FFF2-40B4-BE49-F238E27FC236}">
                  <a16:creationId xmlns:a16="http://schemas.microsoft.com/office/drawing/2014/main" id="{40529A83-3B27-47B2-865A-349C5ABD165A}"/>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21" name="Circle">
              <a:extLst>
                <a:ext uri="{FF2B5EF4-FFF2-40B4-BE49-F238E27FC236}">
                  <a16:creationId xmlns:a16="http://schemas.microsoft.com/office/drawing/2014/main" id="{F2AE91B6-CE05-45B6-ADB4-6F33FF37733D}"/>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sp>
        <p:nvSpPr>
          <p:cNvPr id="2" name="Oval 14">
            <a:extLst>
              <a:ext uri="{FF2B5EF4-FFF2-40B4-BE49-F238E27FC236}">
                <a16:creationId xmlns:a16="http://schemas.microsoft.com/office/drawing/2014/main" id="{A9FA776F-D7B2-4227-9E96-EF9D5AF06DD8}"/>
              </a:ext>
            </a:extLst>
          </p:cNvPr>
          <p:cNvSpPr>
            <a:spLocks noChangeAspect="1"/>
          </p:cNvSpPr>
          <p:nvPr/>
        </p:nvSpPr>
        <p:spPr>
          <a:xfrm>
            <a:off x="1161588" y="2656775"/>
            <a:ext cx="1132840" cy="1132840"/>
          </a:xfrm>
          <a:prstGeom prst="ellipse">
            <a:avLst/>
          </a:prstGeom>
          <a:gradFill>
            <a:gsLst>
              <a:gs pos="0">
                <a:schemeClr val="accent1"/>
              </a:gs>
              <a:gs pos="100000">
                <a:schemeClr val="accent2"/>
              </a:gs>
            </a:gsLst>
            <a:lin ang="6600000" scaled="0"/>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200" b="1">
                <a:solidFill>
                  <a:schemeClr val="bg1"/>
                </a:solidFill>
                <a:cs typeface="+mn-ea"/>
                <a:sym typeface="+mn-lt"/>
              </a:rPr>
              <a:t>单击此处输入文本</a:t>
            </a:r>
          </a:p>
        </p:txBody>
      </p:sp>
      <p:sp>
        <p:nvSpPr>
          <p:cNvPr id="3" name="任意多边形 12">
            <a:extLst>
              <a:ext uri="{FF2B5EF4-FFF2-40B4-BE49-F238E27FC236}">
                <a16:creationId xmlns:a16="http://schemas.microsoft.com/office/drawing/2014/main" id="{D63FAF0C-F417-4E4B-8AEE-6B74DFCD7F7F}"/>
              </a:ext>
            </a:extLst>
          </p:cNvPr>
          <p:cNvSpPr/>
          <p:nvPr/>
        </p:nvSpPr>
        <p:spPr>
          <a:xfrm>
            <a:off x="2294428" y="3349560"/>
            <a:ext cx="2829560" cy="1062355"/>
          </a:xfrm>
          <a:custGeom>
            <a:avLst/>
            <a:gdLst>
              <a:gd name="connsiteX0" fmla="*/ 0 w 2459182"/>
              <a:gd name="connsiteY0" fmla="*/ 0 h 888919"/>
              <a:gd name="connsiteX1" fmla="*/ 955964 w 2459182"/>
              <a:gd name="connsiteY1" fmla="*/ 858982 h 888919"/>
              <a:gd name="connsiteX2" fmla="*/ 2459182 w 2459182"/>
              <a:gd name="connsiteY2" fmla="*/ 609600 h 888919"/>
            </a:gdLst>
            <a:ahLst/>
            <a:cxnLst>
              <a:cxn ang="0">
                <a:pos x="connsiteX0" y="connsiteY0"/>
              </a:cxn>
              <a:cxn ang="0">
                <a:pos x="connsiteX1" y="connsiteY1"/>
              </a:cxn>
              <a:cxn ang="0">
                <a:pos x="connsiteX2" y="connsiteY2"/>
              </a:cxn>
            </a:cxnLst>
            <a:rect l="l" t="t" r="r" b="b"/>
            <a:pathLst>
              <a:path w="2459182" h="888918">
                <a:moveTo>
                  <a:pt x="0" y="0"/>
                </a:moveTo>
                <a:cubicBezTo>
                  <a:pt x="273050" y="378691"/>
                  <a:pt x="546100" y="757382"/>
                  <a:pt x="955964" y="858982"/>
                </a:cubicBezTo>
                <a:cubicBezTo>
                  <a:pt x="1365828" y="960582"/>
                  <a:pt x="1912505" y="785091"/>
                  <a:pt x="2459182" y="609600"/>
                </a:cubicBezTo>
              </a:path>
            </a:pathLst>
          </a:custGeom>
          <a:noFill/>
          <a:ln>
            <a:solidFill>
              <a:srgbClr val="56386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a:solidFill>
                <a:schemeClr val="tx1">
                  <a:lumMod val="85000"/>
                  <a:lumOff val="15000"/>
                </a:schemeClr>
              </a:solidFill>
              <a:cs typeface="+mn-ea"/>
              <a:sym typeface="+mn-lt"/>
            </a:endParaRPr>
          </a:p>
        </p:txBody>
      </p:sp>
      <p:sp>
        <p:nvSpPr>
          <p:cNvPr id="4" name="Oval 14">
            <a:extLst>
              <a:ext uri="{FF2B5EF4-FFF2-40B4-BE49-F238E27FC236}">
                <a16:creationId xmlns:a16="http://schemas.microsoft.com/office/drawing/2014/main" id="{DBE91899-DD5F-4895-B015-8B09E36482D4}"/>
              </a:ext>
            </a:extLst>
          </p:cNvPr>
          <p:cNvSpPr>
            <a:spLocks noChangeAspect="1"/>
          </p:cNvSpPr>
          <p:nvPr/>
        </p:nvSpPr>
        <p:spPr>
          <a:xfrm>
            <a:off x="5123988" y="3349560"/>
            <a:ext cx="1132840" cy="1132840"/>
          </a:xfrm>
          <a:prstGeom prst="ellipse">
            <a:avLst/>
          </a:prstGeom>
          <a:gradFill>
            <a:gsLst>
              <a:gs pos="0">
                <a:schemeClr val="accent1"/>
              </a:gs>
              <a:gs pos="100000">
                <a:schemeClr val="accent2"/>
              </a:gs>
            </a:gsLst>
            <a:lin ang="6600000" scaled="0"/>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200" b="1">
                <a:solidFill>
                  <a:schemeClr val="bg1"/>
                </a:solidFill>
                <a:cs typeface="+mn-ea"/>
                <a:sym typeface="+mn-lt"/>
              </a:rPr>
              <a:t>单击此处输入文本</a:t>
            </a:r>
            <a:endParaRPr lang="en-US" sz="2000">
              <a:solidFill>
                <a:schemeClr val="bg1"/>
              </a:solidFill>
              <a:cs typeface="+mn-ea"/>
              <a:sym typeface="+mn-lt"/>
            </a:endParaRPr>
          </a:p>
        </p:txBody>
      </p:sp>
      <p:sp>
        <p:nvSpPr>
          <p:cNvPr id="5" name="Oval 14">
            <a:extLst>
              <a:ext uri="{FF2B5EF4-FFF2-40B4-BE49-F238E27FC236}">
                <a16:creationId xmlns:a16="http://schemas.microsoft.com/office/drawing/2014/main" id="{E4FCAA7B-79D6-42A8-9259-729FB822DBB0}"/>
              </a:ext>
            </a:extLst>
          </p:cNvPr>
          <p:cNvSpPr>
            <a:spLocks noChangeAspect="1"/>
          </p:cNvSpPr>
          <p:nvPr/>
        </p:nvSpPr>
        <p:spPr>
          <a:xfrm>
            <a:off x="8857153" y="2134805"/>
            <a:ext cx="1132840" cy="1132840"/>
          </a:xfrm>
          <a:prstGeom prst="ellipse">
            <a:avLst/>
          </a:prstGeom>
          <a:gradFill>
            <a:gsLst>
              <a:gs pos="0">
                <a:schemeClr val="accent1"/>
              </a:gs>
              <a:gs pos="100000">
                <a:schemeClr val="accent2"/>
              </a:gs>
            </a:gsLst>
            <a:lin ang="6600000" scaled="0"/>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200" b="1">
                <a:solidFill>
                  <a:schemeClr val="bg1"/>
                </a:solidFill>
                <a:cs typeface="+mn-ea"/>
                <a:sym typeface="+mn-lt"/>
              </a:rPr>
              <a:t>单击此处输入文本</a:t>
            </a:r>
            <a:endParaRPr lang="en-US" sz="2000">
              <a:solidFill>
                <a:schemeClr val="bg1"/>
              </a:solidFill>
              <a:cs typeface="+mn-ea"/>
              <a:sym typeface="+mn-lt"/>
            </a:endParaRPr>
          </a:p>
        </p:txBody>
      </p:sp>
      <p:sp>
        <p:nvSpPr>
          <p:cNvPr id="6" name="任意多边形 67">
            <a:extLst>
              <a:ext uri="{FF2B5EF4-FFF2-40B4-BE49-F238E27FC236}">
                <a16:creationId xmlns:a16="http://schemas.microsoft.com/office/drawing/2014/main" id="{FBB4330F-9730-46BC-A822-1F69BDB47E45}"/>
              </a:ext>
            </a:extLst>
          </p:cNvPr>
          <p:cNvSpPr/>
          <p:nvPr/>
        </p:nvSpPr>
        <p:spPr>
          <a:xfrm>
            <a:off x="6075853" y="2473895"/>
            <a:ext cx="2781300" cy="1007110"/>
          </a:xfrm>
          <a:custGeom>
            <a:avLst/>
            <a:gdLst>
              <a:gd name="connsiteX0" fmla="*/ 0 w 2431473"/>
              <a:gd name="connsiteY0" fmla="*/ 880693 h 880693"/>
              <a:gd name="connsiteX1" fmla="*/ 1018309 w 2431473"/>
              <a:gd name="connsiteY1" fmla="*/ 56347 h 880693"/>
              <a:gd name="connsiteX2" fmla="*/ 2431473 w 2431473"/>
              <a:gd name="connsiteY2" fmla="*/ 139474 h 880693"/>
            </a:gdLst>
            <a:ahLst/>
            <a:cxnLst>
              <a:cxn ang="0">
                <a:pos x="connsiteX0" y="connsiteY0"/>
              </a:cxn>
              <a:cxn ang="0">
                <a:pos x="connsiteX1" y="connsiteY1"/>
              </a:cxn>
              <a:cxn ang="0">
                <a:pos x="connsiteX2" y="connsiteY2"/>
              </a:cxn>
            </a:cxnLst>
            <a:rect l="l" t="t" r="r" b="b"/>
            <a:pathLst>
              <a:path w="2431473" h="880693">
                <a:moveTo>
                  <a:pt x="0" y="880693"/>
                </a:moveTo>
                <a:cubicBezTo>
                  <a:pt x="306532" y="530288"/>
                  <a:pt x="613064" y="179883"/>
                  <a:pt x="1018309" y="56347"/>
                </a:cubicBezTo>
                <a:cubicBezTo>
                  <a:pt x="1423554" y="-67189"/>
                  <a:pt x="1927513" y="36142"/>
                  <a:pt x="2431473" y="139474"/>
                </a:cubicBezTo>
              </a:path>
            </a:pathLst>
          </a:custGeom>
          <a:noFill/>
          <a:ln>
            <a:solidFill>
              <a:srgbClr val="563862"/>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a:solidFill>
                <a:schemeClr val="tx1">
                  <a:lumMod val="85000"/>
                  <a:lumOff val="15000"/>
                </a:schemeClr>
              </a:solidFill>
              <a:cs typeface="+mn-ea"/>
              <a:sym typeface="+mn-lt"/>
            </a:endParaRPr>
          </a:p>
        </p:txBody>
      </p:sp>
      <p:grpSp>
        <p:nvGrpSpPr>
          <p:cNvPr id="7" name="PA-组合 27">
            <a:extLst>
              <a:ext uri="{FF2B5EF4-FFF2-40B4-BE49-F238E27FC236}">
                <a16:creationId xmlns:a16="http://schemas.microsoft.com/office/drawing/2014/main" id="{B7737900-6EFF-4DDD-B0D6-4C684E566B35}"/>
              </a:ext>
            </a:extLst>
          </p:cNvPr>
          <p:cNvGrpSpPr/>
          <p:nvPr>
            <p:custDataLst>
              <p:tags r:id="R5da325921f104a6b"/>
            </p:custDataLst>
          </p:nvPr>
        </p:nvGrpSpPr>
        <p:grpSpPr>
          <a:xfrm>
            <a:off x="2508645" y="2026165"/>
            <a:ext cx="2401125" cy="1351058"/>
            <a:chOff x="6169650" y="4486172"/>
            <a:chExt cx="2401125" cy="1351058"/>
          </a:xfrm>
        </p:grpSpPr>
        <p:sp>
          <p:nvSpPr>
            <p:cNvPr id="8" name="PA-文本框 6">
              <a:extLst>
                <a:ext uri="{FF2B5EF4-FFF2-40B4-BE49-F238E27FC236}">
                  <a16:creationId xmlns:a16="http://schemas.microsoft.com/office/drawing/2014/main" id="{8BF31CDF-0192-43FA-A806-4EA9A75A7079}"/>
                </a:ext>
              </a:extLst>
            </p:cNvPr>
            <p:cNvSpPr txBox="1"/>
            <p:nvPr>
              <p:custDataLst>
                <p:tags r:id="R362717eda2414b2c"/>
              </p:custDataLst>
            </p:nvPr>
          </p:nvSpPr>
          <p:spPr>
            <a:xfrm>
              <a:off x="6185160" y="4486172"/>
              <a:ext cx="1926666" cy="584775"/>
            </a:xfrm>
            <a:prstGeom prst="rect">
              <a:avLst/>
            </a:prstGeom>
            <a:noFill/>
          </p:spPr>
          <p:txBody>
            <a:bodyPr wrap="square" rtlCol="0">
              <a:spAutoFit/>
            </a:bodyPr>
            <a:lstStyle/>
            <a:p>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a:p>
              <a:r>
                <a:rPr lang="en-US" sz="1600" b="1">
                  <a:solidFill>
                    <a:schemeClr val="tx1">
                      <a:lumMod val="75000"/>
                      <a:lumOff val="25000"/>
                    </a:schemeClr>
                  </a:solidFill>
                  <a:cs typeface="+mn-ea"/>
                  <a:sym typeface="+mn-lt"/>
                </a:rPr>
                <a:t>OUR COMPANY</a:t>
              </a:r>
            </a:p>
          </p:txBody>
        </p:sp>
        <p:sp>
          <p:nvSpPr>
            <p:cNvPr id="9" name="PA-文本框 42">
              <a:extLst>
                <a:ext uri="{FF2B5EF4-FFF2-40B4-BE49-F238E27FC236}">
                  <a16:creationId xmlns:a16="http://schemas.microsoft.com/office/drawing/2014/main" id="{3113C821-0F96-4D5F-A8DC-A08EE21E32E6}"/>
                </a:ext>
              </a:extLst>
            </p:cNvPr>
            <p:cNvSpPr txBox="1"/>
            <p:nvPr>
              <p:custDataLst>
                <p:tags r:id="R28aef5027fdf4c7e"/>
              </p:custDataLst>
            </p:nvPr>
          </p:nvSpPr>
          <p:spPr>
            <a:xfrm>
              <a:off x="6169650" y="5024700"/>
              <a:ext cx="2401125" cy="81253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sz="1200">
                  <a:solidFill>
                    <a:schemeClr val="bg1">
                      <a:lumMod val="65000"/>
                    </a:schemeClr>
                  </a:solidFill>
                  <a:latin typeface="+mn-lt"/>
                  <a:ea typeface="+mn-ea"/>
                  <a:cs typeface="+mn-ea"/>
                  <a:sym typeface="+mn-lt"/>
                </a:rPr>
                <a:t>此处添加详细文本描述，建议与标题相关并符合整体语言风格，语言描述尽量简洁生动。</a:t>
              </a:r>
              <a:endParaRPr lang="id-ID" sz="1200">
                <a:solidFill>
                  <a:schemeClr val="bg1">
                    <a:lumMod val="65000"/>
                  </a:schemeClr>
                </a:solidFill>
                <a:latin typeface="+mn-lt"/>
                <a:ea typeface="+mn-ea"/>
                <a:cs typeface="+mn-ea"/>
                <a:sym typeface="+mn-lt"/>
              </a:endParaRPr>
            </a:p>
          </p:txBody>
        </p:sp>
      </p:grpSp>
      <p:grpSp>
        <p:nvGrpSpPr>
          <p:cNvPr id="10" name="PA-组合 27">
            <a:extLst>
              <a:ext uri="{FF2B5EF4-FFF2-40B4-BE49-F238E27FC236}">
                <a16:creationId xmlns:a16="http://schemas.microsoft.com/office/drawing/2014/main" id="{551C3AEF-65CF-4BA2-AE31-3D31B6B23B81}"/>
              </a:ext>
            </a:extLst>
          </p:cNvPr>
          <p:cNvGrpSpPr/>
          <p:nvPr>
            <p:custDataLst>
              <p:tags r:id="R42729943c551423b"/>
            </p:custDataLst>
          </p:nvPr>
        </p:nvGrpSpPr>
        <p:grpSpPr>
          <a:xfrm>
            <a:off x="5065378" y="4832063"/>
            <a:ext cx="2401125" cy="1351058"/>
            <a:chOff x="6169650" y="4486172"/>
            <a:chExt cx="2401125" cy="1351058"/>
          </a:xfrm>
        </p:grpSpPr>
        <p:sp>
          <p:nvSpPr>
            <p:cNvPr id="11" name="PA-文本框 6">
              <a:extLst>
                <a:ext uri="{FF2B5EF4-FFF2-40B4-BE49-F238E27FC236}">
                  <a16:creationId xmlns:a16="http://schemas.microsoft.com/office/drawing/2014/main" id="{CCDA0452-DD49-4085-8445-8E4BA01C236F}"/>
                </a:ext>
              </a:extLst>
            </p:cNvPr>
            <p:cNvSpPr txBox="1"/>
            <p:nvPr>
              <p:custDataLst>
                <p:tags r:id="R005dbf6d5eb24268"/>
              </p:custDataLst>
            </p:nvPr>
          </p:nvSpPr>
          <p:spPr>
            <a:xfrm>
              <a:off x="6185160" y="4486172"/>
              <a:ext cx="1926666" cy="584775"/>
            </a:xfrm>
            <a:prstGeom prst="rect">
              <a:avLst/>
            </a:prstGeom>
            <a:noFill/>
          </p:spPr>
          <p:txBody>
            <a:bodyPr wrap="square" rtlCol="0">
              <a:spAutoFit/>
            </a:bodyPr>
            <a:lstStyle/>
            <a:p>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a:p>
              <a:r>
                <a:rPr lang="en-US" sz="1600" b="1">
                  <a:solidFill>
                    <a:schemeClr val="tx1">
                      <a:lumMod val="75000"/>
                      <a:lumOff val="25000"/>
                    </a:schemeClr>
                  </a:solidFill>
                  <a:cs typeface="+mn-ea"/>
                  <a:sym typeface="+mn-lt"/>
                </a:rPr>
                <a:t>OUR COMPANY</a:t>
              </a:r>
            </a:p>
          </p:txBody>
        </p:sp>
        <p:sp>
          <p:nvSpPr>
            <p:cNvPr id="12" name="PA-文本框 42">
              <a:extLst>
                <a:ext uri="{FF2B5EF4-FFF2-40B4-BE49-F238E27FC236}">
                  <a16:creationId xmlns:a16="http://schemas.microsoft.com/office/drawing/2014/main" id="{DEA490C1-F59B-4C7C-90F8-9AEC95FD5B2B}"/>
                </a:ext>
              </a:extLst>
            </p:cNvPr>
            <p:cNvSpPr txBox="1"/>
            <p:nvPr>
              <p:custDataLst>
                <p:tags r:id="R672a2abfd2c145f7"/>
              </p:custDataLst>
            </p:nvPr>
          </p:nvSpPr>
          <p:spPr>
            <a:xfrm>
              <a:off x="6169650" y="5024700"/>
              <a:ext cx="2401125" cy="81253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sz="1200">
                  <a:solidFill>
                    <a:schemeClr val="bg1">
                      <a:lumMod val="65000"/>
                    </a:schemeClr>
                  </a:solidFill>
                  <a:latin typeface="+mn-lt"/>
                  <a:ea typeface="+mn-ea"/>
                  <a:cs typeface="+mn-ea"/>
                  <a:sym typeface="+mn-lt"/>
                </a:rPr>
                <a:t>此处添加详细文本描述，建议与标题相关并符合整体语言风格，语言描述尽量简洁生动。</a:t>
              </a:r>
              <a:endParaRPr lang="id-ID" sz="1200">
                <a:solidFill>
                  <a:schemeClr val="bg1">
                    <a:lumMod val="65000"/>
                  </a:schemeClr>
                </a:solidFill>
                <a:latin typeface="+mn-lt"/>
                <a:ea typeface="+mn-ea"/>
                <a:cs typeface="+mn-ea"/>
                <a:sym typeface="+mn-lt"/>
              </a:endParaRPr>
            </a:p>
          </p:txBody>
        </p:sp>
      </p:grpSp>
      <p:grpSp>
        <p:nvGrpSpPr>
          <p:cNvPr id="13" name="PA-组合 27">
            <a:extLst>
              <a:ext uri="{FF2B5EF4-FFF2-40B4-BE49-F238E27FC236}">
                <a16:creationId xmlns:a16="http://schemas.microsoft.com/office/drawing/2014/main" id="{DE759F56-D013-43D4-B4EB-9FE931FDD8C5}"/>
              </a:ext>
            </a:extLst>
          </p:cNvPr>
          <p:cNvGrpSpPr/>
          <p:nvPr>
            <p:custDataLst>
              <p:tags r:id="Rc16f84214b4c4dc1"/>
            </p:custDataLst>
          </p:nvPr>
        </p:nvGrpSpPr>
        <p:grpSpPr>
          <a:xfrm>
            <a:off x="9281622" y="3481005"/>
            <a:ext cx="2401125" cy="1351058"/>
            <a:chOff x="6169650" y="4486172"/>
            <a:chExt cx="2401125" cy="1351058"/>
          </a:xfrm>
        </p:grpSpPr>
        <p:sp>
          <p:nvSpPr>
            <p:cNvPr id="14" name="PA-文本框 6">
              <a:extLst>
                <a:ext uri="{FF2B5EF4-FFF2-40B4-BE49-F238E27FC236}">
                  <a16:creationId xmlns:a16="http://schemas.microsoft.com/office/drawing/2014/main" id="{7EF7F3B6-318B-4D3C-A592-596B87F63CBE}"/>
                </a:ext>
              </a:extLst>
            </p:cNvPr>
            <p:cNvSpPr txBox="1"/>
            <p:nvPr>
              <p:custDataLst>
                <p:tags r:id="Rabcec9a2f8e149ac"/>
              </p:custDataLst>
            </p:nvPr>
          </p:nvSpPr>
          <p:spPr>
            <a:xfrm>
              <a:off x="6185160" y="4486172"/>
              <a:ext cx="1926666" cy="584775"/>
            </a:xfrm>
            <a:prstGeom prst="rect">
              <a:avLst/>
            </a:prstGeom>
            <a:noFill/>
          </p:spPr>
          <p:txBody>
            <a:bodyPr wrap="square" rtlCol="0">
              <a:spAutoFit/>
            </a:bodyPr>
            <a:lstStyle/>
            <a:p>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a:p>
              <a:r>
                <a:rPr lang="en-US" sz="1600" b="1">
                  <a:solidFill>
                    <a:schemeClr val="tx1">
                      <a:lumMod val="75000"/>
                      <a:lumOff val="25000"/>
                    </a:schemeClr>
                  </a:solidFill>
                  <a:cs typeface="+mn-ea"/>
                  <a:sym typeface="+mn-lt"/>
                </a:rPr>
                <a:t>OUR COMPANY</a:t>
              </a:r>
            </a:p>
          </p:txBody>
        </p:sp>
        <p:sp>
          <p:nvSpPr>
            <p:cNvPr id="15" name="PA-文本框 42">
              <a:extLst>
                <a:ext uri="{FF2B5EF4-FFF2-40B4-BE49-F238E27FC236}">
                  <a16:creationId xmlns:a16="http://schemas.microsoft.com/office/drawing/2014/main" id="{AC059773-437E-4382-87B7-3283575B20D4}"/>
                </a:ext>
              </a:extLst>
            </p:cNvPr>
            <p:cNvSpPr txBox="1"/>
            <p:nvPr>
              <p:custDataLst>
                <p:tags r:id="R8f85ddbca8574d88"/>
              </p:custDataLst>
            </p:nvPr>
          </p:nvSpPr>
          <p:spPr>
            <a:xfrm>
              <a:off x="6169650" y="5024700"/>
              <a:ext cx="2401125" cy="81253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sz="1200">
                  <a:solidFill>
                    <a:schemeClr val="bg1">
                      <a:lumMod val="65000"/>
                    </a:schemeClr>
                  </a:solidFill>
                  <a:latin typeface="+mn-lt"/>
                  <a:ea typeface="+mn-ea"/>
                  <a:cs typeface="+mn-ea"/>
                  <a:sym typeface="+mn-lt"/>
                </a:rPr>
                <a:t>此处添加详细文本描述，建议与标题相关并符合整体语言风格，语言描述尽量简洁生动。</a:t>
              </a:r>
              <a:endParaRPr lang="id-ID" sz="1200">
                <a:solidFill>
                  <a:schemeClr val="bg1">
                    <a:lumMod val="65000"/>
                  </a:schemeClr>
                </a:solidFill>
                <a:latin typeface="+mn-lt"/>
                <a:ea typeface="+mn-ea"/>
                <a:cs typeface="+mn-ea"/>
                <a:sym typeface="+mn-lt"/>
              </a:endParaRPr>
            </a:p>
          </p:txBody>
        </p:sp>
      </p:grpSp>
    </p:spTree>
    <p:extLst>
      <p:ext uri="{BB962C8B-B14F-4D97-AF65-F5344CB8AC3E}">
        <p14:creationId xmlns:p14="http://schemas.microsoft.com/office/powerpoint/2010/main" val="27358532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500"/>
                                        <p:tgtEl>
                                          <p:spTgt spid="4"/>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inVertical)">
                                      <p:cBhvr>
                                        <p:cTn id="16" dur="500"/>
                                        <p:tgtEl>
                                          <p:spTgt spid="5"/>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Vertical)">
                                      <p:cBhvr>
                                        <p:cTn id="19" dur="500"/>
                                        <p:tgtEl>
                                          <p:spTgt spid="6"/>
                                        </p:tgtEl>
                                      </p:cBhvr>
                                    </p:animEffect>
                                  </p:childTnLst>
                                </p:cTn>
                              </p:par>
                              <p:par>
                                <p:cTn id="20" presetID="42" presetClass="entr" presetSubtype="0" fill="hold" nodeType="withEffect">
                                  <p:stCondLst>
                                    <p:cond delay="14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140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140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anim calcmode="lin" valueType="num">
                                      <p:cBhvr>
                                        <p:cTn id="33" dur="1000" fill="hold"/>
                                        <p:tgtEl>
                                          <p:spTgt spid="13"/>
                                        </p:tgtEl>
                                        <p:attrNameLst>
                                          <p:attrName>ppt_x</p:attrName>
                                        </p:attrNameLst>
                                      </p:cBhvr>
                                      <p:tavLst>
                                        <p:tav tm="0">
                                          <p:val>
                                            <p:strVal val="#ppt_x"/>
                                          </p:val>
                                        </p:tav>
                                        <p:tav tm="100000">
                                          <p:val>
                                            <p:strVal val="#ppt_x"/>
                                          </p:val>
                                        </p:tav>
                                      </p:tavLst>
                                    </p:anim>
                                    <p:anim calcmode="lin" valueType="num">
                                      <p:cBhvr>
                                        <p:cTn id="3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a:extLst>
              <a:ext uri="{FF2B5EF4-FFF2-40B4-BE49-F238E27FC236}">
                <a16:creationId xmlns:a16="http://schemas.microsoft.com/office/drawing/2014/main" id="{2B385451-67DD-433D-B12A-028C182E1CBC}"/>
              </a:ext>
            </a:extLst>
          </p:cNvPr>
          <p:cNvGrpSpPr/>
          <p:nvPr/>
        </p:nvGrpSpPr>
        <p:grpSpPr>
          <a:xfrm>
            <a:off x="-1691710" y="-2304740"/>
            <a:ext cx="17955868" cy="13898750"/>
            <a:chOff x="-1691710" y="-2304740"/>
            <a:chExt cx="17955868" cy="13898750"/>
          </a:xfrm>
        </p:grpSpPr>
        <p:sp>
          <p:nvSpPr>
            <p:cNvPr id="29" name="Circle">
              <a:extLst>
                <a:ext uri="{FF2B5EF4-FFF2-40B4-BE49-F238E27FC236}">
                  <a16:creationId xmlns:a16="http://schemas.microsoft.com/office/drawing/2014/main" id="{24C8DBD5-7744-49EC-9907-A85DD2CE9EF1}"/>
                </a:ext>
              </a:extLst>
            </p:cNvPr>
            <p:cNvSpPr/>
            <p:nvPr/>
          </p:nvSpPr>
          <p:spPr>
            <a:xfrm>
              <a:off x="4325223" y="-2304740"/>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30" name="Rectangle 19">
              <a:extLst>
                <a:ext uri="{FF2B5EF4-FFF2-40B4-BE49-F238E27FC236}">
                  <a16:creationId xmlns:a16="http://schemas.microsoft.com/office/drawing/2014/main" id="{DFD08D91-5664-4357-9DBB-937D9A71107D}"/>
                </a:ext>
              </a:extLst>
            </p:cNvPr>
            <p:cNvSpPr/>
            <p:nvPr/>
          </p:nvSpPr>
          <p:spPr>
            <a:xfrm>
              <a:off x="4152214" y="175783"/>
              <a:ext cx="3995676" cy="469633"/>
            </a:xfrm>
            <a:prstGeom prst="rect">
              <a:avLst/>
            </a:prstGeom>
          </p:spPr>
          <p:txBody>
            <a:bodyPr wrap="none" lIns="0" tIns="0" rIns="0" bIns="0">
              <a:noAutofit/>
            </a:bodyPr>
            <a:lstStyle/>
            <a:p>
              <a:pPr algn="ctr"/>
              <a:r>
                <a:rPr lang="zh-CN" altLang="en-US" sz="2000" b="1" spc="1200">
                  <a:solidFill>
                    <a:schemeClr val="bg1"/>
                  </a:solidFill>
                  <a:cs typeface="+mn-ea"/>
                  <a:sym typeface="+mn-lt"/>
                </a:rPr>
                <a:t>输入你的标题</a:t>
              </a:r>
            </a:p>
          </p:txBody>
        </p:sp>
        <p:sp>
          <p:nvSpPr>
            <p:cNvPr id="31" name="Circle">
              <a:extLst>
                <a:ext uri="{FF2B5EF4-FFF2-40B4-BE49-F238E27FC236}">
                  <a16:creationId xmlns:a16="http://schemas.microsoft.com/office/drawing/2014/main" id="{70347B2E-0ABB-46E9-9E6D-AA404E118B99}"/>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32" name="Circle">
              <a:extLst>
                <a:ext uri="{FF2B5EF4-FFF2-40B4-BE49-F238E27FC236}">
                  <a16:creationId xmlns:a16="http://schemas.microsoft.com/office/drawing/2014/main" id="{38F7C38C-158A-44FD-BF20-476F259E9370}"/>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33" name="Circle">
              <a:extLst>
                <a:ext uri="{FF2B5EF4-FFF2-40B4-BE49-F238E27FC236}">
                  <a16:creationId xmlns:a16="http://schemas.microsoft.com/office/drawing/2014/main" id="{4C3C4982-90DA-4DBB-9B34-34AC0BAF9D56}"/>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pic>
        <p:nvPicPr>
          <p:cNvPr id="2" name="Picture 50" descr="iPhone6_mockup_front_white.png">
            <a:extLst>
              <a:ext uri="{FF2B5EF4-FFF2-40B4-BE49-F238E27FC236}">
                <a16:creationId xmlns:a16="http://schemas.microsoft.com/office/drawing/2014/main" id="{1A7A36CA-2820-4505-B0E5-2E67233CD4D6}"/>
              </a:ext>
            </a:extLst>
          </p:cNvPr>
          <p:cNvPicPr>
            <a:picLocks noChangeAspect="1"/>
          </p:cNvPicPr>
          <p:nvPr/>
        </p:nvPicPr>
        <p:blipFill>
          <a:blip r:embed="R35d69c6ba1b34041">
            <a:extLst>
              <a:ext uri="{28A0092B-C50C-407E-A947-70E740481C1C}">
                <a14:useLocalDpi xmlns:a14="http://schemas.microsoft.com/office/drawing/2010/main" val="0"/>
              </a:ext>
            </a:extLst>
          </a:blip>
          <a:srcRect b="55691"/>
          <a:stretch>
            <a:fillRect/>
          </a:stretch>
        </p:blipFill>
        <p:spPr>
          <a:xfrm>
            <a:off x="3005161" y="2393666"/>
            <a:ext cx="6441330" cy="4464334"/>
          </a:xfrm>
          <a:prstGeom prst="rect">
            <a:avLst/>
          </a:prstGeom>
        </p:spPr>
      </p:pic>
      <p:sp>
        <p:nvSpPr>
          <p:cNvPr id="3" name="矩形 2">
            <a:extLst>
              <a:ext uri="{FF2B5EF4-FFF2-40B4-BE49-F238E27FC236}">
                <a16:creationId xmlns:a16="http://schemas.microsoft.com/office/drawing/2014/main" id="{C094FB97-B272-4432-B952-342B36E3F70F}"/>
              </a:ext>
            </a:extLst>
          </p:cNvPr>
          <p:cNvSpPr/>
          <p:nvPr/>
        </p:nvSpPr>
        <p:spPr>
          <a:xfrm>
            <a:off x="4278561" y="4011246"/>
            <a:ext cx="3801138" cy="2846753"/>
          </a:xfrm>
          <a:prstGeom prst="rect">
            <a:avLst/>
          </a:prstGeom>
          <a:blipFill>
            <a:blip r:embed="Ra3a0512b3f3d4bfe"/>
            <a:stretch>
              <a:fillRect l="-6228" r="-6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 name="Group 18">
            <a:extLst>
              <a:ext uri="{FF2B5EF4-FFF2-40B4-BE49-F238E27FC236}">
                <a16:creationId xmlns:a16="http://schemas.microsoft.com/office/drawing/2014/main" id="{E85C0740-374E-4883-AB06-B61693EEC4A4}"/>
              </a:ext>
            </a:extLst>
          </p:cNvPr>
          <p:cNvGrpSpPr/>
          <p:nvPr/>
        </p:nvGrpSpPr>
        <p:grpSpPr>
          <a:xfrm>
            <a:off x="2823099" y="2660279"/>
            <a:ext cx="632620" cy="614508"/>
            <a:chOff x="860271" y="1518068"/>
            <a:chExt cx="493370" cy="479245"/>
          </a:xfrm>
        </p:grpSpPr>
        <p:sp>
          <p:nvSpPr>
            <p:cNvPr id="5" name="Rounded Rectangle 19">
              <a:extLst>
                <a:ext uri="{FF2B5EF4-FFF2-40B4-BE49-F238E27FC236}">
                  <a16:creationId xmlns:a16="http://schemas.microsoft.com/office/drawing/2014/main" id="{CB9B9D90-DB93-403A-8447-413BEDA8A45B}"/>
                </a:ext>
              </a:extLst>
            </p:cNvPr>
            <p:cNvSpPr/>
            <p:nvPr/>
          </p:nvSpPr>
          <p:spPr>
            <a:xfrm>
              <a:off x="860271" y="1518068"/>
              <a:ext cx="493370" cy="47924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800">
                <a:solidFill>
                  <a:schemeClr val="bg1"/>
                </a:solidFill>
                <a:cs typeface="+mn-ea"/>
                <a:sym typeface="+mn-lt"/>
              </a:endParaRPr>
            </a:p>
          </p:txBody>
        </p:sp>
        <p:sp>
          <p:nvSpPr>
            <p:cNvPr id="6" name="Freeform 6">
              <a:extLst>
                <a:ext uri="{FF2B5EF4-FFF2-40B4-BE49-F238E27FC236}">
                  <a16:creationId xmlns:a16="http://schemas.microsoft.com/office/drawing/2014/main" id="{20BA56ED-A407-40B3-97D5-F26F1D62C6C0}"/>
                </a:ext>
              </a:extLst>
            </p:cNvPr>
            <p:cNvSpPr>
              <a:spLocks noEditPoints="1"/>
            </p:cNvSpPr>
            <p:nvPr/>
          </p:nvSpPr>
          <p:spPr bwMode="auto">
            <a:xfrm>
              <a:off x="997419" y="1671965"/>
              <a:ext cx="219075" cy="171450"/>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solidFill>
              <a:schemeClr val="bg1"/>
            </a:solidFill>
            <a:ln w="9525">
              <a:noFill/>
              <a:round/>
            </a:ln>
          </p:spPr>
          <p:txBody>
            <a:bodyPr vert="horz" wrap="square" lIns="128580" tIns="64290" rIns="128580" bIns="64290" numCol="1" anchor="t" anchorCtr="0" compatLnSpc="1"/>
            <a:lstStyle/>
            <a:p>
              <a:pPr>
                <a:lnSpc>
                  <a:spcPct val="150000"/>
                </a:lnSpc>
              </a:pPr>
              <a:endParaRPr lang="en-US" sz="800">
                <a:cs typeface="+mn-ea"/>
                <a:sym typeface="+mn-lt"/>
              </a:endParaRPr>
            </a:p>
          </p:txBody>
        </p:sp>
      </p:grpSp>
      <p:grpSp>
        <p:nvGrpSpPr>
          <p:cNvPr id="7" name="Group 21">
            <a:extLst>
              <a:ext uri="{FF2B5EF4-FFF2-40B4-BE49-F238E27FC236}">
                <a16:creationId xmlns:a16="http://schemas.microsoft.com/office/drawing/2014/main" id="{63EDD63F-461D-466A-B048-C6C75ED86E4C}"/>
              </a:ext>
            </a:extLst>
          </p:cNvPr>
          <p:cNvGrpSpPr/>
          <p:nvPr/>
        </p:nvGrpSpPr>
        <p:grpSpPr>
          <a:xfrm>
            <a:off x="2794818" y="4567227"/>
            <a:ext cx="632620" cy="614508"/>
            <a:chOff x="840159" y="2185414"/>
            <a:chExt cx="493370" cy="479245"/>
          </a:xfrm>
        </p:grpSpPr>
        <p:sp>
          <p:nvSpPr>
            <p:cNvPr id="8" name="Rounded Rectangle 22">
              <a:extLst>
                <a:ext uri="{FF2B5EF4-FFF2-40B4-BE49-F238E27FC236}">
                  <a16:creationId xmlns:a16="http://schemas.microsoft.com/office/drawing/2014/main" id="{1DADC085-C1DE-4B2E-89FA-4D7512A74BCD}"/>
                </a:ext>
              </a:extLst>
            </p:cNvPr>
            <p:cNvSpPr/>
            <p:nvPr/>
          </p:nvSpPr>
          <p:spPr>
            <a:xfrm>
              <a:off x="840159" y="2185414"/>
              <a:ext cx="493370" cy="47924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800">
                <a:solidFill>
                  <a:schemeClr val="bg1"/>
                </a:solidFill>
                <a:cs typeface="+mn-ea"/>
                <a:sym typeface="+mn-lt"/>
              </a:endParaRPr>
            </a:p>
          </p:txBody>
        </p:sp>
        <p:sp>
          <p:nvSpPr>
            <p:cNvPr id="9" name="Freeform 100">
              <a:extLst>
                <a:ext uri="{FF2B5EF4-FFF2-40B4-BE49-F238E27FC236}">
                  <a16:creationId xmlns:a16="http://schemas.microsoft.com/office/drawing/2014/main" id="{F2136DA0-87FD-40F5-BCF2-ED51D49EA98E}"/>
                </a:ext>
              </a:extLst>
            </p:cNvPr>
            <p:cNvSpPr>
              <a:spLocks noEditPoints="1"/>
            </p:cNvSpPr>
            <p:nvPr/>
          </p:nvSpPr>
          <p:spPr bwMode="auto">
            <a:xfrm>
              <a:off x="971750" y="2314705"/>
              <a:ext cx="230188" cy="220663"/>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ln>
          </p:spPr>
          <p:txBody>
            <a:bodyPr vert="horz" wrap="square" lIns="128580" tIns="64290" rIns="128580" bIns="64290" numCol="1" anchor="t" anchorCtr="0" compatLnSpc="1"/>
            <a:lstStyle/>
            <a:p>
              <a:pPr>
                <a:lnSpc>
                  <a:spcPct val="150000"/>
                </a:lnSpc>
              </a:pPr>
              <a:endParaRPr lang="en-US" sz="800">
                <a:cs typeface="+mn-ea"/>
                <a:sym typeface="+mn-lt"/>
              </a:endParaRPr>
            </a:p>
          </p:txBody>
        </p:sp>
      </p:grpSp>
      <p:grpSp>
        <p:nvGrpSpPr>
          <p:cNvPr id="10" name="Group 24">
            <a:extLst>
              <a:ext uri="{FF2B5EF4-FFF2-40B4-BE49-F238E27FC236}">
                <a16:creationId xmlns:a16="http://schemas.microsoft.com/office/drawing/2014/main" id="{928AC388-C54B-483F-9DBA-2B55432B2FE5}"/>
              </a:ext>
            </a:extLst>
          </p:cNvPr>
          <p:cNvGrpSpPr/>
          <p:nvPr/>
        </p:nvGrpSpPr>
        <p:grpSpPr>
          <a:xfrm>
            <a:off x="8911724" y="2660279"/>
            <a:ext cx="632620" cy="614508"/>
            <a:chOff x="840159" y="2852760"/>
            <a:chExt cx="493370" cy="479245"/>
          </a:xfrm>
        </p:grpSpPr>
        <p:sp>
          <p:nvSpPr>
            <p:cNvPr id="11" name="Rounded Rectangle 25">
              <a:extLst>
                <a:ext uri="{FF2B5EF4-FFF2-40B4-BE49-F238E27FC236}">
                  <a16:creationId xmlns:a16="http://schemas.microsoft.com/office/drawing/2014/main" id="{5B8D84D5-460F-4B2A-A8DB-F2AD48480365}"/>
                </a:ext>
              </a:extLst>
            </p:cNvPr>
            <p:cNvSpPr/>
            <p:nvPr/>
          </p:nvSpPr>
          <p:spPr>
            <a:xfrm>
              <a:off x="840159" y="2852760"/>
              <a:ext cx="493370" cy="47924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800">
                <a:solidFill>
                  <a:schemeClr val="bg1"/>
                </a:solidFill>
                <a:cs typeface="+mn-ea"/>
                <a:sym typeface="+mn-lt"/>
              </a:endParaRPr>
            </a:p>
          </p:txBody>
        </p:sp>
        <p:sp>
          <p:nvSpPr>
            <p:cNvPr id="12" name="Freeform 144">
              <a:extLst>
                <a:ext uri="{FF2B5EF4-FFF2-40B4-BE49-F238E27FC236}">
                  <a16:creationId xmlns:a16="http://schemas.microsoft.com/office/drawing/2014/main" id="{5603655E-3EDD-4BE1-B8CA-F53C1833294F}"/>
                </a:ext>
              </a:extLst>
            </p:cNvPr>
            <p:cNvSpPr>
              <a:spLocks noEditPoints="1"/>
            </p:cNvSpPr>
            <p:nvPr/>
          </p:nvSpPr>
          <p:spPr bwMode="auto">
            <a:xfrm>
              <a:off x="955869" y="2990792"/>
              <a:ext cx="261950" cy="203180"/>
            </a:xfrm>
            <a:custGeom>
              <a:avLst/>
              <a:gdLst/>
              <a:ahLst/>
              <a:cxnLst>
                <a:cxn ang="0">
                  <a:pos x="67" y="55"/>
                </a:cxn>
                <a:cxn ang="0">
                  <a:pos x="65" y="56"/>
                </a:cxn>
                <a:cxn ang="0">
                  <a:pos x="8" y="56"/>
                </a:cxn>
                <a:cxn ang="0">
                  <a:pos x="6" y="55"/>
                </a:cxn>
                <a:cxn ang="0">
                  <a:pos x="0" y="36"/>
                </a:cxn>
                <a:cxn ang="0">
                  <a:pos x="36" y="0"/>
                </a:cxn>
                <a:cxn ang="0">
                  <a:pos x="72" y="36"/>
                </a:cxn>
                <a:cxn ang="0">
                  <a:pos x="67" y="55"/>
                </a:cxn>
                <a:cxn ang="0">
                  <a:pos x="11" y="30"/>
                </a:cxn>
                <a:cxn ang="0">
                  <a:pos x="6" y="36"/>
                </a:cxn>
                <a:cxn ang="0">
                  <a:pos x="11" y="41"/>
                </a:cxn>
                <a:cxn ang="0">
                  <a:pos x="16" y="36"/>
                </a:cxn>
                <a:cxn ang="0">
                  <a:pos x="11" y="30"/>
                </a:cxn>
                <a:cxn ang="0">
                  <a:pos x="18" y="12"/>
                </a:cxn>
                <a:cxn ang="0">
                  <a:pos x="13" y="18"/>
                </a:cxn>
                <a:cxn ang="0">
                  <a:pos x="18" y="23"/>
                </a:cxn>
                <a:cxn ang="0">
                  <a:pos x="24" y="18"/>
                </a:cxn>
                <a:cxn ang="0">
                  <a:pos x="18" y="12"/>
                </a:cxn>
                <a:cxn ang="0">
                  <a:pos x="45" y="22"/>
                </a:cxn>
                <a:cxn ang="0">
                  <a:pos x="43" y="18"/>
                </a:cxn>
                <a:cxn ang="0">
                  <a:pos x="40" y="20"/>
                </a:cxn>
                <a:cxn ang="0">
                  <a:pos x="36" y="36"/>
                </a:cxn>
                <a:cxn ang="0">
                  <a:pos x="29" y="41"/>
                </a:cxn>
                <a:cxn ang="0">
                  <a:pos x="34" y="51"/>
                </a:cxn>
                <a:cxn ang="0">
                  <a:pos x="44" y="45"/>
                </a:cxn>
                <a:cxn ang="0">
                  <a:pos x="41" y="37"/>
                </a:cxn>
                <a:cxn ang="0">
                  <a:pos x="45" y="22"/>
                </a:cxn>
                <a:cxn ang="0">
                  <a:pos x="36" y="5"/>
                </a:cxn>
                <a:cxn ang="0">
                  <a:pos x="31" y="10"/>
                </a:cxn>
                <a:cxn ang="0">
                  <a:pos x="36" y="15"/>
                </a:cxn>
                <a:cxn ang="0">
                  <a:pos x="42" y="10"/>
                </a:cxn>
                <a:cxn ang="0">
                  <a:pos x="36" y="5"/>
                </a:cxn>
                <a:cxn ang="0">
                  <a:pos x="54" y="12"/>
                </a:cxn>
                <a:cxn ang="0">
                  <a:pos x="49" y="18"/>
                </a:cxn>
                <a:cxn ang="0">
                  <a:pos x="54" y="23"/>
                </a:cxn>
                <a:cxn ang="0">
                  <a:pos x="60" y="18"/>
                </a:cxn>
                <a:cxn ang="0">
                  <a:pos x="54" y="12"/>
                </a:cxn>
                <a:cxn ang="0">
                  <a:pos x="62" y="30"/>
                </a:cxn>
                <a:cxn ang="0">
                  <a:pos x="57" y="36"/>
                </a:cxn>
                <a:cxn ang="0">
                  <a:pos x="62" y="41"/>
                </a:cxn>
                <a:cxn ang="0">
                  <a:pos x="67" y="36"/>
                </a:cxn>
                <a:cxn ang="0">
                  <a:pos x="62" y="30"/>
                </a:cxn>
              </a:cxnLst>
              <a:rect l="0" t="0" r="r" b="b"/>
              <a:pathLst>
                <a:path w="72" h="56">
                  <a:moveTo>
                    <a:pt x="67" y="55"/>
                  </a:moveTo>
                  <a:cubicBezTo>
                    <a:pt x="66" y="56"/>
                    <a:pt x="66" y="56"/>
                    <a:pt x="65" y="56"/>
                  </a:cubicBezTo>
                  <a:cubicBezTo>
                    <a:pt x="8" y="56"/>
                    <a:pt x="8" y="56"/>
                    <a:pt x="8" y="56"/>
                  </a:cubicBezTo>
                  <a:cubicBezTo>
                    <a:pt x="7" y="56"/>
                    <a:pt x="7" y="56"/>
                    <a:pt x="6" y="55"/>
                  </a:cubicBezTo>
                  <a:cubicBezTo>
                    <a:pt x="2" y="49"/>
                    <a:pt x="0" y="42"/>
                    <a:pt x="0" y="36"/>
                  </a:cubicBezTo>
                  <a:cubicBezTo>
                    <a:pt x="0" y="16"/>
                    <a:pt x="17" y="0"/>
                    <a:pt x="36" y="0"/>
                  </a:cubicBezTo>
                  <a:cubicBezTo>
                    <a:pt x="56" y="0"/>
                    <a:pt x="72" y="16"/>
                    <a:pt x="72" y="36"/>
                  </a:cubicBezTo>
                  <a:cubicBezTo>
                    <a:pt x="72" y="42"/>
                    <a:pt x="70" y="49"/>
                    <a:pt x="67" y="55"/>
                  </a:cubicBezTo>
                  <a:close/>
                  <a:moveTo>
                    <a:pt x="11" y="30"/>
                  </a:moveTo>
                  <a:cubicBezTo>
                    <a:pt x="8" y="30"/>
                    <a:pt x="6" y="33"/>
                    <a:pt x="6" y="36"/>
                  </a:cubicBezTo>
                  <a:cubicBezTo>
                    <a:pt x="6" y="38"/>
                    <a:pt x="8" y="41"/>
                    <a:pt x="11" y="41"/>
                  </a:cubicBezTo>
                  <a:cubicBezTo>
                    <a:pt x="14" y="41"/>
                    <a:pt x="16" y="38"/>
                    <a:pt x="16" y="36"/>
                  </a:cubicBezTo>
                  <a:cubicBezTo>
                    <a:pt x="16" y="33"/>
                    <a:pt x="14" y="30"/>
                    <a:pt x="11" y="30"/>
                  </a:cubicBezTo>
                  <a:close/>
                  <a:moveTo>
                    <a:pt x="18" y="12"/>
                  </a:moveTo>
                  <a:cubicBezTo>
                    <a:pt x="16" y="12"/>
                    <a:pt x="13" y="15"/>
                    <a:pt x="13" y="18"/>
                  </a:cubicBezTo>
                  <a:cubicBezTo>
                    <a:pt x="13" y="20"/>
                    <a:pt x="16" y="23"/>
                    <a:pt x="18" y="23"/>
                  </a:cubicBezTo>
                  <a:cubicBezTo>
                    <a:pt x="21" y="23"/>
                    <a:pt x="24" y="20"/>
                    <a:pt x="24" y="18"/>
                  </a:cubicBezTo>
                  <a:cubicBezTo>
                    <a:pt x="24" y="15"/>
                    <a:pt x="21" y="12"/>
                    <a:pt x="18" y="12"/>
                  </a:cubicBezTo>
                  <a:close/>
                  <a:moveTo>
                    <a:pt x="45" y="22"/>
                  </a:moveTo>
                  <a:cubicBezTo>
                    <a:pt x="45" y="20"/>
                    <a:pt x="44" y="19"/>
                    <a:pt x="43" y="18"/>
                  </a:cubicBezTo>
                  <a:cubicBezTo>
                    <a:pt x="42" y="18"/>
                    <a:pt x="40" y="19"/>
                    <a:pt x="40" y="20"/>
                  </a:cubicBezTo>
                  <a:cubicBezTo>
                    <a:pt x="36" y="36"/>
                    <a:pt x="36" y="36"/>
                    <a:pt x="36" y="36"/>
                  </a:cubicBezTo>
                  <a:cubicBezTo>
                    <a:pt x="33" y="36"/>
                    <a:pt x="30" y="38"/>
                    <a:pt x="29" y="41"/>
                  </a:cubicBezTo>
                  <a:cubicBezTo>
                    <a:pt x="28" y="45"/>
                    <a:pt x="30" y="50"/>
                    <a:pt x="34" y="51"/>
                  </a:cubicBezTo>
                  <a:cubicBezTo>
                    <a:pt x="39" y="52"/>
                    <a:pt x="43" y="49"/>
                    <a:pt x="44" y="45"/>
                  </a:cubicBezTo>
                  <a:cubicBezTo>
                    <a:pt x="45" y="42"/>
                    <a:pt x="43" y="39"/>
                    <a:pt x="41" y="37"/>
                  </a:cubicBezTo>
                  <a:lnTo>
                    <a:pt x="45" y="22"/>
                  </a:lnTo>
                  <a:close/>
                  <a:moveTo>
                    <a:pt x="36" y="5"/>
                  </a:moveTo>
                  <a:cubicBezTo>
                    <a:pt x="34" y="5"/>
                    <a:pt x="31" y="7"/>
                    <a:pt x="31" y="10"/>
                  </a:cubicBezTo>
                  <a:cubicBezTo>
                    <a:pt x="31" y="13"/>
                    <a:pt x="34" y="15"/>
                    <a:pt x="36" y="15"/>
                  </a:cubicBezTo>
                  <a:cubicBezTo>
                    <a:pt x="39" y="15"/>
                    <a:pt x="42" y="13"/>
                    <a:pt x="42" y="10"/>
                  </a:cubicBezTo>
                  <a:cubicBezTo>
                    <a:pt x="42" y="7"/>
                    <a:pt x="39" y="5"/>
                    <a:pt x="36" y="5"/>
                  </a:cubicBezTo>
                  <a:close/>
                  <a:moveTo>
                    <a:pt x="54" y="12"/>
                  </a:moveTo>
                  <a:cubicBezTo>
                    <a:pt x="52" y="12"/>
                    <a:pt x="49" y="15"/>
                    <a:pt x="49" y="18"/>
                  </a:cubicBezTo>
                  <a:cubicBezTo>
                    <a:pt x="49" y="20"/>
                    <a:pt x="52" y="23"/>
                    <a:pt x="54" y="23"/>
                  </a:cubicBezTo>
                  <a:cubicBezTo>
                    <a:pt x="57" y="23"/>
                    <a:pt x="60" y="20"/>
                    <a:pt x="60" y="18"/>
                  </a:cubicBezTo>
                  <a:cubicBezTo>
                    <a:pt x="60" y="15"/>
                    <a:pt x="57" y="12"/>
                    <a:pt x="54" y="12"/>
                  </a:cubicBezTo>
                  <a:close/>
                  <a:moveTo>
                    <a:pt x="62" y="30"/>
                  </a:moveTo>
                  <a:cubicBezTo>
                    <a:pt x="59" y="30"/>
                    <a:pt x="57" y="33"/>
                    <a:pt x="57" y="36"/>
                  </a:cubicBezTo>
                  <a:cubicBezTo>
                    <a:pt x="57" y="38"/>
                    <a:pt x="59" y="41"/>
                    <a:pt x="62" y="41"/>
                  </a:cubicBezTo>
                  <a:cubicBezTo>
                    <a:pt x="65" y="41"/>
                    <a:pt x="67" y="38"/>
                    <a:pt x="67" y="36"/>
                  </a:cubicBezTo>
                  <a:cubicBezTo>
                    <a:pt x="67" y="33"/>
                    <a:pt x="65" y="30"/>
                    <a:pt x="62" y="30"/>
                  </a:cubicBezTo>
                  <a:close/>
                </a:path>
              </a:pathLst>
            </a:custGeom>
            <a:solidFill>
              <a:schemeClr val="bg1"/>
            </a:solidFill>
            <a:ln w="9525">
              <a:noFill/>
              <a:round/>
            </a:ln>
          </p:spPr>
          <p:txBody>
            <a:bodyPr vert="horz" wrap="square" lIns="128580" tIns="64290" rIns="128580" bIns="64290" numCol="1" anchor="t" anchorCtr="0" compatLnSpc="1"/>
            <a:lstStyle/>
            <a:p>
              <a:pPr>
                <a:lnSpc>
                  <a:spcPct val="150000"/>
                </a:lnSpc>
              </a:pPr>
              <a:endParaRPr lang="en-US" sz="800">
                <a:cs typeface="+mn-ea"/>
                <a:sym typeface="+mn-lt"/>
              </a:endParaRPr>
            </a:p>
          </p:txBody>
        </p:sp>
      </p:grpSp>
      <p:grpSp>
        <p:nvGrpSpPr>
          <p:cNvPr id="13" name="Group 27">
            <a:extLst>
              <a:ext uri="{FF2B5EF4-FFF2-40B4-BE49-F238E27FC236}">
                <a16:creationId xmlns:a16="http://schemas.microsoft.com/office/drawing/2014/main" id="{1AD41EB2-37CE-48A2-B0FD-118D9D0AE4F8}"/>
              </a:ext>
            </a:extLst>
          </p:cNvPr>
          <p:cNvGrpSpPr/>
          <p:nvPr/>
        </p:nvGrpSpPr>
        <p:grpSpPr>
          <a:xfrm>
            <a:off x="8930822" y="4567227"/>
            <a:ext cx="632620" cy="614508"/>
            <a:chOff x="839707" y="3520106"/>
            <a:chExt cx="493370" cy="479245"/>
          </a:xfrm>
        </p:grpSpPr>
        <p:sp>
          <p:nvSpPr>
            <p:cNvPr id="14" name="Rounded Rectangle 28">
              <a:extLst>
                <a:ext uri="{FF2B5EF4-FFF2-40B4-BE49-F238E27FC236}">
                  <a16:creationId xmlns:a16="http://schemas.microsoft.com/office/drawing/2014/main" id="{EA9F1D6D-E547-4C7E-B4C9-D95A0A9E5987}"/>
                </a:ext>
              </a:extLst>
            </p:cNvPr>
            <p:cNvSpPr/>
            <p:nvPr/>
          </p:nvSpPr>
          <p:spPr>
            <a:xfrm>
              <a:off x="839707" y="3520106"/>
              <a:ext cx="493370" cy="47924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bIns="128580" rtlCol="0" anchor="ctr"/>
            <a:lstStyle/>
            <a:p>
              <a:pPr algn="ctr">
                <a:lnSpc>
                  <a:spcPct val="150000"/>
                </a:lnSpc>
              </a:pPr>
              <a:endParaRPr lang="en-US" sz="800">
                <a:solidFill>
                  <a:schemeClr val="bg1"/>
                </a:solidFill>
                <a:cs typeface="+mn-ea"/>
                <a:sym typeface="+mn-lt"/>
              </a:endParaRPr>
            </a:p>
          </p:txBody>
        </p:sp>
        <p:sp>
          <p:nvSpPr>
            <p:cNvPr id="15" name="Freeform 152">
              <a:extLst>
                <a:ext uri="{FF2B5EF4-FFF2-40B4-BE49-F238E27FC236}">
                  <a16:creationId xmlns:a16="http://schemas.microsoft.com/office/drawing/2014/main" id="{66AA75EA-46C8-40DD-ACCC-7D253A37F377}"/>
                </a:ext>
              </a:extLst>
            </p:cNvPr>
            <p:cNvSpPr>
              <a:spLocks noEditPoints="1"/>
            </p:cNvSpPr>
            <p:nvPr/>
          </p:nvSpPr>
          <p:spPr bwMode="auto">
            <a:xfrm>
              <a:off x="955869" y="3638690"/>
              <a:ext cx="261950" cy="242077"/>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bg1"/>
            </a:solidFill>
            <a:ln w="9525">
              <a:noFill/>
              <a:round/>
            </a:ln>
          </p:spPr>
          <p:txBody>
            <a:bodyPr vert="horz" wrap="square" lIns="128580" tIns="64290" rIns="128580" bIns="64290" numCol="1" anchor="t" anchorCtr="0" compatLnSpc="1"/>
            <a:lstStyle/>
            <a:p>
              <a:pPr>
                <a:lnSpc>
                  <a:spcPct val="150000"/>
                </a:lnSpc>
              </a:pPr>
              <a:endParaRPr lang="en-US" sz="800">
                <a:cs typeface="+mn-ea"/>
                <a:sym typeface="+mn-lt"/>
              </a:endParaRPr>
            </a:p>
          </p:txBody>
        </p:sp>
      </p:grpSp>
      <p:grpSp>
        <p:nvGrpSpPr>
          <p:cNvPr id="16" name="PA-组合 27">
            <a:extLst>
              <a:ext uri="{FF2B5EF4-FFF2-40B4-BE49-F238E27FC236}">
                <a16:creationId xmlns:a16="http://schemas.microsoft.com/office/drawing/2014/main" id="{20291885-FF5F-446E-B46E-039DDCA281CD}"/>
              </a:ext>
            </a:extLst>
          </p:cNvPr>
          <p:cNvGrpSpPr/>
          <p:nvPr>
            <p:custDataLst>
              <p:tags r:id="R655e9a4b1d174bca"/>
            </p:custDataLst>
          </p:nvPr>
        </p:nvGrpSpPr>
        <p:grpSpPr>
          <a:xfrm>
            <a:off x="577592" y="2523593"/>
            <a:ext cx="1960302" cy="1351058"/>
            <a:chOff x="6610473" y="4486172"/>
            <a:chExt cx="1960302" cy="1351058"/>
          </a:xfrm>
        </p:grpSpPr>
        <p:sp>
          <p:nvSpPr>
            <p:cNvPr id="17" name="PA-文本框 6">
              <a:extLst>
                <a:ext uri="{FF2B5EF4-FFF2-40B4-BE49-F238E27FC236}">
                  <a16:creationId xmlns:a16="http://schemas.microsoft.com/office/drawing/2014/main" id="{12AD9E5B-F337-41A5-9599-C7E8AE0AFE9B}"/>
                </a:ext>
              </a:extLst>
            </p:cNvPr>
            <p:cNvSpPr txBox="1"/>
            <p:nvPr>
              <p:custDataLst>
                <p:tags r:id="R6aa5cee3c35c444c"/>
              </p:custDataLst>
            </p:nvPr>
          </p:nvSpPr>
          <p:spPr>
            <a:xfrm>
              <a:off x="6610473" y="4486172"/>
              <a:ext cx="1926666" cy="584775"/>
            </a:xfrm>
            <a:prstGeom prst="rect">
              <a:avLst/>
            </a:prstGeom>
            <a:noFill/>
          </p:spPr>
          <p:txBody>
            <a:bodyPr wrap="square" rtlCol="0">
              <a:spAutoFit/>
            </a:bodyPr>
            <a:lstStyle/>
            <a:p>
              <a:pPr algn="r"/>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a:p>
              <a:pPr algn="r"/>
              <a:r>
                <a:rPr lang="en-US" sz="1600" b="1">
                  <a:solidFill>
                    <a:schemeClr val="tx1">
                      <a:lumMod val="75000"/>
                      <a:lumOff val="25000"/>
                    </a:schemeClr>
                  </a:solidFill>
                  <a:cs typeface="+mn-ea"/>
                  <a:sym typeface="+mn-lt"/>
                </a:rPr>
                <a:t>OUR COMPANY</a:t>
              </a:r>
            </a:p>
          </p:txBody>
        </p:sp>
        <p:sp>
          <p:nvSpPr>
            <p:cNvPr id="18" name="PA-文本框 42">
              <a:extLst>
                <a:ext uri="{FF2B5EF4-FFF2-40B4-BE49-F238E27FC236}">
                  <a16:creationId xmlns:a16="http://schemas.microsoft.com/office/drawing/2014/main" id="{FB4602EC-DA2B-4609-9B77-8E6EFED18345}"/>
                </a:ext>
              </a:extLst>
            </p:cNvPr>
            <p:cNvSpPr txBox="1"/>
            <p:nvPr>
              <p:custDataLst>
                <p:tags r:id="R655aae4893c44b2c"/>
              </p:custDataLst>
            </p:nvPr>
          </p:nvSpPr>
          <p:spPr>
            <a:xfrm>
              <a:off x="6739949" y="5024700"/>
              <a:ext cx="1830826" cy="81253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r"/>
              <a:r>
                <a:rPr lang="zh-CN" altLang="en-US" sz="1200">
                  <a:solidFill>
                    <a:schemeClr val="bg1">
                      <a:lumMod val="65000"/>
                    </a:schemeClr>
                  </a:solidFill>
                  <a:latin typeface="+mn-lt"/>
                  <a:ea typeface="+mn-ea"/>
                  <a:cs typeface="+mn-ea"/>
                  <a:sym typeface="+mn-lt"/>
                </a:rPr>
                <a:t>此处添加详细文本描述，建议与标题相关并符合整体语言风格。</a:t>
              </a:r>
              <a:endParaRPr lang="id-ID" sz="1200">
                <a:solidFill>
                  <a:schemeClr val="bg1">
                    <a:lumMod val="65000"/>
                  </a:schemeClr>
                </a:solidFill>
                <a:latin typeface="+mn-lt"/>
                <a:ea typeface="+mn-ea"/>
                <a:cs typeface="+mn-ea"/>
                <a:sym typeface="+mn-lt"/>
              </a:endParaRPr>
            </a:p>
          </p:txBody>
        </p:sp>
      </p:grpSp>
      <p:grpSp>
        <p:nvGrpSpPr>
          <p:cNvPr id="19" name="PA-组合 27">
            <a:extLst>
              <a:ext uri="{FF2B5EF4-FFF2-40B4-BE49-F238E27FC236}">
                <a16:creationId xmlns:a16="http://schemas.microsoft.com/office/drawing/2014/main" id="{96931EDB-B97C-48AD-BE33-7D0ACFA8AE4C}"/>
              </a:ext>
            </a:extLst>
          </p:cNvPr>
          <p:cNvGrpSpPr/>
          <p:nvPr>
            <p:custDataLst>
              <p:tags r:id="Rec997cd0f0924f27"/>
            </p:custDataLst>
          </p:nvPr>
        </p:nvGrpSpPr>
        <p:grpSpPr>
          <a:xfrm>
            <a:off x="577592" y="4192867"/>
            <a:ext cx="1960301" cy="1351058"/>
            <a:chOff x="6610473" y="4486172"/>
            <a:chExt cx="1960301" cy="1351058"/>
          </a:xfrm>
        </p:grpSpPr>
        <p:sp>
          <p:nvSpPr>
            <p:cNvPr id="20" name="PA-文本框 6">
              <a:extLst>
                <a:ext uri="{FF2B5EF4-FFF2-40B4-BE49-F238E27FC236}">
                  <a16:creationId xmlns:a16="http://schemas.microsoft.com/office/drawing/2014/main" id="{5B79E0B5-673D-47E4-9357-C5C8AE43C048}"/>
                </a:ext>
              </a:extLst>
            </p:cNvPr>
            <p:cNvSpPr txBox="1"/>
            <p:nvPr>
              <p:custDataLst>
                <p:tags r:id="Rfbd2faf2feaa49ad"/>
              </p:custDataLst>
            </p:nvPr>
          </p:nvSpPr>
          <p:spPr>
            <a:xfrm>
              <a:off x="6610473" y="4486172"/>
              <a:ext cx="1926666" cy="584775"/>
            </a:xfrm>
            <a:prstGeom prst="rect">
              <a:avLst/>
            </a:prstGeom>
            <a:noFill/>
          </p:spPr>
          <p:txBody>
            <a:bodyPr wrap="square" rtlCol="0">
              <a:spAutoFit/>
            </a:bodyPr>
            <a:lstStyle/>
            <a:p>
              <a:pPr algn="r"/>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a:p>
              <a:pPr algn="r"/>
              <a:r>
                <a:rPr lang="en-US" sz="1600" b="1">
                  <a:solidFill>
                    <a:schemeClr val="tx1">
                      <a:lumMod val="75000"/>
                      <a:lumOff val="25000"/>
                    </a:schemeClr>
                  </a:solidFill>
                  <a:cs typeface="+mn-ea"/>
                  <a:sym typeface="+mn-lt"/>
                </a:rPr>
                <a:t>OUR COMPANY</a:t>
              </a:r>
            </a:p>
          </p:txBody>
        </p:sp>
        <p:sp>
          <p:nvSpPr>
            <p:cNvPr id="21" name="PA-文本框 42">
              <a:extLst>
                <a:ext uri="{FF2B5EF4-FFF2-40B4-BE49-F238E27FC236}">
                  <a16:creationId xmlns:a16="http://schemas.microsoft.com/office/drawing/2014/main" id="{330110A8-B773-4E1B-81D1-8362C033ED01}"/>
                </a:ext>
              </a:extLst>
            </p:cNvPr>
            <p:cNvSpPr txBox="1"/>
            <p:nvPr>
              <p:custDataLst>
                <p:tags r:id="Rb69abfbc03664519"/>
              </p:custDataLst>
            </p:nvPr>
          </p:nvSpPr>
          <p:spPr>
            <a:xfrm>
              <a:off x="6671047" y="5024700"/>
              <a:ext cx="1899727" cy="81253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r"/>
              <a:r>
                <a:rPr lang="zh-CN" altLang="en-US" sz="1200">
                  <a:solidFill>
                    <a:schemeClr val="bg1">
                      <a:lumMod val="65000"/>
                    </a:schemeClr>
                  </a:solidFill>
                  <a:latin typeface="+mn-lt"/>
                  <a:ea typeface="+mn-ea"/>
                  <a:cs typeface="+mn-ea"/>
                  <a:sym typeface="+mn-lt"/>
                </a:rPr>
                <a:t>此处添加详细文本描述，建议与标题相关并符合整体语言风格。</a:t>
              </a:r>
              <a:endParaRPr lang="id-ID" sz="1200">
                <a:solidFill>
                  <a:schemeClr val="bg1">
                    <a:lumMod val="65000"/>
                  </a:schemeClr>
                </a:solidFill>
                <a:latin typeface="+mn-lt"/>
                <a:ea typeface="+mn-ea"/>
                <a:cs typeface="+mn-ea"/>
                <a:sym typeface="+mn-lt"/>
              </a:endParaRPr>
            </a:p>
          </p:txBody>
        </p:sp>
      </p:grpSp>
      <p:grpSp>
        <p:nvGrpSpPr>
          <p:cNvPr id="22" name="PA-组合 27">
            <a:extLst>
              <a:ext uri="{FF2B5EF4-FFF2-40B4-BE49-F238E27FC236}">
                <a16:creationId xmlns:a16="http://schemas.microsoft.com/office/drawing/2014/main" id="{BE3ECCEA-C956-4E2E-93E4-805D9BC633EF}"/>
              </a:ext>
            </a:extLst>
          </p:cNvPr>
          <p:cNvGrpSpPr/>
          <p:nvPr>
            <p:custDataLst>
              <p:tags r:id="R55c5d6c9f41b408e"/>
            </p:custDataLst>
          </p:nvPr>
        </p:nvGrpSpPr>
        <p:grpSpPr>
          <a:xfrm>
            <a:off x="9947394" y="2523593"/>
            <a:ext cx="1926666" cy="1351058"/>
            <a:chOff x="6739949" y="4486172"/>
            <a:chExt cx="1926666" cy="1351058"/>
          </a:xfrm>
        </p:grpSpPr>
        <p:sp>
          <p:nvSpPr>
            <p:cNvPr id="23" name="PA-文本框 6">
              <a:extLst>
                <a:ext uri="{FF2B5EF4-FFF2-40B4-BE49-F238E27FC236}">
                  <a16:creationId xmlns:a16="http://schemas.microsoft.com/office/drawing/2014/main" id="{B5E74F47-F2A2-4F4E-AB98-896245F7CCE4}"/>
                </a:ext>
              </a:extLst>
            </p:cNvPr>
            <p:cNvSpPr txBox="1"/>
            <p:nvPr>
              <p:custDataLst>
                <p:tags r:id="R6820b7238e5f4e03"/>
              </p:custDataLst>
            </p:nvPr>
          </p:nvSpPr>
          <p:spPr>
            <a:xfrm>
              <a:off x="6739949" y="4486172"/>
              <a:ext cx="1926666" cy="584775"/>
            </a:xfrm>
            <a:prstGeom prst="rect">
              <a:avLst/>
            </a:prstGeom>
            <a:noFill/>
          </p:spPr>
          <p:txBody>
            <a:bodyPr wrap="square" rtlCol="0">
              <a:spAutoFit/>
            </a:bodyPr>
            <a:lstStyle/>
            <a:p>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a:p>
              <a:r>
                <a:rPr lang="en-US" sz="1600" b="1">
                  <a:solidFill>
                    <a:schemeClr val="tx1">
                      <a:lumMod val="75000"/>
                      <a:lumOff val="25000"/>
                    </a:schemeClr>
                  </a:solidFill>
                  <a:cs typeface="+mn-ea"/>
                  <a:sym typeface="+mn-lt"/>
                </a:rPr>
                <a:t>OUR COMPANY</a:t>
              </a:r>
            </a:p>
          </p:txBody>
        </p:sp>
        <p:sp>
          <p:nvSpPr>
            <p:cNvPr id="24" name="PA-文本框 42">
              <a:extLst>
                <a:ext uri="{FF2B5EF4-FFF2-40B4-BE49-F238E27FC236}">
                  <a16:creationId xmlns:a16="http://schemas.microsoft.com/office/drawing/2014/main" id="{BE8E1935-B786-4D2A-AA93-18250744F38D}"/>
                </a:ext>
              </a:extLst>
            </p:cNvPr>
            <p:cNvSpPr txBox="1"/>
            <p:nvPr>
              <p:custDataLst>
                <p:tags r:id="R669ad2b5bb974892"/>
              </p:custDataLst>
            </p:nvPr>
          </p:nvSpPr>
          <p:spPr>
            <a:xfrm>
              <a:off x="6739949" y="5024700"/>
              <a:ext cx="1830826" cy="81253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sz="1200">
                  <a:solidFill>
                    <a:schemeClr val="bg1">
                      <a:lumMod val="65000"/>
                    </a:schemeClr>
                  </a:solidFill>
                  <a:latin typeface="+mn-lt"/>
                  <a:ea typeface="+mn-ea"/>
                  <a:cs typeface="+mn-ea"/>
                  <a:sym typeface="+mn-lt"/>
                </a:rPr>
                <a:t>此处添加详细文本描述，建议与标题相关并符合整体语言风格。</a:t>
              </a:r>
              <a:endParaRPr lang="id-ID" sz="1200">
                <a:solidFill>
                  <a:schemeClr val="bg1">
                    <a:lumMod val="65000"/>
                  </a:schemeClr>
                </a:solidFill>
                <a:latin typeface="+mn-lt"/>
                <a:ea typeface="+mn-ea"/>
                <a:cs typeface="+mn-ea"/>
                <a:sym typeface="+mn-lt"/>
              </a:endParaRPr>
            </a:p>
          </p:txBody>
        </p:sp>
      </p:grpSp>
      <p:grpSp>
        <p:nvGrpSpPr>
          <p:cNvPr id="25" name="PA-组合 27">
            <a:extLst>
              <a:ext uri="{FF2B5EF4-FFF2-40B4-BE49-F238E27FC236}">
                <a16:creationId xmlns:a16="http://schemas.microsoft.com/office/drawing/2014/main" id="{ABB418C7-57C0-46D3-9421-F31AACD5D91B}"/>
              </a:ext>
            </a:extLst>
          </p:cNvPr>
          <p:cNvGrpSpPr/>
          <p:nvPr>
            <p:custDataLst>
              <p:tags r:id="R5dc24a8ba7ce418e"/>
            </p:custDataLst>
          </p:nvPr>
        </p:nvGrpSpPr>
        <p:grpSpPr>
          <a:xfrm>
            <a:off x="9947394" y="4192867"/>
            <a:ext cx="1947648" cy="1351058"/>
            <a:chOff x="6671047" y="4486172"/>
            <a:chExt cx="1947648" cy="1351058"/>
          </a:xfrm>
        </p:grpSpPr>
        <p:sp>
          <p:nvSpPr>
            <p:cNvPr id="26" name="PA-文本框 6">
              <a:extLst>
                <a:ext uri="{FF2B5EF4-FFF2-40B4-BE49-F238E27FC236}">
                  <a16:creationId xmlns:a16="http://schemas.microsoft.com/office/drawing/2014/main" id="{89345690-643E-4157-BD0E-9127285CDCB4}"/>
                </a:ext>
              </a:extLst>
            </p:cNvPr>
            <p:cNvSpPr txBox="1"/>
            <p:nvPr>
              <p:custDataLst>
                <p:tags r:id="Ref201d72b57e448a"/>
              </p:custDataLst>
            </p:nvPr>
          </p:nvSpPr>
          <p:spPr>
            <a:xfrm>
              <a:off x="6692029" y="4486172"/>
              <a:ext cx="1926666" cy="584775"/>
            </a:xfrm>
            <a:prstGeom prst="rect">
              <a:avLst/>
            </a:prstGeom>
            <a:noFill/>
          </p:spPr>
          <p:txBody>
            <a:bodyPr wrap="square" rtlCol="0">
              <a:spAutoFit/>
            </a:bodyPr>
            <a:lstStyle/>
            <a:p>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a:p>
              <a:r>
                <a:rPr lang="en-US" sz="1600" b="1">
                  <a:solidFill>
                    <a:schemeClr val="tx1">
                      <a:lumMod val="75000"/>
                      <a:lumOff val="25000"/>
                    </a:schemeClr>
                  </a:solidFill>
                  <a:cs typeface="+mn-ea"/>
                  <a:sym typeface="+mn-lt"/>
                </a:rPr>
                <a:t>OUR COMPANY</a:t>
              </a:r>
            </a:p>
          </p:txBody>
        </p:sp>
        <p:sp>
          <p:nvSpPr>
            <p:cNvPr id="27" name="PA-文本框 42">
              <a:extLst>
                <a:ext uri="{FF2B5EF4-FFF2-40B4-BE49-F238E27FC236}">
                  <a16:creationId xmlns:a16="http://schemas.microsoft.com/office/drawing/2014/main" id="{83F73A77-85E7-45B3-9F6B-BED6E3DD3DCC}"/>
                </a:ext>
              </a:extLst>
            </p:cNvPr>
            <p:cNvSpPr txBox="1"/>
            <p:nvPr>
              <p:custDataLst>
                <p:tags r:id="R4aa8b7ed40244b2b"/>
              </p:custDataLst>
            </p:nvPr>
          </p:nvSpPr>
          <p:spPr>
            <a:xfrm>
              <a:off x="6671047" y="5024700"/>
              <a:ext cx="1899727" cy="81253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sz="1200">
                  <a:solidFill>
                    <a:schemeClr val="bg1">
                      <a:lumMod val="65000"/>
                    </a:schemeClr>
                  </a:solidFill>
                  <a:latin typeface="+mn-lt"/>
                  <a:ea typeface="+mn-ea"/>
                  <a:cs typeface="+mn-ea"/>
                  <a:sym typeface="+mn-lt"/>
                </a:rPr>
                <a:t>此处添加详细文本描述，建议与标题相关并符合整体语言风格。</a:t>
              </a:r>
              <a:endParaRPr lang="id-ID" sz="1200">
                <a:solidFill>
                  <a:schemeClr val="bg1">
                    <a:lumMod val="65000"/>
                  </a:schemeClr>
                </a:solidFill>
                <a:latin typeface="+mn-lt"/>
                <a:ea typeface="+mn-ea"/>
                <a:cs typeface="+mn-ea"/>
                <a:sym typeface="+mn-lt"/>
              </a:endParaRPr>
            </a:p>
          </p:txBody>
        </p:sp>
      </p:grpSp>
    </p:spTree>
    <p:extLst>
      <p:ext uri="{BB962C8B-B14F-4D97-AF65-F5344CB8AC3E}">
        <p14:creationId xmlns:p14="http://schemas.microsoft.com/office/powerpoint/2010/main" val="11204621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4="http://schemas.microsoft.com/office/drawing/2010/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1" presetClass="entr" presetSubtype="1"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heel(1)">
                                      <p:cBhvr>
                                        <p:cTn id="11" dur="2000"/>
                                        <p:tgtEl>
                                          <p:spTgt spid="4"/>
                                        </p:tgtEl>
                                      </p:cBhvr>
                                    </p:animEffect>
                                  </p:childTnLst>
                                </p:cTn>
                              </p:par>
                              <p:par>
                                <p:cTn id="12" presetID="21" presetClass="entr" presetSubtype="1"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heel(1)">
                                      <p:cBhvr>
                                        <p:cTn id="14" dur="2000"/>
                                        <p:tgtEl>
                                          <p:spTgt spid="7"/>
                                        </p:tgtEl>
                                      </p:cBhvr>
                                    </p:animEffect>
                                  </p:childTnLst>
                                </p:cTn>
                              </p:par>
                              <p:par>
                                <p:cTn id="15" presetID="21" presetClass="entr" presetSubtype="1"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heel(1)">
                                      <p:cBhvr>
                                        <p:cTn id="17" dur="2000"/>
                                        <p:tgtEl>
                                          <p:spTgt spid="10"/>
                                        </p:tgtEl>
                                      </p:cBhvr>
                                    </p:animEffect>
                                  </p:childTnLst>
                                </p:cTn>
                              </p:par>
                              <p:par>
                                <p:cTn id="18" presetID="21" presetClass="entr" presetSubtype="1"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heel(1)">
                                      <p:cBhvr>
                                        <p:cTn id="20" dur="2000"/>
                                        <p:tgtEl>
                                          <p:spTgt spid="13"/>
                                        </p:tgtEl>
                                      </p:cBhvr>
                                    </p:animEffect>
                                  </p:childTnLst>
                                </p:cTn>
                              </p:par>
                              <p:par>
                                <p:cTn id="21" presetID="42" presetClass="entr" presetSubtype="0" fill="hold" nodeType="withEffect">
                                  <p:stCondLst>
                                    <p:cond delay="14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000"/>
                                        <p:tgtEl>
                                          <p:spTgt spid="16"/>
                                        </p:tgtEl>
                                      </p:cBhvr>
                                    </p:animEffect>
                                    <p:anim calcmode="lin" valueType="num">
                                      <p:cBhvr>
                                        <p:cTn id="24" dur="1000" fill="hold"/>
                                        <p:tgtEl>
                                          <p:spTgt spid="16"/>
                                        </p:tgtEl>
                                        <p:attrNameLst>
                                          <p:attrName>ppt_x</p:attrName>
                                        </p:attrNameLst>
                                      </p:cBhvr>
                                      <p:tavLst>
                                        <p:tav tm="0">
                                          <p:val>
                                            <p:strVal val="#ppt_x"/>
                                          </p:val>
                                        </p:tav>
                                        <p:tav tm="100000">
                                          <p:val>
                                            <p:strVal val="#ppt_x"/>
                                          </p:val>
                                        </p:tav>
                                      </p:tavLst>
                                    </p:anim>
                                    <p:anim calcmode="lin" valueType="num">
                                      <p:cBhvr>
                                        <p:cTn id="25" dur="1000" fill="hold"/>
                                        <p:tgtEl>
                                          <p:spTgt spid="16"/>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140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1000"/>
                                        <p:tgtEl>
                                          <p:spTgt spid="19"/>
                                        </p:tgtEl>
                                      </p:cBhvr>
                                    </p:animEffect>
                                    <p:anim calcmode="lin" valueType="num">
                                      <p:cBhvr>
                                        <p:cTn id="29" dur="1000" fill="hold"/>
                                        <p:tgtEl>
                                          <p:spTgt spid="19"/>
                                        </p:tgtEl>
                                        <p:attrNameLst>
                                          <p:attrName>ppt_x</p:attrName>
                                        </p:attrNameLst>
                                      </p:cBhvr>
                                      <p:tavLst>
                                        <p:tav tm="0">
                                          <p:val>
                                            <p:strVal val="#ppt_x"/>
                                          </p:val>
                                        </p:tav>
                                        <p:tav tm="100000">
                                          <p:val>
                                            <p:strVal val="#ppt_x"/>
                                          </p:val>
                                        </p:tav>
                                      </p:tavLst>
                                    </p:anim>
                                    <p:anim calcmode="lin" valueType="num">
                                      <p:cBhvr>
                                        <p:cTn id="30" dur="1000" fill="hold"/>
                                        <p:tgtEl>
                                          <p:spTgt spid="19"/>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140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1000"/>
                                        <p:tgtEl>
                                          <p:spTgt spid="22"/>
                                        </p:tgtEl>
                                      </p:cBhvr>
                                    </p:animEffect>
                                    <p:anim calcmode="lin" valueType="num">
                                      <p:cBhvr>
                                        <p:cTn id="34" dur="1000" fill="hold"/>
                                        <p:tgtEl>
                                          <p:spTgt spid="22"/>
                                        </p:tgtEl>
                                        <p:attrNameLst>
                                          <p:attrName>ppt_x</p:attrName>
                                        </p:attrNameLst>
                                      </p:cBhvr>
                                      <p:tavLst>
                                        <p:tav tm="0">
                                          <p:val>
                                            <p:strVal val="#ppt_x"/>
                                          </p:val>
                                        </p:tav>
                                        <p:tav tm="100000">
                                          <p:val>
                                            <p:strVal val="#ppt_x"/>
                                          </p:val>
                                        </p:tav>
                                      </p:tavLst>
                                    </p:anim>
                                    <p:anim calcmode="lin" valueType="num">
                                      <p:cBhvr>
                                        <p:cTn id="35" dur="1000" fill="hold"/>
                                        <p:tgtEl>
                                          <p:spTgt spid="22"/>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140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1000"/>
                                        <p:tgtEl>
                                          <p:spTgt spid="25"/>
                                        </p:tgtEl>
                                      </p:cBhvr>
                                    </p:animEffect>
                                    <p:anim calcmode="lin" valueType="num">
                                      <p:cBhvr>
                                        <p:cTn id="39" dur="1000" fill="hold"/>
                                        <p:tgtEl>
                                          <p:spTgt spid="25"/>
                                        </p:tgtEl>
                                        <p:attrNameLst>
                                          <p:attrName>ppt_x</p:attrName>
                                        </p:attrNameLst>
                                      </p:cBhvr>
                                      <p:tavLst>
                                        <p:tav tm="0">
                                          <p:val>
                                            <p:strVal val="#ppt_x"/>
                                          </p:val>
                                        </p:tav>
                                        <p:tav tm="100000">
                                          <p:val>
                                            <p:strVal val="#ppt_x"/>
                                          </p:val>
                                        </p:tav>
                                      </p:tavLst>
                                    </p:anim>
                                    <p:anim calcmode="lin" valueType="num">
                                      <p:cBhvr>
                                        <p:cTn id="4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8">
            <a:extLst>
              <a:ext uri="{FF2B5EF4-FFF2-40B4-BE49-F238E27FC236}">
                <a16:creationId xmlns:a16="http://schemas.microsoft.com/office/drawing/2014/main" id="{62762844-ACEA-2E48-A5DE-006BA3D62425}"/>
              </a:ext>
            </a:extLst>
          </p:cNvPr>
          <p:cNvSpPr/>
          <p:nvPr/>
        </p:nvSpPr>
        <p:spPr>
          <a:xfrm>
            <a:off x="6636369" y="0"/>
            <a:ext cx="4819650" cy="6855312"/>
          </a:xfrm>
          <a:prstGeom prst="rect">
            <a:avLst/>
          </a:prstGeom>
          <a:blipFill>
            <a:blip r:embed="R69c3830885e64713"/>
            <a:stretch>
              <a:fillRect l="-56789" r="-56789"/>
            </a:stretch>
          </a:blipFill>
          <a:ln>
            <a:noFill/>
          </a:ln>
        </p:spPr>
        <p:style>
          <a:lnRef idx="2">
            <a:schemeClr val="accent1">
              <a:shade val="50000"/>
            </a:schemeClr>
          </a:lnRef>
          <a:fillRef idx="4294967295">
            <a:schemeClr val="dk2"/>
          </a:fillRef>
          <a:effectRef idx="0">
            <a:schemeClr val="accent1"/>
          </a:effectRef>
          <a:fontRef idx="minor">
            <a:schemeClr val="lt1"/>
          </a:fontRef>
        </p:style>
        <p:txBody>
          <a:bodyPr rtlCol="0" anchor="ctr"/>
          <a:lstStyle/>
          <a:p>
            <a:pPr algn="ctr">
              <a:lnSpc>
                <a:spcPct val="125000"/>
              </a:lnSpc>
              <a:spcBef>
                <a:spcPts val="600"/>
              </a:spcBef>
            </a:pPr>
            <a:endParaRPr lang="zh-CN" altLang="en-US" sz="1000">
              <a:solidFill>
                <a:schemeClr val="bg1"/>
              </a:solidFill>
              <a:effectLst/>
              <a:cs typeface="+mn-ea"/>
              <a:sym typeface="+mn-lt"/>
            </a:endParaRPr>
          </a:p>
        </p:txBody>
      </p:sp>
      <p:sp>
        <p:nvSpPr>
          <p:cNvPr id="21" name="Rectangle 18">
            <a:extLst>
              <a:ext uri="{FF2B5EF4-FFF2-40B4-BE49-F238E27FC236}">
                <a16:creationId xmlns:a16="http://schemas.microsoft.com/office/drawing/2014/main" id="{B041132F-B2DD-554C-8F6B-7E30E3828D5F}"/>
              </a:ext>
            </a:extLst>
          </p:cNvPr>
          <p:cNvSpPr/>
          <p:nvPr/>
        </p:nvSpPr>
        <p:spPr>
          <a:xfrm>
            <a:off x="6636369" y="2305669"/>
            <a:ext cx="4819650" cy="2535183"/>
          </a:xfrm>
          <a:prstGeom prst="rect">
            <a:avLst/>
          </a:prstGeom>
          <a:solidFill>
            <a:schemeClr val="accent2">
              <a:alpha val="80000"/>
            </a:schemeClr>
          </a:solidFill>
          <a:ln>
            <a:noFill/>
          </a:ln>
        </p:spPr>
        <p:style>
          <a:lnRef idx="2">
            <a:schemeClr val="accent1">
              <a:shade val="50000"/>
            </a:schemeClr>
          </a:lnRef>
          <a:fillRef idx="4294967295">
            <a:schemeClr val="dk2"/>
          </a:fillRef>
          <a:effectRef idx="0">
            <a:schemeClr val="accent1"/>
          </a:effectRef>
          <a:fontRef idx="minor">
            <a:schemeClr val="lt1"/>
          </a:fontRef>
        </p:style>
        <p:txBody>
          <a:bodyPr rtlCol="0" anchor="ctr"/>
          <a:lstStyle/>
          <a:p>
            <a:pPr algn="ctr">
              <a:lnSpc>
                <a:spcPct val="125000"/>
              </a:lnSpc>
              <a:spcBef>
                <a:spcPts val="600"/>
              </a:spcBef>
            </a:pPr>
            <a:endParaRPr lang="zh-CN" altLang="en-US" sz="1000">
              <a:solidFill>
                <a:schemeClr val="bg1"/>
              </a:solidFill>
              <a:effectLst/>
              <a:cs typeface="+mn-ea"/>
              <a:sym typeface="+mn-lt"/>
            </a:endParaRPr>
          </a:p>
        </p:txBody>
      </p:sp>
      <p:grpSp>
        <p:nvGrpSpPr>
          <p:cNvPr id="14" name="组合 13">
            <a:extLst>
              <a:ext uri="{FF2B5EF4-FFF2-40B4-BE49-F238E27FC236}">
                <a16:creationId xmlns:a16="http://schemas.microsoft.com/office/drawing/2014/main" id="{B95FA6C2-101C-4BF1-86B0-3352908DF6B1}"/>
              </a:ext>
            </a:extLst>
          </p:cNvPr>
          <p:cNvGrpSpPr/>
          <p:nvPr/>
        </p:nvGrpSpPr>
        <p:grpSpPr>
          <a:xfrm>
            <a:off x="-1691710" y="-2290885"/>
            <a:ext cx="17955868" cy="13898750"/>
            <a:chOff x="-1691710" y="-2304740"/>
            <a:chExt cx="17955868" cy="13898750"/>
          </a:xfrm>
        </p:grpSpPr>
        <p:sp>
          <p:nvSpPr>
            <p:cNvPr id="15" name="Circle">
              <a:extLst>
                <a:ext uri="{FF2B5EF4-FFF2-40B4-BE49-F238E27FC236}">
                  <a16:creationId xmlns:a16="http://schemas.microsoft.com/office/drawing/2014/main" id="{CE5F1DB0-0648-4F72-AC7F-A888D82411F2}"/>
                </a:ext>
              </a:extLst>
            </p:cNvPr>
            <p:cNvSpPr/>
            <p:nvPr/>
          </p:nvSpPr>
          <p:spPr>
            <a:xfrm>
              <a:off x="4325223" y="-2304740"/>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6" name="Rectangle 19">
              <a:extLst>
                <a:ext uri="{FF2B5EF4-FFF2-40B4-BE49-F238E27FC236}">
                  <a16:creationId xmlns:a16="http://schemas.microsoft.com/office/drawing/2014/main" id="{E06C6B45-18B8-46D9-933D-7636049A6786}"/>
                </a:ext>
              </a:extLst>
            </p:cNvPr>
            <p:cNvSpPr/>
            <p:nvPr/>
          </p:nvSpPr>
          <p:spPr>
            <a:xfrm>
              <a:off x="4152214" y="175783"/>
              <a:ext cx="3995676" cy="469633"/>
            </a:xfrm>
            <a:prstGeom prst="rect">
              <a:avLst/>
            </a:prstGeom>
          </p:spPr>
          <p:txBody>
            <a:bodyPr wrap="none" lIns="0" tIns="0" rIns="0" bIns="0">
              <a:noAutofit/>
            </a:bodyPr>
            <a:lstStyle/>
            <a:p>
              <a:pPr algn="ctr"/>
              <a:r>
                <a:rPr lang="zh-CN" altLang="en-US" sz="2000" b="1" spc="1200">
                  <a:solidFill>
                    <a:schemeClr val="bg1"/>
                  </a:solidFill>
                  <a:cs typeface="+mn-ea"/>
                  <a:sym typeface="+mn-lt"/>
                </a:rPr>
                <a:t>输入你的标题</a:t>
              </a:r>
            </a:p>
          </p:txBody>
        </p:sp>
        <p:sp>
          <p:nvSpPr>
            <p:cNvPr id="17" name="Circle">
              <a:extLst>
                <a:ext uri="{FF2B5EF4-FFF2-40B4-BE49-F238E27FC236}">
                  <a16:creationId xmlns:a16="http://schemas.microsoft.com/office/drawing/2014/main" id="{13A42E0F-BD61-4AC7-AF1B-F8B008EA51EE}"/>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18" name="Circle">
              <a:extLst>
                <a:ext uri="{FF2B5EF4-FFF2-40B4-BE49-F238E27FC236}">
                  <a16:creationId xmlns:a16="http://schemas.microsoft.com/office/drawing/2014/main" id="{3D8DBE05-F143-44CC-880A-970F437A6C43}"/>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9" name="Circle">
              <a:extLst>
                <a:ext uri="{FF2B5EF4-FFF2-40B4-BE49-F238E27FC236}">
                  <a16:creationId xmlns:a16="http://schemas.microsoft.com/office/drawing/2014/main" id="{3C61A67B-C3C9-45FE-8F3D-4C37EE103504}"/>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sp>
        <p:nvSpPr>
          <p:cNvPr id="22" name="PA-文本框 9">
            <a:extLst>
              <a:ext uri="{FF2B5EF4-FFF2-40B4-BE49-F238E27FC236}">
                <a16:creationId xmlns:a16="http://schemas.microsoft.com/office/drawing/2014/main" id="{17426BBF-AA5D-E147-8BCB-B5D32FD280A2}"/>
              </a:ext>
            </a:extLst>
          </p:cNvPr>
          <p:cNvSpPr txBox="1"/>
          <p:nvPr>
            <p:custDataLst>
              <p:tags r:id="R7413832c7c164c3b"/>
            </p:custDataLst>
          </p:nvPr>
        </p:nvSpPr>
        <p:spPr>
          <a:xfrm>
            <a:off x="1566648" y="3139794"/>
            <a:ext cx="2944270" cy="2052870"/>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sz="1400">
                <a:solidFill>
                  <a:schemeClr val="bg1">
                    <a:lumMod val="65000"/>
                  </a:schemeClr>
                </a:solidFill>
                <a:latin typeface="+mn-lt"/>
                <a:ea typeface="+mn-ea"/>
                <a:cs typeface="+mn-ea"/>
                <a:sym typeface="+mn-lt"/>
              </a:rPr>
              <a:t>您的内容打在这里，或者通过复制您的文本后，在此框中选择粘贴，并选择只保留文字。在此录入上述图表的综合描述说明，在此录入上述图综合容表的打在这里，或者通过复制您的文本后，在此框中选择粘贴，并选择只保留文字。</a:t>
            </a:r>
          </a:p>
        </p:txBody>
      </p:sp>
      <p:sp>
        <p:nvSpPr>
          <p:cNvPr id="23" name="TextBox 7">
            <a:extLst>
              <a:ext uri="{FF2B5EF4-FFF2-40B4-BE49-F238E27FC236}">
                <a16:creationId xmlns:a16="http://schemas.microsoft.com/office/drawing/2014/main" id="{5C88E74E-B856-444E-862D-951A65038404}"/>
              </a:ext>
            </a:extLst>
          </p:cNvPr>
          <p:cNvSpPr txBox="1"/>
          <p:nvPr/>
        </p:nvSpPr>
        <p:spPr>
          <a:xfrm>
            <a:off x="1566648" y="2111903"/>
            <a:ext cx="3057247" cy="523220"/>
          </a:xfrm>
          <a:prstGeom prst="rect">
            <a:avLst/>
          </a:prstGeom>
          <a:noFill/>
        </p:spPr>
        <p:txBody>
          <a:bodyPr wrap="none" rtlCol="0">
            <a:spAutoFit/>
          </a:bodyPr>
          <a:lstStyle/>
          <a:p>
            <a:pPr algn="l"/>
            <a:r>
              <a:rPr lang="zh-CN" altLang="en-US" sz="2800">
                <a:cs typeface="+mn-ea"/>
                <a:sym typeface="+mn-lt"/>
              </a:rPr>
              <a:t>添加页面标题内容</a:t>
            </a:r>
          </a:p>
        </p:txBody>
      </p:sp>
      <p:sp>
        <p:nvSpPr>
          <p:cNvPr id="24" name="TextBox 7">
            <a:extLst>
              <a:ext uri="{FF2B5EF4-FFF2-40B4-BE49-F238E27FC236}">
                <a16:creationId xmlns:a16="http://schemas.microsoft.com/office/drawing/2014/main" id="{5CC7D8F8-0DC2-1345-8750-6ADFCD36C138}"/>
              </a:ext>
            </a:extLst>
          </p:cNvPr>
          <p:cNvSpPr txBox="1"/>
          <p:nvPr/>
        </p:nvSpPr>
        <p:spPr>
          <a:xfrm>
            <a:off x="1576809" y="2599146"/>
            <a:ext cx="3047086" cy="369332"/>
          </a:xfrm>
          <a:prstGeom prst="rect">
            <a:avLst/>
          </a:prstGeom>
          <a:noFill/>
        </p:spPr>
        <p:txBody>
          <a:bodyPr wrap="square" rtlCol="0">
            <a:spAutoFit/>
          </a:bodyPr>
          <a:lstStyle/>
          <a:p>
            <a:pPr algn="dist"/>
            <a:r>
              <a:rPr lang="en-US" altLang="zh-CN" sz="1800">
                <a:solidFill>
                  <a:schemeClr val="bg1">
                    <a:lumMod val="50000"/>
                  </a:schemeClr>
                </a:solidFill>
                <a:cs typeface="+mn-ea"/>
                <a:sym typeface="+mn-lt"/>
              </a:rPr>
              <a:t>PUT YOUR TITLE HERE</a:t>
            </a:r>
            <a:endParaRPr lang="zh-CN" altLang="en-US" sz="1800">
              <a:solidFill>
                <a:schemeClr val="bg1">
                  <a:lumMod val="50000"/>
                </a:schemeClr>
              </a:solidFill>
              <a:cs typeface="+mn-ea"/>
              <a:sym typeface="+mn-lt"/>
            </a:endParaRPr>
          </a:p>
        </p:txBody>
      </p:sp>
      <p:sp>
        <p:nvSpPr>
          <p:cNvPr id="25" name="PA-文本框 9">
            <a:extLst>
              <a:ext uri="{FF2B5EF4-FFF2-40B4-BE49-F238E27FC236}">
                <a16:creationId xmlns:a16="http://schemas.microsoft.com/office/drawing/2014/main" id="{90738AD5-9524-3646-B7EB-2C69661F6663}"/>
              </a:ext>
            </a:extLst>
          </p:cNvPr>
          <p:cNvSpPr txBox="1"/>
          <p:nvPr>
            <p:custDataLst>
              <p:tags r:id="R1a31ebef0c0840eb"/>
            </p:custDataLst>
          </p:nvPr>
        </p:nvSpPr>
        <p:spPr>
          <a:xfrm>
            <a:off x="7237845" y="3081884"/>
            <a:ext cx="3616697" cy="93256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sz="1400">
                <a:solidFill>
                  <a:schemeClr val="bg1">
                    <a:lumMod val="85000"/>
                  </a:schemeClr>
                </a:solidFill>
                <a:latin typeface="+mn-lt"/>
                <a:ea typeface="+mn-ea"/>
                <a:cs typeface="+mn-ea"/>
                <a:sym typeface="+mn-lt"/>
              </a:rPr>
              <a:t>您的内容打在这里，或者通过复制您的文本后，在此框中选择粘贴，并选择只保留文字。在此录入上述图表的综合描述说明</a:t>
            </a:r>
          </a:p>
        </p:txBody>
      </p:sp>
      <p:sp>
        <p:nvSpPr>
          <p:cNvPr id="27" name="TextBox 26"/>
          <p:cNvSpPr txBox="1"/>
          <p:nvPr/>
        </p:nvSpPr>
        <p:spPr>
          <a:xfrm>
            <a:off x="107505" y="189638"/>
            <a:ext cx="1800200" cy="123111"/>
          </a:xfrm>
          <a:prstGeom prst="rect">
            <a:avLst/>
          </a:prstGeom>
          <a:noFill/>
        </p:spPr>
        <p:txBody>
          <a:bodyPr wrap="square" rtlCol="0">
            <a:spAutoFit/>
          </a:bodyPr>
          <a:lstStyle/>
          <a:p>
            <a:pPr marL="0" marR="0" lvl="0" indent="0" defTabSz="914400" eaLnBrk="1" fontAlgn="auto" latinLnBrk="0" hangingPunct="1">
              <a:lnSpc>
                <a:spcPct val="200000"/>
              </a:lnSpc>
              <a:spcBef>
                <a:spcPct val="0"/>
              </a:spcBef>
              <a:spcAft>
                <a:spcPct val="0"/>
              </a:spcAft>
              <a:buClrTx/>
              <a:buSzTx/>
              <a:buFontTx/>
              <a:buNone/>
              <a:defRPr/>
            </a:pPr>
            <a:r>
              <a:rPr kumimoji="0" lang="en-US" altLang="zh-CN" sz="100" b="0" i="0" u="none" strike="noStrike" kern="0" cap="none" spc="0" normalizeH="0" baseline="0" noProof="0">
                <a:ln>
                  <a:noFill/>
                </a:ln>
                <a:solidFill>
                  <a:schemeClr val="bg1"/>
                </a:solidFill>
                <a:effectLst/>
                <a:uLnTx/>
                <a:uFillTx/>
              </a:rPr>
              <a:t>PPT</a:t>
            </a:r>
            <a:r>
              <a:rPr kumimoji="0" lang="zh-CN" altLang="en-US" sz="100" b="0" i="0" u="none" strike="noStrike" kern="0" cap="none" spc="0" normalizeH="0" baseline="0" noProof="0">
                <a:ln>
                  <a:noFill/>
                </a:ln>
                <a:solidFill>
                  <a:schemeClr val="bg1"/>
                </a:solidFill>
                <a:effectLst/>
                <a:uLnTx/>
                <a:uFillTx/>
              </a:rPr>
              <a:t>模板 </a:t>
            </a:r>
            <a:r>
              <a:rPr kumimoji="0" lang="en-US" altLang="zh-CN" sz="100" b="0" i="0" u="none" strike="noStrike" kern="0" cap="none" spc="0" normalizeH="0" baseline="0" noProof="0">
                <a:ln>
                  <a:noFill/>
                </a:ln>
                <a:solidFill>
                  <a:schemeClr val="bg1"/>
                </a:solidFill>
                <a:effectLst/>
                <a:uLnTx/>
                <a:uFillTx/>
              </a:rPr>
              <a:t>http://www.1ppt.com/moban/</a:t>
            </a:r>
            <a:r>
              <a:rPr kumimoji="0" lang="zh-CN" altLang="en-US" sz="100" b="0" i="0" u="none" strike="noStrike" kern="0" cap="none" spc="0" normalizeH="0" baseline="0" noProof="0">
                <a:ln>
                  <a:noFill/>
                </a:ln>
                <a:solidFill>
                  <a:schemeClr val="bg1"/>
                </a:solidFill>
                <a:effectLst/>
                <a:uLnTx/>
                <a:uFillTx/>
              </a:rPr>
              <a:t> </a:t>
            </a:r>
            <a:endParaRPr kumimoji="0" lang="en-US" altLang="zh-CN" sz="100" b="0" i="0" u="none" strike="noStrike" kern="0" cap="none" spc="0" normalizeH="0" baseline="0" noProof="0">
              <a:ln>
                <a:noFill/>
              </a:ln>
              <a:solidFill>
                <a:schemeClr val="bg1"/>
              </a:solidFill>
              <a:effectLst/>
              <a:uLnTx/>
              <a:uFillTx/>
            </a:endParaRPr>
          </a:p>
        </p:txBody>
      </p:sp>
    </p:spTree>
    <p:extLst>
      <p:ext uri="{BB962C8B-B14F-4D97-AF65-F5344CB8AC3E}">
        <p14:creationId xmlns:p14="http://schemas.microsoft.com/office/powerpoint/2010/main" val="29250758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par>
                                <p:cTn id="12" presetID="22" presetClass="entr" presetSubtype="1" fill="hold" grpId="0" nodeType="withEffect">
                                  <p:stCondLst>
                                    <p:cond delay="1400"/>
                                  </p:stCondLst>
                                  <p:childTnLst>
                                    <p:set>
                                      <p:cBhvr>
                                        <p:cTn id="13" dur="1" fill="hold">
                                          <p:stCondLst>
                                            <p:cond delay="0"/>
                                          </p:stCondLst>
                                        </p:cTn>
                                        <p:tgtEl>
                                          <p:spTgt spid="22"/>
                                        </p:tgtEl>
                                        <p:attrNameLst>
                                          <p:attrName>style.visibility</p:attrName>
                                        </p:attrNameLst>
                                      </p:cBhvr>
                                      <p:to>
                                        <p:strVal val="visible"/>
                                      </p:to>
                                    </p:set>
                                    <p:animEffect transition="in" filter="wipe(up)">
                                      <p:cBhvr>
                                        <p:cTn id="14" dur="500"/>
                                        <p:tgtEl>
                                          <p:spTgt spid="22"/>
                                        </p:tgtEl>
                                      </p:cBhvr>
                                    </p:animEffect>
                                  </p:childTnLst>
                                </p:cTn>
                              </p:par>
                              <p:par>
                                <p:cTn id="15" presetID="22" presetClass="entr" presetSubtype="1" fill="hold" grpId="0" nodeType="withEffect">
                                  <p:stCondLst>
                                    <p:cond delay="1400"/>
                                  </p:stCondLst>
                                  <p:childTnLst>
                                    <p:set>
                                      <p:cBhvr>
                                        <p:cTn id="16" dur="1" fill="hold">
                                          <p:stCondLst>
                                            <p:cond delay="0"/>
                                          </p:stCondLst>
                                        </p:cTn>
                                        <p:tgtEl>
                                          <p:spTgt spid="25"/>
                                        </p:tgtEl>
                                        <p:attrNameLst>
                                          <p:attrName>style.visibility</p:attrName>
                                        </p:attrNameLst>
                                      </p:cBhvr>
                                      <p:to>
                                        <p:strVal val="visible"/>
                                      </p:to>
                                    </p:set>
                                    <p:animEffect transition="in" filter="wipe(up)">
                                      <p:cBhvr>
                                        <p:cTn id="1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1" grpId="0" bldLvl="0" animBg="1"/>
      <p:bldP spid="22" grpId="0"/>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ircle">
            <a:extLst>
              <a:ext uri="{FF2B5EF4-FFF2-40B4-BE49-F238E27FC236}">
                <a16:creationId xmlns:a16="http://schemas.microsoft.com/office/drawing/2014/main" id="{4401C406-961D-B749-A2E1-BEC70174B60B}"/>
              </a:ext>
            </a:extLst>
          </p:cNvPr>
          <p:cNvSpPr/>
          <p:nvPr/>
        </p:nvSpPr>
        <p:spPr>
          <a:xfrm>
            <a:off x="1630654" y="1138502"/>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3" name="矩形 2">
            <a:extLst>
              <a:ext uri="{FF2B5EF4-FFF2-40B4-BE49-F238E27FC236}">
                <a16:creationId xmlns:a16="http://schemas.microsoft.com/office/drawing/2014/main" id="{1E2D89B3-1E4F-4494-AD98-14A14F74E722}"/>
              </a:ext>
            </a:extLst>
          </p:cNvPr>
          <p:cNvSpPr/>
          <p:nvPr/>
        </p:nvSpPr>
        <p:spPr>
          <a:xfrm>
            <a:off x="5857217" y="1932969"/>
            <a:ext cx="2213420" cy="328229"/>
          </a:xfrm>
          <a:prstGeom prst="rect">
            <a:avLst/>
          </a:prstGeom>
        </p:spPr>
        <p:txBody>
          <a:bodyPr wrap="none" lIns="121917" tIns="60959" rIns="121917" bIns="60959">
            <a:spAutoFit/>
          </a:bodyPr>
          <a:lstStyle/>
          <a:p>
            <a:r>
              <a:rPr lang="en-US" altLang="zh-CN" sz="1333" b="1">
                <a:solidFill>
                  <a:schemeClr val="tx1">
                    <a:lumMod val="75000"/>
                    <a:lumOff val="25000"/>
                  </a:schemeClr>
                </a:solidFill>
                <a:cs typeface="+mn-ea"/>
                <a:sym typeface="+mn-lt"/>
              </a:rPr>
              <a:t>ADD YOUR TITLE HERE</a:t>
            </a:r>
            <a:endParaRPr lang="zh-CN" altLang="en-US" sz="1333" b="1">
              <a:solidFill>
                <a:schemeClr val="tx1">
                  <a:lumMod val="75000"/>
                  <a:lumOff val="25000"/>
                </a:schemeClr>
              </a:solidFill>
              <a:cs typeface="+mn-ea"/>
              <a:sym typeface="+mn-lt"/>
            </a:endParaRPr>
          </a:p>
        </p:txBody>
      </p:sp>
      <p:sp>
        <p:nvSpPr>
          <p:cNvPr id="4" name="矩形 3">
            <a:extLst>
              <a:ext uri="{FF2B5EF4-FFF2-40B4-BE49-F238E27FC236}">
                <a16:creationId xmlns:a16="http://schemas.microsoft.com/office/drawing/2014/main" id="{2EA792F8-9C44-45BB-A29D-814FDDD7A743}"/>
              </a:ext>
            </a:extLst>
          </p:cNvPr>
          <p:cNvSpPr/>
          <p:nvPr/>
        </p:nvSpPr>
        <p:spPr>
          <a:xfrm>
            <a:off x="5842000" y="3174058"/>
            <a:ext cx="5493901" cy="702370"/>
          </a:xfrm>
          <a:prstGeom prst="rect">
            <a:avLst/>
          </a:prstGeom>
        </p:spPr>
        <p:txBody>
          <a:bodyPr wrap="square" lIns="121917" tIns="60959" rIns="121917" bIns="60959">
            <a:spAutoFit/>
          </a:bodyPr>
          <a:lstStyle/>
          <a:p>
            <a:pPr>
              <a:lnSpc>
                <a:spcPct val="150000"/>
              </a:lnSpc>
            </a:pPr>
            <a:r>
              <a:rPr lang="zh-CN" altLang="en-US" sz="1333" spc="300">
                <a:solidFill>
                  <a:schemeClr val="bg1">
                    <a:lumMod val="50000"/>
                  </a:schemeClr>
                </a:solidFill>
                <a:cs typeface="+mn-ea"/>
                <a:sym typeface="+mn-lt"/>
              </a:rPr>
              <a:t>点击输入简要文字内容，文字内容需概括精炼，不用多余的文字修饰，言简意赅的说明该项内容</a:t>
            </a:r>
            <a:endParaRPr lang="zh-CN" altLang="en-US" sz="2133">
              <a:solidFill>
                <a:schemeClr val="bg1">
                  <a:lumMod val="50000"/>
                </a:schemeClr>
              </a:solidFill>
              <a:cs typeface="+mn-ea"/>
              <a:sym typeface="+mn-lt"/>
            </a:endParaRPr>
          </a:p>
        </p:txBody>
      </p:sp>
      <p:sp>
        <p:nvSpPr>
          <p:cNvPr id="5" name="Text Box 7">
            <a:extLst>
              <a:ext uri="{FF2B5EF4-FFF2-40B4-BE49-F238E27FC236}">
                <a16:creationId xmlns:a16="http://schemas.microsoft.com/office/drawing/2014/main" id="{3DC72705-4BEA-4546-9FCB-EC297243808D}"/>
              </a:ext>
            </a:extLst>
          </p:cNvPr>
          <p:cNvSpPr txBox="1">
            <a:spLocks noChangeArrowheads="1"/>
          </p:cNvSpPr>
          <p:nvPr/>
        </p:nvSpPr>
        <p:spPr bwMode="auto">
          <a:xfrm>
            <a:off x="2173536" y="1685936"/>
            <a:ext cx="2450670" cy="2441564"/>
          </a:xfrm>
          <a:prstGeom prst="rect">
            <a:avLst/>
          </a:prstGeom>
          <a:noFill/>
          <a:ln w="9525">
            <a:noFill/>
            <a:miter lim="800000"/>
          </a:ln>
        </p:spPr>
        <p:txBody>
          <a:bodyPr wrap="none" lIns="60959" tIns="30479" rIns="60959" bIns="30479">
            <a:spAutoFit/>
          </a:bodyPr>
          <a:lstStyle/>
          <a:p>
            <a:pPr algn="ctr" defTabSz="1088223"/>
            <a:r>
              <a:rPr lang="en-US" altLang="zh-CN" sz="15466" kern="0">
                <a:solidFill>
                  <a:schemeClr val="bg1"/>
                </a:solidFill>
                <a:effectLst>
                  <a:outerShdw blurRad="38100" dist="38100" dir="2700000" algn="tl">
                    <a:srgbClr val="000000">
                      <a:alpha val="43137"/>
                    </a:srgbClr>
                  </a:outerShdw>
                </a:effectLst>
                <a:cs typeface="+mn-ea"/>
                <a:sym typeface="+mn-lt"/>
              </a:rPr>
              <a:t>02</a:t>
            </a:r>
            <a:endParaRPr lang="en-CA" sz="15466" spc="-151">
              <a:solidFill>
                <a:schemeClr val="bg1"/>
              </a:solidFill>
              <a:effectLst>
                <a:outerShdw blurRad="38100" dist="38100" dir="2700000" algn="tl">
                  <a:srgbClr val="000000">
                    <a:alpha val="43137"/>
                  </a:srgbClr>
                </a:outerShdw>
              </a:effectLst>
              <a:cs typeface="+mn-ea"/>
              <a:sym typeface="+mn-lt"/>
            </a:endParaRPr>
          </a:p>
        </p:txBody>
      </p:sp>
      <p:grpSp>
        <p:nvGrpSpPr>
          <p:cNvPr id="6" name="组合 5">
            <a:extLst>
              <a:ext uri="{FF2B5EF4-FFF2-40B4-BE49-F238E27FC236}">
                <a16:creationId xmlns:a16="http://schemas.microsoft.com/office/drawing/2014/main" id="{7848FF5C-5400-46B8-907F-78C57DFC511A}"/>
              </a:ext>
            </a:extLst>
          </p:cNvPr>
          <p:cNvGrpSpPr/>
          <p:nvPr/>
        </p:nvGrpSpPr>
        <p:grpSpPr>
          <a:xfrm rot="10800000" flipH="1">
            <a:off x="-520700" y="4127500"/>
            <a:ext cx="12725400" cy="2730499"/>
            <a:chOff x="2241547" y="-1"/>
            <a:chExt cx="9950451" cy="3972515"/>
          </a:xfrm>
        </p:grpSpPr>
        <p:sp>
          <p:nvSpPr>
            <p:cNvPr id="7" name="Freeform 68">
              <a:extLst>
                <a:ext uri="{FF2B5EF4-FFF2-40B4-BE49-F238E27FC236}">
                  <a16:creationId xmlns:a16="http://schemas.microsoft.com/office/drawing/2014/main" id="{26C57696-D386-4EA9-9227-E71A83A72FFA}"/>
                </a:ext>
              </a:extLst>
            </p:cNvPr>
            <p:cNvSpPr/>
            <p:nvPr userDrawn="1"/>
          </p:nvSpPr>
          <p:spPr bwMode="auto">
            <a:xfrm>
              <a:off x="2241547" y="-1"/>
              <a:ext cx="9950451" cy="3972515"/>
            </a:xfrm>
            <a:custGeom>
              <a:avLst/>
              <a:gdLst>
                <a:gd name="T0" fmla="*/ 1346 w 1346"/>
                <a:gd name="T1" fmla="*/ 352 h 518"/>
                <a:gd name="T2" fmla="*/ 814 w 1346"/>
                <a:gd name="T3" fmla="*/ 346 h 518"/>
                <a:gd name="T4" fmla="*/ 0 w 1346"/>
                <a:gd name="T5" fmla="*/ 0 h 518"/>
                <a:gd name="T6" fmla="*/ 1346 w 1346"/>
                <a:gd name="T7" fmla="*/ 0 h 518"/>
                <a:gd name="T8" fmla="*/ 1346 w 1346"/>
                <a:gd name="T9" fmla="*/ 352 h 518"/>
              </a:gdLst>
              <a:ahLst/>
              <a:cxnLst>
                <a:cxn ang="0">
                  <a:pos x="T0" y="T1"/>
                </a:cxn>
                <a:cxn ang="0">
                  <a:pos x="T2" y="T3"/>
                </a:cxn>
                <a:cxn ang="0">
                  <a:pos x="T4" y="T5"/>
                </a:cxn>
                <a:cxn ang="0">
                  <a:pos x="T6" y="T7"/>
                </a:cxn>
                <a:cxn ang="0">
                  <a:pos x="T8" y="T9"/>
                </a:cxn>
              </a:cxnLst>
              <a:rect l="0" t="0" r="r" b="b"/>
              <a:pathLst>
                <a:path w="1346" h="518">
                  <a:moveTo>
                    <a:pt x="1346" y="352"/>
                  </a:moveTo>
                  <a:cubicBezTo>
                    <a:pt x="1346" y="352"/>
                    <a:pt x="1151" y="518"/>
                    <a:pt x="814" y="346"/>
                  </a:cubicBezTo>
                  <a:cubicBezTo>
                    <a:pt x="576" y="224"/>
                    <a:pt x="312" y="0"/>
                    <a:pt x="0" y="0"/>
                  </a:cubicBezTo>
                  <a:cubicBezTo>
                    <a:pt x="1346" y="0"/>
                    <a:pt x="1346" y="0"/>
                    <a:pt x="1346" y="0"/>
                  </a:cubicBezTo>
                  <a:lnTo>
                    <a:pt x="1346" y="352"/>
                  </a:lnTo>
                  <a:close/>
                </a:path>
              </a:pathLst>
            </a:custGeom>
            <a:gradFill>
              <a:gsLst>
                <a:gs pos="18000">
                  <a:schemeClr val="accent1">
                    <a:lumMod val="60000"/>
                    <a:lumOff val="40000"/>
                  </a:schemeClr>
                </a:gs>
                <a:gs pos="58000">
                  <a:schemeClr val="accent1"/>
                </a:gs>
              </a:gsLst>
              <a:lin ang="18900000" scaled="1"/>
            </a:gradFill>
            <a:ln>
              <a:noFill/>
            </a:ln>
          </p:spPr>
          <p:txBody>
            <a:bodyPr vert="horz" wrap="square" lIns="121920" tIns="60960" rIns="121920" bIns="60960" numCol="1" anchor="t" anchorCtr="0" compatLnSpc="1">
              <a:prstTxWarp prst="textNoShape">
                <a:avLst/>
              </a:prstTxWarp>
            </a:bodyPr>
            <a:lstStyle/>
            <a:p>
              <a:endParaRPr lang="zh-CN" altLang="en-US" sz="2400">
                <a:cs typeface="+mn-ea"/>
                <a:sym typeface="+mn-lt"/>
              </a:endParaRPr>
            </a:p>
          </p:txBody>
        </p:sp>
        <p:sp>
          <p:nvSpPr>
            <p:cNvPr id="8" name="Freeform 69">
              <a:extLst>
                <a:ext uri="{FF2B5EF4-FFF2-40B4-BE49-F238E27FC236}">
                  <a16:creationId xmlns:a16="http://schemas.microsoft.com/office/drawing/2014/main" id="{B8F8B653-5C82-4FAB-977A-095BE661E8A3}"/>
                </a:ext>
              </a:extLst>
            </p:cNvPr>
            <p:cNvSpPr/>
            <p:nvPr userDrawn="1"/>
          </p:nvSpPr>
          <p:spPr bwMode="auto">
            <a:xfrm>
              <a:off x="6162062" y="-1"/>
              <a:ext cx="6029936" cy="2328077"/>
            </a:xfrm>
            <a:custGeom>
              <a:avLst/>
              <a:gdLst>
                <a:gd name="T0" fmla="*/ 773 w 773"/>
                <a:gd name="T1" fmla="*/ 0 h 318"/>
                <a:gd name="T2" fmla="*/ 773 w 773"/>
                <a:gd name="T3" fmla="*/ 316 h 318"/>
                <a:gd name="T4" fmla="*/ 0 w 773"/>
                <a:gd name="T5" fmla="*/ 0 h 318"/>
                <a:gd name="T6" fmla="*/ 773 w 773"/>
                <a:gd name="T7" fmla="*/ 0 h 318"/>
              </a:gdLst>
              <a:ahLst/>
              <a:cxnLst>
                <a:cxn ang="0">
                  <a:pos x="T0" y="T1"/>
                </a:cxn>
                <a:cxn ang="0">
                  <a:pos x="T2" y="T3"/>
                </a:cxn>
                <a:cxn ang="0">
                  <a:pos x="T4" y="T5"/>
                </a:cxn>
                <a:cxn ang="0">
                  <a:pos x="T6" y="T7"/>
                </a:cxn>
              </a:cxnLst>
              <a:rect l="0" t="0" r="r" b="b"/>
              <a:pathLst>
                <a:path w="773" h="318">
                  <a:moveTo>
                    <a:pt x="773" y="0"/>
                  </a:moveTo>
                  <a:cubicBezTo>
                    <a:pt x="773" y="316"/>
                    <a:pt x="773" y="316"/>
                    <a:pt x="773" y="316"/>
                  </a:cubicBezTo>
                  <a:cubicBezTo>
                    <a:pt x="642" y="318"/>
                    <a:pt x="266" y="294"/>
                    <a:pt x="0" y="0"/>
                  </a:cubicBezTo>
                  <a:lnTo>
                    <a:pt x="773" y="0"/>
                  </a:lnTo>
                  <a:close/>
                </a:path>
              </a:pathLst>
            </a:custGeom>
            <a:gradFill flip="none" rotWithShape="1">
              <a:gsLst>
                <a:gs pos="15000">
                  <a:schemeClr val="accent2"/>
                </a:gs>
                <a:gs pos="91000">
                  <a:schemeClr val="accent1"/>
                </a:gs>
              </a:gsLst>
              <a:lin ang="18900000" scaled="1"/>
            </a:gradFill>
            <a:ln>
              <a:noFill/>
            </a:ln>
          </p:spPr>
          <p:txBody>
            <a:bodyPr vert="horz" wrap="square" lIns="121920" tIns="60960" rIns="121920" bIns="60960" numCol="1" anchor="t" anchorCtr="0" compatLnSpc="1">
              <a:prstTxWarp prst="textNoShape">
                <a:avLst/>
              </a:prstTxWarp>
            </a:bodyPr>
            <a:lstStyle/>
            <a:p>
              <a:endParaRPr lang="zh-CN" altLang="en-US" sz="2400">
                <a:cs typeface="+mn-ea"/>
                <a:sym typeface="+mn-lt"/>
              </a:endParaRPr>
            </a:p>
          </p:txBody>
        </p:sp>
      </p:grpSp>
      <p:sp>
        <p:nvSpPr>
          <p:cNvPr id="9" name="文本框 10">
            <a:extLst>
              <a:ext uri="{FF2B5EF4-FFF2-40B4-BE49-F238E27FC236}">
                <a16:creationId xmlns:a16="http://schemas.microsoft.com/office/drawing/2014/main" id="{AA8D6FF0-330A-4EB4-9960-1AE998EE3F97}"/>
              </a:ext>
            </a:extLst>
          </p:cNvPr>
          <p:cNvSpPr txBox="1"/>
          <p:nvPr/>
        </p:nvSpPr>
        <p:spPr bwMode="auto">
          <a:xfrm>
            <a:off x="5858950" y="2358380"/>
            <a:ext cx="4000773" cy="707886"/>
          </a:xfrm>
          <a:prstGeom prst="rect">
            <a:avLst/>
          </a:prstGeom>
          <a:noFill/>
        </p:spPr>
        <p:txBody>
          <a:bodyPr wrap="square" lIns="91440" tIns="45720" rIns="91440" bIns="45720">
            <a:spAutoFit/>
            <a:scene3d>
              <a:camera prst="orthographicFront"/>
              <a:lightRig rig="threePt" dir="t"/>
            </a:scene3d>
            <a:sp3d contourW="12700"/>
          </a:bodyPr>
          <a:lstStyle>
            <a:defPPr>
              <a:defRPr lang="en-US"/>
            </a:defPPr>
            <a:lvl1pPr>
              <a:defRPr sz="2800" b="1" spc="300">
                <a:solidFill>
                  <a:schemeClr val="tx1">
                    <a:lumMod val="85000"/>
                    <a:lumOff val="15000"/>
                  </a:schemeClr>
                </a:solidFill>
                <a:latin typeface="微软雅黑" panose="020F0302020204030204"/>
                <a:ea typeface="微软雅黑"/>
                <a:cs typeface="Segoe UI Light" panose="020B0502040204020203" pitchFamily="34" charset="0"/>
              </a:defRPr>
            </a:lvl1pPr>
          </a:lstStyle>
          <a:p>
            <a:pPr>
              <a:defRPr/>
            </a:pPr>
            <a:r>
              <a:rPr lang="zh-CN" altLang="en-US" sz="4000">
                <a:solidFill>
                  <a:schemeClr val="tx1">
                    <a:lumMod val="75000"/>
                    <a:lumOff val="25000"/>
                  </a:schemeClr>
                </a:solidFill>
                <a:latin typeface="+mn-lt"/>
                <a:ea typeface="+mn-ea"/>
                <a:cs typeface="+mn-ea"/>
                <a:sym typeface="+mn-lt"/>
              </a:rPr>
              <a:t>标题文字添加</a:t>
            </a:r>
          </a:p>
        </p:txBody>
      </p:sp>
      <p:sp>
        <p:nvSpPr>
          <p:cNvPr id="17" name="Circle">
            <a:extLst>
              <a:ext uri="{FF2B5EF4-FFF2-40B4-BE49-F238E27FC236}">
                <a16:creationId xmlns:a16="http://schemas.microsoft.com/office/drawing/2014/main" id="{ACFCBED2-BB80-B747-920D-FBD48E407B3E}"/>
              </a:ext>
            </a:extLst>
          </p:cNvPr>
          <p:cNvSpPr/>
          <p:nvPr/>
        </p:nvSpPr>
        <p:spPr>
          <a:xfrm>
            <a:off x="856099" y="4851137"/>
            <a:ext cx="1076920" cy="1076920"/>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8" name="Circle">
            <a:extLst>
              <a:ext uri="{FF2B5EF4-FFF2-40B4-BE49-F238E27FC236}">
                <a16:creationId xmlns:a16="http://schemas.microsoft.com/office/drawing/2014/main" id="{C62A2372-E1C5-CC4F-A046-0C7458C17B6F}"/>
              </a:ext>
            </a:extLst>
          </p:cNvPr>
          <p:cNvSpPr/>
          <p:nvPr/>
        </p:nvSpPr>
        <p:spPr>
          <a:xfrm>
            <a:off x="1089673" y="452379"/>
            <a:ext cx="362943" cy="362943"/>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9" name="Circle">
            <a:extLst>
              <a:ext uri="{FF2B5EF4-FFF2-40B4-BE49-F238E27FC236}">
                <a16:creationId xmlns:a16="http://schemas.microsoft.com/office/drawing/2014/main" id="{F7CEEFF1-A07D-5543-854B-C7311F49D78A}"/>
              </a:ext>
            </a:extLst>
          </p:cNvPr>
          <p:cNvSpPr/>
          <p:nvPr/>
        </p:nvSpPr>
        <p:spPr>
          <a:xfrm>
            <a:off x="10163150" y="-1439117"/>
            <a:ext cx="4966380" cy="4966380"/>
          </a:xfrm>
          <a:prstGeom prst="ellipse">
            <a:avLst/>
          </a:prstGeom>
          <a:ln w="12700">
            <a:solidFill>
              <a:schemeClr val="bg1">
                <a:lumMod val="65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21" name="Circle">
            <a:extLst>
              <a:ext uri="{FF2B5EF4-FFF2-40B4-BE49-F238E27FC236}">
                <a16:creationId xmlns:a16="http://schemas.microsoft.com/office/drawing/2014/main" id="{C529E2AF-266D-124F-AC19-E59BE1D5E128}"/>
              </a:ext>
            </a:extLst>
          </p:cNvPr>
          <p:cNvSpPr/>
          <p:nvPr/>
        </p:nvSpPr>
        <p:spPr>
          <a:xfrm>
            <a:off x="9957435" y="1138502"/>
            <a:ext cx="411430" cy="411430"/>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Tree>
    <p:extLst>
      <p:ext uri="{BB962C8B-B14F-4D97-AF65-F5344CB8AC3E}">
        <p14:creationId xmlns:p14="http://schemas.microsoft.com/office/powerpoint/2010/main" val="26290965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nodeType="afterGroup">
                            <p:stCondLst>
                              <p:cond delay="500"/>
                            </p:stCondLst>
                            <p:childTnLst>
                              <p:par>
                                <p:cTn id="11" presetID="12" presetClass="entr" presetSubtype="2"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slide(fromRight)">
                                      <p:cBhvr>
                                        <p:cTn id="13" dur="500"/>
                                        <p:tgtEl>
                                          <p:spTgt spid="3"/>
                                        </p:tgtEl>
                                      </p:cBhvr>
                                    </p:animEffect>
                                  </p:childTnLst>
                                </p:cTn>
                              </p:par>
                            </p:childTnLst>
                          </p:cTn>
                        </p:par>
                        <p:par>
                          <p:cTn id="14" fill="hold" nodeType="afterGroup">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par>
                          <p:cTn id="18" fill="hold" nodeType="afterGroup">
                            <p:stCondLst>
                              <p:cond delay="1500"/>
                            </p:stCondLst>
                            <p:childTnLst>
                              <p:par>
                                <p:cTn id="19" presetID="14" presetClass="entr" presetSubtype="1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randombar(horizontal)">
                                      <p:cBhvr>
                                        <p:cTn id="21" dur="500"/>
                                        <p:tgtEl>
                                          <p:spTgt spid="4"/>
                                        </p:tgtEl>
                                      </p:cBhvr>
                                    </p:animEffect>
                                  </p:childTnLst>
                                </p:cTn>
                              </p:par>
                            </p:childTnLst>
                          </p:cTn>
                        </p:par>
                        <p:par>
                          <p:cTn id="22" fill="hold" nodeType="afterGroup">
                            <p:stCondLst>
                              <p:cond delay="2000"/>
                            </p:stCondLst>
                            <p:childTnLst>
                              <p:par>
                                <p:cTn id="23" presetID="31" presetClass="entr" presetSubtype="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1000" fill="hold"/>
                                        <p:tgtEl>
                                          <p:spTgt spid="15"/>
                                        </p:tgtEl>
                                        <p:attrNameLst>
                                          <p:attrName>ppt_w</p:attrName>
                                        </p:attrNameLst>
                                      </p:cBhvr>
                                      <p:tavLst>
                                        <p:tav tm="0">
                                          <p:val>
                                            <p:fltVal val="0"/>
                                          </p:val>
                                        </p:tav>
                                        <p:tav tm="100000">
                                          <p:val>
                                            <p:strVal val="#ppt_w"/>
                                          </p:val>
                                        </p:tav>
                                      </p:tavLst>
                                    </p:anim>
                                    <p:anim calcmode="lin" valueType="num">
                                      <p:cBhvr>
                                        <p:cTn id="26" dur="1000" fill="hold"/>
                                        <p:tgtEl>
                                          <p:spTgt spid="15"/>
                                        </p:tgtEl>
                                        <p:attrNameLst>
                                          <p:attrName>ppt_h</p:attrName>
                                        </p:attrNameLst>
                                      </p:cBhvr>
                                      <p:tavLst>
                                        <p:tav tm="0">
                                          <p:val>
                                            <p:fltVal val="0"/>
                                          </p:val>
                                        </p:tav>
                                        <p:tav tm="100000">
                                          <p:val>
                                            <p:strVal val="#ppt_h"/>
                                          </p:val>
                                        </p:tav>
                                      </p:tavLst>
                                    </p:anim>
                                    <p:anim calcmode="lin" valueType="num">
                                      <p:cBhvr>
                                        <p:cTn id="27" dur="1000" fill="hold"/>
                                        <p:tgtEl>
                                          <p:spTgt spid="15"/>
                                        </p:tgtEl>
                                        <p:attrNameLst>
                                          <p:attrName>style.rotation</p:attrName>
                                        </p:attrNameLst>
                                      </p:cBhvr>
                                      <p:tavLst>
                                        <p:tav tm="0">
                                          <p:val>
                                            <p:fltVal val="90"/>
                                          </p:val>
                                        </p:tav>
                                        <p:tav tm="100000">
                                          <p:val>
                                            <p:fltVal val="0"/>
                                          </p:val>
                                        </p:tav>
                                      </p:tavLst>
                                    </p:anim>
                                    <p:animEffect transition="in" filter="fade">
                                      <p:cBhvr>
                                        <p:cTn id="28" dur="1000"/>
                                        <p:tgtEl>
                                          <p:spTgt spid="15"/>
                                        </p:tgtEl>
                                      </p:cBhvr>
                                    </p:animEffect>
                                  </p:childTnLst>
                                </p:cTn>
                              </p:par>
                            </p:childTnLst>
                          </p:cTn>
                        </p:par>
                        <p:par>
                          <p:cTn id="29" fill="hold" nodeType="afterGroup">
                            <p:stCondLst>
                              <p:cond delay="3000"/>
                            </p:stCondLst>
                            <p:childTnLst>
                              <p:par>
                                <p:cTn id="30" presetID="31" presetClass="entr" presetSubtype="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1000" fill="hold"/>
                                        <p:tgtEl>
                                          <p:spTgt spid="17"/>
                                        </p:tgtEl>
                                        <p:attrNameLst>
                                          <p:attrName>ppt_w</p:attrName>
                                        </p:attrNameLst>
                                      </p:cBhvr>
                                      <p:tavLst>
                                        <p:tav tm="0">
                                          <p:val>
                                            <p:fltVal val="0"/>
                                          </p:val>
                                        </p:tav>
                                        <p:tav tm="100000">
                                          <p:val>
                                            <p:strVal val="#ppt_w"/>
                                          </p:val>
                                        </p:tav>
                                      </p:tavLst>
                                    </p:anim>
                                    <p:anim calcmode="lin" valueType="num">
                                      <p:cBhvr>
                                        <p:cTn id="33" dur="1000" fill="hold"/>
                                        <p:tgtEl>
                                          <p:spTgt spid="17"/>
                                        </p:tgtEl>
                                        <p:attrNameLst>
                                          <p:attrName>ppt_h</p:attrName>
                                        </p:attrNameLst>
                                      </p:cBhvr>
                                      <p:tavLst>
                                        <p:tav tm="0">
                                          <p:val>
                                            <p:fltVal val="0"/>
                                          </p:val>
                                        </p:tav>
                                        <p:tav tm="100000">
                                          <p:val>
                                            <p:strVal val="#ppt_h"/>
                                          </p:val>
                                        </p:tav>
                                      </p:tavLst>
                                    </p:anim>
                                    <p:anim calcmode="lin" valueType="num">
                                      <p:cBhvr>
                                        <p:cTn id="34" dur="1000" fill="hold"/>
                                        <p:tgtEl>
                                          <p:spTgt spid="17"/>
                                        </p:tgtEl>
                                        <p:attrNameLst>
                                          <p:attrName>style.rotation</p:attrName>
                                        </p:attrNameLst>
                                      </p:cBhvr>
                                      <p:tavLst>
                                        <p:tav tm="0">
                                          <p:val>
                                            <p:fltVal val="90"/>
                                          </p:val>
                                        </p:tav>
                                        <p:tav tm="100000">
                                          <p:val>
                                            <p:fltVal val="0"/>
                                          </p:val>
                                        </p:tav>
                                      </p:tavLst>
                                    </p:anim>
                                    <p:animEffect transition="in" filter="fade">
                                      <p:cBhvr>
                                        <p:cTn id="35" dur="1000"/>
                                        <p:tgtEl>
                                          <p:spTgt spid="17"/>
                                        </p:tgtEl>
                                      </p:cBhvr>
                                    </p:animEffect>
                                  </p:childTnLst>
                                </p:cTn>
                              </p:par>
                            </p:childTnLst>
                          </p:cTn>
                        </p:par>
                        <p:par>
                          <p:cTn id="36" fill="hold" nodeType="afterGroup">
                            <p:stCondLst>
                              <p:cond delay="4000"/>
                            </p:stCondLst>
                            <p:childTnLst>
                              <p:par>
                                <p:cTn id="37" presetID="31" presetClass="entr" presetSubtype="0"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p:cTn id="39" dur="1000" fill="hold"/>
                                        <p:tgtEl>
                                          <p:spTgt spid="18"/>
                                        </p:tgtEl>
                                        <p:attrNameLst>
                                          <p:attrName>ppt_w</p:attrName>
                                        </p:attrNameLst>
                                      </p:cBhvr>
                                      <p:tavLst>
                                        <p:tav tm="0">
                                          <p:val>
                                            <p:fltVal val="0"/>
                                          </p:val>
                                        </p:tav>
                                        <p:tav tm="100000">
                                          <p:val>
                                            <p:strVal val="#ppt_w"/>
                                          </p:val>
                                        </p:tav>
                                      </p:tavLst>
                                    </p:anim>
                                    <p:anim calcmode="lin" valueType="num">
                                      <p:cBhvr>
                                        <p:cTn id="40" dur="1000" fill="hold"/>
                                        <p:tgtEl>
                                          <p:spTgt spid="18"/>
                                        </p:tgtEl>
                                        <p:attrNameLst>
                                          <p:attrName>ppt_h</p:attrName>
                                        </p:attrNameLst>
                                      </p:cBhvr>
                                      <p:tavLst>
                                        <p:tav tm="0">
                                          <p:val>
                                            <p:fltVal val="0"/>
                                          </p:val>
                                        </p:tav>
                                        <p:tav tm="100000">
                                          <p:val>
                                            <p:strVal val="#ppt_h"/>
                                          </p:val>
                                        </p:tav>
                                      </p:tavLst>
                                    </p:anim>
                                    <p:anim calcmode="lin" valueType="num">
                                      <p:cBhvr>
                                        <p:cTn id="41" dur="1000" fill="hold"/>
                                        <p:tgtEl>
                                          <p:spTgt spid="18"/>
                                        </p:tgtEl>
                                        <p:attrNameLst>
                                          <p:attrName>style.rotation</p:attrName>
                                        </p:attrNameLst>
                                      </p:cBhvr>
                                      <p:tavLst>
                                        <p:tav tm="0">
                                          <p:val>
                                            <p:fltVal val="90"/>
                                          </p:val>
                                        </p:tav>
                                        <p:tav tm="100000">
                                          <p:val>
                                            <p:fltVal val="0"/>
                                          </p:val>
                                        </p:tav>
                                      </p:tavLst>
                                    </p:anim>
                                    <p:animEffect transition="in" filter="fade">
                                      <p:cBhvr>
                                        <p:cTn id="42" dur="1000"/>
                                        <p:tgtEl>
                                          <p:spTgt spid="18"/>
                                        </p:tgtEl>
                                      </p:cBhvr>
                                    </p:animEffect>
                                  </p:childTnLst>
                                </p:cTn>
                              </p:par>
                            </p:childTnLst>
                          </p:cTn>
                        </p:par>
                      </p:childTnLst>
                    </p:cTn>
                  </p:par>
                  <p:par>
                    <p:cTn id="43" fill="hold" nodeType="clickPar">
                      <p:stCondLst>
                        <p:cond delay="indefinite"/>
                      </p:stCondLst>
                      <p:childTnLst>
                        <p:par>
                          <p:cTn id="44" fill="hold" nodeType="afterGroup">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1000" fill="hold"/>
                                        <p:tgtEl>
                                          <p:spTgt spid="19"/>
                                        </p:tgtEl>
                                        <p:attrNameLst>
                                          <p:attrName>ppt_w</p:attrName>
                                        </p:attrNameLst>
                                      </p:cBhvr>
                                      <p:tavLst>
                                        <p:tav tm="0">
                                          <p:val>
                                            <p:fltVal val="0"/>
                                          </p:val>
                                        </p:tav>
                                        <p:tav tm="100000">
                                          <p:val>
                                            <p:strVal val="#ppt_w"/>
                                          </p:val>
                                        </p:tav>
                                      </p:tavLst>
                                    </p:anim>
                                    <p:anim calcmode="lin" valueType="num">
                                      <p:cBhvr>
                                        <p:cTn id="48" dur="1000" fill="hold"/>
                                        <p:tgtEl>
                                          <p:spTgt spid="19"/>
                                        </p:tgtEl>
                                        <p:attrNameLst>
                                          <p:attrName>ppt_h</p:attrName>
                                        </p:attrNameLst>
                                      </p:cBhvr>
                                      <p:tavLst>
                                        <p:tav tm="0">
                                          <p:val>
                                            <p:fltVal val="0"/>
                                          </p:val>
                                        </p:tav>
                                        <p:tav tm="100000">
                                          <p:val>
                                            <p:strVal val="#ppt_h"/>
                                          </p:val>
                                        </p:tav>
                                      </p:tavLst>
                                    </p:anim>
                                    <p:anim calcmode="lin" valueType="num">
                                      <p:cBhvr>
                                        <p:cTn id="49" dur="1000" fill="hold"/>
                                        <p:tgtEl>
                                          <p:spTgt spid="19"/>
                                        </p:tgtEl>
                                        <p:attrNameLst>
                                          <p:attrName>style.rotation</p:attrName>
                                        </p:attrNameLst>
                                      </p:cBhvr>
                                      <p:tavLst>
                                        <p:tav tm="0">
                                          <p:val>
                                            <p:fltVal val="90"/>
                                          </p:val>
                                        </p:tav>
                                        <p:tav tm="100000">
                                          <p:val>
                                            <p:fltVal val="0"/>
                                          </p:val>
                                        </p:tav>
                                      </p:tavLst>
                                    </p:anim>
                                    <p:animEffect transition="in" filter="fade">
                                      <p:cBhvr>
                                        <p:cTn id="50" dur="1000"/>
                                        <p:tgtEl>
                                          <p:spTgt spid="19"/>
                                        </p:tgtEl>
                                      </p:cBhvr>
                                    </p:animEffect>
                                  </p:childTnLst>
                                </p:cTn>
                              </p:par>
                              <p:par>
                                <p:cTn id="51" presetID="3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p:cTn id="53" dur="1000" fill="hold"/>
                                        <p:tgtEl>
                                          <p:spTgt spid="21"/>
                                        </p:tgtEl>
                                        <p:attrNameLst>
                                          <p:attrName>ppt_w</p:attrName>
                                        </p:attrNameLst>
                                      </p:cBhvr>
                                      <p:tavLst>
                                        <p:tav tm="0">
                                          <p:val>
                                            <p:fltVal val="0"/>
                                          </p:val>
                                        </p:tav>
                                        <p:tav tm="100000">
                                          <p:val>
                                            <p:strVal val="#ppt_w"/>
                                          </p:val>
                                        </p:tav>
                                      </p:tavLst>
                                    </p:anim>
                                    <p:anim calcmode="lin" valueType="num">
                                      <p:cBhvr>
                                        <p:cTn id="54" dur="1000" fill="hold"/>
                                        <p:tgtEl>
                                          <p:spTgt spid="21"/>
                                        </p:tgtEl>
                                        <p:attrNameLst>
                                          <p:attrName>ppt_h</p:attrName>
                                        </p:attrNameLst>
                                      </p:cBhvr>
                                      <p:tavLst>
                                        <p:tav tm="0">
                                          <p:val>
                                            <p:fltVal val="0"/>
                                          </p:val>
                                        </p:tav>
                                        <p:tav tm="100000">
                                          <p:val>
                                            <p:strVal val="#ppt_h"/>
                                          </p:val>
                                        </p:tav>
                                      </p:tavLst>
                                    </p:anim>
                                    <p:anim calcmode="lin" valueType="num">
                                      <p:cBhvr>
                                        <p:cTn id="55" dur="1000" fill="hold"/>
                                        <p:tgtEl>
                                          <p:spTgt spid="21"/>
                                        </p:tgtEl>
                                        <p:attrNameLst>
                                          <p:attrName>style.rotation</p:attrName>
                                        </p:attrNameLst>
                                      </p:cBhvr>
                                      <p:tavLst>
                                        <p:tav tm="0">
                                          <p:val>
                                            <p:fltVal val="90"/>
                                          </p:val>
                                        </p:tav>
                                        <p:tav tm="100000">
                                          <p:val>
                                            <p:fltVal val="0"/>
                                          </p:val>
                                        </p:tav>
                                      </p:tavLst>
                                    </p:anim>
                                    <p:animEffect transition="in" filter="fade">
                                      <p:cBhvr>
                                        <p:cTn id="56"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 grpId="0"/>
      <p:bldP spid="4" grpId="0"/>
      <p:bldP spid="5" grpId="0"/>
      <p:bldP spid="9" grpId="0"/>
      <p:bldP spid="17" grpId="0" animBg="1"/>
      <p:bldP spid="18" grpId="0" animBg="1"/>
      <p:bldP spid="19" grpId="0" animBg="1"/>
      <p:bldP spid="2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FEF30F2E-31B3-483A-B295-436C2CDD8B93}"/>
              </a:ext>
            </a:extLst>
          </p:cNvPr>
          <p:cNvGrpSpPr/>
          <p:nvPr/>
        </p:nvGrpSpPr>
        <p:grpSpPr>
          <a:xfrm>
            <a:off x="-1691710" y="2418993"/>
            <a:ext cx="17955868" cy="9175017"/>
            <a:chOff x="-1691710" y="2418993"/>
            <a:chExt cx="17955868" cy="9175017"/>
          </a:xfrm>
        </p:grpSpPr>
        <p:sp>
          <p:nvSpPr>
            <p:cNvPr id="20" name="Circle">
              <a:extLst>
                <a:ext uri="{FF2B5EF4-FFF2-40B4-BE49-F238E27FC236}">
                  <a16:creationId xmlns:a16="http://schemas.microsoft.com/office/drawing/2014/main" id="{DDA2378D-6D34-4396-89E0-45FCC6C7AA01}"/>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21" name="Circle">
              <a:extLst>
                <a:ext uri="{FF2B5EF4-FFF2-40B4-BE49-F238E27FC236}">
                  <a16:creationId xmlns:a16="http://schemas.microsoft.com/office/drawing/2014/main" id="{BB97D1F9-67BC-4D95-96ED-BFDC86448780}"/>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22" name="Circle">
              <a:extLst>
                <a:ext uri="{FF2B5EF4-FFF2-40B4-BE49-F238E27FC236}">
                  <a16:creationId xmlns:a16="http://schemas.microsoft.com/office/drawing/2014/main" id="{215581B7-0FD9-4537-A19A-FDAA2FDB4E8F}"/>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sp>
        <p:nvSpPr>
          <p:cNvPr id="2" name="平行四边形 1">
            <a:extLst>
              <a:ext uri="{FF2B5EF4-FFF2-40B4-BE49-F238E27FC236}">
                <a16:creationId xmlns:a16="http://schemas.microsoft.com/office/drawing/2014/main" id="{5326BCDB-44DE-4454-97A4-5B08FF09310C}"/>
              </a:ext>
            </a:extLst>
          </p:cNvPr>
          <p:cNvSpPr/>
          <p:nvPr/>
        </p:nvSpPr>
        <p:spPr>
          <a:xfrm flipH="1">
            <a:off x="5736845" y="0"/>
            <a:ext cx="7050594" cy="7209692"/>
          </a:xfrm>
          <a:prstGeom prst="parallelogram">
            <a:avLst>
              <a:gd name="adj" fmla="val 45117"/>
            </a:avLst>
          </a:prstGeom>
          <a:blipFill>
            <a:blip r:embed="Rd6b47b8284d74099"/>
            <a:stretch>
              <a:fillRect l="-26772" r="-26772"/>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cs typeface="+mn-ea"/>
              <a:sym typeface="+mn-lt"/>
            </a:endParaRPr>
          </a:p>
        </p:txBody>
      </p:sp>
      <p:sp>
        <p:nvSpPr>
          <p:cNvPr id="3" name="平行四边形 2">
            <a:extLst>
              <a:ext uri="{FF2B5EF4-FFF2-40B4-BE49-F238E27FC236}">
                <a16:creationId xmlns:a16="http://schemas.microsoft.com/office/drawing/2014/main" id="{52A64C1C-91A5-4687-8749-93A31E4E198E}"/>
              </a:ext>
            </a:extLst>
          </p:cNvPr>
          <p:cNvSpPr/>
          <p:nvPr/>
        </p:nvSpPr>
        <p:spPr>
          <a:xfrm flipH="1">
            <a:off x="6672646" y="2325606"/>
            <a:ext cx="2208029" cy="4012804"/>
          </a:xfrm>
          <a:prstGeom prst="parallelogram">
            <a:avLst>
              <a:gd name="adj" fmla="val 80955"/>
            </a:avLst>
          </a:prstGeom>
          <a:gradFill>
            <a:gsLst>
              <a:gs pos="0">
                <a:schemeClr val="accent1"/>
              </a:gs>
              <a:gs pos="100000">
                <a:schemeClr val="accent2"/>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cs typeface="+mn-ea"/>
              <a:sym typeface="+mn-lt"/>
            </a:endParaRPr>
          </a:p>
        </p:txBody>
      </p:sp>
      <p:sp>
        <p:nvSpPr>
          <p:cNvPr id="4" name="ï$ľíḑe">
            <a:extLst>
              <a:ext uri="{FF2B5EF4-FFF2-40B4-BE49-F238E27FC236}">
                <a16:creationId xmlns:a16="http://schemas.microsoft.com/office/drawing/2014/main" id="{C8A7D56D-4B4A-402C-861F-1A36C2763261}"/>
              </a:ext>
            </a:extLst>
          </p:cNvPr>
          <p:cNvSpPr/>
          <p:nvPr/>
        </p:nvSpPr>
        <p:spPr>
          <a:xfrm>
            <a:off x="1054865" y="3822920"/>
            <a:ext cx="690536" cy="69053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280">
              <a:solidFill>
                <a:schemeClr val="bg1"/>
              </a:solidFill>
              <a:cs typeface="+mn-ea"/>
              <a:sym typeface="+mn-lt"/>
            </a:endParaRPr>
          </a:p>
        </p:txBody>
      </p:sp>
      <p:sp>
        <p:nvSpPr>
          <p:cNvPr id="5" name="i$ľiḑè">
            <a:extLst>
              <a:ext uri="{FF2B5EF4-FFF2-40B4-BE49-F238E27FC236}">
                <a16:creationId xmlns:a16="http://schemas.microsoft.com/office/drawing/2014/main" id="{D329FE7C-3231-47AE-82BB-CD38E261ECCC}"/>
              </a:ext>
            </a:extLst>
          </p:cNvPr>
          <p:cNvSpPr/>
          <p:nvPr/>
        </p:nvSpPr>
        <p:spPr bwMode="auto">
          <a:xfrm>
            <a:off x="1273280" y="4047209"/>
            <a:ext cx="253706" cy="241954"/>
          </a:xfrm>
          <a:custGeom>
            <a:avLst/>
            <a:gdLst>
              <a:gd name="connsiteX0" fmla="*/ 315778 w 607639"/>
              <a:gd name="connsiteY0" fmla="*/ 173080 h 579502"/>
              <a:gd name="connsiteX1" fmla="*/ 315778 w 607639"/>
              <a:gd name="connsiteY1" fmla="*/ 266058 h 579502"/>
              <a:gd name="connsiteX2" fmla="*/ 303493 w 607639"/>
              <a:gd name="connsiteY2" fmla="*/ 278325 h 579502"/>
              <a:gd name="connsiteX3" fmla="*/ 210375 w 607639"/>
              <a:gd name="connsiteY3" fmla="*/ 278325 h 579502"/>
              <a:gd name="connsiteX4" fmla="*/ 303493 w 607639"/>
              <a:gd name="connsiteY4" fmla="*/ 359925 h 579502"/>
              <a:gd name="connsiteX5" fmla="*/ 397500 w 607639"/>
              <a:gd name="connsiteY5" fmla="*/ 266058 h 579502"/>
              <a:gd name="connsiteX6" fmla="*/ 315778 w 607639"/>
              <a:gd name="connsiteY6" fmla="*/ 173080 h 579502"/>
              <a:gd name="connsiteX7" fmla="*/ 249814 w 607639"/>
              <a:gd name="connsiteY7" fmla="*/ 160816 h 579502"/>
              <a:gd name="connsiteX8" fmla="*/ 198110 w 607639"/>
              <a:gd name="connsiteY8" fmla="*/ 212449 h 579502"/>
              <a:gd name="connsiteX9" fmla="*/ 249814 w 607639"/>
              <a:gd name="connsiteY9" fmla="*/ 212449 h 579502"/>
              <a:gd name="connsiteX10" fmla="*/ 303493 w 607639"/>
              <a:gd name="connsiteY10" fmla="*/ 147835 h 579502"/>
              <a:gd name="connsiteX11" fmla="*/ 421981 w 607639"/>
              <a:gd name="connsiteY11" fmla="*/ 266058 h 579502"/>
              <a:gd name="connsiteX12" fmla="*/ 303493 w 607639"/>
              <a:gd name="connsiteY12" fmla="*/ 384370 h 579502"/>
              <a:gd name="connsiteX13" fmla="*/ 185093 w 607639"/>
              <a:gd name="connsiteY13" fmla="*/ 266058 h 579502"/>
              <a:gd name="connsiteX14" fmla="*/ 197289 w 607639"/>
              <a:gd name="connsiteY14" fmla="*/ 253880 h 579502"/>
              <a:gd name="connsiteX15" fmla="*/ 291297 w 607639"/>
              <a:gd name="connsiteY15" fmla="*/ 253880 h 579502"/>
              <a:gd name="connsiteX16" fmla="*/ 291297 w 607639"/>
              <a:gd name="connsiteY16" fmla="*/ 160013 h 579502"/>
              <a:gd name="connsiteX17" fmla="*/ 303493 w 607639"/>
              <a:gd name="connsiteY17" fmla="*/ 147835 h 579502"/>
              <a:gd name="connsiteX18" fmla="*/ 262095 w 607639"/>
              <a:gd name="connsiteY18" fmla="*/ 135133 h 579502"/>
              <a:gd name="connsiteX19" fmla="*/ 274287 w 607639"/>
              <a:gd name="connsiteY19" fmla="*/ 147397 h 579502"/>
              <a:gd name="connsiteX20" fmla="*/ 274287 w 607639"/>
              <a:gd name="connsiteY20" fmla="*/ 224713 h 579502"/>
              <a:gd name="connsiteX21" fmla="*/ 262095 w 607639"/>
              <a:gd name="connsiteY21" fmla="*/ 236888 h 579502"/>
              <a:gd name="connsiteX22" fmla="*/ 184672 w 607639"/>
              <a:gd name="connsiteY22" fmla="*/ 236888 h 579502"/>
              <a:gd name="connsiteX23" fmla="*/ 172391 w 607639"/>
              <a:gd name="connsiteY23" fmla="*/ 224713 h 579502"/>
              <a:gd name="connsiteX24" fmla="*/ 262095 w 607639"/>
              <a:gd name="connsiteY24" fmla="*/ 135133 h 579502"/>
              <a:gd name="connsiteX25" fmla="*/ 58120 w 607639"/>
              <a:gd name="connsiteY25" fmla="*/ 108514 h 579502"/>
              <a:gd name="connsiteX26" fmla="*/ 58120 w 607639"/>
              <a:gd name="connsiteY26" fmla="*/ 413970 h 579502"/>
              <a:gd name="connsiteX27" fmla="*/ 549430 w 607639"/>
              <a:gd name="connsiteY27" fmla="*/ 413970 h 579502"/>
              <a:gd name="connsiteX28" fmla="*/ 549430 w 607639"/>
              <a:gd name="connsiteY28" fmla="*/ 108514 h 579502"/>
              <a:gd name="connsiteX29" fmla="*/ 27236 w 607639"/>
              <a:gd name="connsiteY29" fmla="*/ 56079 h 579502"/>
              <a:gd name="connsiteX30" fmla="*/ 27236 w 607639"/>
              <a:gd name="connsiteY30" fmla="*/ 81319 h 579502"/>
              <a:gd name="connsiteX31" fmla="*/ 580403 w 607639"/>
              <a:gd name="connsiteY31" fmla="*/ 81319 h 579502"/>
              <a:gd name="connsiteX32" fmla="*/ 580403 w 607639"/>
              <a:gd name="connsiteY32" fmla="*/ 56079 h 579502"/>
              <a:gd name="connsiteX33" fmla="*/ 303775 w 607639"/>
              <a:gd name="connsiteY33" fmla="*/ 0 h 579502"/>
              <a:gd name="connsiteX34" fmla="*/ 317393 w 607639"/>
              <a:gd name="connsiteY34" fmla="*/ 13597 h 579502"/>
              <a:gd name="connsiteX35" fmla="*/ 317393 w 607639"/>
              <a:gd name="connsiteY35" fmla="*/ 28884 h 579502"/>
              <a:gd name="connsiteX36" fmla="*/ 580403 w 607639"/>
              <a:gd name="connsiteY36" fmla="*/ 28884 h 579502"/>
              <a:gd name="connsiteX37" fmla="*/ 607639 w 607639"/>
              <a:gd name="connsiteY37" fmla="*/ 56079 h 579502"/>
              <a:gd name="connsiteX38" fmla="*/ 607639 w 607639"/>
              <a:gd name="connsiteY38" fmla="*/ 81319 h 579502"/>
              <a:gd name="connsiteX39" fmla="*/ 580403 w 607639"/>
              <a:gd name="connsiteY39" fmla="*/ 108514 h 579502"/>
              <a:gd name="connsiteX40" fmla="*/ 576665 w 607639"/>
              <a:gd name="connsiteY40" fmla="*/ 108514 h 579502"/>
              <a:gd name="connsiteX41" fmla="*/ 576665 w 607639"/>
              <a:gd name="connsiteY41" fmla="*/ 413970 h 579502"/>
              <a:gd name="connsiteX42" fmla="*/ 549430 w 607639"/>
              <a:gd name="connsiteY42" fmla="*/ 441165 h 579502"/>
              <a:gd name="connsiteX43" fmla="*/ 317393 w 607639"/>
              <a:gd name="connsiteY43" fmla="*/ 441165 h 579502"/>
              <a:gd name="connsiteX44" fmla="*/ 317393 w 607639"/>
              <a:gd name="connsiteY44" fmla="*/ 481069 h 579502"/>
              <a:gd name="connsiteX45" fmla="*/ 418236 w 607639"/>
              <a:gd name="connsiteY45" fmla="*/ 554923 h 579502"/>
              <a:gd name="connsiteX46" fmla="*/ 421173 w 607639"/>
              <a:gd name="connsiteY46" fmla="*/ 573942 h 579502"/>
              <a:gd name="connsiteX47" fmla="*/ 410225 w 607639"/>
              <a:gd name="connsiteY47" fmla="*/ 579452 h 579502"/>
              <a:gd name="connsiteX48" fmla="*/ 402215 w 607639"/>
              <a:gd name="connsiteY48" fmla="*/ 576874 h 579502"/>
              <a:gd name="connsiteX49" fmla="*/ 317393 w 607639"/>
              <a:gd name="connsiteY49" fmla="*/ 514752 h 579502"/>
              <a:gd name="connsiteX50" fmla="*/ 317393 w 607639"/>
              <a:gd name="connsiteY50" fmla="*/ 565854 h 579502"/>
              <a:gd name="connsiteX51" fmla="*/ 303775 w 607639"/>
              <a:gd name="connsiteY51" fmla="*/ 579452 h 579502"/>
              <a:gd name="connsiteX52" fmla="*/ 290157 w 607639"/>
              <a:gd name="connsiteY52" fmla="*/ 565854 h 579502"/>
              <a:gd name="connsiteX53" fmla="*/ 290157 w 607639"/>
              <a:gd name="connsiteY53" fmla="*/ 514752 h 579502"/>
              <a:gd name="connsiteX54" fmla="*/ 205424 w 607639"/>
              <a:gd name="connsiteY54" fmla="*/ 576874 h 579502"/>
              <a:gd name="connsiteX55" fmla="*/ 186377 w 607639"/>
              <a:gd name="connsiteY55" fmla="*/ 573942 h 579502"/>
              <a:gd name="connsiteX56" fmla="*/ 189314 w 607639"/>
              <a:gd name="connsiteY56" fmla="*/ 554923 h 579502"/>
              <a:gd name="connsiteX57" fmla="*/ 290157 w 607639"/>
              <a:gd name="connsiteY57" fmla="*/ 481069 h 579502"/>
              <a:gd name="connsiteX58" fmla="*/ 290157 w 607639"/>
              <a:gd name="connsiteY58" fmla="*/ 441165 h 579502"/>
              <a:gd name="connsiteX59" fmla="*/ 58120 w 607639"/>
              <a:gd name="connsiteY59" fmla="*/ 441165 h 579502"/>
              <a:gd name="connsiteX60" fmla="*/ 30885 w 607639"/>
              <a:gd name="connsiteY60" fmla="*/ 413970 h 579502"/>
              <a:gd name="connsiteX61" fmla="*/ 30885 w 607639"/>
              <a:gd name="connsiteY61" fmla="*/ 108514 h 579502"/>
              <a:gd name="connsiteX62" fmla="*/ 27236 w 607639"/>
              <a:gd name="connsiteY62" fmla="*/ 108514 h 579502"/>
              <a:gd name="connsiteX63" fmla="*/ 0 w 607639"/>
              <a:gd name="connsiteY63" fmla="*/ 81319 h 579502"/>
              <a:gd name="connsiteX64" fmla="*/ 0 w 607639"/>
              <a:gd name="connsiteY64" fmla="*/ 56079 h 579502"/>
              <a:gd name="connsiteX65" fmla="*/ 27236 w 607639"/>
              <a:gd name="connsiteY65" fmla="*/ 28884 h 579502"/>
              <a:gd name="connsiteX66" fmla="*/ 290157 w 607639"/>
              <a:gd name="connsiteY66" fmla="*/ 28884 h 579502"/>
              <a:gd name="connsiteX67" fmla="*/ 290157 w 607639"/>
              <a:gd name="connsiteY67" fmla="*/ 13597 h 579502"/>
              <a:gd name="connsiteX68" fmla="*/ 303775 w 607639"/>
              <a:gd name="connsiteY68" fmla="*/ 0 h 579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07639" h="579502">
                <a:moveTo>
                  <a:pt x="315778" y="173080"/>
                </a:moveTo>
                <a:lnTo>
                  <a:pt x="315778" y="266058"/>
                </a:lnTo>
                <a:cubicBezTo>
                  <a:pt x="315778" y="272814"/>
                  <a:pt x="310258" y="278325"/>
                  <a:pt x="303493" y="278325"/>
                </a:cubicBezTo>
                <a:lnTo>
                  <a:pt x="210375" y="278325"/>
                </a:lnTo>
                <a:cubicBezTo>
                  <a:pt x="216429" y="324281"/>
                  <a:pt x="255866" y="359925"/>
                  <a:pt x="303493" y="359925"/>
                </a:cubicBezTo>
                <a:cubicBezTo>
                  <a:pt x="355303" y="359925"/>
                  <a:pt x="397500" y="317792"/>
                  <a:pt x="397500" y="266058"/>
                </a:cubicBezTo>
                <a:cubicBezTo>
                  <a:pt x="397500" y="218502"/>
                  <a:pt x="361802" y="179124"/>
                  <a:pt x="315778" y="173080"/>
                </a:cubicBezTo>
                <a:close/>
                <a:moveTo>
                  <a:pt x="249814" y="160816"/>
                </a:moveTo>
                <a:cubicBezTo>
                  <a:pt x="223740" y="165793"/>
                  <a:pt x="203093" y="186410"/>
                  <a:pt x="198110" y="212449"/>
                </a:cubicBezTo>
                <a:lnTo>
                  <a:pt x="249814" y="212449"/>
                </a:lnTo>
                <a:close/>
                <a:moveTo>
                  <a:pt x="303493" y="147835"/>
                </a:moveTo>
                <a:cubicBezTo>
                  <a:pt x="368835" y="147835"/>
                  <a:pt x="421981" y="200902"/>
                  <a:pt x="421981" y="266058"/>
                </a:cubicBezTo>
                <a:cubicBezTo>
                  <a:pt x="421981" y="331303"/>
                  <a:pt x="368835" y="384370"/>
                  <a:pt x="303493" y="384370"/>
                </a:cubicBezTo>
                <a:cubicBezTo>
                  <a:pt x="238239" y="384370"/>
                  <a:pt x="185093" y="331303"/>
                  <a:pt x="185093" y="266058"/>
                </a:cubicBezTo>
                <a:cubicBezTo>
                  <a:pt x="185093" y="259303"/>
                  <a:pt x="190523" y="253880"/>
                  <a:pt x="197289" y="253880"/>
                </a:cubicBezTo>
                <a:lnTo>
                  <a:pt x="291297" y="253880"/>
                </a:lnTo>
                <a:lnTo>
                  <a:pt x="291297" y="160013"/>
                </a:lnTo>
                <a:cubicBezTo>
                  <a:pt x="291297" y="153257"/>
                  <a:pt x="296727" y="147835"/>
                  <a:pt x="303493" y="147835"/>
                </a:cubicBezTo>
                <a:close/>
                <a:moveTo>
                  <a:pt x="262095" y="135133"/>
                </a:moveTo>
                <a:cubicBezTo>
                  <a:pt x="268859" y="135133"/>
                  <a:pt x="274287" y="140643"/>
                  <a:pt x="274287" y="147397"/>
                </a:cubicBezTo>
                <a:lnTo>
                  <a:pt x="274287" y="224713"/>
                </a:lnTo>
                <a:cubicBezTo>
                  <a:pt x="274287" y="231467"/>
                  <a:pt x="268859" y="236888"/>
                  <a:pt x="262095" y="236888"/>
                </a:cubicBezTo>
                <a:lnTo>
                  <a:pt x="184672" y="236888"/>
                </a:lnTo>
                <a:cubicBezTo>
                  <a:pt x="177909" y="236888"/>
                  <a:pt x="172391" y="231467"/>
                  <a:pt x="172391" y="224713"/>
                </a:cubicBezTo>
                <a:cubicBezTo>
                  <a:pt x="172391" y="175302"/>
                  <a:pt x="212616" y="135133"/>
                  <a:pt x="262095" y="135133"/>
                </a:cubicBezTo>
                <a:close/>
                <a:moveTo>
                  <a:pt x="58120" y="108514"/>
                </a:moveTo>
                <a:lnTo>
                  <a:pt x="58120" y="413970"/>
                </a:lnTo>
                <a:lnTo>
                  <a:pt x="549430" y="413970"/>
                </a:lnTo>
                <a:lnTo>
                  <a:pt x="549430" y="108514"/>
                </a:lnTo>
                <a:close/>
                <a:moveTo>
                  <a:pt x="27236" y="56079"/>
                </a:moveTo>
                <a:lnTo>
                  <a:pt x="27236" y="81319"/>
                </a:lnTo>
                <a:lnTo>
                  <a:pt x="580403" y="81319"/>
                </a:lnTo>
                <a:lnTo>
                  <a:pt x="580403" y="56079"/>
                </a:lnTo>
                <a:close/>
                <a:moveTo>
                  <a:pt x="303775" y="0"/>
                </a:moveTo>
                <a:cubicBezTo>
                  <a:pt x="311341" y="0"/>
                  <a:pt x="317393" y="6132"/>
                  <a:pt x="317393" y="13597"/>
                </a:cubicBezTo>
                <a:lnTo>
                  <a:pt x="317393" y="28884"/>
                </a:lnTo>
                <a:lnTo>
                  <a:pt x="580403" y="28884"/>
                </a:lnTo>
                <a:cubicBezTo>
                  <a:pt x="595356" y="28884"/>
                  <a:pt x="607639" y="41148"/>
                  <a:pt x="607639" y="56079"/>
                </a:cubicBezTo>
                <a:lnTo>
                  <a:pt x="607639" y="81319"/>
                </a:lnTo>
                <a:cubicBezTo>
                  <a:pt x="607639" y="96338"/>
                  <a:pt x="595356" y="108514"/>
                  <a:pt x="580403" y="108514"/>
                </a:cubicBezTo>
                <a:lnTo>
                  <a:pt x="576665" y="108514"/>
                </a:lnTo>
                <a:lnTo>
                  <a:pt x="576665" y="413970"/>
                </a:lnTo>
                <a:cubicBezTo>
                  <a:pt x="576665" y="428990"/>
                  <a:pt x="564472" y="441165"/>
                  <a:pt x="549430" y="441165"/>
                </a:cubicBezTo>
                <a:lnTo>
                  <a:pt x="317393" y="441165"/>
                </a:lnTo>
                <a:lnTo>
                  <a:pt x="317393" y="481069"/>
                </a:lnTo>
                <a:lnTo>
                  <a:pt x="418236" y="554923"/>
                </a:lnTo>
                <a:cubicBezTo>
                  <a:pt x="424377" y="559366"/>
                  <a:pt x="425623" y="567898"/>
                  <a:pt x="421173" y="573942"/>
                </a:cubicBezTo>
                <a:cubicBezTo>
                  <a:pt x="418503" y="577585"/>
                  <a:pt x="414409" y="579452"/>
                  <a:pt x="410225" y="579452"/>
                </a:cubicBezTo>
                <a:cubicBezTo>
                  <a:pt x="407466" y="579452"/>
                  <a:pt x="404618" y="578652"/>
                  <a:pt x="402215" y="576874"/>
                </a:cubicBezTo>
                <a:lnTo>
                  <a:pt x="317393" y="514752"/>
                </a:lnTo>
                <a:lnTo>
                  <a:pt x="317393" y="565854"/>
                </a:lnTo>
                <a:cubicBezTo>
                  <a:pt x="317393" y="573408"/>
                  <a:pt x="311341" y="579452"/>
                  <a:pt x="303775" y="579452"/>
                </a:cubicBezTo>
                <a:cubicBezTo>
                  <a:pt x="296299" y="579452"/>
                  <a:pt x="290157" y="573408"/>
                  <a:pt x="290157" y="565854"/>
                </a:cubicBezTo>
                <a:lnTo>
                  <a:pt x="290157" y="514752"/>
                </a:lnTo>
                <a:lnTo>
                  <a:pt x="205424" y="576874"/>
                </a:lnTo>
                <a:cubicBezTo>
                  <a:pt x="199372" y="581318"/>
                  <a:pt x="190827" y="579985"/>
                  <a:pt x="186377" y="573942"/>
                </a:cubicBezTo>
                <a:cubicBezTo>
                  <a:pt x="181927" y="567898"/>
                  <a:pt x="183262" y="559366"/>
                  <a:pt x="189314" y="554923"/>
                </a:cubicBezTo>
                <a:lnTo>
                  <a:pt x="290157" y="481069"/>
                </a:lnTo>
                <a:lnTo>
                  <a:pt x="290157" y="441165"/>
                </a:lnTo>
                <a:lnTo>
                  <a:pt x="58120" y="441165"/>
                </a:lnTo>
                <a:cubicBezTo>
                  <a:pt x="43167" y="441165"/>
                  <a:pt x="30885" y="428990"/>
                  <a:pt x="30885" y="413970"/>
                </a:cubicBezTo>
                <a:lnTo>
                  <a:pt x="30885" y="108514"/>
                </a:lnTo>
                <a:lnTo>
                  <a:pt x="27236" y="108514"/>
                </a:lnTo>
                <a:cubicBezTo>
                  <a:pt x="12194" y="108514"/>
                  <a:pt x="0" y="96338"/>
                  <a:pt x="0" y="81319"/>
                </a:cubicBezTo>
                <a:lnTo>
                  <a:pt x="0" y="56079"/>
                </a:lnTo>
                <a:cubicBezTo>
                  <a:pt x="0" y="41148"/>
                  <a:pt x="12194" y="28884"/>
                  <a:pt x="27236" y="28884"/>
                </a:cubicBezTo>
                <a:lnTo>
                  <a:pt x="290157" y="28884"/>
                </a:lnTo>
                <a:lnTo>
                  <a:pt x="290157" y="13597"/>
                </a:lnTo>
                <a:cubicBezTo>
                  <a:pt x="290157" y="6132"/>
                  <a:pt x="296299" y="0"/>
                  <a:pt x="303775" y="0"/>
                </a:cubicBezTo>
                <a:close/>
              </a:path>
            </a:pathLst>
          </a:custGeom>
          <a:solidFill>
            <a:srgbClr val="FFFFFF"/>
          </a:solidFill>
          <a:ln>
            <a:noFill/>
          </a:ln>
        </p:spPr>
        <p:txBody>
          <a:bodyPr anchor="ctr"/>
          <a:lstStyle/>
          <a:p>
            <a:pPr algn="ctr"/>
            <a:endParaRPr sz="1280">
              <a:solidFill>
                <a:schemeClr val="bg1"/>
              </a:solidFill>
              <a:cs typeface="+mn-ea"/>
              <a:sym typeface="+mn-lt"/>
            </a:endParaRPr>
          </a:p>
        </p:txBody>
      </p:sp>
      <p:sp>
        <p:nvSpPr>
          <p:cNvPr id="6" name="iṡḻîḋe">
            <a:extLst>
              <a:ext uri="{FF2B5EF4-FFF2-40B4-BE49-F238E27FC236}">
                <a16:creationId xmlns:a16="http://schemas.microsoft.com/office/drawing/2014/main" id="{CC8B54DF-FE7F-426B-A726-AFC033F3C0DE}"/>
              </a:ext>
            </a:extLst>
          </p:cNvPr>
          <p:cNvSpPr/>
          <p:nvPr/>
        </p:nvSpPr>
        <p:spPr>
          <a:xfrm>
            <a:off x="3296544" y="3822920"/>
            <a:ext cx="690536" cy="69053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280">
              <a:solidFill>
                <a:schemeClr val="bg1"/>
              </a:solidFill>
              <a:cs typeface="+mn-ea"/>
              <a:sym typeface="+mn-lt"/>
            </a:endParaRPr>
          </a:p>
        </p:txBody>
      </p:sp>
      <p:sp>
        <p:nvSpPr>
          <p:cNvPr id="7" name="îśľíḓè">
            <a:extLst>
              <a:ext uri="{FF2B5EF4-FFF2-40B4-BE49-F238E27FC236}">
                <a16:creationId xmlns:a16="http://schemas.microsoft.com/office/drawing/2014/main" id="{C7B92B05-C8D6-4810-8403-4D687EFF48A9}"/>
              </a:ext>
            </a:extLst>
          </p:cNvPr>
          <p:cNvSpPr/>
          <p:nvPr/>
        </p:nvSpPr>
        <p:spPr bwMode="auto">
          <a:xfrm>
            <a:off x="3514960" y="4052737"/>
            <a:ext cx="253706" cy="230898"/>
          </a:xfrm>
          <a:custGeom>
            <a:avLst/>
            <a:gdLst>
              <a:gd name="T0" fmla="*/ 472622 w 604011"/>
              <a:gd name="T1" fmla="*/ 472622 w 604011"/>
              <a:gd name="T2" fmla="*/ 472622 w 604011"/>
              <a:gd name="T3" fmla="*/ 472622 w 604011"/>
              <a:gd name="T4" fmla="*/ 472622 w 604011"/>
              <a:gd name="T5" fmla="*/ 472622 w 604011"/>
              <a:gd name="T6" fmla="*/ 472622 w 604011"/>
              <a:gd name="T7" fmla="*/ 472622 w 604011"/>
              <a:gd name="T8" fmla="*/ 472622 w 604011"/>
              <a:gd name="T9" fmla="*/ 472622 w 604011"/>
              <a:gd name="T10" fmla="*/ 472622 w 604011"/>
              <a:gd name="T11" fmla="*/ 472622 w 604011"/>
              <a:gd name="T12" fmla="*/ 472622 w 604011"/>
              <a:gd name="T13" fmla="*/ 472622 w 604011"/>
              <a:gd name="T14" fmla="*/ 472622 w 604011"/>
              <a:gd name="T15" fmla="*/ 472622 w 604011"/>
              <a:gd name="T16" fmla="*/ 472622 w 604011"/>
              <a:gd name="T17" fmla="*/ 472622 w 604011"/>
              <a:gd name="T18" fmla="*/ 472622 w 604011"/>
              <a:gd name="T19" fmla="*/ 472622 w 604011"/>
              <a:gd name="T20" fmla="*/ 472622 w 604011"/>
              <a:gd name="T21" fmla="*/ 472622 w 604011"/>
              <a:gd name="T22" fmla="*/ 472622 w 604011"/>
              <a:gd name="T23" fmla="*/ 472622 w 604011"/>
              <a:gd name="T24" fmla="*/ 472622 w 604011"/>
              <a:gd name="T25" fmla="*/ 472622 w 604011"/>
              <a:gd name="T26" fmla="*/ 472622 w 604011"/>
              <a:gd name="T27" fmla="*/ 472622 w 604011"/>
              <a:gd name="T28" fmla="*/ 472622 w 604011"/>
              <a:gd name="T29" fmla="*/ 472622 w 604011"/>
              <a:gd name="T30" fmla="*/ 472622 w 604011"/>
              <a:gd name="T31" fmla="*/ 472622 w 604011"/>
              <a:gd name="T32" fmla="*/ 472622 w 604011"/>
              <a:gd name="T33" fmla="*/ 472622 w 604011"/>
              <a:gd name="T34" fmla="*/ 472622 w 604011"/>
              <a:gd name="T35" fmla="*/ 472622 w 604011"/>
              <a:gd name="T36" fmla="*/ 472622 w 604011"/>
              <a:gd name="T37" fmla="*/ 472622 w 604011"/>
              <a:gd name="T38" fmla="*/ 472622 w 604011"/>
              <a:gd name="T39" fmla="*/ 472622 w 604011"/>
              <a:gd name="T40" fmla="*/ 472622 w 604011"/>
              <a:gd name="T41" fmla="*/ 472622 w 604011"/>
              <a:gd name="T42" fmla="*/ 472622 w 604011"/>
              <a:gd name="T43" fmla="*/ 472622 w 604011"/>
              <a:gd name="T44" fmla="*/ 472622 w 604011"/>
              <a:gd name="T45" fmla="*/ 472622 w 604011"/>
              <a:gd name="T46" fmla="*/ 472622 w 604011"/>
              <a:gd name="T47" fmla="*/ 472622 w 604011"/>
              <a:gd name="T48" fmla="*/ 472622 w 604011"/>
              <a:gd name="T49" fmla="*/ 472622 w 604011"/>
              <a:gd name="T50" fmla="*/ 472622 w 604011"/>
              <a:gd name="T51" fmla="*/ 472622 w 604011"/>
              <a:gd name="T52" fmla="*/ 472622 w 604011"/>
              <a:gd name="T53" fmla="*/ 472622 w 604011"/>
              <a:gd name="T54" fmla="*/ 472622 w 604011"/>
              <a:gd name="T55" fmla="*/ 472622 w 604011"/>
              <a:gd name="T56" fmla="*/ 472622 w 604011"/>
              <a:gd name="T57" fmla="*/ 472622 w 604011"/>
              <a:gd name="T58" fmla="*/ 472622 w 604011"/>
              <a:gd name="T59" fmla="*/ 472622 w 604011"/>
              <a:gd name="T60" fmla="*/ 472622 w 604011"/>
              <a:gd name="T61" fmla="*/ 472622 w 604011"/>
              <a:gd name="T62" fmla="*/ 472622 w 604011"/>
              <a:gd name="T63" fmla="*/ 472622 w 604011"/>
              <a:gd name="T64" fmla="*/ 472622 w 604011"/>
              <a:gd name="T65" fmla="*/ 472622 w 604011"/>
              <a:gd name="T66" fmla="*/ 472622 w 604011"/>
              <a:gd name="T67" fmla="*/ 472622 w 604011"/>
              <a:gd name="T68" fmla="*/ 472622 w 604011"/>
              <a:gd name="T69" fmla="*/ 472622 w 604011"/>
              <a:gd name="T70" fmla="*/ 472622 w 604011"/>
              <a:gd name="T71" fmla="*/ 472622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20" h="1750">
                <a:moveTo>
                  <a:pt x="1536" y="0"/>
                </a:moveTo>
                <a:cubicBezTo>
                  <a:pt x="1332" y="0"/>
                  <a:pt x="1165" y="161"/>
                  <a:pt x="1154" y="363"/>
                </a:cubicBezTo>
                <a:lnTo>
                  <a:pt x="766" y="363"/>
                </a:lnTo>
                <a:cubicBezTo>
                  <a:pt x="755" y="161"/>
                  <a:pt x="588" y="0"/>
                  <a:pt x="384" y="0"/>
                </a:cubicBezTo>
                <a:cubicBezTo>
                  <a:pt x="172" y="0"/>
                  <a:pt x="0" y="173"/>
                  <a:pt x="0" y="384"/>
                </a:cubicBezTo>
                <a:cubicBezTo>
                  <a:pt x="0" y="596"/>
                  <a:pt x="172" y="768"/>
                  <a:pt x="384" y="768"/>
                </a:cubicBezTo>
                <a:cubicBezTo>
                  <a:pt x="447" y="768"/>
                  <a:pt x="506" y="751"/>
                  <a:pt x="559" y="724"/>
                </a:cubicBezTo>
                <a:lnTo>
                  <a:pt x="748" y="1046"/>
                </a:lnTo>
                <a:cubicBezTo>
                  <a:pt x="644" y="1115"/>
                  <a:pt x="576" y="1232"/>
                  <a:pt x="576" y="1366"/>
                </a:cubicBezTo>
                <a:cubicBezTo>
                  <a:pt x="576" y="1577"/>
                  <a:pt x="748" y="1750"/>
                  <a:pt x="960" y="1750"/>
                </a:cubicBezTo>
                <a:cubicBezTo>
                  <a:pt x="1172" y="1750"/>
                  <a:pt x="1344" y="1577"/>
                  <a:pt x="1344" y="1366"/>
                </a:cubicBezTo>
                <a:cubicBezTo>
                  <a:pt x="1344" y="1233"/>
                  <a:pt x="1276" y="1115"/>
                  <a:pt x="1173" y="1046"/>
                </a:cubicBezTo>
                <a:lnTo>
                  <a:pt x="1362" y="724"/>
                </a:lnTo>
                <a:cubicBezTo>
                  <a:pt x="1414" y="752"/>
                  <a:pt x="1473" y="768"/>
                  <a:pt x="1536" y="768"/>
                </a:cubicBezTo>
                <a:cubicBezTo>
                  <a:pt x="1748" y="768"/>
                  <a:pt x="1920" y="596"/>
                  <a:pt x="1920" y="384"/>
                </a:cubicBezTo>
                <a:cubicBezTo>
                  <a:pt x="1920" y="173"/>
                  <a:pt x="1748" y="0"/>
                  <a:pt x="1536" y="0"/>
                </a:cubicBezTo>
                <a:close/>
                <a:moveTo>
                  <a:pt x="307" y="623"/>
                </a:moveTo>
                <a:cubicBezTo>
                  <a:pt x="307" y="623"/>
                  <a:pt x="358" y="597"/>
                  <a:pt x="337" y="548"/>
                </a:cubicBezTo>
                <a:cubicBezTo>
                  <a:pt x="327" y="550"/>
                  <a:pt x="301" y="555"/>
                  <a:pt x="280" y="557"/>
                </a:cubicBezTo>
                <a:cubicBezTo>
                  <a:pt x="259" y="560"/>
                  <a:pt x="241" y="548"/>
                  <a:pt x="237" y="537"/>
                </a:cubicBezTo>
                <a:cubicBezTo>
                  <a:pt x="233" y="527"/>
                  <a:pt x="244" y="508"/>
                  <a:pt x="240" y="502"/>
                </a:cubicBezTo>
                <a:cubicBezTo>
                  <a:pt x="235" y="496"/>
                  <a:pt x="219" y="479"/>
                  <a:pt x="225" y="464"/>
                </a:cubicBezTo>
                <a:cubicBezTo>
                  <a:pt x="230" y="449"/>
                  <a:pt x="228" y="442"/>
                  <a:pt x="228" y="442"/>
                </a:cubicBezTo>
                <a:cubicBezTo>
                  <a:pt x="228" y="442"/>
                  <a:pt x="197" y="436"/>
                  <a:pt x="195" y="425"/>
                </a:cubicBezTo>
                <a:cubicBezTo>
                  <a:pt x="192" y="414"/>
                  <a:pt x="236" y="346"/>
                  <a:pt x="236" y="346"/>
                </a:cubicBezTo>
                <a:cubicBezTo>
                  <a:pt x="236" y="346"/>
                  <a:pt x="227" y="330"/>
                  <a:pt x="224" y="321"/>
                </a:cubicBezTo>
                <a:cubicBezTo>
                  <a:pt x="222" y="312"/>
                  <a:pt x="224" y="265"/>
                  <a:pt x="253" y="211"/>
                </a:cubicBezTo>
                <a:cubicBezTo>
                  <a:pt x="281" y="157"/>
                  <a:pt x="347" y="138"/>
                  <a:pt x="434" y="149"/>
                </a:cubicBezTo>
                <a:cubicBezTo>
                  <a:pt x="521" y="160"/>
                  <a:pt x="573" y="248"/>
                  <a:pt x="573" y="301"/>
                </a:cubicBezTo>
                <a:cubicBezTo>
                  <a:pt x="573" y="406"/>
                  <a:pt x="499" y="455"/>
                  <a:pt x="498" y="493"/>
                </a:cubicBezTo>
                <a:cubicBezTo>
                  <a:pt x="496" y="561"/>
                  <a:pt x="573" y="623"/>
                  <a:pt x="573" y="623"/>
                </a:cubicBezTo>
                <a:lnTo>
                  <a:pt x="307" y="623"/>
                </a:lnTo>
                <a:close/>
                <a:moveTo>
                  <a:pt x="883" y="1604"/>
                </a:moveTo>
                <a:cubicBezTo>
                  <a:pt x="883" y="1604"/>
                  <a:pt x="934" y="1579"/>
                  <a:pt x="913" y="1529"/>
                </a:cubicBezTo>
                <a:cubicBezTo>
                  <a:pt x="904" y="1531"/>
                  <a:pt x="877" y="1536"/>
                  <a:pt x="856" y="1539"/>
                </a:cubicBezTo>
                <a:cubicBezTo>
                  <a:pt x="835" y="1541"/>
                  <a:pt x="817" y="1529"/>
                  <a:pt x="813" y="1518"/>
                </a:cubicBezTo>
                <a:cubicBezTo>
                  <a:pt x="809" y="1508"/>
                  <a:pt x="820" y="1489"/>
                  <a:pt x="816" y="1483"/>
                </a:cubicBezTo>
                <a:cubicBezTo>
                  <a:pt x="811" y="1477"/>
                  <a:pt x="795" y="1460"/>
                  <a:pt x="801" y="1445"/>
                </a:cubicBezTo>
                <a:cubicBezTo>
                  <a:pt x="806" y="1430"/>
                  <a:pt x="804" y="1423"/>
                  <a:pt x="804" y="1423"/>
                </a:cubicBezTo>
                <a:cubicBezTo>
                  <a:pt x="804" y="1423"/>
                  <a:pt x="773" y="1417"/>
                  <a:pt x="771" y="1406"/>
                </a:cubicBezTo>
                <a:cubicBezTo>
                  <a:pt x="768" y="1395"/>
                  <a:pt x="812" y="1327"/>
                  <a:pt x="812" y="1327"/>
                </a:cubicBezTo>
                <a:cubicBezTo>
                  <a:pt x="812" y="1327"/>
                  <a:pt x="803" y="1311"/>
                  <a:pt x="800" y="1302"/>
                </a:cubicBezTo>
                <a:cubicBezTo>
                  <a:pt x="798" y="1293"/>
                  <a:pt x="800" y="1246"/>
                  <a:pt x="829" y="1192"/>
                </a:cubicBezTo>
                <a:cubicBezTo>
                  <a:pt x="857" y="1139"/>
                  <a:pt x="923" y="1119"/>
                  <a:pt x="1010" y="1130"/>
                </a:cubicBezTo>
                <a:cubicBezTo>
                  <a:pt x="1097" y="1141"/>
                  <a:pt x="1149" y="1229"/>
                  <a:pt x="1149" y="1282"/>
                </a:cubicBezTo>
                <a:cubicBezTo>
                  <a:pt x="1149" y="1388"/>
                  <a:pt x="1075" y="1436"/>
                  <a:pt x="1074" y="1474"/>
                </a:cubicBezTo>
                <a:cubicBezTo>
                  <a:pt x="1072" y="1542"/>
                  <a:pt x="1149" y="1604"/>
                  <a:pt x="1149" y="1604"/>
                </a:cubicBezTo>
                <a:lnTo>
                  <a:pt x="883" y="1604"/>
                </a:lnTo>
                <a:close/>
                <a:moveTo>
                  <a:pt x="1135" y="1026"/>
                </a:moveTo>
                <a:cubicBezTo>
                  <a:pt x="1082" y="999"/>
                  <a:pt x="1023" y="982"/>
                  <a:pt x="960" y="982"/>
                </a:cubicBezTo>
                <a:cubicBezTo>
                  <a:pt x="897" y="982"/>
                  <a:pt x="838" y="998"/>
                  <a:pt x="785" y="1026"/>
                </a:cubicBezTo>
                <a:lnTo>
                  <a:pt x="596" y="704"/>
                </a:lnTo>
                <a:cubicBezTo>
                  <a:pt x="694" y="639"/>
                  <a:pt x="759" y="530"/>
                  <a:pt x="766" y="406"/>
                </a:cubicBezTo>
                <a:lnTo>
                  <a:pt x="1154" y="406"/>
                </a:lnTo>
                <a:cubicBezTo>
                  <a:pt x="1161" y="530"/>
                  <a:pt x="1226" y="639"/>
                  <a:pt x="1324" y="704"/>
                </a:cubicBezTo>
                <a:lnTo>
                  <a:pt x="1135" y="1026"/>
                </a:lnTo>
                <a:close/>
                <a:moveTo>
                  <a:pt x="1459" y="623"/>
                </a:moveTo>
                <a:cubicBezTo>
                  <a:pt x="1459" y="623"/>
                  <a:pt x="1510" y="597"/>
                  <a:pt x="1489" y="548"/>
                </a:cubicBezTo>
                <a:cubicBezTo>
                  <a:pt x="1479" y="550"/>
                  <a:pt x="1453" y="555"/>
                  <a:pt x="1432" y="557"/>
                </a:cubicBezTo>
                <a:cubicBezTo>
                  <a:pt x="1411" y="560"/>
                  <a:pt x="1393" y="548"/>
                  <a:pt x="1389" y="537"/>
                </a:cubicBezTo>
                <a:cubicBezTo>
                  <a:pt x="1385" y="527"/>
                  <a:pt x="1396" y="508"/>
                  <a:pt x="1392" y="502"/>
                </a:cubicBezTo>
                <a:cubicBezTo>
                  <a:pt x="1387" y="496"/>
                  <a:pt x="1371" y="479"/>
                  <a:pt x="1377" y="464"/>
                </a:cubicBezTo>
                <a:cubicBezTo>
                  <a:pt x="1382" y="449"/>
                  <a:pt x="1380" y="442"/>
                  <a:pt x="1380" y="442"/>
                </a:cubicBezTo>
                <a:cubicBezTo>
                  <a:pt x="1380" y="442"/>
                  <a:pt x="1350" y="436"/>
                  <a:pt x="1347" y="425"/>
                </a:cubicBezTo>
                <a:cubicBezTo>
                  <a:pt x="1344" y="414"/>
                  <a:pt x="1388" y="346"/>
                  <a:pt x="1388" y="346"/>
                </a:cubicBezTo>
                <a:cubicBezTo>
                  <a:pt x="1388" y="346"/>
                  <a:pt x="1379" y="330"/>
                  <a:pt x="1376" y="321"/>
                </a:cubicBezTo>
                <a:cubicBezTo>
                  <a:pt x="1374" y="312"/>
                  <a:pt x="1376" y="265"/>
                  <a:pt x="1405" y="211"/>
                </a:cubicBezTo>
                <a:cubicBezTo>
                  <a:pt x="1433" y="157"/>
                  <a:pt x="1499" y="138"/>
                  <a:pt x="1586" y="149"/>
                </a:cubicBezTo>
                <a:cubicBezTo>
                  <a:pt x="1673" y="160"/>
                  <a:pt x="1725" y="248"/>
                  <a:pt x="1725" y="301"/>
                </a:cubicBezTo>
                <a:cubicBezTo>
                  <a:pt x="1725" y="406"/>
                  <a:pt x="1651" y="455"/>
                  <a:pt x="1650" y="493"/>
                </a:cubicBezTo>
                <a:cubicBezTo>
                  <a:pt x="1648" y="561"/>
                  <a:pt x="1725" y="623"/>
                  <a:pt x="1725" y="623"/>
                </a:cubicBezTo>
                <a:lnTo>
                  <a:pt x="1459" y="623"/>
                </a:lnTo>
                <a:close/>
              </a:path>
            </a:pathLst>
          </a:custGeom>
          <a:solidFill>
            <a:srgbClr val="FFFFFF"/>
          </a:solidFill>
          <a:ln>
            <a:noFill/>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349">
              <a:solidFill>
                <a:schemeClr val="bg1"/>
              </a:solidFill>
              <a:cs typeface="+mn-ea"/>
              <a:sym typeface="+mn-lt"/>
            </a:endParaRPr>
          </a:p>
        </p:txBody>
      </p:sp>
      <p:sp>
        <p:nvSpPr>
          <p:cNvPr id="8" name="ïşļïḓè">
            <a:extLst>
              <a:ext uri="{FF2B5EF4-FFF2-40B4-BE49-F238E27FC236}">
                <a16:creationId xmlns:a16="http://schemas.microsoft.com/office/drawing/2014/main" id="{1F0EDC2B-C6C6-4E1F-82F6-D3B013E0F4E6}"/>
              </a:ext>
            </a:extLst>
          </p:cNvPr>
          <p:cNvSpPr/>
          <p:nvPr/>
        </p:nvSpPr>
        <p:spPr>
          <a:xfrm>
            <a:off x="5438991" y="3822920"/>
            <a:ext cx="690536" cy="69053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280">
              <a:solidFill>
                <a:schemeClr val="bg1"/>
              </a:solidFill>
              <a:cs typeface="+mn-ea"/>
              <a:sym typeface="+mn-lt"/>
            </a:endParaRPr>
          </a:p>
        </p:txBody>
      </p:sp>
      <p:sp>
        <p:nvSpPr>
          <p:cNvPr id="9" name="isḻïḋè">
            <a:extLst>
              <a:ext uri="{FF2B5EF4-FFF2-40B4-BE49-F238E27FC236}">
                <a16:creationId xmlns:a16="http://schemas.microsoft.com/office/drawing/2014/main" id="{03A3EDE5-FB86-4A7B-B4BE-7ED76C11E6E1}"/>
              </a:ext>
            </a:extLst>
          </p:cNvPr>
          <p:cNvSpPr/>
          <p:nvPr/>
        </p:nvSpPr>
        <p:spPr bwMode="auto">
          <a:xfrm>
            <a:off x="5657409" y="4041529"/>
            <a:ext cx="253700" cy="253318"/>
          </a:xfrm>
          <a:custGeom>
            <a:avLst/>
            <a:gdLst>
              <a:gd name="connsiteX0" fmla="*/ 506334 w 607638"/>
              <a:gd name="connsiteY0" fmla="*/ 455027 h 606722"/>
              <a:gd name="connsiteX1" fmla="*/ 506334 w 607638"/>
              <a:gd name="connsiteY1" fmla="*/ 505592 h 606722"/>
              <a:gd name="connsiteX2" fmla="*/ 531616 w 607638"/>
              <a:gd name="connsiteY2" fmla="*/ 505592 h 606722"/>
              <a:gd name="connsiteX3" fmla="*/ 556986 w 607638"/>
              <a:gd name="connsiteY3" fmla="*/ 480265 h 606722"/>
              <a:gd name="connsiteX4" fmla="*/ 531616 w 607638"/>
              <a:gd name="connsiteY4" fmla="*/ 455027 h 606722"/>
              <a:gd name="connsiteX5" fmla="*/ 430401 w 607638"/>
              <a:gd name="connsiteY5" fmla="*/ 353896 h 606722"/>
              <a:gd name="connsiteX6" fmla="*/ 405031 w 607638"/>
              <a:gd name="connsiteY6" fmla="*/ 379223 h 606722"/>
              <a:gd name="connsiteX7" fmla="*/ 430401 w 607638"/>
              <a:gd name="connsiteY7" fmla="*/ 404461 h 606722"/>
              <a:gd name="connsiteX8" fmla="*/ 455683 w 607638"/>
              <a:gd name="connsiteY8" fmla="*/ 404461 h 606722"/>
              <a:gd name="connsiteX9" fmla="*/ 455683 w 607638"/>
              <a:gd name="connsiteY9" fmla="*/ 353896 h 606722"/>
              <a:gd name="connsiteX10" fmla="*/ 480964 w 607638"/>
              <a:gd name="connsiteY10" fmla="*/ 252766 h 606722"/>
              <a:gd name="connsiteX11" fmla="*/ 506334 w 607638"/>
              <a:gd name="connsiteY11" fmla="*/ 278093 h 606722"/>
              <a:gd name="connsiteX12" fmla="*/ 506334 w 607638"/>
              <a:gd name="connsiteY12" fmla="*/ 303331 h 606722"/>
              <a:gd name="connsiteX13" fmla="*/ 556986 w 607638"/>
              <a:gd name="connsiteY13" fmla="*/ 303331 h 606722"/>
              <a:gd name="connsiteX14" fmla="*/ 582268 w 607638"/>
              <a:gd name="connsiteY14" fmla="*/ 328658 h 606722"/>
              <a:gd name="connsiteX15" fmla="*/ 556986 w 607638"/>
              <a:gd name="connsiteY15" fmla="*/ 353896 h 606722"/>
              <a:gd name="connsiteX16" fmla="*/ 506334 w 607638"/>
              <a:gd name="connsiteY16" fmla="*/ 353896 h 606722"/>
              <a:gd name="connsiteX17" fmla="*/ 506334 w 607638"/>
              <a:gd name="connsiteY17" fmla="*/ 404461 h 606722"/>
              <a:gd name="connsiteX18" fmla="*/ 531616 w 607638"/>
              <a:gd name="connsiteY18" fmla="*/ 404461 h 606722"/>
              <a:gd name="connsiteX19" fmla="*/ 607638 w 607638"/>
              <a:gd name="connsiteY19" fmla="*/ 480265 h 606722"/>
              <a:gd name="connsiteX20" fmla="*/ 531616 w 607638"/>
              <a:gd name="connsiteY20" fmla="*/ 556157 h 606722"/>
              <a:gd name="connsiteX21" fmla="*/ 506334 w 607638"/>
              <a:gd name="connsiteY21" fmla="*/ 556157 h 606722"/>
              <a:gd name="connsiteX22" fmla="*/ 506334 w 607638"/>
              <a:gd name="connsiteY22" fmla="*/ 581395 h 606722"/>
              <a:gd name="connsiteX23" fmla="*/ 480964 w 607638"/>
              <a:gd name="connsiteY23" fmla="*/ 606722 h 606722"/>
              <a:gd name="connsiteX24" fmla="*/ 455683 w 607638"/>
              <a:gd name="connsiteY24" fmla="*/ 581395 h 606722"/>
              <a:gd name="connsiteX25" fmla="*/ 455683 w 607638"/>
              <a:gd name="connsiteY25" fmla="*/ 556157 h 606722"/>
              <a:gd name="connsiteX26" fmla="*/ 405031 w 607638"/>
              <a:gd name="connsiteY26" fmla="*/ 556157 h 606722"/>
              <a:gd name="connsiteX27" fmla="*/ 379749 w 607638"/>
              <a:gd name="connsiteY27" fmla="*/ 530830 h 606722"/>
              <a:gd name="connsiteX28" fmla="*/ 405031 w 607638"/>
              <a:gd name="connsiteY28" fmla="*/ 505592 h 606722"/>
              <a:gd name="connsiteX29" fmla="*/ 455683 w 607638"/>
              <a:gd name="connsiteY29" fmla="*/ 505592 h 606722"/>
              <a:gd name="connsiteX30" fmla="*/ 455683 w 607638"/>
              <a:gd name="connsiteY30" fmla="*/ 455027 h 606722"/>
              <a:gd name="connsiteX31" fmla="*/ 430401 w 607638"/>
              <a:gd name="connsiteY31" fmla="*/ 455027 h 606722"/>
              <a:gd name="connsiteX32" fmla="*/ 354379 w 607638"/>
              <a:gd name="connsiteY32" fmla="*/ 379223 h 606722"/>
              <a:gd name="connsiteX33" fmla="*/ 430401 w 607638"/>
              <a:gd name="connsiteY33" fmla="*/ 303331 h 606722"/>
              <a:gd name="connsiteX34" fmla="*/ 455683 w 607638"/>
              <a:gd name="connsiteY34" fmla="*/ 303331 h 606722"/>
              <a:gd name="connsiteX35" fmla="*/ 455683 w 607638"/>
              <a:gd name="connsiteY35" fmla="*/ 278093 h 606722"/>
              <a:gd name="connsiteX36" fmla="*/ 480964 w 607638"/>
              <a:gd name="connsiteY36" fmla="*/ 252766 h 606722"/>
              <a:gd name="connsiteX37" fmla="*/ 303759 w 607638"/>
              <a:gd name="connsiteY37" fmla="*/ 151716 h 606722"/>
              <a:gd name="connsiteX38" fmla="*/ 329117 w 607638"/>
              <a:gd name="connsiteY38" fmla="*/ 176950 h 606722"/>
              <a:gd name="connsiteX39" fmla="*/ 329117 w 607638"/>
              <a:gd name="connsiteY39" fmla="*/ 303301 h 606722"/>
              <a:gd name="connsiteX40" fmla="*/ 303759 w 607638"/>
              <a:gd name="connsiteY40" fmla="*/ 328624 h 606722"/>
              <a:gd name="connsiteX41" fmla="*/ 227862 w 607638"/>
              <a:gd name="connsiteY41" fmla="*/ 328624 h 606722"/>
              <a:gd name="connsiteX42" fmla="*/ 202593 w 607638"/>
              <a:gd name="connsiteY42" fmla="*/ 303301 h 606722"/>
              <a:gd name="connsiteX43" fmla="*/ 227862 w 607638"/>
              <a:gd name="connsiteY43" fmla="*/ 278066 h 606722"/>
              <a:gd name="connsiteX44" fmla="*/ 278490 w 607638"/>
              <a:gd name="connsiteY44" fmla="*/ 278066 h 606722"/>
              <a:gd name="connsiteX45" fmla="*/ 278490 w 607638"/>
              <a:gd name="connsiteY45" fmla="*/ 176950 h 606722"/>
              <a:gd name="connsiteX46" fmla="*/ 303759 w 607638"/>
              <a:gd name="connsiteY46" fmla="*/ 151716 h 606722"/>
              <a:gd name="connsiteX47" fmla="*/ 303762 w 607638"/>
              <a:gd name="connsiteY47" fmla="*/ 0 h 606722"/>
              <a:gd name="connsiteX48" fmla="*/ 606634 w 607638"/>
              <a:gd name="connsiteY48" fmla="*/ 220667 h 606722"/>
              <a:gd name="connsiteX49" fmla="*/ 589190 w 607638"/>
              <a:gd name="connsiteY49" fmla="*/ 251860 h 606722"/>
              <a:gd name="connsiteX50" fmla="*/ 557950 w 607638"/>
              <a:gd name="connsiteY50" fmla="*/ 234353 h 606722"/>
              <a:gd name="connsiteX51" fmla="*/ 303762 w 607638"/>
              <a:gd name="connsiteY51" fmla="*/ 50568 h 606722"/>
              <a:gd name="connsiteX52" fmla="*/ 50642 w 607638"/>
              <a:gd name="connsiteY52" fmla="*/ 303317 h 606722"/>
              <a:gd name="connsiteX53" fmla="*/ 303762 w 607638"/>
              <a:gd name="connsiteY53" fmla="*/ 556154 h 606722"/>
              <a:gd name="connsiteX54" fmla="*/ 329127 w 607638"/>
              <a:gd name="connsiteY54" fmla="*/ 581394 h 606722"/>
              <a:gd name="connsiteX55" fmla="*/ 303762 w 607638"/>
              <a:gd name="connsiteY55" fmla="*/ 606722 h 606722"/>
              <a:gd name="connsiteX56" fmla="*/ 0 w 607638"/>
              <a:gd name="connsiteY56" fmla="*/ 303317 h 606722"/>
              <a:gd name="connsiteX57" fmla="*/ 303762 w 607638"/>
              <a:gd name="connsiteY5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7638" h="606722">
                <a:moveTo>
                  <a:pt x="506334" y="455027"/>
                </a:moveTo>
                <a:lnTo>
                  <a:pt x="506334" y="505592"/>
                </a:lnTo>
                <a:lnTo>
                  <a:pt x="531616" y="505592"/>
                </a:lnTo>
                <a:cubicBezTo>
                  <a:pt x="545592" y="505592"/>
                  <a:pt x="556986" y="494217"/>
                  <a:pt x="556986" y="480265"/>
                </a:cubicBezTo>
                <a:cubicBezTo>
                  <a:pt x="556986" y="466401"/>
                  <a:pt x="545592" y="455027"/>
                  <a:pt x="531616" y="455027"/>
                </a:cubicBezTo>
                <a:close/>
                <a:moveTo>
                  <a:pt x="430401" y="353896"/>
                </a:moveTo>
                <a:cubicBezTo>
                  <a:pt x="416425" y="353896"/>
                  <a:pt x="405031" y="365271"/>
                  <a:pt x="405031" y="379223"/>
                </a:cubicBezTo>
                <a:cubicBezTo>
                  <a:pt x="405031" y="393087"/>
                  <a:pt x="416425" y="404461"/>
                  <a:pt x="430401" y="404461"/>
                </a:cubicBezTo>
                <a:lnTo>
                  <a:pt x="455683" y="404461"/>
                </a:lnTo>
                <a:lnTo>
                  <a:pt x="455683" y="353896"/>
                </a:lnTo>
                <a:close/>
                <a:moveTo>
                  <a:pt x="480964" y="252766"/>
                </a:moveTo>
                <a:cubicBezTo>
                  <a:pt x="495029" y="252766"/>
                  <a:pt x="506334" y="264141"/>
                  <a:pt x="506334" y="278093"/>
                </a:cubicBezTo>
                <a:lnTo>
                  <a:pt x="506334" y="303331"/>
                </a:lnTo>
                <a:lnTo>
                  <a:pt x="556986" y="303331"/>
                </a:lnTo>
                <a:cubicBezTo>
                  <a:pt x="570962" y="303331"/>
                  <a:pt x="582268" y="314706"/>
                  <a:pt x="582268" y="328658"/>
                </a:cubicBezTo>
                <a:cubicBezTo>
                  <a:pt x="582268" y="342610"/>
                  <a:pt x="570962" y="353896"/>
                  <a:pt x="556986" y="353896"/>
                </a:cubicBezTo>
                <a:lnTo>
                  <a:pt x="506334" y="353896"/>
                </a:lnTo>
                <a:lnTo>
                  <a:pt x="506334" y="404461"/>
                </a:lnTo>
                <a:lnTo>
                  <a:pt x="531616" y="404461"/>
                </a:lnTo>
                <a:cubicBezTo>
                  <a:pt x="573544" y="404461"/>
                  <a:pt x="607638" y="438497"/>
                  <a:pt x="607638" y="480265"/>
                </a:cubicBezTo>
                <a:cubicBezTo>
                  <a:pt x="607638" y="522121"/>
                  <a:pt x="573544" y="556157"/>
                  <a:pt x="531616" y="556157"/>
                </a:cubicBezTo>
                <a:lnTo>
                  <a:pt x="506334" y="556157"/>
                </a:lnTo>
                <a:lnTo>
                  <a:pt x="506334" y="581395"/>
                </a:lnTo>
                <a:cubicBezTo>
                  <a:pt x="506334" y="595347"/>
                  <a:pt x="495029" y="606722"/>
                  <a:pt x="480964" y="606722"/>
                </a:cubicBezTo>
                <a:cubicBezTo>
                  <a:pt x="466988" y="606722"/>
                  <a:pt x="455683" y="595347"/>
                  <a:pt x="455683" y="581395"/>
                </a:cubicBezTo>
                <a:lnTo>
                  <a:pt x="455683" y="556157"/>
                </a:lnTo>
                <a:lnTo>
                  <a:pt x="405031" y="556157"/>
                </a:lnTo>
                <a:cubicBezTo>
                  <a:pt x="391055" y="556157"/>
                  <a:pt x="379749" y="544782"/>
                  <a:pt x="379749" y="530830"/>
                </a:cubicBezTo>
                <a:cubicBezTo>
                  <a:pt x="379749" y="516878"/>
                  <a:pt x="391055" y="505592"/>
                  <a:pt x="405031" y="505592"/>
                </a:cubicBezTo>
                <a:lnTo>
                  <a:pt x="455683" y="505592"/>
                </a:lnTo>
                <a:lnTo>
                  <a:pt x="455683" y="455027"/>
                </a:lnTo>
                <a:lnTo>
                  <a:pt x="430401" y="455027"/>
                </a:lnTo>
                <a:cubicBezTo>
                  <a:pt x="388473" y="455027"/>
                  <a:pt x="354379" y="420991"/>
                  <a:pt x="354379" y="379223"/>
                </a:cubicBezTo>
                <a:cubicBezTo>
                  <a:pt x="354379" y="337367"/>
                  <a:pt x="388473" y="303331"/>
                  <a:pt x="430401" y="303331"/>
                </a:cubicBezTo>
                <a:lnTo>
                  <a:pt x="455683" y="303331"/>
                </a:lnTo>
                <a:lnTo>
                  <a:pt x="455683" y="278093"/>
                </a:lnTo>
                <a:cubicBezTo>
                  <a:pt x="455683" y="264141"/>
                  <a:pt x="466988" y="252766"/>
                  <a:pt x="480964" y="252766"/>
                </a:cubicBezTo>
                <a:close/>
                <a:moveTo>
                  <a:pt x="303759" y="151716"/>
                </a:moveTo>
                <a:cubicBezTo>
                  <a:pt x="317817" y="151716"/>
                  <a:pt x="329117" y="163000"/>
                  <a:pt x="329117" y="176950"/>
                </a:cubicBezTo>
                <a:lnTo>
                  <a:pt x="329117" y="303301"/>
                </a:lnTo>
                <a:cubicBezTo>
                  <a:pt x="329117" y="317251"/>
                  <a:pt x="317817" y="328624"/>
                  <a:pt x="303759" y="328624"/>
                </a:cubicBezTo>
                <a:lnTo>
                  <a:pt x="227862" y="328624"/>
                </a:lnTo>
                <a:cubicBezTo>
                  <a:pt x="213893" y="328624"/>
                  <a:pt x="202593" y="317251"/>
                  <a:pt x="202593" y="303301"/>
                </a:cubicBezTo>
                <a:cubicBezTo>
                  <a:pt x="202593" y="289351"/>
                  <a:pt x="213893" y="278066"/>
                  <a:pt x="227862" y="278066"/>
                </a:cubicBezTo>
                <a:lnTo>
                  <a:pt x="278490" y="278066"/>
                </a:lnTo>
                <a:lnTo>
                  <a:pt x="278490" y="176950"/>
                </a:lnTo>
                <a:cubicBezTo>
                  <a:pt x="278490" y="163000"/>
                  <a:pt x="289790" y="151716"/>
                  <a:pt x="303759" y="151716"/>
                </a:cubicBezTo>
                <a:close/>
                <a:moveTo>
                  <a:pt x="303762" y="0"/>
                </a:moveTo>
                <a:cubicBezTo>
                  <a:pt x="443049" y="0"/>
                  <a:pt x="570410" y="92781"/>
                  <a:pt x="606634" y="220667"/>
                </a:cubicBezTo>
                <a:cubicBezTo>
                  <a:pt x="610461" y="234086"/>
                  <a:pt x="602629" y="248039"/>
                  <a:pt x="589190" y="251860"/>
                </a:cubicBezTo>
                <a:cubicBezTo>
                  <a:pt x="575839" y="255504"/>
                  <a:pt x="561688" y="247861"/>
                  <a:pt x="557950" y="234353"/>
                </a:cubicBezTo>
                <a:cubicBezTo>
                  <a:pt x="527779" y="127885"/>
                  <a:pt x="420888" y="50568"/>
                  <a:pt x="303762" y="50568"/>
                </a:cubicBezTo>
                <a:cubicBezTo>
                  <a:pt x="164208" y="50568"/>
                  <a:pt x="50642" y="163967"/>
                  <a:pt x="50642" y="303317"/>
                </a:cubicBezTo>
                <a:cubicBezTo>
                  <a:pt x="50642" y="442755"/>
                  <a:pt x="164208" y="556154"/>
                  <a:pt x="303762" y="556154"/>
                </a:cubicBezTo>
                <a:cubicBezTo>
                  <a:pt x="317824" y="556154"/>
                  <a:pt x="329127" y="567441"/>
                  <a:pt x="329127" y="581394"/>
                </a:cubicBezTo>
                <a:cubicBezTo>
                  <a:pt x="329127" y="595347"/>
                  <a:pt x="317824" y="606722"/>
                  <a:pt x="303762" y="606722"/>
                </a:cubicBezTo>
                <a:cubicBezTo>
                  <a:pt x="136261" y="606722"/>
                  <a:pt x="0" y="470661"/>
                  <a:pt x="0" y="303317"/>
                </a:cubicBezTo>
                <a:cubicBezTo>
                  <a:pt x="0" y="136061"/>
                  <a:pt x="136261" y="0"/>
                  <a:pt x="303762" y="0"/>
                </a:cubicBezTo>
                <a:close/>
              </a:path>
            </a:pathLst>
          </a:custGeom>
          <a:solidFill>
            <a:srgbClr val="FFFFFF"/>
          </a:solidFill>
          <a:ln>
            <a:noFill/>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349">
              <a:solidFill>
                <a:schemeClr val="bg1"/>
              </a:solidFill>
              <a:cs typeface="+mn-ea"/>
              <a:sym typeface="+mn-lt"/>
            </a:endParaRPr>
          </a:p>
        </p:txBody>
      </p:sp>
      <p:sp>
        <p:nvSpPr>
          <p:cNvPr id="10" name="PA-文本框 42">
            <a:extLst>
              <a:ext uri="{FF2B5EF4-FFF2-40B4-BE49-F238E27FC236}">
                <a16:creationId xmlns:a16="http://schemas.microsoft.com/office/drawing/2014/main" id="{D22F8931-D70E-4348-9B3C-CC8E7314A860}"/>
              </a:ext>
            </a:extLst>
          </p:cNvPr>
          <p:cNvSpPr txBox="1"/>
          <p:nvPr>
            <p:custDataLst>
              <p:tags r:id="R51e907ae72444688"/>
            </p:custDataLst>
          </p:nvPr>
        </p:nvSpPr>
        <p:spPr>
          <a:xfrm>
            <a:off x="610979" y="4737745"/>
            <a:ext cx="1776774" cy="1052596"/>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solidFill>
                  <a:schemeClr val="bg1">
                    <a:lumMod val="50000"/>
                  </a:schemeClr>
                </a:solidFill>
                <a:latin typeface="+mn-lt"/>
                <a:ea typeface="+mn-ea"/>
                <a:cs typeface="+mn-ea"/>
                <a:sym typeface="+mn-lt"/>
              </a:rPr>
              <a:t>此处添加详细文本描述，建议与标题相关并符合整体语言风格，语言描述尽量简洁生动。</a:t>
            </a:r>
            <a:endParaRPr lang="id-ID" sz="1200">
              <a:solidFill>
                <a:schemeClr val="bg1">
                  <a:lumMod val="50000"/>
                </a:schemeClr>
              </a:solidFill>
              <a:latin typeface="+mn-lt"/>
              <a:ea typeface="+mn-ea"/>
              <a:cs typeface="+mn-ea"/>
              <a:sym typeface="+mn-lt"/>
            </a:endParaRPr>
          </a:p>
        </p:txBody>
      </p:sp>
      <p:sp>
        <p:nvSpPr>
          <p:cNvPr id="11" name="PA-文本框 42">
            <a:extLst>
              <a:ext uri="{FF2B5EF4-FFF2-40B4-BE49-F238E27FC236}">
                <a16:creationId xmlns:a16="http://schemas.microsoft.com/office/drawing/2014/main" id="{5D3B22E5-D072-4CDF-9044-ADEBDFB33A6E}"/>
              </a:ext>
            </a:extLst>
          </p:cNvPr>
          <p:cNvSpPr txBox="1"/>
          <p:nvPr>
            <p:custDataLst>
              <p:tags r:id="Rf25d6d850e964004"/>
            </p:custDataLst>
          </p:nvPr>
        </p:nvSpPr>
        <p:spPr>
          <a:xfrm>
            <a:off x="2753425" y="4737745"/>
            <a:ext cx="1776774" cy="1052596"/>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solidFill>
                  <a:schemeClr val="bg1">
                    <a:lumMod val="50000"/>
                  </a:schemeClr>
                </a:solidFill>
                <a:latin typeface="+mn-lt"/>
                <a:ea typeface="+mn-ea"/>
                <a:cs typeface="+mn-ea"/>
                <a:sym typeface="+mn-lt"/>
              </a:rPr>
              <a:t>此处添加详细文本描述，建议与标题相关并符合整体语言风格，语言描述尽量简洁生动。</a:t>
            </a:r>
            <a:endParaRPr lang="id-ID" sz="1200">
              <a:solidFill>
                <a:schemeClr val="bg1">
                  <a:lumMod val="50000"/>
                </a:schemeClr>
              </a:solidFill>
              <a:latin typeface="+mn-lt"/>
              <a:ea typeface="+mn-ea"/>
              <a:cs typeface="+mn-ea"/>
              <a:sym typeface="+mn-lt"/>
            </a:endParaRPr>
          </a:p>
        </p:txBody>
      </p:sp>
      <p:sp>
        <p:nvSpPr>
          <p:cNvPr id="12" name="PA-文本框 42">
            <a:extLst>
              <a:ext uri="{FF2B5EF4-FFF2-40B4-BE49-F238E27FC236}">
                <a16:creationId xmlns:a16="http://schemas.microsoft.com/office/drawing/2014/main" id="{587E12F7-2C3A-4C6A-8C63-278D66419C9B}"/>
              </a:ext>
            </a:extLst>
          </p:cNvPr>
          <p:cNvSpPr txBox="1"/>
          <p:nvPr>
            <p:custDataLst>
              <p:tags r:id="R158c166fb8aa4647"/>
            </p:custDataLst>
          </p:nvPr>
        </p:nvSpPr>
        <p:spPr>
          <a:xfrm>
            <a:off x="4895872" y="4737745"/>
            <a:ext cx="1776774" cy="1052596"/>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solidFill>
                  <a:schemeClr val="bg1">
                    <a:lumMod val="50000"/>
                  </a:schemeClr>
                </a:solidFill>
                <a:latin typeface="+mn-lt"/>
                <a:ea typeface="+mn-ea"/>
                <a:cs typeface="+mn-ea"/>
                <a:sym typeface="+mn-lt"/>
              </a:rPr>
              <a:t>此处添加详细文本描述，建议与标题相关并符合整体语言风格，语言描述尽量简洁生动。</a:t>
            </a:r>
            <a:endParaRPr lang="id-ID" sz="1200">
              <a:solidFill>
                <a:schemeClr val="bg1">
                  <a:lumMod val="50000"/>
                </a:schemeClr>
              </a:solidFill>
              <a:latin typeface="+mn-lt"/>
              <a:ea typeface="+mn-ea"/>
              <a:cs typeface="+mn-ea"/>
              <a:sym typeface="+mn-lt"/>
            </a:endParaRPr>
          </a:p>
        </p:txBody>
      </p:sp>
      <p:sp>
        <p:nvSpPr>
          <p:cNvPr id="13" name="PA-文本框 6">
            <a:extLst>
              <a:ext uri="{FF2B5EF4-FFF2-40B4-BE49-F238E27FC236}">
                <a16:creationId xmlns:a16="http://schemas.microsoft.com/office/drawing/2014/main" id="{FF82A388-7F1B-4F41-8DD5-BB0B6A111033}"/>
              </a:ext>
            </a:extLst>
          </p:cNvPr>
          <p:cNvSpPr txBox="1"/>
          <p:nvPr>
            <p:custDataLst>
              <p:tags r:id="R84608cea21884c4a"/>
            </p:custDataLst>
          </p:nvPr>
        </p:nvSpPr>
        <p:spPr>
          <a:xfrm>
            <a:off x="790138" y="1788914"/>
            <a:ext cx="3466512" cy="830997"/>
          </a:xfrm>
          <a:prstGeom prst="rect">
            <a:avLst/>
          </a:prstGeom>
          <a:noFill/>
        </p:spPr>
        <p:txBody>
          <a:bodyPr wrap="square" rtlCol="0">
            <a:spAutoFit/>
          </a:bodyPr>
          <a:lstStyle/>
          <a:p>
            <a:r>
              <a:rPr lang="zh-CN" altLang="en-US" sz="2400" b="1">
                <a:solidFill>
                  <a:schemeClr val="tx1">
                    <a:lumMod val="75000"/>
                    <a:lumOff val="25000"/>
                  </a:schemeClr>
                </a:solidFill>
                <a:cs typeface="+mn-ea"/>
                <a:sym typeface="+mn-lt"/>
              </a:rPr>
              <a:t>输入您的标题</a:t>
            </a:r>
            <a:endParaRPr lang="en-US" sz="2400" b="1">
              <a:solidFill>
                <a:schemeClr val="tx1">
                  <a:lumMod val="75000"/>
                  <a:lumOff val="25000"/>
                </a:schemeClr>
              </a:solidFill>
              <a:cs typeface="+mn-ea"/>
              <a:sym typeface="+mn-lt"/>
            </a:endParaRPr>
          </a:p>
          <a:p>
            <a:r>
              <a:rPr lang="en-US" sz="2400" b="1">
                <a:solidFill>
                  <a:schemeClr val="bg1">
                    <a:lumMod val="75000"/>
                  </a:schemeClr>
                </a:solidFill>
                <a:cs typeface="+mn-ea"/>
                <a:sym typeface="+mn-lt"/>
              </a:rPr>
              <a:t>Our Company</a:t>
            </a:r>
          </a:p>
        </p:txBody>
      </p:sp>
      <p:sp>
        <p:nvSpPr>
          <p:cNvPr id="14" name="Shape 2955">
            <a:extLst>
              <a:ext uri="{FF2B5EF4-FFF2-40B4-BE49-F238E27FC236}">
                <a16:creationId xmlns:a16="http://schemas.microsoft.com/office/drawing/2014/main" id="{21BE4CB1-4411-47CF-AB2D-02D7FF64EB57}"/>
              </a:ext>
            </a:extLst>
          </p:cNvPr>
          <p:cNvSpPr/>
          <p:nvPr/>
        </p:nvSpPr>
        <p:spPr>
          <a:xfrm>
            <a:off x="818730" y="2907155"/>
            <a:ext cx="456083" cy="456083"/>
          </a:xfrm>
          <a:custGeom>
            <a:avLst/>
            <a:gdLst/>
            <a:ahLst/>
            <a:cxnLst>
              <a:cxn ang="0">
                <a:pos x="wd2" y="hd2"/>
              </a:cxn>
              <a:cxn ang="5400000">
                <a:pos x="wd2" y="hd2"/>
              </a:cxn>
              <a:cxn ang="10800000">
                <a:pos x="wd2" y="hd2"/>
              </a:cxn>
              <a:cxn ang="16200000">
                <a:pos x="wd2" y="hd2"/>
              </a:cxn>
            </a:cxnLst>
            <a:rect l="0" t="0" r="r" b="b"/>
            <a:pathLst>
              <a:path w="21600" h="21600" extrusionOk="0">
                <a:moveTo>
                  <a:pt x="10800" y="17673"/>
                </a:moveTo>
                <a:cubicBezTo>
                  <a:pt x="10529" y="17673"/>
                  <a:pt x="10309" y="17892"/>
                  <a:pt x="10309" y="18164"/>
                </a:cubicBezTo>
                <a:lnTo>
                  <a:pt x="10309" y="21109"/>
                </a:lnTo>
                <a:cubicBezTo>
                  <a:pt x="10309" y="21380"/>
                  <a:pt x="10529" y="21600"/>
                  <a:pt x="10800" y="21600"/>
                </a:cubicBezTo>
                <a:cubicBezTo>
                  <a:pt x="11071" y="21600"/>
                  <a:pt x="11291" y="21380"/>
                  <a:pt x="11291" y="21109"/>
                </a:cubicBezTo>
                <a:lnTo>
                  <a:pt x="11291" y="18164"/>
                </a:lnTo>
                <a:cubicBezTo>
                  <a:pt x="11291" y="17892"/>
                  <a:pt x="11071" y="17673"/>
                  <a:pt x="10800" y="17673"/>
                </a:cubicBezTo>
                <a:moveTo>
                  <a:pt x="10800" y="15709"/>
                </a:moveTo>
                <a:cubicBezTo>
                  <a:pt x="8089" y="15709"/>
                  <a:pt x="5891" y="13511"/>
                  <a:pt x="5891" y="10800"/>
                </a:cubicBezTo>
                <a:cubicBezTo>
                  <a:pt x="5891" y="8088"/>
                  <a:pt x="8089" y="5891"/>
                  <a:pt x="10800" y="5891"/>
                </a:cubicBezTo>
                <a:cubicBezTo>
                  <a:pt x="13511" y="5891"/>
                  <a:pt x="15709" y="8088"/>
                  <a:pt x="15709" y="10800"/>
                </a:cubicBezTo>
                <a:cubicBezTo>
                  <a:pt x="15709" y="13511"/>
                  <a:pt x="13511" y="15709"/>
                  <a:pt x="10800" y="15709"/>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moveTo>
                  <a:pt x="16354" y="15660"/>
                </a:moveTo>
                <a:cubicBezTo>
                  <a:pt x="16162" y="15468"/>
                  <a:pt x="15851" y="15468"/>
                  <a:pt x="15659" y="15660"/>
                </a:cubicBezTo>
                <a:cubicBezTo>
                  <a:pt x="15468" y="15851"/>
                  <a:pt x="15468" y="16163"/>
                  <a:pt x="15659" y="16354"/>
                </a:cubicBezTo>
                <a:lnTo>
                  <a:pt x="17742" y="18437"/>
                </a:lnTo>
                <a:cubicBezTo>
                  <a:pt x="17934" y="18629"/>
                  <a:pt x="18245" y="18629"/>
                  <a:pt x="18437" y="18437"/>
                </a:cubicBezTo>
                <a:cubicBezTo>
                  <a:pt x="18628" y="18245"/>
                  <a:pt x="18628" y="17934"/>
                  <a:pt x="18437" y="17743"/>
                </a:cubicBezTo>
                <a:cubicBezTo>
                  <a:pt x="18437" y="17743"/>
                  <a:pt x="16354" y="15660"/>
                  <a:pt x="16354" y="15660"/>
                </a:cubicBezTo>
                <a:close/>
                <a:moveTo>
                  <a:pt x="21109" y="10309"/>
                </a:moveTo>
                <a:lnTo>
                  <a:pt x="18164" y="10309"/>
                </a:lnTo>
                <a:cubicBezTo>
                  <a:pt x="17893" y="10309"/>
                  <a:pt x="17673" y="10529"/>
                  <a:pt x="17673" y="10800"/>
                </a:cubicBezTo>
                <a:cubicBezTo>
                  <a:pt x="17673" y="11071"/>
                  <a:pt x="17893" y="11291"/>
                  <a:pt x="18164" y="11291"/>
                </a:cubicBezTo>
                <a:lnTo>
                  <a:pt x="21109" y="11291"/>
                </a:lnTo>
                <a:cubicBezTo>
                  <a:pt x="21380" y="11291"/>
                  <a:pt x="21600" y="11071"/>
                  <a:pt x="21600" y="10800"/>
                </a:cubicBezTo>
                <a:cubicBezTo>
                  <a:pt x="21600" y="10529"/>
                  <a:pt x="21380" y="10309"/>
                  <a:pt x="21109" y="10309"/>
                </a:cubicBezTo>
                <a:moveTo>
                  <a:pt x="5246" y="15660"/>
                </a:moveTo>
                <a:lnTo>
                  <a:pt x="3163" y="17743"/>
                </a:lnTo>
                <a:cubicBezTo>
                  <a:pt x="2972" y="17934"/>
                  <a:pt x="2972" y="18245"/>
                  <a:pt x="3163" y="18437"/>
                </a:cubicBezTo>
                <a:cubicBezTo>
                  <a:pt x="3355" y="18629"/>
                  <a:pt x="3666" y="18629"/>
                  <a:pt x="3858" y="18437"/>
                </a:cubicBezTo>
                <a:lnTo>
                  <a:pt x="5941" y="16354"/>
                </a:lnTo>
                <a:cubicBezTo>
                  <a:pt x="6132" y="16163"/>
                  <a:pt x="6132" y="15851"/>
                  <a:pt x="5941" y="15660"/>
                </a:cubicBezTo>
                <a:cubicBezTo>
                  <a:pt x="5749" y="15468"/>
                  <a:pt x="5438" y="15468"/>
                  <a:pt x="5246" y="15660"/>
                </a:cubicBezTo>
                <a:moveTo>
                  <a:pt x="16354" y="5941"/>
                </a:moveTo>
                <a:lnTo>
                  <a:pt x="18437" y="3857"/>
                </a:lnTo>
                <a:cubicBezTo>
                  <a:pt x="18628" y="3666"/>
                  <a:pt x="18628" y="3355"/>
                  <a:pt x="18437" y="3163"/>
                </a:cubicBezTo>
                <a:cubicBezTo>
                  <a:pt x="18245" y="2971"/>
                  <a:pt x="17934" y="2971"/>
                  <a:pt x="17742" y="3163"/>
                </a:cubicBezTo>
                <a:lnTo>
                  <a:pt x="15659" y="5247"/>
                </a:lnTo>
                <a:cubicBezTo>
                  <a:pt x="15468" y="5437"/>
                  <a:pt x="15468" y="5749"/>
                  <a:pt x="15659" y="5941"/>
                </a:cubicBezTo>
                <a:cubicBezTo>
                  <a:pt x="15851" y="6132"/>
                  <a:pt x="16162" y="6132"/>
                  <a:pt x="16354" y="5941"/>
                </a:cubicBezTo>
                <a:moveTo>
                  <a:pt x="10800" y="3927"/>
                </a:moveTo>
                <a:cubicBezTo>
                  <a:pt x="11071" y="3927"/>
                  <a:pt x="11291" y="3708"/>
                  <a:pt x="11291" y="3436"/>
                </a:cubicBezTo>
                <a:lnTo>
                  <a:pt x="11291" y="491"/>
                </a:lnTo>
                <a:cubicBezTo>
                  <a:pt x="11291" y="220"/>
                  <a:pt x="11071" y="0"/>
                  <a:pt x="10800" y="0"/>
                </a:cubicBezTo>
                <a:cubicBezTo>
                  <a:pt x="10529" y="0"/>
                  <a:pt x="10309" y="220"/>
                  <a:pt x="10309" y="491"/>
                </a:cubicBezTo>
                <a:lnTo>
                  <a:pt x="10309" y="3436"/>
                </a:lnTo>
                <a:cubicBezTo>
                  <a:pt x="10309" y="3708"/>
                  <a:pt x="10529" y="3927"/>
                  <a:pt x="10800" y="3927"/>
                </a:cubicBezTo>
                <a:moveTo>
                  <a:pt x="3927" y="10800"/>
                </a:moveTo>
                <a:cubicBezTo>
                  <a:pt x="3927" y="10529"/>
                  <a:pt x="3707" y="10309"/>
                  <a:pt x="3436" y="10309"/>
                </a:cubicBezTo>
                <a:lnTo>
                  <a:pt x="491" y="10309"/>
                </a:lnTo>
                <a:cubicBezTo>
                  <a:pt x="220" y="10309"/>
                  <a:pt x="0" y="10529"/>
                  <a:pt x="0" y="10800"/>
                </a:cubicBezTo>
                <a:cubicBezTo>
                  <a:pt x="0" y="11071"/>
                  <a:pt x="220" y="11291"/>
                  <a:pt x="491" y="11291"/>
                </a:cubicBezTo>
                <a:lnTo>
                  <a:pt x="3436" y="11291"/>
                </a:lnTo>
                <a:cubicBezTo>
                  <a:pt x="3707" y="11291"/>
                  <a:pt x="3927" y="11071"/>
                  <a:pt x="3927" y="10800"/>
                </a:cubicBezTo>
                <a:moveTo>
                  <a:pt x="5246" y="5941"/>
                </a:moveTo>
                <a:cubicBezTo>
                  <a:pt x="5438" y="6132"/>
                  <a:pt x="5749" y="6132"/>
                  <a:pt x="5941" y="5941"/>
                </a:cubicBezTo>
                <a:cubicBezTo>
                  <a:pt x="6132" y="5749"/>
                  <a:pt x="6132" y="5437"/>
                  <a:pt x="5941" y="5247"/>
                </a:cubicBezTo>
                <a:lnTo>
                  <a:pt x="3858" y="3163"/>
                </a:lnTo>
                <a:cubicBezTo>
                  <a:pt x="3666" y="2971"/>
                  <a:pt x="3355" y="2971"/>
                  <a:pt x="3163" y="3163"/>
                </a:cubicBezTo>
                <a:cubicBezTo>
                  <a:pt x="2972" y="3355"/>
                  <a:pt x="2972" y="3666"/>
                  <a:pt x="3163" y="3857"/>
                </a:cubicBezTo>
                <a:cubicBezTo>
                  <a:pt x="3163" y="3857"/>
                  <a:pt x="5246" y="5941"/>
                  <a:pt x="5246" y="5941"/>
                </a:cubicBezTo>
                <a:close/>
              </a:path>
            </a:pathLst>
          </a:custGeom>
          <a:solidFill>
            <a:schemeClr val="bg1">
              <a:lumMod val="50000"/>
            </a:schemeClr>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solidFill>
                <a:srgbClr val="FFFFFF"/>
              </a:solidFill>
              <a:effectLst>
                <a:outerShdw blurRad="38100" dist="12700" dir="5400000" rotWithShape="0">
                  <a:srgbClr val="000000">
                    <a:alpha val="50000"/>
                  </a:srgbClr>
                </a:outerShdw>
              </a:effectLst>
              <a:cs typeface="+mn-ea"/>
              <a:sym typeface="+mn-lt"/>
            </a:endParaRPr>
          </a:p>
        </p:txBody>
      </p:sp>
      <p:sp>
        <p:nvSpPr>
          <p:cNvPr id="15" name="Shape 2960">
            <a:extLst>
              <a:ext uri="{FF2B5EF4-FFF2-40B4-BE49-F238E27FC236}">
                <a16:creationId xmlns:a16="http://schemas.microsoft.com/office/drawing/2014/main" id="{08AA20D8-958C-4F9B-A303-FC670D973150}"/>
              </a:ext>
            </a:extLst>
          </p:cNvPr>
          <p:cNvSpPr/>
          <p:nvPr/>
        </p:nvSpPr>
        <p:spPr>
          <a:xfrm>
            <a:off x="1687999" y="2993450"/>
            <a:ext cx="456139" cy="331698"/>
          </a:xfrm>
          <a:custGeom>
            <a:avLst/>
            <a:gdLst/>
            <a:ahLst/>
            <a:cxnLst>
              <a:cxn ang="0">
                <a:pos x="wd2" y="hd2"/>
              </a:cxn>
              <a:cxn ang="5400000">
                <a:pos x="wd2" y="hd2"/>
              </a:cxn>
              <a:cxn ang="10800000">
                <a:pos x="wd2" y="hd2"/>
              </a:cxn>
              <a:cxn ang="16200000">
                <a:pos x="wd2" y="hd2"/>
              </a:cxn>
            </a:cxnLst>
            <a:rect l="0" t="0" r="r" b="b"/>
            <a:pathLst>
              <a:path w="21016" h="21600" extrusionOk="0">
                <a:moveTo>
                  <a:pt x="17140" y="11946"/>
                </a:moveTo>
                <a:cubicBezTo>
                  <a:pt x="15736" y="13192"/>
                  <a:pt x="13853" y="14375"/>
                  <a:pt x="11542" y="15211"/>
                </a:cubicBezTo>
                <a:cubicBezTo>
                  <a:pt x="9755" y="15857"/>
                  <a:pt x="7947" y="16197"/>
                  <a:pt x="6315" y="16197"/>
                </a:cubicBezTo>
                <a:cubicBezTo>
                  <a:pt x="5843" y="16197"/>
                  <a:pt x="5401" y="16158"/>
                  <a:pt x="4974" y="16102"/>
                </a:cubicBezTo>
                <a:cubicBezTo>
                  <a:pt x="4247" y="14590"/>
                  <a:pt x="3822" y="12766"/>
                  <a:pt x="3822" y="10800"/>
                </a:cubicBezTo>
                <a:cubicBezTo>
                  <a:pt x="3822" y="5581"/>
                  <a:pt x="6815" y="1350"/>
                  <a:pt x="10508" y="1350"/>
                </a:cubicBezTo>
                <a:cubicBezTo>
                  <a:pt x="14201" y="1350"/>
                  <a:pt x="17194" y="5581"/>
                  <a:pt x="17194" y="10800"/>
                </a:cubicBezTo>
                <a:cubicBezTo>
                  <a:pt x="17194" y="11189"/>
                  <a:pt x="17172" y="11570"/>
                  <a:pt x="17140" y="11946"/>
                </a:cubicBezTo>
                <a:moveTo>
                  <a:pt x="10508" y="20250"/>
                </a:moveTo>
                <a:cubicBezTo>
                  <a:pt x="8681" y="20250"/>
                  <a:pt x="7028" y="19212"/>
                  <a:pt x="5821" y="17534"/>
                </a:cubicBezTo>
                <a:cubicBezTo>
                  <a:pt x="5984" y="17541"/>
                  <a:pt x="6147" y="17547"/>
                  <a:pt x="6315" y="17547"/>
                </a:cubicBezTo>
                <a:cubicBezTo>
                  <a:pt x="7976" y="17547"/>
                  <a:pt x="9848" y="17215"/>
                  <a:pt x="11778" y="16518"/>
                </a:cubicBezTo>
                <a:cubicBezTo>
                  <a:pt x="13697" y="15824"/>
                  <a:pt x="15425" y="14854"/>
                  <a:pt x="16859" y="13742"/>
                </a:cubicBezTo>
                <a:cubicBezTo>
                  <a:pt x="15984" y="17519"/>
                  <a:pt x="13473" y="20250"/>
                  <a:pt x="10508" y="20250"/>
                </a:cubicBezTo>
                <a:moveTo>
                  <a:pt x="20938" y="6356"/>
                </a:moveTo>
                <a:cubicBezTo>
                  <a:pt x="20592" y="4617"/>
                  <a:pt x="19141" y="3452"/>
                  <a:pt x="17072" y="2964"/>
                </a:cubicBezTo>
                <a:cubicBezTo>
                  <a:pt x="17380" y="3481"/>
                  <a:pt x="17660" y="4034"/>
                  <a:pt x="17905" y="4620"/>
                </a:cubicBezTo>
                <a:cubicBezTo>
                  <a:pt x="19058" y="5088"/>
                  <a:pt x="19838" y="5815"/>
                  <a:pt x="20018" y="6721"/>
                </a:cubicBezTo>
                <a:cubicBezTo>
                  <a:pt x="20123" y="7246"/>
                  <a:pt x="20033" y="7861"/>
                  <a:pt x="19752" y="8549"/>
                </a:cubicBezTo>
                <a:cubicBezTo>
                  <a:pt x="19449" y="9292"/>
                  <a:pt x="18904" y="10122"/>
                  <a:pt x="18143" y="10958"/>
                </a:cubicBezTo>
                <a:cubicBezTo>
                  <a:pt x="18144" y="10905"/>
                  <a:pt x="18149" y="10853"/>
                  <a:pt x="18149" y="10800"/>
                </a:cubicBezTo>
                <a:cubicBezTo>
                  <a:pt x="18149" y="4835"/>
                  <a:pt x="14728" y="0"/>
                  <a:pt x="10508" y="0"/>
                </a:cubicBezTo>
                <a:cubicBezTo>
                  <a:pt x="6288" y="0"/>
                  <a:pt x="2867" y="4835"/>
                  <a:pt x="2867" y="10800"/>
                </a:cubicBezTo>
                <a:cubicBezTo>
                  <a:pt x="2867" y="12627"/>
                  <a:pt x="3190" y="14345"/>
                  <a:pt x="3756" y="15853"/>
                </a:cubicBezTo>
                <a:cubicBezTo>
                  <a:pt x="2245" y="15418"/>
                  <a:pt x="1209" y="14595"/>
                  <a:pt x="997" y="13528"/>
                </a:cubicBezTo>
                <a:cubicBezTo>
                  <a:pt x="893" y="13003"/>
                  <a:pt x="982" y="12389"/>
                  <a:pt x="1263" y="11700"/>
                </a:cubicBezTo>
                <a:cubicBezTo>
                  <a:pt x="1416" y="11327"/>
                  <a:pt x="1650" y="10926"/>
                  <a:pt x="1922" y="10518"/>
                </a:cubicBezTo>
                <a:cubicBezTo>
                  <a:pt x="1933" y="9817"/>
                  <a:pt x="1982" y="9128"/>
                  <a:pt x="2074" y="8461"/>
                </a:cubicBezTo>
                <a:cubicBezTo>
                  <a:pt x="528" y="10248"/>
                  <a:pt x="-261" y="12188"/>
                  <a:pt x="78" y="13893"/>
                </a:cubicBezTo>
                <a:cubicBezTo>
                  <a:pt x="452" y="15777"/>
                  <a:pt x="2118" y="16988"/>
                  <a:pt x="4465" y="17394"/>
                </a:cubicBezTo>
                <a:cubicBezTo>
                  <a:pt x="5863" y="19948"/>
                  <a:pt x="8046" y="21600"/>
                  <a:pt x="10508" y="21600"/>
                </a:cubicBezTo>
                <a:cubicBezTo>
                  <a:pt x="14255" y="21600"/>
                  <a:pt x="17365" y="17785"/>
                  <a:pt x="18017" y="12755"/>
                </a:cubicBezTo>
                <a:cubicBezTo>
                  <a:pt x="20167" y="10724"/>
                  <a:pt x="21339" y="8374"/>
                  <a:pt x="20938" y="6356"/>
                </a:cubicBezTo>
              </a:path>
            </a:pathLst>
          </a:custGeom>
          <a:solidFill>
            <a:schemeClr val="bg1">
              <a:lumMod val="50000"/>
            </a:schemeClr>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solidFill>
                <a:srgbClr val="FFFFFF"/>
              </a:solidFill>
              <a:effectLst>
                <a:outerShdw blurRad="38100" dist="12700" dir="5400000" rotWithShape="0">
                  <a:srgbClr val="000000">
                    <a:alpha val="50000"/>
                  </a:srgbClr>
                </a:outerShdw>
              </a:effectLst>
              <a:cs typeface="+mn-ea"/>
              <a:sym typeface="+mn-lt"/>
            </a:endParaRPr>
          </a:p>
        </p:txBody>
      </p:sp>
      <p:sp>
        <p:nvSpPr>
          <p:cNvPr id="16" name="Shape 2961">
            <a:extLst>
              <a:ext uri="{FF2B5EF4-FFF2-40B4-BE49-F238E27FC236}">
                <a16:creationId xmlns:a16="http://schemas.microsoft.com/office/drawing/2014/main" id="{99D2B936-10CB-427F-ACD4-5D0AEB935509}"/>
              </a:ext>
            </a:extLst>
          </p:cNvPr>
          <p:cNvSpPr/>
          <p:nvPr/>
        </p:nvSpPr>
        <p:spPr>
          <a:xfrm>
            <a:off x="2573093" y="2942893"/>
            <a:ext cx="305706" cy="420345"/>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581" y="20618"/>
                  <a:pt x="1350" y="17422"/>
                  <a:pt x="1350" y="13478"/>
                </a:cubicBezTo>
                <a:cubicBezTo>
                  <a:pt x="1350" y="8836"/>
                  <a:pt x="10125" y="1166"/>
                  <a:pt x="10800" y="1166"/>
                </a:cubicBezTo>
                <a:cubicBezTo>
                  <a:pt x="11475" y="1166"/>
                  <a:pt x="20250" y="8836"/>
                  <a:pt x="20250" y="13478"/>
                </a:cubicBezTo>
                <a:cubicBezTo>
                  <a:pt x="20250" y="17422"/>
                  <a:pt x="16019" y="20618"/>
                  <a:pt x="10800" y="20618"/>
                </a:cubicBezTo>
                <a:moveTo>
                  <a:pt x="10800" y="0"/>
                </a:moveTo>
                <a:cubicBezTo>
                  <a:pt x="9450" y="0"/>
                  <a:pt x="0" y="8345"/>
                  <a:pt x="0" y="13745"/>
                </a:cubicBezTo>
                <a:cubicBezTo>
                  <a:pt x="0" y="18083"/>
                  <a:pt x="4836" y="21600"/>
                  <a:pt x="10800" y="21600"/>
                </a:cubicBezTo>
                <a:cubicBezTo>
                  <a:pt x="16765" y="21600"/>
                  <a:pt x="21600" y="18083"/>
                  <a:pt x="21600" y="13745"/>
                </a:cubicBezTo>
                <a:cubicBezTo>
                  <a:pt x="21600" y="8345"/>
                  <a:pt x="12150" y="0"/>
                  <a:pt x="10800" y="0"/>
                </a:cubicBezTo>
                <a:moveTo>
                  <a:pt x="10800" y="18655"/>
                </a:moveTo>
                <a:cubicBezTo>
                  <a:pt x="7072" y="18655"/>
                  <a:pt x="4050" y="16456"/>
                  <a:pt x="4050" y="13745"/>
                </a:cubicBezTo>
                <a:cubicBezTo>
                  <a:pt x="4050" y="13474"/>
                  <a:pt x="3748" y="13255"/>
                  <a:pt x="3375" y="13255"/>
                </a:cubicBezTo>
                <a:cubicBezTo>
                  <a:pt x="3002" y="13255"/>
                  <a:pt x="2700" y="13474"/>
                  <a:pt x="2700" y="13745"/>
                </a:cubicBezTo>
                <a:cubicBezTo>
                  <a:pt x="2700" y="16999"/>
                  <a:pt x="6327" y="19636"/>
                  <a:pt x="10800" y="19636"/>
                </a:cubicBezTo>
                <a:cubicBezTo>
                  <a:pt x="11173" y="19636"/>
                  <a:pt x="11475" y="19417"/>
                  <a:pt x="11475" y="19145"/>
                </a:cubicBezTo>
                <a:cubicBezTo>
                  <a:pt x="11475" y="18875"/>
                  <a:pt x="11173" y="18655"/>
                  <a:pt x="10800" y="18655"/>
                </a:cubicBezTo>
              </a:path>
            </a:pathLst>
          </a:custGeom>
          <a:solidFill>
            <a:schemeClr val="bg1">
              <a:lumMod val="50000"/>
            </a:schemeClr>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solidFill>
                <a:srgbClr val="FFFFFF"/>
              </a:solidFill>
              <a:effectLst>
                <a:outerShdw blurRad="38100" dist="12700" dir="5400000" rotWithShape="0">
                  <a:srgbClr val="000000">
                    <a:alpha val="50000"/>
                  </a:srgbClr>
                </a:outerShdw>
              </a:effectLst>
              <a:cs typeface="+mn-ea"/>
              <a:sym typeface="+mn-lt"/>
            </a:endParaRPr>
          </a:p>
        </p:txBody>
      </p:sp>
    </p:spTree>
    <p:extLst>
      <p:ext uri="{BB962C8B-B14F-4D97-AF65-F5344CB8AC3E}">
        <p14:creationId xmlns:p14="http://schemas.microsoft.com/office/powerpoint/2010/main" val="11823523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par>
                                <p:cTn id="35" presetID="10" presetClass="entr" presetSubtype="0" fill="hold" grpId="0" nodeType="withEffect">
                                  <p:stCondLst>
                                    <p:cond delay="7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1000"/>
                                        <p:tgtEl>
                                          <p:spTgt spid="13"/>
                                        </p:tgtEl>
                                      </p:cBhvr>
                                    </p:animEffect>
                                  </p:childTnLst>
                                </p:cTn>
                              </p:par>
                              <p:par>
                                <p:cTn id="38" presetID="42" presetClass="path" presetSubtype="0" accel="50000" decel="50000" fill="hold" grpId="1" nodeType="withEffect">
                                  <p:stCondLst>
                                    <p:cond delay="700"/>
                                  </p:stCondLst>
                                  <p:childTnLst>
                                    <p:animMotion origin="layout" path="M 0.03555 -0.04583 L -4.79167E-06 0.00023" pathEditMode="relative" ptsTypes="">
                                      <p:cBhvr>
                                        <p:cTn id="39" dur="1000" fill="hold"/>
                                        <p:tgtEl>
                                          <p:spTgt spid="1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3" grpId="0"/>
      <p:bldP spid="13"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48">
            <a:extLst>
              <a:ext uri="{FF2B5EF4-FFF2-40B4-BE49-F238E27FC236}">
                <a16:creationId xmlns:a16="http://schemas.microsoft.com/office/drawing/2014/main" id="{0FB66584-1BE1-4B16-B7F4-7C0A7F90F4A8}"/>
              </a:ext>
            </a:extLst>
          </p:cNvPr>
          <p:cNvGrpSpPr/>
          <p:nvPr/>
        </p:nvGrpSpPr>
        <p:grpSpPr>
          <a:xfrm>
            <a:off x="-1691710" y="-2304740"/>
            <a:ext cx="17955868" cy="13898750"/>
            <a:chOff x="-1691710" y="-2304740"/>
            <a:chExt cx="17955868" cy="13898750"/>
          </a:xfrm>
        </p:grpSpPr>
        <p:sp>
          <p:nvSpPr>
            <p:cNvPr id="50" name="Circle">
              <a:extLst>
                <a:ext uri="{FF2B5EF4-FFF2-40B4-BE49-F238E27FC236}">
                  <a16:creationId xmlns:a16="http://schemas.microsoft.com/office/drawing/2014/main" id="{30A0E23F-4344-4834-A730-0E735402F3FF}"/>
                </a:ext>
              </a:extLst>
            </p:cNvPr>
            <p:cNvSpPr/>
            <p:nvPr/>
          </p:nvSpPr>
          <p:spPr>
            <a:xfrm>
              <a:off x="4325223" y="-2304740"/>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51" name="Rectangle 19">
              <a:extLst>
                <a:ext uri="{FF2B5EF4-FFF2-40B4-BE49-F238E27FC236}">
                  <a16:creationId xmlns:a16="http://schemas.microsoft.com/office/drawing/2014/main" id="{8970227D-F220-487D-82CB-0EF940BBCB0B}"/>
                </a:ext>
              </a:extLst>
            </p:cNvPr>
            <p:cNvSpPr/>
            <p:nvPr/>
          </p:nvSpPr>
          <p:spPr>
            <a:xfrm>
              <a:off x="4152214" y="175783"/>
              <a:ext cx="3995676" cy="469633"/>
            </a:xfrm>
            <a:prstGeom prst="rect">
              <a:avLst/>
            </a:prstGeom>
          </p:spPr>
          <p:txBody>
            <a:bodyPr wrap="none" lIns="0" tIns="0" rIns="0" bIns="0">
              <a:noAutofit/>
            </a:bodyPr>
            <a:lstStyle/>
            <a:p>
              <a:pPr algn="ctr"/>
              <a:r>
                <a:rPr lang="zh-CN" altLang="en-US" sz="2000" b="1" spc="1200">
                  <a:solidFill>
                    <a:schemeClr val="bg1"/>
                  </a:solidFill>
                  <a:cs typeface="+mn-ea"/>
                  <a:sym typeface="+mn-lt"/>
                </a:rPr>
                <a:t>输入你的标题</a:t>
              </a:r>
            </a:p>
          </p:txBody>
        </p:sp>
        <p:sp>
          <p:nvSpPr>
            <p:cNvPr id="52" name="Circle">
              <a:extLst>
                <a:ext uri="{FF2B5EF4-FFF2-40B4-BE49-F238E27FC236}">
                  <a16:creationId xmlns:a16="http://schemas.microsoft.com/office/drawing/2014/main" id="{4A210264-E3DF-4982-B5B0-F1DE9F08BC15}"/>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53" name="Circle">
              <a:extLst>
                <a:ext uri="{FF2B5EF4-FFF2-40B4-BE49-F238E27FC236}">
                  <a16:creationId xmlns:a16="http://schemas.microsoft.com/office/drawing/2014/main" id="{D90BC032-FD96-48A4-9AFC-665A6ED78369}"/>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54" name="Circle">
              <a:extLst>
                <a:ext uri="{FF2B5EF4-FFF2-40B4-BE49-F238E27FC236}">
                  <a16:creationId xmlns:a16="http://schemas.microsoft.com/office/drawing/2014/main" id="{3DE4D209-DE16-4B96-B611-951C682DE31C}"/>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grpSp>
        <p:nvGrpSpPr>
          <p:cNvPr id="55" name="1">
            <a:extLst>
              <a:ext uri="{FF2B5EF4-FFF2-40B4-BE49-F238E27FC236}">
                <a16:creationId xmlns:a16="http://schemas.microsoft.com/office/drawing/2014/main" id="{CB5012D5-5185-D443-870B-C0ED750CBC5D}"/>
              </a:ext>
            </a:extLst>
          </p:cNvPr>
          <p:cNvGrpSpPr/>
          <p:nvPr>
            <p:custDataLst>
              <p:tags r:id="R6cbe48a9153b40d8"/>
            </p:custDataLst>
          </p:nvPr>
        </p:nvGrpSpPr>
        <p:grpSpPr>
          <a:xfrm>
            <a:off x="482791" y="1611326"/>
            <a:ext cx="5793842" cy="4259735"/>
            <a:chOff x="3243" y="1030"/>
            <a:chExt cx="2132" cy="1567"/>
          </a:xfrm>
        </p:grpSpPr>
        <p:sp>
          <p:nvSpPr>
            <p:cNvPr id="56" name="Oval 66">
              <a:extLst>
                <a:ext uri="{FF2B5EF4-FFF2-40B4-BE49-F238E27FC236}">
                  <a16:creationId xmlns:a16="http://schemas.microsoft.com/office/drawing/2014/main" id="{36231C1F-B3A2-8C4A-9ACD-50B2B983F47E}"/>
                </a:ext>
              </a:extLst>
            </p:cNvPr>
            <p:cNvSpPr>
              <a:spLocks noChangeArrowheads="1"/>
            </p:cNvSpPr>
            <p:nvPr/>
          </p:nvSpPr>
          <p:spPr bwMode="auto">
            <a:xfrm>
              <a:off x="3243" y="2555"/>
              <a:ext cx="2132" cy="42"/>
            </a:xfrm>
            <a:prstGeom prst="ellipse">
              <a:avLst/>
            </a:prstGeom>
            <a:gradFill rotWithShape="1">
              <a:gsLst>
                <a:gs pos="0">
                  <a:schemeClr val="tx1">
                    <a:alpha val="20000"/>
                  </a:schemeClr>
                </a:gs>
                <a:gs pos="100000">
                  <a:schemeClr val="tx1">
                    <a:gamma/>
                    <a:shade val="46275"/>
                    <a:invGamma/>
                    <a:alpha val="0"/>
                  </a:schemeClr>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endParaRPr lang="zh-CN" altLang="en-US" sz="2400">
                <a:solidFill>
                  <a:srgbClr val="333333"/>
                </a:solidFill>
                <a:cs typeface="+mn-ea"/>
                <a:sym typeface="+mn-lt"/>
              </a:endParaRPr>
            </a:p>
          </p:txBody>
        </p:sp>
        <p:pic>
          <p:nvPicPr>
            <p:cNvPr id="57" name="Picture 67" descr="2">
              <a:extLst>
                <a:ext uri="{FF2B5EF4-FFF2-40B4-BE49-F238E27FC236}">
                  <a16:creationId xmlns:a16="http://schemas.microsoft.com/office/drawing/2014/main" id="{BD338C99-0C75-474A-BA49-AE2EDF74BB33}"/>
                </a:ext>
              </a:extLst>
            </p:cNvPr>
            <p:cNvPicPr>
              <a:picLocks noChangeAspect="1" noChangeArrowheads="1"/>
            </p:cNvPicPr>
            <p:nvPr/>
          </p:nvPicPr>
          <p:blipFill>
            <a:blip r:embed="R4d6b62d181a64eab">
              <a:extLst>
                <a:ext uri="{28A0092B-C50C-407E-A947-70E740481C1C}">
                  <a14:useLocalDpi xmlns:a14="http://schemas.microsoft.com/office/drawing/2010/main" val="0"/>
                </a:ext>
              </a:extLst>
            </a:blip>
            <a:stretch>
              <a:fillRect/>
            </a:stretch>
          </p:blipFill>
          <p:spPr bwMode="auto">
            <a:xfrm>
              <a:off x="3322" y="1030"/>
              <a:ext cx="2025" cy="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8" name="矩形 57">
            <a:extLst>
              <a:ext uri="{FF2B5EF4-FFF2-40B4-BE49-F238E27FC236}">
                <a16:creationId xmlns:a16="http://schemas.microsoft.com/office/drawing/2014/main" id="{EEC420D1-CDA1-5A40-8F3E-2BAD7B959B41}"/>
              </a:ext>
            </a:extLst>
          </p:cNvPr>
          <p:cNvSpPr/>
          <p:nvPr/>
        </p:nvSpPr>
        <p:spPr>
          <a:xfrm>
            <a:off x="920674" y="1804520"/>
            <a:ext cx="5061396" cy="2923504"/>
          </a:xfrm>
          <a:prstGeom prst="rect">
            <a:avLst/>
          </a:prstGeom>
          <a:blipFill>
            <a:blip r:embed="R32fc46572b8a4dad"/>
            <a:stretch>
              <a:fillRect t="-8009" b="-800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mn-ea"/>
              <a:sym typeface="+mn-lt"/>
            </a:endParaRPr>
          </a:p>
        </p:txBody>
      </p:sp>
      <p:grpSp>
        <p:nvGrpSpPr>
          <p:cNvPr id="59" name="组合 58">
            <a:extLst>
              <a:ext uri="{FF2B5EF4-FFF2-40B4-BE49-F238E27FC236}">
                <a16:creationId xmlns:a16="http://schemas.microsoft.com/office/drawing/2014/main" id="{439A6FB1-F444-C84D-BE53-CEBB0D137A57}"/>
              </a:ext>
            </a:extLst>
          </p:cNvPr>
          <p:cNvGrpSpPr/>
          <p:nvPr/>
        </p:nvGrpSpPr>
        <p:grpSpPr>
          <a:xfrm>
            <a:off x="6793478" y="1904335"/>
            <a:ext cx="4690449" cy="2691146"/>
            <a:chOff x="849313" y="2425700"/>
            <a:chExt cx="6348744" cy="3282072"/>
          </a:xfrm>
        </p:grpSpPr>
        <p:sp>
          <p:nvSpPr>
            <p:cNvPr id="60" name="直接连接符 9">
              <a:extLst>
                <a:ext uri="{FF2B5EF4-FFF2-40B4-BE49-F238E27FC236}">
                  <a16:creationId xmlns:a16="http://schemas.microsoft.com/office/drawing/2014/main" id="{E2933306-8539-994F-BDE9-AA8B5564B6AB}"/>
                </a:ext>
              </a:extLst>
            </p:cNvPr>
            <p:cNvSpPr>
              <a:spLocks noChangeShapeType="1"/>
            </p:cNvSpPr>
            <p:nvPr/>
          </p:nvSpPr>
          <p:spPr bwMode="auto">
            <a:xfrm>
              <a:off x="849313" y="4598988"/>
              <a:ext cx="6130925" cy="0"/>
            </a:xfrm>
            <a:prstGeom prst="line">
              <a:avLst/>
            </a:prstGeom>
            <a:noFill/>
            <a:ln w="6350">
              <a:solidFill>
                <a:srgbClr val="3F313B"/>
              </a:solidFill>
              <a:miter lim="800000"/>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cs typeface="+mn-ea"/>
                <a:sym typeface="+mn-lt"/>
              </a:endParaRPr>
            </a:p>
          </p:txBody>
        </p:sp>
        <p:sp>
          <p:nvSpPr>
            <p:cNvPr id="61" name="矩形 10">
              <a:extLst>
                <a:ext uri="{FF2B5EF4-FFF2-40B4-BE49-F238E27FC236}">
                  <a16:creationId xmlns:a16="http://schemas.microsoft.com/office/drawing/2014/main" id="{47AA54F2-20A6-9F45-92F6-CE0CF937FF62}"/>
                </a:ext>
              </a:extLst>
            </p:cNvPr>
            <p:cNvSpPr>
              <a:spLocks noChangeArrowheads="1"/>
            </p:cNvSpPr>
            <p:nvPr/>
          </p:nvSpPr>
          <p:spPr bwMode="auto">
            <a:xfrm>
              <a:off x="5746750" y="4679950"/>
              <a:ext cx="412750" cy="630238"/>
            </a:xfrm>
            <a:prstGeom prst="rect">
              <a:avLst/>
            </a:prstGeom>
            <a:solidFill>
              <a:schemeClr val="accent1"/>
            </a:solidFill>
            <a:ln>
              <a:noFill/>
            </a:ln>
          </p:spPr>
          <p:txBody>
            <a:bodyPr anchor="ctr"/>
            <a:lstStyle/>
            <a:p>
              <a:pPr algn="ctr"/>
              <a:endParaRPr lang="zh-CN" altLang="zh-CN">
                <a:solidFill>
                  <a:schemeClr val="bg1">
                    <a:lumMod val="50000"/>
                  </a:schemeClr>
                </a:solidFill>
                <a:cs typeface="+mn-ea"/>
                <a:sym typeface="+mn-lt"/>
              </a:endParaRPr>
            </a:p>
          </p:txBody>
        </p:sp>
        <p:sp>
          <p:nvSpPr>
            <p:cNvPr id="62" name="矩形 26">
              <a:extLst>
                <a:ext uri="{FF2B5EF4-FFF2-40B4-BE49-F238E27FC236}">
                  <a16:creationId xmlns:a16="http://schemas.microsoft.com/office/drawing/2014/main" id="{65EE925A-9031-E842-B6B2-6B9F47176FB8}"/>
                </a:ext>
              </a:extLst>
            </p:cNvPr>
            <p:cNvSpPr>
              <a:spLocks noChangeArrowheads="1"/>
            </p:cNvSpPr>
            <p:nvPr/>
          </p:nvSpPr>
          <p:spPr bwMode="auto">
            <a:xfrm>
              <a:off x="5010150" y="4718050"/>
              <a:ext cx="414338" cy="287338"/>
            </a:xfrm>
            <a:prstGeom prst="rect">
              <a:avLst/>
            </a:prstGeom>
            <a:solidFill>
              <a:schemeClr val="accent1"/>
            </a:solidFill>
            <a:ln>
              <a:noFill/>
            </a:ln>
          </p:spPr>
          <p:txBody>
            <a:bodyPr anchor="ctr"/>
            <a:lstStyle/>
            <a:p>
              <a:pPr algn="ctr"/>
              <a:endParaRPr lang="zh-CN" altLang="zh-CN">
                <a:solidFill>
                  <a:schemeClr val="bg1">
                    <a:lumMod val="50000"/>
                  </a:schemeClr>
                </a:solidFill>
                <a:cs typeface="+mn-ea"/>
                <a:sym typeface="+mn-lt"/>
              </a:endParaRPr>
            </a:p>
          </p:txBody>
        </p:sp>
        <p:sp>
          <p:nvSpPr>
            <p:cNvPr id="63" name="矩形 35">
              <a:extLst>
                <a:ext uri="{FF2B5EF4-FFF2-40B4-BE49-F238E27FC236}">
                  <a16:creationId xmlns:a16="http://schemas.microsoft.com/office/drawing/2014/main" id="{DA6D6CD6-F469-0542-8676-5F769A055F9C}"/>
                </a:ext>
              </a:extLst>
            </p:cNvPr>
            <p:cNvSpPr>
              <a:spLocks noChangeArrowheads="1"/>
            </p:cNvSpPr>
            <p:nvPr/>
          </p:nvSpPr>
          <p:spPr bwMode="auto">
            <a:xfrm>
              <a:off x="3481387" y="2768600"/>
              <a:ext cx="775032" cy="37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400" b="1">
                  <a:solidFill>
                    <a:schemeClr val="bg1">
                      <a:lumMod val="50000"/>
                    </a:schemeClr>
                  </a:solidFill>
                  <a:cs typeface="+mn-ea"/>
                  <a:sym typeface="+mn-lt"/>
                </a:rPr>
                <a:t>80%</a:t>
              </a:r>
              <a:endParaRPr lang="zh-CN" altLang="en-US" sz="1400" b="1">
                <a:solidFill>
                  <a:schemeClr val="bg1">
                    <a:lumMod val="50000"/>
                  </a:schemeClr>
                </a:solidFill>
                <a:cs typeface="+mn-ea"/>
                <a:sym typeface="+mn-lt"/>
              </a:endParaRPr>
            </a:p>
          </p:txBody>
        </p:sp>
        <p:sp>
          <p:nvSpPr>
            <p:cNvPr id="64" name="矩形 36">
              <a:extLst>
                <a:ext uri="{FF2B5EF4-FFF2-40B4-BE49-F238E27FC236}">
                  <a16:creationId xmlns:a16="http://schemas.microsoft.com/office/drawing/2014/main" id="{D9732847-55CB-7A4B-8320-267A285046E1}"/>
                </a:ext>
              </a:extLst>
            </p:cNvPr>
            <p:cNvSpPr>
              <a:spLocks noChangeArrowheads="1"/>
            </p:cNvSpPr>
            <p:nvPr/>
          </p:nvSpPr>
          <p:spPr bwMode="auto">
            <a:xfrm>
              <a:off x="4227513" y="3149600"/>
              <a:ext cx="775032" cy="37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400" b="1">
                  <a:solidFill>
                    <a:schemeClr val="bg1">
                      <a:lumMod val="50000"/>
                    </a:schemeClr>
                  </a:solidFill>
                  <a:cs typeface="+mn-ea"/>
                  <a:sym typeface="+mn-lt"/>
                </a:rPr>
                <a:t>60%</a:t>
              </a:r>
              <a:endParaRPr lang="zh-CN" altLang="en-US" sz="1400" b="1">
                <a:solidFill>
                  <a:schemeClr val="bg1">
                    <a:lumMod val="50000"/>
                  </a:schemeClr>
                </a:solidFill>
                <a:cs typeface="+mn-ea"/>
                <a:sym typeface="+mn-lt"/>
              </a:endParaRPr>
            </a:p>
          </p:txBody>
        </p:sp>
        <p:sp>
          <p:nvSpPr>
            <p:cNvPr id="65" name="矩形 37">
              <a:extLst>
                <a:ext uri="{FF2B5EF4-FFF2-40B4-BE49-F238E27FC236}">
                  <a16:creationId xmlns:a16="http://schemas.microsoft.com/office/drawing/2014/main" id="{D6A74934-31B2-6545-91A5-93BC6A7E1F2D}"/>
                </a:ext>
              </a:extLst>
            </p:cNvPr>
            <p:cNvSpPr>
              <a:spLocks noChangeArrowheads="1"/>
            </p:cNvSpPr>
            <p:nvPr/>
          </p:nvSpPr>
          <p:spPr bwMode="auto">
            <a:xfrm>
              <a:off x="4960938" y="5043488"/>
              <a:ext cx="775032" cy="37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400" b="1">
                  <a:solidFill>
                    <a:schemeClr val="bg1">
                      <a:lumMod val="50000"/>
                    </a:schemeClr>
                  </a:solidFill>
                  <a:cs typeface="+mn-ea"/>
                  <a:sym typeface="+mn-lt"/>
                </a:rPr>
                <a:t>10%</a:t>
              </a:r>
              <a:endParaRPr lang="zh-CN" altLang="en-US" sz="1400" b="1">
                <a:solidFill>
                  <a:schemeClr val="bg1">
                    <a:lumMod val="50000"/>
                  </a:schemeClr>
                </a:solidFill>
                <a:cs typeface="+mn-ea"/>
                <a:sym typeface="+mn-lt"/>
              </a:endParaRPr>
            </a:p>
          </p:txBody>
        </p:sp>
        <p:sp>
          <p:nvSpPr>
            <p:cNvPr id="66" name="矩形 38">
              <a:extLst>
                <a:ext uri="{FF2B5EF4-FFF2-40B4-BE49-F238E27FC236}">
                  <a16:creationId xmlns:a16="http://schemas.microsoft.com/office/drawing/2014/main" id="{A65F9485-204F-8F48-A04F-7ED03154E582}"/>
                </a:ext>
              </a:extLst>
            </p:cNvPr>
            <p:cNvSpPr>
              <a:spLocks noChangeArrowheads="1"/>
            </p:cNvSpPr>
            <p:nvPr/>
          </p:nvSpPr>
          <p:spPr bwMode="auto">
            <a:xfrm>
              <a:off x="2725738" y="3460750"/>
              <a:ext cx="775032" cy="37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400" b="1">
                  <a:solidFill>
                    <a:schemeClr val="bg1">
                      <a:lumMod val="50000"/>
                    </a:schemeClr>
                  </a:solidFill>
                  <a:cs typeface="+mn-ea"/>
                  <a:sym typeface="+mn-lt"/>
                </a:rPr>
                <a:t>40%</a:t>
              </a:r>
              <a:endParaRPr lang="zh-CN" altLang="en-US" sz="1400" b="1">
                <a:solidFill>
                  <a:schemeClr val="bg1">
                    <a:lumMod val="50000"/>
                  </a:schemeClr>
                </a:solidFill>
                <a:cs typeface="+mn-ea"/>
                <a:sym typeface="+mn-lt"/>
              </a:endParaRPr>
            </a:p>
          </p:txBody>
        </p:sp>
        <p:sp>
          <p:nvSpPr>
            <p:cNvPr id="67" name="矩形 39">
              <a:extLst>
                <a:ext uri="{FF2B5EF4-FFF2-40B4-BE49-F238E27FC236}">
                  <a16:creationId xmlns:a16="http://schemas.microsoft.com/office/drawing/2014/main" id="{F11641DE-2DE4-3E4B-B047-AA4AC3935221}"/>
                </a:ext>
              </a:extLst>
            </p:cNvPr>
            <p:cNvSpPr>
              <a:spLocks noChangeArrowheads="1"/>
            </p:cNvSpPr>
            <p:nvPr/>
          </p:nvSpPr>
          <p:spPr bwMode="auto">
            <a:xfrm>
              <a:off x="2003425" y="2425700"/>
              <a:ext cx="775032" cy="37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400" b="1">
                  <a:solidFill>
                    <a:schemeClr val="bg1">
                      <a:lumMod val="50000"/>
                    </a:schemeClr>
                  </a:solidFill>
                  <a:cs typeface="+mn-ea"/>
                  <a:sym typeface="+mn-lt"/>
                </a:rPr>
                <a:t>90%</a:t>
              </a:r>
              <a:endParaRPr lang="zh-CN" altLang="en-US" sz="1400" b="1">
                <a:solidFill>
                  <a:schemeClr val="bg1">
                    <a:lumMod val="50000"/>
                  </a:schemeClr>
                </a:solidFill>
                <a:cs typeface="+mn-ea"/>
                <a:sym typeface="+mn-lt"/>
              </a:endParaRPr>
            </a:p>
          </p:txBody>
        </p:sp>
        <p:sp>
          <p:nvSpPr>
            <p:cNvPr id="68" name="矩形 40">
              <a:extLst>
                <a:ext uri="{FF2B5EF4-FFF2-40B4-BE49-F238E27FC236}">
                  <a16:creationId xmlns:a16="http://schemas.microsoft.com/office/drawing/2014/main" id="{8D643AE5-31B2-834D-BD04-A6FEF2D9B7E3}"/>
                </a:ext>
              </a:extLst>
            </p:cNvPr>
            <p:cNvSpPr>
              <a:spLocks noChangeArrowheads="1"/>
            </p:cNvSpPr>
            <p:nvPr/>
          </p:nvSpPr>
          <p:spPr bwMode="auto">
            <a:xfrm>
              <a:off x="1273175" y="3268663"/>
              <a:ext cx="775032" cy="37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400" b="1">
                  <a:solidFill>
                    <a:schemeClr val="bg1">
                      <a:lumMod val="50000"/>
                    </a:schemeClr>
                  </a:solidFill>
                  <a:cs typeface="+mn-ea"/>
                  <a:sym typeface="+mn-lt"/>
                </a:rPr>
                <a:t>50%</a:t>
              </a:r>
              <a:endParaRPr lang="zh-CN" altLang="en-US" sz="1400" b="1">
                <a:solidFill>
                  <a:schemeClr val="bg1">
                    <a:lumMod val="50000"/>
                  </a:schemeClr>
                </a:solidFill>
                <a:cs typeface="+mn-ea"/>
                <a:sym typeface="+mn-lt"/>
              </a:endParaRPr>
            </a:p>
          </p:txBody>
        </p:sp>
        <p:sp>
          <p:nvSpPr>
            <p:cNvPr id="69" name="矩形 41">
              <a:extLst>
                <a:ext uri="{FF2B5EF4-FFF2-40B4-BE49-F238E27FC236}">
                  <a16:creationId xmlns:a16="http://schemas.microsoft.com/office/drawing/2014/main" id="{5FB0AE09-D7CE-CF4B-8F0C-FF168313E1F2}"/>
                </a:ext>
              </a:extLst>
            </p:cNvPr>
            <p:cNvSpPr>
              <a:spLocks noChangeArrowheads="1"/>
            </p:cNvSpPr>
            <p:nvPr/>
          </p:nvSpPr>
          <p:spPr bwMode="auto">
            <a:xfrm>
              <a:off x="5703888" y="5332413"/>
              <a:ext cx="775032" cy="37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400" b="1">
                  <a:solidFill>
                    <a:schemeClr val="bg1">
                      <a:lumMod val="50000"/>
                    </a:schemeClr>
                  </a:solidFill>
                  <a:cs typeface="+mn-ea"/>
                  <a:sym typeface="+mn-lt"/>
                </a:rPr>
                <a:t>20%</a:t>
              </a:r>
              <a:endParaRPr lang="zh-CN" altLang="en-US" sz="1400" b="1">
                <a:solidFill>
                  <a:schemeClr val="bg1">
                    <a:lumMod val="50000"/>
                  </a:schemeClr>
                </a:solidFill>
                <a:cs typeface="+mn-ea"/>
                <a:sym typeface="+mn-lt"/>
              </a:endParaRPr>
            </a:p>
          </p:txBody>
        </p:sp>
        <p:sp>
          <p:nvSpPr>
            <p:cNvPr id="70" name="矩形 42">
              <a:extLst>
                <a:ext uri="{FF2B5EF4-FFF2-40B4-BE49-F238E27FC236}">
                  <a16:creationId xmlns:a16="http://schemas.microsoft.com/office/drawing/2014/main" id="{1F5B666E-5C5C-E74E-8418-D23DF91F66F7}"/>
                </a:ext>
              </a:extLst>
            </p:cNvPr>
            <p:cNvSpPr>
              <a:spLocks noChangeArrowheads="1"/>
            </p:cNvSpPr>
            <p:nvPr/>
          </p:nvSpPr>
          <p:spPr bwMode="auto">
            <a:xfrm>
              <a:off x="6423025" y="3625850"/>
              <a:ext cx="775032" cy="37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400" b="1">
                  <a:solidFill>
                    <a:schemeClr val="bg1">
                      <a:lumMod val="50000"/>
                    </a:schemeClr>
                  </a:solidFill>
                  <a:cs typeface="+mn-ea"/>
                  <a:sym typeface="+mn-lt"/>
                </a:rPr>
                <a:t>30%</a:t>
              </a:r>
              <a:endParaRPr lang="zh-CN" altLang="en-US" sz="1400" b="1">
                <a:solidFill>
                  <a:schemeClr val="bg1">
                    <a:lumMod val="50000"/>
                  </a:schemeClr>
                </a:solidFill>
                <a:cs typeface="+mn-ea"/>
                <a:sym typeface="+mn-lt"/>
              </a:endParaRPr>
            </a:p>
          </p:txBody>
        </p:sp>
        <p:sp>
          <p:nvSpPr>
            <p:cNvPr id="71" name="矩形 10">
              <a:extLst>
                <a:ext uri="{FF2B5EF4-FFF2-40B4-BE49-F238E27FC236}">
                  <a16:creationId xmlns:a16="http://schemas.microsoft.com/office/drawing/2014/main" id="{26A47608-E9EE-DD48-A02D-23982CDF362A}"/>
                </a:ext>
              </a:extLst>
            </p:cNvPr>
            <p:cNvSpPr>
              <a:spLocks noChangeArrowheads="1"/>
            </p:cNvSpPr>
            <p:nvPr/>
          </p:nvSpPr>
          <p:spPr bwMode="auto">
            <a:xfrm>
              <a:off x="6501343" y="3933627"/>
              <a:ext cx="412750" cy="665361"/>
            </a:xfrm>
            <a:prstGeom prst="rect">
              <a:avLst/>
            </a:prstGeom>
            <a:solidFill>
              <a:schemeClr val="accent2"/>
            </a:solidFill>
            <a:ln>
              <a:noFill/>
            </a:ln>
          </p:spPr>
          <p:txBody>
            <a:bodyPr anchor="ctr"/>
            <a:lstStyle/>
            <a:p>
              <a:pPr algn="ctr"/>
              <a:endParaRPr lang="zh-CN" altLang="zh-CN">
                <a:solidFill>
                  <a:schemeClr val="bg1">
                    <a:lumMod val="50000"/>
                  </a:schemeClr>
                </a:solidFill>
                <a:cs typeface="+mn-ea"/>
                <a:sym typeface="+mn-lt"/>
              </a:endParaRPr>
            </a:p>
          </p:txBody>
        </p:sp>
        <p:sp>
          <p:nvSpPr>
            <p:cNvPr id="72" name="矩形 10">
              <a:extLst>
                <a:ext uri="{FF2B5EF4-FFF2-40B4-BE49-F238E27FC236}">
                  <a16:creationId xmlns:a16="http://schemas.microsoft.com/office/drawing/2014/main" id="{B11F2C65-73F2-9149-B26E-3E5E03AD9194}"/>
                </a:ext>
              </a:extLst>
            </p:cNvPr>
            <p:cNvSpPr>
              <a:spLocks noChangeArrowheads="1"/>
            </p:cNvSpPr>
            <p:nvPr/>
          </p:nvSpPr>
          <p:spPr bwMode="auto">
            <a:xfrm>
              <a:off x="4305831" y="3457377"/>
              <a:ext cx="412750" cy="1141611"/>
            </a:xfrm>
            <a:prstGeom prst="rect">
              <a:avLst/>
            </a:prstGeom>
            <a:solidFill>
              <a:schemeClr val="accent2"/>
            </a:solidFill>
            <a:ln>
              <a:noFill/>
            </a:ln>
          </p:spPr>
          <p:txBody>
            <a:bodyPr anchor="ctr"/>
            <a:lstStyle/>
            <a:p>
              <a:pPr algn="ctr"/>
              <a:endParaRPr lang="zh-CN" altLang="zh-CN">
                <a:solidFill>
                  <a:schemeClr val="bg1">
                    <a:lumMod val="50000"/>
                  </a:schemeClr>
                </a:solidFill>
                <a:cs typeface="+mn-ea"/>
                <a:sym typeface="+mn-lt"/>
              </a:endParaRPr>
            </a:p>
          </p:txBody>
        </p:sp>
        <p:sp>
          <p:nvSpPr>
            <p:cNvPr id="73" name="矩形 10">
              <a:extLst>
                <a:ext uri="{FF2B5EF4-FFF2-40B4-BE49-F238E27FC236}">
                  <a16:creationId xmlns:a16="http://schemas.microsoft.com/office/drawing/2014/main" id="{A43772FC-D62A-534B-B1C1-4A4EC998C653}"/>
                </a:ext>
              </a:extLst>
            </p:cNvPr>
            <p:cNvSpPr>
              <a:spLocks noChangeArrowheads="1"/>
            </p:cNvSpPr>
            <p:nvPr/>
          </p:nvSpPr>
          <p:spPr bwMode="auto">
            <a:xfrm>
              <a:off x="3554944" y="3149601"/>
              <a:ext cx="412750" cy="1449388"/>
            </a:xfrm>
            <a:prstGeom prst="rect">
              <a:avLst/>
            </a:prstGeom>
            <a:solidFill>
              <a:schemeClr val="accent2"/>
            </a:solidFill>
            <a:ln>
              <a:noFill/>
            </a:ln>
          </p:spPr>
          <p:txBody>
            <a:bodyPr anchor="ctr"/>
            <a:lstStyle/>
            <a:p>
              <a:pPr algn="ctr"/>
              <a:endParaRPr lang="zh-CN" altLang="zh-CN">
                <a:solidFill>
                  <a:schemeClr val="bg1">
                    <a:lumMod val="50000"/>
                  </a:schemeClr>
                </a:solidFill>
                <a:cs typeface="+mn-ea"/>
                <a:sym typeface="+mn-lt"/>
              </a:endParaRPr>
            </a:p>
          </p:txBody>
        </p:sp>
        <p:sp>
          <p:nvSpPr>
            <p:cNvPr id="74" name="矩形 10">
              <a:extLst>
                <a:ext uri="{FF2B5EF4-FFF2-40B4-BE49-F238E27FC236}">
                  <a16:creationId xmlns:a16="http://schemas.microsoft.com/office/drawing/2014/main" id="{AEFDD92E-2EA4-E947-AD4F-42AB6239193D}"/>
                </a:ext>
              </a:extLst>
            </p:cNvPr>
            <p:cNvSpPr>
              <a:spLocks noChangeArrowheads="1"/>
            </p:cNvSpPr>
            <p:nvPr/>
          </p:nvSpPr>
          <p:spPr bwMode="auto">
            <a:xfrm>
              <a:off x="2804056" y="3933627"/>
              <a:ext cx="412750" cy="665362"/>
            </a:xfrm>
            <a:prstGeom prst="rect">
              <a:avLst/>
            </a:prstGeom>
            <a:solidFill>
              <a:schemeClr val="accent2"/>
            </a:solidFill>
            <a:ln>
              <a:noFill/>
            </a:ln>
          </p:spPr>
          <p:txBody>
            <a:bodyPr anchor="ctr"/>
            <a:lstStyle/>
            <a:p>
              <a:pPr algn="ctr"/>
              <a:endParaRPr lang="zh-CN" altLang="zh-CN">
                <a:solidFill>
                  <a:schemeClr val="bg1">
                    <a:lumMod val="50000"/>
                  </a:schemeClr>
                </a:solidFill>
                <a:cs typeface="+mn-ea"/>
                <a:sym typeface="+mn-lt"/>
              </a:endParaRPr>
            </a:p>
          </p:txBody>
        </p:sp>
        <p:sp>
          <p:nvSpPr>
            <p:cNvPr id="75" name="矩形 10">
              <a:extLst>
                <a:ext uri="{FF2B5EF4-FFF2-40B4-BE49-F238E27FC236}">
                  <a16:creationId xmlns:a16="http://schemas.microsoft.com/office/drawing/2014/main" id="{5F901A2F-1D8B-FE42-A8F5-E8B2ED499C78}"/>
                </a:ext>
              </a:extLst>
            </p:cNvPr>
            <p:cNvSpPr>
              <a:spLocks noChangeArrowheads="1"/>
            </p:cNvSpPr>
            <p:nvPr/>
          </p:nvSpPr>
          <p:spPr bwMode="auto">
            <a:xfrm>
              <a:off x="2081743" y="2768600"/>
              <a:ext cx="412750" cy="1830389"/>
            </a:xfrm>
            <a:prstGeom prst="rect">
              <a:avLst/>
            </a:prstGeom>
            <a:solidFill>
              <a:schemeClr val="accent2"/>
            </a:solidFill>
            <a:ln>
              <a:noFill/>
            </a:ln>
          </p:spPr>
          <p:txBody>
            <a:bodyPr anchor="ctr"/>
            <a:lstStyle/>
            <a:p>
              <a:pPr algn="ctr"/>
              <a:endParaRPr lang="zh-CN" altLang="zh-CN">
                <a:solidFill>
                  <a:schemeClr val="bg1">
                    <a:lumMod val="50000"/>
                  </a:schemeClr>
                </a:solidFill>
                <a:cs typeface="+mn-ea"/>
                <a:sym typeface="+mn-lt"/>
              </a:endParaRPr>
            </a:p>
          </p:txBody>
        </p:sp>
        <p:sp>
          <p:nvSpPr>
            <p:cNvPr id="76" name="矩形 10">
              <a:extLst>
                <a:ext uri="{FF2B5EF4-FFF2-40B4-BE49-F238E27FC236}">
                  <a16:creationId xmlns:a16="http://schemas.microsoft.com/office/drawing/2014/main" id="{EDEF1E6D-55D2-834F-9E3D-5D47CE16CDB7}"/>
                </a:ext>
              </a:extLst>
            </p:cNvPr>
            <p:cNvSpPr>
              <a:spLocks noChangeArrowheads="1"/>
            </p:cNvSpPr>
            <p:nvPr/>
          </p:nvSpPr>
          <p:spPr bwMode="auto">
            <a:xfrm>
              <a:off x="1351493" y="3625850"/>
              <a:ext cx="412750" cy="973139"/>
            </a:xfrm>
            <a:prstGeom prst="rect">
              <a:avLst/>
            </a:prstGeom>
            <a:solidFill>
              <a:schemeClr val="accent2"/>
            </a:solidFill>
            <a:ln>
              <a:noFill/>
            </a:ln>
          </p:spPr>
          <p:txBody>
            <a:bodyPr anchor="ctr"/>
            <a:lstStyle/>
            <a:p>
              <a:pPr algn="ctr"/>
              <a:endParaRPr lang="zh-CN" altLang="zh-CN">
                <a:solidFill>
                  <a:schemeClr val="bg1">
                    <a:lumMod val="50000"/>
                  </a:schemeClr>
                </a:solidFill>
                <a:cs typeface="+mn-ea"/>
                <a:sym typeface="+mn-lt"/>
              </a:endParaRPr>
            </a:p>
          </p:txBody>
        </p:sp>
      </p:grpSp>
      <p:sp>
        <p:nvSpPr>
          <p:cNvPr id="77" name="PA-文本框 9">
            <a:extLst>
              <a:ext uri="{FF2B5EF4-FFF2-40B4-BE49-F238E27FC236}">
                <a16:creationId xmlns:a16="http://schemas.microsoft.com/office/drawing/2014/main" id="{48E66ADD-AFD8-5A4B-94EB-83D426368B64}"/>
              </a:ext>
            </a:extLst>
          </p:cNvPr>
          <p:cNvSpPr txBox="1"/>
          <p:nvPr>
            <p:custDataLst>
              <p:tags r:id="R5f097fee9ef54743"/>
            </p:custDataLst>
          </p:nvPr>
        </p:nvSpPr>
        <p:spPr>
          <a:xfrm>
            <a:off x="6841359" y="4944533"/>
            <a:ext cx="4490637" cy="93256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sz="1400">
                <a:solidFill>
                  <a:schemeClr val="tx1">
                    <a:lumMod val="65000"/>
                    <a:lumOff val="35000"/>
                  </a:schemeClr>
                </a:solidFill>
                <a:latin typeface="+mn-lt"/>
                <a:ea typeface="+mn-ea"/>
                <a:cs typeface="+mn-ea"/>
                <a:sym typeface="+mn-lt"/>
              </a:rPr>
              <a:t>您的内容打在这里，或者通过复制您的文本后，在此框中选择粘贴，并选择只保留文字。在此录入上述图表的综合描述说明</a:t>
            </a:r>
          </a:p>
        </p:txBody>
      </p:sp>
    </p:spTree>
    <p:extLst>
      <p:ext uri="{BB962C8B-B14F-4D97-AF65-F5344CB8AC3E}">
        <p14:creationId xmlns:p14="http://schemas.microsoft.com/office/powerpoint/2010/main" val="32102819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4="http://schemas.microsoft.com/office/drawing/2010/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par>
                                <p:cTn id="8" presetID="22" presetClass="entr" presetSubtype="1" fill="hold" grpId="0" nodeType="withEffect">
                                  <p:stCondLst>
                                    <p:cond delay="1400"/>
                                  </p:stCondLst>
                                  <p:childTnLst>
                                    <p:set>
                                      <p:cBhvr>
                                        <p:cTn id="9" dur="1" fill="hold">
                                          <p:stCondLst>
                                            <p:cond delay="0"/>
                                          </p:stCondLst>
                                        </p:cTn>
                                        <p:tgtEl>
                                          <p:spTgt spid="77"/>
                                        </p:tgtEl>
                                        <p:attrNameLst>
                                          <p:attrName>style.visibility</p:attrName>
                                        </p:attrNameLst>
                                      </p:cBhvr>
                                      <p:to>
                                        <p:strVal val="visible"/>
                                      </p:to>
                                    </p:set>
                                    <p:animEffect transition="in" filter="wipe(up)">
                                      <p:cBhvr>
                                        <p:cTn id="10"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a:extLst>
              <a:ext uri="{FF2B5EF4-FFF2-40B4-BE49-F238E27FC236}">
                <a16:creationId xmlns:a16="http://schemas.microsoft.com/office/drawing/2014/main" id="{66D120D5-8552-4C32-A574-8AFE7FB82472}"/>
              </a:ext>
            </a:extLst>
          </p:cNvPr>
          <p:cNvGrpSpPr/>
          <p:nvPr/>
        </p:nvGrpSpPr>
        <p:grpSpPr>
          <a:xfrm>
            <a:off x="-1691710" y="-2304740"/>
            <a:ext cx="17955868" cy="13898750"/>
            <a:chOff x="-1691710" y="-2304740"/>
            <a:chExt cx="17955868" cy="13898750"/>
          </a:xfrm>
        </p:grpSpPr>
        <p:sp>
          <p:nvSpPr>
            <p:cNvPr id="20" name="Circle">
              <a:extLst>
                <a:ext uri="{FF2B5EF4-FFF2-40B4-BE49-F238E27FC236}">
                  <a16:creationId xmlns:a16="http://schemas.microsoft.com/office/drawing/2014/main" id="{EA4E32D0-51C7-4497-BBF8-12F84F406A73}"/>
                </a:ext>
              </a:extLst>
            </p:cNvPr>
            <p:cNvSpPr/>
            <p:nvPr/>
          </p:nvSpPr>
          <p:spPr>
            <a:xfrm>
              <a:off x="4325223" y="-2304740"/>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21" name="Rectangle 19">
              <a:extLst>
                <a:ext uri="{FF2B5EF4-FFF2-40B4-BE49-F238E27FC236}">
                  <a16:creationId xmlns:a16="http://schemas.microsoft.com/office/drawing/2014/main" id="{FC622251-F96A-494D-9FF6-CEED6C65A469}"/>
                </a:ext>
              </a:extLst>
            </p:cNvPr>
            <p:cNvSpPr/>
            <p:nvPr/>
          </p:nvSpPr>
          <p:spPr>
            <a:xfrm>
              <a:off x="4152214" y="175783"/>
              <a:ext cx="3995676" cy="469633"/>
            </a:xfrm>
            <a:prstGeom prst="rect">
              <a:avLst/>
            </a:prstGeom>
          </p:spPr>
          <p:txBody>
            <a:bodyPr wrap="none" lIns="0" tIns="0" rIns="0" bIns="0">
              <a:noAutofit/>
            </a:bodyPr>
            <a:lstStyle/>
            <a:p>
              <a:pPr algn="ctr"/>
              <a:r>
                <a:rPr lang="zh-CN" altLang="en-US" sz="2000" b="1" spc="1200">
                  <a:solidFill>
                    <a:schemeClr val="bg1"/>
                  </a:solidFill>
                  <a:cs typeface="+mn-ea"/>
                  <a:sym typeface="+mn-lt"/>
                </a:rPr>
                <a:t>输入你的标题</a:t>
              </a:r>
            </a:p>
          </p:txBody>
        </p:sp>
        <p:sp>
          <p:nvSpPr>
            <p:cNvPr id="22" name="Circle">
              <a:extLst>
                <a:ext uri="{FF2B5EF4-FFF2-40B4-BE49-F238E27FC236}">
                  <a16:creationId xmlns:a16="http://schemas.microsoft.com/office/drawing/2014/main" id="{CB7B4789-4B8D-48B0-AF41-C54DC2963C41}"/>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23" name="Circle">
              <a:extLst>
                <a:ext uri="{FF2B5EF4-FFF2-40B4-BE49-F238E27FC236}">
                  <a16:creationId xmlns:a16="http://schemas.microsoft.com/office/drawing/2014/main" id="{15089935-048B-45D7-A477-E13063B954B9}"/>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41" name="Circle">
              <a:extLst>
                <a:ext uri="{FF2B5EF4-FFF2-40B4-BE49-F238E27FC236}">
                  <a16:creationId xmlns:a16="http://schemas.microsoft.com/office/drawing/2014/main" id="{AF0B0FB1-93AE-440E-8849-A554408D4CBD}"/>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grpSp>
        <p:nvGrpSpPr>
          <p:cNvPr id="24" name="12f1ddf5-daff-4890-8673-b03081a331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410634F4-05AB-412C-BDE4-DD1DF8F6A873}"/>
              </a:ext>
            </a:extLst>
          </p:cNvPr>
          <p:cNvGrpSpPr>
            <a:grpSpLocks noChangeAspect="1"/>
          </p:cNvGrpSpPr>
          <p:nvPr>
            <p:custDataLst>
              <p:tags r:id="R775b9f8e3de141cb"/>
            </p:custDataLst>
          </p:nvPr>
        </p:nvGrpSpPr>
        <p:grpSpPr>
          <a:xfrm>
            <a:off x="0" y="2580040"/>
            <a:ext cx="12192000" cy="1371600"/>
            <a:chOff x="0" y="2814989"/>
            <a:chExt cx="12192000" cy="1371600"/>
          </a:xfrm>
        </p:grpSpPr>
        <p:sp>
          <p:nvSpPr>
            <p:cNvPr id="25" name="iṧlîďé">
              <a:extLst>
                <a:ext uri="{FF2B5EF4-FFF2-40B4-BE49-F238E27FC236}">
                  <a16:creationId xmlns:a16="http://schemas.microsoft.com/office/drawing/2014/main" id="{B8968843-AD81-4469-8FFC-4FD5AB92E63A}"/>
                </a:ext>
              </a:extLst>
            </p:cNvPr>
            <p:cNvSpPr/>
            <p:nvPr/>
          </p:nvSpPr>
          <p:spPr>
            <a:xfrm>
              <a:off x="1787142" y="2814989"/>
              <a:ext cx="1371600" cy="13716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05840" anchor="b">
              <a:normAutofit fontScale="47500" lnSpcReduction="20000"/>
            </a:bodyPr>
            <a:lstStyle/>
            <a:p>
              <a:pPr algn="ctr"/>
              <a:r>
                <a:rPr lang="zh-CN" altLang="en-US" sz="3200">
                  <a:solidFill>
                    <a:schemeClr val="bg1"/>
                  </a:solidFill>
                  <a:cs typeface="+mn-ea"/>
                  <a:sym typeface="+mn-lt"/>
                </a:rPr>
                <a:t>标题</a:t>
              </a:r>
            </a:p>
          </p:txBody>
        </p:sp>
        <p:sp>
          <p:nvSpPr>
            <p:cNvPr id="26" name="ïśliḓé">
              <a:extLst>
                <a:ext uri="{FF2B5EF4-FFF2-40B4-BE49-F238E27FC236}">
                  <a16:creationId xmlns:a16="http://schemas.microsoft.com/office/drawing/2014/main" id="{E77D54B7-B301-495F-BFB8-42F0E39A7D29}"/>
                </a:ext>
              </a:extLst>
            </p:cNvPr>
            <p:cNvSpPr/>
            <p:nvPr/>
          </p:nvSpPr>
          <p:spPr>
            <a:xfrm>
              <a:off x="3236365" y="2814989"/>
              <a:ext cx="1371600" cy="1371600"/>
            </a:xfrm>
            <a:prstGeom prst="roundRect">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05840" anchor="b">
              <a:normAutofit fontScale="47500" lnSpcReduction="20000"/>
            </a:bodyPr>
            <a:lstStyle/>
            <a:p>
              <a:pPr algn="ctr"/>
              <a:r>
                <a:rPr lang="zh-CN" altLang="en-US" sz="3200">
                  <a:solidFill>
                    <a:schemeClr val="bg1"/>
                  </a:solidFill>
                  <a:cs typeface="+mn-ea"/>
                  <a:sym typeface="+mn-lt"/>
                </a:rPr>
                <a:t>标题</a:t>
              </a:r>
            </a:p>
          </p:txBody>
        </p:sp>
        <p:sp>
          <p:nvSpPr>
            <p:cNvPr id="27" name="îŝļiḋé">
              <a:extLst>
                <a:ext uri="{FF2B5EF4-FFF2-40B4-BE49-F238E27FC236}">
                  <a16:creationId xmlns:a16="http://schemas.microsoft.com/office/drawing/2014/main" id="{6EC8364D-1F0A-4D1E-A627-692847E0EAF4}"/>
                </a:ext>
              </a:extLst>
            </p:cNvPr>
            <p:cNvSpPr/>
            <p:nvPr/>
          </p:nvSpPr>
          <p:spPr>
            <a:xfrm>
              <a:off x="4685588" y="2814989"/>
              <a:ext cx="1371600" cy="13716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05840" anchor="b">
              <a:normAutofit fontScale="47500" lnSpcReduction="20000"/>
            </a:bodyPr>
            <a:lstStyle/>
            <a:p>
              <a:pPr algn="ctr"/>
              <a:r>
                <a:rPr lang="zh-CN" altLang="en-US" sz="3200">
                  <a:solidFill>
                    <a:schemeClr val="bg1"/>
                  </a:solidFill>
                  <a:cs typeface="+mn-ea"/>
                  <a:sym typeface="+mn-lt"/>
                </a:rPr>
                <a:t>标题</a:t>
              </a:r>
            </a:p>
          </p:txBody>
        </p:sp>
        <p:sp>
          <p:nvSpPr>
            <p:cNvPr id="28" name="îşlîḋè">
              <a:extLst>
                <a:ext uri="{FF2B5EF4-FFF2-40B4-BE49-F238E27FC236}">
                  <a16:creationId xmlns:a16="http://schemas.microsoft.com/office/drawing/2014/main" id="{F899DC7E-96EE-4863-8E46-A40B8B7FDAC0}"/>
                </a:ext>
              </a:extLst>
            </p:cNvPr>
            <p:cNvSpPr/>
            <p:nvPr/>
          </p:nvSpPr>
          <p:spPr>
            <a:xfrm>
              <a:off x="6134811" y="2814989"/>
              <a:ext cx="1371600" cy="1371600"/>
            </a:xfrm>
            <a:prstGeom prst="roundRect">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05840" anchor="b">
              <a:normAutofit fontScale="47500" lnSpcReduction="20000"/>
            </a:bodyPr>
            <a:lstStyle/>
            <a:p>
              <a:pPr algn="ctr"/>
              <a:r>
                <a:rPr lang="zh-CN" altLang="en-US" sz="3200">
                  <a:solidFill>
                    <a:schemeClr val="bg1"/>
                  </a:solidFill>
                  <a:cs typeface="+mn-ea"/>
                  <a:sym typeface="+mn-lt"/>
                </a:rPr>
                <a:t>标题</a:t>
              </a:r>
            </a:p>
          </p:txBody>
        </p:sp>
        <p:sp>
          <p:nvSpPr>
            <p:cNvPr id="29" name="isľiḍè">
              <a:extLst>
                <a:ext uri="{FF2B5EF4-FFF2-40B4-BE49-F238E27FC236}">
                  <a16:creationId xmlns:a16="http://schemas.microsoft.com/office/drawing/2014/main" id="{86FF7A8A-B6FD-4FBE-A897-EA0C17A48939}"/>
                </a:ext>
              </a:extLst>
            </p:cNvPr>
            <p:cNvSpPr/>
            <p:nvPr/>
          </p:nvSpPr>
          <p:spPr>
            <a:xfrm>
              <a:off x="7584034" y="2814989"/>
              <a:ext cx="1371600" cy="13716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05840" anchor="b">
              <a:normAutofit fontScale="47500" lnSpcReduction="20000"/>
            </a:bodyPr>
            <a:lstStyle/>
            <a:p>
              <a:pPr algn="ctr"/>
              <a:r>
                <a:rPr lang="zh-CN" altLang="en-US" sz="3200">
                  <a:solidFill>
                    <a:schemeClr val="bg1"/>
                  </a:solidFill>
                  <a:cs typeface="+mn-ea"/>
                  <a:sym typeface="+mn-lt"/>
                </a:rPr>
                <a:t>标题</a:t>
              </a:r>
            </a:p>
          </p:txBody>
        </p:sp>
        <p:sp>
          <p:nvSpPr>
            <p:cNvPr id="30" name="ïṥľiḑé">
              <a:extLst>
                <a:ext uri="{FF2B5EF4-FFF2-40B4-BE49-F238E27FC236}">
                  <a16:creationId xmlns:a16="http://schemas.microsoft.com/office/drawing/2014/main" id="{33CF96B8-57A2-4BB4-863F-88E0AD53B28A}"/>
                </a:ext>
              </a:extLst>
            </p:cNvPr>
            <p:cNvSpPr/>
            <p:nvPr/>
          </p:nvSpPr>
          <p:spPr>
            <a:xfrm>
              <a:off x="9033258" y="2814989"/>
              <a:ext cx="1371600" cy="1371600"/>
            </a:xfrm>
            <a:prstGeom prst="roundRect">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05840" anchor="b">
              <a:normAutofit fontScale="47500" lnSpcReduction="20000"/>
            </a:bodyPr>
            <a:lstStyle/>
            <a:p>
              <a:pPr algn="ctr"/>
              <a:r>
                <a:rPr lang="zh-CN" altLang="en-US" sz="3200">
                  <a:solidFill>
                    <a:schemeClr val="bg1"/>
                  </a:solidFill>
                  <a:cs typeface="+mn-ea"/>
                  <a:sym typeface="+mn-lt"/>
                </a:rPr>
                <a:t>标题</a:t>
              </a:r>
            </a:p>
          </p:txBody>
        </p:sp>
        <p:sp>
          <p:nvSpPr>
            <p:cNvPr id="31" name="îṧľîḑe">
              <a:extLst>
                <a:ext uri="{FF2B5EF4-FFF2-40B4-BE49-F238E27FC236}">
                  <a16:creationId xmlns:a16="http://schemas.microsoft.com/office/drawing/2014/main" id="{70389453-A226-4C99-9AD2-3966BFE9F088}"/>
                </a:ext>
              </a:extLst>
            </p:cNvPr>
            <p:cNvSpPr/>
            <p:nvPr/>
          </p:nvSpPr>
          <p:spPr>
            <a:xfrm>
              <a:off x="0" y="3272189"/>
              <a:ext cx="1709518" cy="457200"/>
            </a:xfrm>
            <a:prstGeom prst="rect">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2" name="îŝľiḓé">
              <a:extLst>
                <a:ext uri="{FF2B5EF4-FFF2-40B4-BE49-F238E27FC236}">
                  <a16:creationId xmlns:a16="http://schemas.microsoft.com/office/drawing/2014/main" id="{401A9634-359A-4A2B-83CA-CD64A89AFD52}"/>
                </a:ext>
              </a:extLst>
            </p:cNvPr>
            <p:cNvSpPr/>
            <p:nvPr/>
          </p:nvSpPr>
          <p:spPr>
            <a:xfrm>
              <a:off x="10482482" y="3272189"/>
              <a:ext cx="1709518" cy="457200"/>
            </a:xfrm>
            <a:prstGeom prst="rect">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3" name="íŝľîḋé">
              <a:extLst>
                <a:ext uri="{FF2B5EF4-FFF2-40B4-BE49-F238E27FC236}">
                  <a16:creationId xmlns:a16="http://schemas.microsoft.com/office/drawing/2014/main" id="{B4A54ED1-1451-4FBC-99F8-1F550049F218}"/>
                </a:ext>
              </a:extLst>
            </p:cNvPr>
            <p:cNvSpPr>
              <a:spLocks noChangeAspect="1"/>
            </p:cNvSpPr>
            <p:nvPr/>
          </p:nvSpPr>
          <p:spPr bwMode="auto">
            <a:xfrm>
              <a:off x="8064336" y="3269739"/>
              <a:ext cx="315908" cy="381053"/>
            </a:xfrm>
            <a:custGeom>
              <a:avLst/>
              <a:gdLst>
                <a:gd name="connsiteX0" fmla="*/ 97409 w 421152"/>
                <a:gd name="connsiteY0" fmla="*/ 433798 h 508000"/>
                <a:gd name="connsiteX1" fmla="*/ 80219 w 421152"/>
                <a:gd name="connsiteY1" fmla="*/ 450922 h 508000"/>
                <a:gd name="connsiteX2" fmla="*/ 97409 w 421152"/>
                <a:gd name="connsiteY2" fmla="*/ 465191 h 508000"/>
                <a:gd name="connsiteX3" fmla="*/ 312283 w 421152"/>
                <a:gd name="connsiteY3" fmla="*/ 465191 h 508000"/>
                <a:gd name="connsiteX4" fmla="*/ 326608 w 421152"/>
                <a:gd name="connsiteY4" fmla="*/ 450922 h 508000"/>
                <a:gd name="connsiteX5" fmla="*/ 312283 w 421152"/>
                <a:gd name="connsiteY5" fmla="*/ 433798 h 508000"/>
                <a:gd name="connsiteX6" fmla="*/ 97409 w 421152"/>
                <a:gd name="connsiteY6" fmla="*/ 433798 h 508000"/>
                <a:gd name="connsiteX7" fmla="*/ 51570 w 421152"/>
                <a:gd name="connsiteY7" fmla="*/ 333910 h 508000"/>
                <a:gd name="connsiteX8" fmla="*/ 25785 w 421152"/>
                <a:gd name="connsiteY8" fmla="*/ 362450 h 508000"/>
                <a:gd name="connsiteX9" fmla="*/ 25785 w 421152"/>
                <a:gd name="connsiteY9" fmla="*/ 419528 h 508000"/>
                <a:gd name="connsiteX10" fmla="*/ 42975 w 421152"/>
                <a:gd name="connsiteY10" fmla="*/ 419528 h 508000"/>
                <a:gd name="connsiteX11" fmla="*/ 42975 w 421152"/>
                <a:gd name="connsiteY11" fmla="*/ 396697 h 508000"/>
                <a:gd name="connsiteX12" fmla="*/ 68760 w 421152"/>
                <a:gd name="connsiteY12" fmla="*/ 371011 h 508000"/>
                <a:gd name="connsiteX13" fmla="*/ 352393 w 421152"/>
                <a:gd name="connsiteY13" fmla="*/ 371011 h 508000"/>
                <a:gd name="connsiteX14" fmla="*/ 375312 w 421152"/>
                <a:gd name="connsiteY14" fmla="*/ 396697 h 508000"/>
                <a:gd name="connsiteX15" fmla="*/ 375312 w 421152"/>
                <a:gd name="connsiteY15" fmla="*/ 419528 h 508000"/>
                <a:gd name="connsiteX16" fmla="*/ 383907 w 421152"/>
                <a:gd name="connsiteY16" fmla="*/ 419528 h 508000"/>
                <a:gd name="connsiteX17" fmla="*/ 395367 w 421152"/>
                <a:gd name="connsiteY17" fmla="*/ 388135 h 508000"/>
                <a:gd name="connsiteX18" fmla="*/ 395367 w 421152"/>
                <a:gd name="connsiteY18" fmla="*/ 362450 h 508000"/>
                <a:gd name="connsiteX19" fmla="*/ 369582 w 421152"/>
                <a:gd name="connsiteY19" fmla="*/ 333910 h 508000"/>
                <a:gd name="connsiteX20" fmla="*/ 51570 w 421152"/>
                <a:gd name="connsiteY20" fmla="*/ 333910 h 508000"/>
                <a:gd name="connsiteX21" fmla="*/ 108332 w 421152"/>
                <a:gd name="connsiteY21" fmla="*/ 133246 h 508000"/>
                <a:gd name="connsiteX22" fmla="*/ 323527 w 421152"/>
                <a:gd name="connsiteY22" fmla="*/ 133246 h 508000"/>
                <a:gd name="connsiteX23" fmla="*/ 337873 w 421152"/>
                <a:gd name="connsiteY23" fmla="*/ 147523 h 508000"/>
                <a:gd name="connsiteX24" fmla="*/ 323527 w 421152"/>
                <a:gd name="connsiteY24" fmla="*/ 161799 h 508000"/>
                <a:gd name="connsiteX25" fmla="*/ 108332 w 421152"/>
                <a:gd name="connsiteY25" fmla="*/ 161799 h 508000"/>
                <a:gd name="connsiteX26" fmla="*/ 93986 w 421152"/>
                <a:gd name="connsiteY26" fmla="*/ 147523 h 508000"/>
                <a:gd name="connsiteX27" fmla="*/ 108332 w 421152"/>
                <a:gd name="connsiteY27" fmla="*/ 133246 h 508000"/>
                <a:gd name="connsiteX28" fmla="*/ 68760 w 421152"/>
                <a:gd name="connsiteY28" fmla="*/ 79910 h 508000"/>
                <a:gd name="connsiteX29" fmla="*/ 40110 w 421152"/>
                <a:gd name="connsiteY29" fmla="*/ 108450 h 508000"/>
                <a:gd name="connsiteX30" fmla="*/ 40110 w 421152"/>
                <a:gd name="connsiteY30" fmla="*/ 205483 h 508000"/>
                <a:gd name="connsiteX31" fmla="*/ 68760 w 421152"/>
                <a:gd name="connsiteY31" fmla="*/ 236877 h 508000"/>
                <a:gd name="connsiteX32" fmla="*/ 346663 w 421152"/>
                <a:gd name="connsiteY32" fmla="*/ 236877 h 508000"/>
                <a:gd name="connsiteX33" fmla="*/ 378177 w 421152"/>
                <a:gd name="connsiteY33" fmla="*/ 205483 h 508000"/>
                <a:gd name="connsiteX34" fmla="*/ 378177 w 421152"/>
                <a:gd name="connsiteY34" fmla="*/ 108450 h 508000"/>
                <a:gd name="connsiteX35" fmla="*/ 346663 w 421152"/>
                <a:gd name="connsiteY35" fmla="*/ 79910 h 508000"/>
                <a:gd name="connsiteX36" fmla="*/ 68760 w 421152"/>
                <a:gd name="connsiteY36" fmla="*/ 79910 h 508000"/>
                <a:gd name="connsiteX37" fmla="*/ 83084 w 421152"/>
                <a:gd name="connsiteY37" fmla="*/ 0 h 508000"/>
                <a:gd name="connsiteX38" fmla="*/ 332338 w 421152"/>
                <a:gd name="connsiteY38" fmla="*/ 0 h 508000"/>
                <a:gd name="connsiteX39" fmla="*/ 386772 w 421152"/>
                <a:gd name="connsiteY39" fmla="*/ 19978 h 508000"/>
                <a:gd name="connsiteX40" fmla="*/ 398232 w 421152"/>
                <a:gd name="connsiteY40" fmla="*/ 28540 h 508000"/>
                <a:gd name="connsiteX41" fmla="*/ 421152 w 421152"/>
                <a:gd name="connsiteY41" fmla="*/ 77056 h 508000"/>
                <a:gd name="connsiteX42" fmla="*/ 421152 w 421152"/>
                <a:gd name="connsiteY42" fmla="*/ 413820 h 508000"/>
                <a:gd name="connsiteX43" fmla="*/ 398232 w 421152"/>
                <a:gd name="connsiteY43" fmla="*/ 442360 h 508000"/>
                <a:gd name="connsiteX44" fmla="*/ 375312 w 421152"/>
                <a:gd name="connsiteY44" fmla="*/ 442360 h 508000"/>
                <a:gd name="connsiteX45" fmla="*/ 375312 w 421152"/>
                <a:gd name="connsiteY45" fmla="*/ 476607 h 508000"/>
                <a:gd name="connsiteX46" fmla="*/ 343798 w 421152"/>
                <a:gd name="connsiteY46" fmla="*/ 508000 h 508000"/>
                <a:gd name="connsiteX47" fmla="*/ 71625 w 421152"/>
                <a:gd name="connsiteY47" fmla="*/ 508000 h 508000"/>
                <a:gd name="connsiteX48" fmla="*/ 42975 w 421152"/>
                <a:gd name="connsiteY48" fmla="*/ 476607 h 508000"/>
                <a:gd name="connsiteX49" fmla="*/ 42975 w 421152"/>
                <a:gd name="connsiteY49" fmla="*/ 442360 h 508000"/>
                <a:gd name="connsiteX50" fmla="*/ 20055 w 421152"/>
                <a:gd name="connsiteY50" fmla="*/ 442360 h 508000"/>
                <a:gd name="connsiteX51" fmla="*/ 0 w 421152"/>
                <a:gd name="connsiteY51" fmla="*/ 413820 h 508000"/>
                <a:gd name="connsiteX52" fmla="*/ 0 w 421152"/>
                <a:gd name="connsiteY52" fmla="*/ 77056 h 508000"/>
                <a:gd name="connsiteX53" fmla="*/ 22920 w 421152"/>
                <a:gd name="connsiteY53" fmla="*/ 25686 h 508000"/>
                <a:gd name="connsiteX54" fmla="*/ 28650 w 421152"/>
                <a:gd name="connsiteY54" fmla="*/ 19978 h 508000"/>
                <a:gd name="connsiteX55" fmla="*/ 83084 w 421152"/>
                <a:gd name="connsiteY55" fmla="*/ 0 h 5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21152" h="508000">
                  <a:moveTo>
                    <a:pt x="97409" y="433798"/>
                  </a:moveTo>
                  <a:cubicBezTo>
                    <a:pt x="88814" y="433798"/>
                    <a:pt x="80219" y="442360"/>
                    <a:pt x="80219" y="450922"/>
                  </a:cubicBezTo>
                  <a:cubicBezTo>
                    <a:pt x="80219" y="459483"/>
                    <a:pt x="88814" y="465191"/>
                    <a:pt x="97409" y="465191"/>
                  </a:cubicBezTo>
                  <a:cubicBezTo>
                    <a:pt x="97409" y="465191"/>
                    <a:pt x="97409" y="465191"/>
                    <a:pt x="312283" y="465191"/>
                  </a:cubicBezTo>
                  <a:cubicBezTo>
                    <a:pt x="320878" y="465191"/>
                    <a:pt x="326608" y="459483"/>
                    <a:pt x="326608" y="450922"/>
                  </a:cubicBezTo>
                  <a:cubicBezTo>
                    <a:pt x="326608" y="442360"/>
                    <a:pt x="320878" y="433798"/>
                    <a:pt x="312283" y="433798"/>
                  </a:cubicBezTo>
                  <a:cubicBezTo>
                    <a:pt x="312283" y="433798"/>
                    <a:pt x="312283" y="433798"/>
                    <a:pt x="97409" y="433798"/>
                  </a:cubicBezTo>
                  <a:close/>
                  <a:moveTo>
                    <a:pt x="51570" y="333910"/>
                  </a:moveTo>
                  <a:cubicBezTo>
                    <a:pt x="37245" y="333910"/>
                    <a:pt x="25785" y="348180"/>
                    <a:pt x="25785" y="362450"/>
                  </a:cubicBezTo>
                  <a:cubicBezTo>
                    <a:pt x="25785" y="362450"/>
                    <a:pt x="25785" y="362450"/>
                    <a:pt x="25785" y="419528"/>
                  </a:cubicBezTo>
                  <a:cubicBezTo>
                    <a:pt x="25785" y="419528"/>
                    <a:pt x="25785" y="419528"/>
                    <a:pt x="42975" y="419528"/>
                  </a:cubicBezTo>
                  <a:cubicBezTo>
                    <a:pt x="42975" y="419528"/>
                    <a:pt x="42975" y="419528"/>
                    <a:pt x="42975" y="396697"/>
                  </a:cubicBezTo>
                  <a:cubicBezTo>
                    <a:pt x="42975" y="382427"/>
                    <a:pt x="54435" y="371011"/>
                    <a:pt x="68760" y="371011"/>
                  </a:cubicBezTo>
                  <a:cubicBezTo>
                    <a:pt x="68760" y="371011"/>
                    <a:pt x="68760" y="371011"/>
                    <a:pt x="352393" y="371011"/>
                  </a:cubicBezTo>
                  <a:cubicBezTo>
                    <a:pt x="363852" y="371011"/>
                    <a:pt x="375312" y="382427"/>
                    <a:pt x="375312" y="396697"/>
                  </a:cubicBezTo>
                  <a:cubicBezTo>
                    <a:pt x="375312" y="396697"/>
                    <a:pt x="375312" y="396697"/>
                    <a:pt x="375312" y="419528"/>
                  </a:cubicBezTo>
                  <a:cubicBezTo>
                    <a:pt x="375312" y="419528"/>
                    <a:pt x="375312" y="419528"/>
                    <a:pt x="383907" y="419528"/>
                  </a:cubicBezTo>
                  <a:cubicBezTo>
                    <a:pt x="389637" y="419528"/>
                    <a:pt x="395367" y="405259"/>
                    <a:pt x="395367" y="388135"/>
                  </a:cubicBezTo>
                  <a:lnTo>
                    <a:pt x="395367" y="362450"/>
                  </a:lnTo>
                  <a:cubicBezTo>
                    <a:pt x="395367" y="348180"/>
                    <a:pt x="383907" y="333910"/>
                    <a:pt x="369582" y="333910"/>
                  </a:cubicBezTo>
                  <a:cubicBezTo>
                    <a:pt x="369582" y="333910"/>
                    <a:pt x="369582" y="333910"/>
                    <a:pt x="51570" y="333910"/>
                  </a:cubicBezTo>
                  <a:close/>
                  <a:moveTo>
                    <a:pt x="108332" y="133246"/>
                  </a:moveTo>
                  <a:cubicBezTo>
                    <a:pt x="108332" y="133246"/>
                    <a:pt x="108332" y="133246"/>
                    <a:pt x="323527" y="133246"/>
                  </a:cubicBezTo>
                  <a:cubicBezTo>
                    <a:pt x="332135" y="133246"/>
                    <a:pt x="337873" y="138957"/>
                    <a:pt x="337873" y="147523"/>
                  </a:cubicBezTo>
                  <a:cubicBezTo>
                    <a:pt x="337873" y="156089"/>
                    <a:pt x="332135" y="161799"/>
                    <a:pt x="323527" y="161799"/>
                  </a:cubicBezTo>
                  <a:cubicBezTo>
                    <a:pt x="323527" y="161799"/>
                    <a:pt x="323527" y="161799"/>
                    <a:pt x="108332" y="161799"/>
                  </a:cubicBezTo>
                  <a:cubicBezTo>
                    <a:pt x="99725" y="161799"/>
                    <a:pt x="93986" y="156089"/>
                    <a:pt x="93986" y="147523"/>
                  </a:cubicBezTo>
                  <a:cubicBezTo>
                    <a:pt x="93986" y="138957"/>
                    <a:pt x="99725" y="133246"/>
                    <a:pt x="108332" y="133246"/>
                  </a:cubicBezTo>
                  <a:close/>
                  <a:moveTo>
                    <a:pt x="68760" y="79910"/>
                  </a:moveTo>
                  <a:cubicBezTo>
                    <a:pt x="51570" y="79910"/>
                    <a:pt x="40110" y="91326"/>
                    <a:pt x="40110" y="108450"/>
                  </a:cubicBezTo>
                  <a:lnTo>
                    <a:pt x="40110" y="205483"/>
                  </a:lnTo>
                  <a:cubicBezTo>
                    <a:pt x="40110" y="222607"/>
                    <a:pt x="51570" y="236877"/>
                    <a:pt x="68760" y="236877"/>
                  </a:cubicBezTo>
                  <a:cubicBezTo>
                    <a:pt x="68760" y="236877"/>
                    <a:pt x="68760" y="236877"/>
                    <a:pt x="346663" y="236877"/>
                  </a:cubicBezTo>
                  <a:cubicBezTo>
                    <a:pt x="363852" y="236877"/>
                    <a:pt x="378177" y="222607"/>
                    <a:pt x="378177" y="205483"/>
                  </a:cubicBezTo>
                  <a:cubicBezTo>
                    <a:pt x="378177" y="205483"/>
                    <a:pt x="378177" y="205483"/>
                    <a:pt x="378177" y="108450"/>
                  </a:cubicBezTo>
                  <a:cubicBezTo>
                    <a:pt x="378177" y="91326"/>
                    <a:pt x="363852" y="79910"/>
                    <a:pt x="346663" y="79910"/>
                  </a:cubicBezTo>
                  <a:cubicBezTo>
                    <a:pt x="346663" y="79910"/>
                    <a:pt x="346663" y="79910"/>
                    <a:pt x="68760" y="79910"/>
                  </a:cubicBezTo>
                  <a:close/>
                  <a:moveTo>
                    <a:pt x="83084" y="0"/>
                  </a:moveTo>
                  <a:cubicBezTo>
                    <a:pt x="83084" y="0"/>
                    <a:pt x="83084" y="0"/>
                    <a:pt x="332338" y="0"/>
                  </a:cubicBezTo>
                  <a:cubicBezTo>
                    <a:pt x="349528" y="0"/>
                    <a:pt x="375312" y="8562"/>
                    <a:pt x="386772" y="19978"/>
                  </a:cubicBezTo>
                  <a:cubicBezTo>
                    <a:pt x="386772" y="19978"/>
                    <a:pt x="386772" y="19978"/>
                    <a:pt x="398232" y="28540"/>
                  </a:cubicBezTo>
                  <a:cubicBezTo>
                    <a:pt x="409692" y="39955"/>
                    <a:pt x="421152" y="59933"/>
                    <a:pt x="421152" y="77056"/>
                  </a:cubicBezTo>
                  <a:cubicBezTo>
                    <a:pt x="421152" y="77056"/>
                    <a:pt x="421152" y="77056"/>
                    <a:pt x="421152" y="413820"/>
                  </a:cubicBezTo>
                  <a:cubicBezTo>
                    <a:pt x="421152" y="428090"/>
                    <a:pt x="409692" y="442360"/>
                    <a:pt x="398232" y="442360"/>
                  </a:cubicBezTo>
                  <a:cubicBezTo>
                    <a:pt x="398232" y="442360"/>
                    <a:pt x="398232" y="442360"/>
                    <a:pt x="375312" y="442360"/>
                  </a:cubicBezTo>
                  <a:cubicBezTo>
                    <a:pt x="375312" y="442360"/>
                    <a:pt x="375312" y="442360"/>
                    <a:pt x="375312" y="476607"/>
                  </a:cubicBezTo>
                  <a:cubicBezTo>
                    <a:pt x="375312" y="493731"/>
                    <a:pt x="360987" y="508000"/>
                    <a:pt x="343798" y="508000"/>
                  </a:cubicBezTo>
                  <a:cubicBezTo>
                    <a:pt x="343798" y="508000"/>
                    <a:pt x="343798" y="508000"/>
                    <a:pt x="71625" y="508000"/>
                  </a:cubicBezTo>
                  <a:cubicBezTo>
                    <a:pt x="54435" y="508000"/>
                    <a:pt x="42975" y="493731"/>
                    <a:pt x="42975" y="476607"/>
                  </a:cubicBezTo>
                  <a:cubicBezTo>
                    <a:pt x="42975" y="476607"/>
                    <a:pt x="42975" y="476607"/>
                    <a:pt x="42975" y="442360"/>
                  </a:cubicBezTo>
                  <a:cubicBezTo>
                    <a:pt x="42975" y="442360"/>
                    <a:pt x="42975" y="442360"/>
                    <a:pt x="20055" y="442360"/>
                  </a:cubicBezTo>
                  <a:cubicBezTo>
                    <a:pt x="8595" y="442360"/>
                    <a:pt x="0" y="428090"/>
                    <a:pt x="0" y="413820"/>
                  </a:cubicBezTo>
                  <a:cubicBezTo>
                    <a:pt x="0" y="413820"/>
                    <a:pt x="0" y="413820"/>
                    <a:pt x="0" y="77056"/>
                  </a:cubicBezTo>
                  <a:cubicBezTo>
                    <a:pt x="0" y="59933"/>
                    <a:pt x="11460" y="37101"/>
                    <a:pt x="22920" y="25686"/>
                  </a:cubicBezTo>
                  <a:cubicBezTo>
                    <a:pt x="22920" y="25686"/>
                    <a:pt x="22920" y="25686"/>
                    <a:pt x="28650" y="19978"/>
                  </a:cubicBezTo>
                  <a:cubicBezTo>
                    <a:pt x="42975" y="8562"/>
                    <a:pt x="65895" y="0"/>
                    <a:pt x="83084" y="0"/>
                  </a:cubicBezTo>
                  <a:close/>
                </a:path>
              </a:pathLst>
            </a:custGeom>
            <a:solidFill>
              <a:schemeClr val="bg1"/>
            </a:solidFill>
            <a:ln>
              <a:noFill/>
            </a:ln>
          </p:spPr>
          <p:txBody>
            <a:bodyPr anchor="ctr"/>
            <a:lstStyle/>
            <a:p>
              <a:pPr algn="ctr"/>
              <a:endParaRPr>
                <a:cs typeface="+mn-ea"/>
                <a:sym typeface="+mn-lt"/>
              </a:endParaRPr>
            </a:p>
          </p:txBody>
        </p:sp>
        <p:sp>
          <p:nvSpPr>
            <p:cNvPr id="34" name="íṥľïḓê">
              <a:extLst>
                <a:ext uri="{FF2B5EF4-FFF2-40B4-BE49-F238E27FC236}">
                  <a16:creationId xmlns:a16="http://schemas.microsoft.com/office/drawing/2014/main" id="{B00D6BB9-79BE-42EA-9AF3-CBAFB82A1C52}"/>
                </a:ext>
              </a:extLst>
            </p:cNvPr>
            <p:cNvSpPr>
              <a:spLocks noChangeAspect="1"/>
            </p:cNvSpPr>
            <p:nvPr/>
          </p:nvSpPr>
          <p:spPr bwMode="auto">
            <a:xfrm>
              <a:off x="5202951" y="3269739"/>
              <a:ext cx="336873" cy="381053"/>
            </a:xfrm>
            <a:custGeom>
              <a:avLst/>
              <a:gdLst>
                <a:gd name="connsiteX0" fmla="*/ 32079 w 449102"/>
                <a:gd name="connsiteY0" fmla="*/ 355245 h 508000"/>
                <a:gd name="connsiteX1" fmla="*/ 32079 w 449102"/>
                <a:gd name="connsiteY1" fmla="*/ 387217 h 508000"/>
                <a:gd name="connsiteX2" fmla="*/ 60593 w 449102"/>
                <a:gd name="connsiteY2" fmla="*/ 387217 h 508000"/>
                <a:gd name="connsiteX3" fmla="*/ 32079 w 449102"/>
                <a:gd name="connsiteY3" fmla="*/ 355245 h 508000"/>
                <a:gd name="connsiteX4" fmla="*/ 231680 w 449102"/>
                <a:gd name="connsiteY4" fmla="*/ 248672 h 508000"/>
                <a:gd name="connsiteX5" fmla="*/ 213858 w 449102"/>
                <a:gd name="connsiteY5" fmla="*/ 266434 h 508000"/>
                <a:gd name="connsiteX6" fmla="*/ 213858 w 449102"/>
                <a:gd name="connsiteY6" fmla="*/ 284196 h 508000"/>
                <a:gd name="connsiteX7" fmla="*/ 352866 w 449102"/>
                <a:gd name="connsiteY7" fmla="*/ 284196 h 508000"/>
                <a:gd name="connsiteX8" fmla="*/ 370688 w 449102"/>
                <a:gd name="connsiteY8" fmla="*/ 266434 h 508000"/>
                <a:gd name="connsiteX9" fmla="*/ 370688 w 449102"/>
                <a:gd name="connsiteY9" fmla="*/ 248672 h 508000"/>
                <a:gd name="connsiteX10" fmla="*/ 231680 w 449102"/>
                <a:gd name="connsiteY10" fmla="*/ 248672 h 508000"/>
                <a:gd name="connsiteX11" fmla="*/ 217107 w 449102"/>
                <a:gd name="connsiteY11" fmla="*/ 98655 h 508000"/>
                <a:gd name="connsiteX12" fmla="*/ 316580 w 449102"/>
                <a:gd name="connsiteY12" fmla="*/ 98655 h 508000"/>
                <a:gd name="connsiteX13" fmla="*/ 316580 w 449102"/>
                <a:gd name="connsiteY13" fmla="*/ 112934 h 508000"/>
                <a:gd name="connsiteX14" fmla="*/ 309475 w 449102"/>
                <a:gd name="connsiteY14" fmla="*/ 130782 h 508000"/>
                <a:gd name="connsiteX15" fmla="*/ 302370 w 449102"/>
                <a:gd name="connsiteY15" fmla="*/ 130782 h 508000"/>
                <a:gd name="connsiteX16" fmla="*/ 302370 w 449102"/>
                <a:gd name="connsiteY16" fmla="*/ 112934 h 508000"/>
                <a:gd name="connsiteX17" fmla="*/ 224212 w 449102"/>
                <a:gd name="connsiteY17" fmla="*/ 112934 h 508000"/>
                <a:gd name="connsiteX18" fmla="*/ 213554 w 449102"/>
                <a:gd name="connsiteY18" fmla="*/ 130782 h 508000"/>
                <a:gd name="connsiteX19" fmla="*/ 117633 w 449102"/>
                <a:gd name="connsiteY19" fmla="*/ 130782 h 508000"/>
                <a:gd name="connsiteX20" fmla="*/ 106976 w 449102"/>
                <a:gd name="connsiteY20" fmla="*/ 141491 h 508000"/>
                <a:gd name="connsiteX21" fmla="*/ 106976 w 449102"/>
                <a:gd name="connsiteY21" fmla="*/ 216452 h 508000"/>
                <a:gd name="connsiteX22" fmla="*/ 99870 w 449102"/>
                <a:gd name="connsiteY22" fmla="*/ 216452 h 508000"/>
                <a:gd name="connsiteX23" fmla="*/ 92765 w 449102"/>
                <a:gd name="connsiteY23" fmla="*/ 198604 h 508000"/>
                <a:gd name="connsiteX24" fmla="*/ 92765 w 449102"/>
                <a:gd name="connsiteY24" fmla="*/ 141491 h 508000"/>
                <a:gd name="connsiteX25" fmla="*/ 117633 w 449102"/>
                <a:gd name="connsiteY25" fmla="*/ 116503 h 508000"/>
                <a:gd name="connsiteX26" fmla="*/ 206449 w 449102"/>
                <a:gd name="connsiteY26" fmla="*/ 116503 h 508000"/>
                <a:gd name="connsiteX27" fmla="*/ 185531 w 449102"/>
                <a:gd name="connsiteY27" fmla="*/ 55954 h 508000"/>
                <a:gd name="connsiteX28" fmla="*/ 285658 w 449102"/>
                <a:gd name="connsiteY28" fmla="*/ 55954 h 508000"/>
                <a:gd name="connsiteX29" fmla="*/ 285658 w 449102"/>
                <a:gd name="connsiteY29" fmla="*/ 70159 h 508000"/>
                <a:gd name="connsiteX30" fmla="*/ 278506 w 449102"/>
                <a:gd name="connsiteY30" fmla="*/ 87915 h 508000"/>
                <a:gd name="connsiteX31" fmla="*/ 271354 w 449102"/>
                <a:gd name="connsiteY31" fmla="*/ 87915 h 508000"/>
                <a:gd name="connsiteX32" fmla="*/ 271354 w 449102"/>
                <a:gd name="connsiteY32" fmla="*/ 70159 h 508000"/>
                <a:gd name="connsiteX33" fmla="*/ 196258 w 449102"/>
                <a:gd name="connsiteY33" fmla="*/ 70159 h 508000"/>
                <a:gd name="connsiteX34" fmla="*/ 181955 w 449102"/>
                <a:gd name="connsiteY34" fmla="*/ 87915 h 508000"/>
                <a:gd name="connsiteX35" fmla="*/ 85403 w 449102"/>
                <a:gd name="connsiteY35" fmla="*/ 87915 h 508000"/>
                <a:gd name="connsiteX36" fmla="*/ 74675 w 449102"/>
                <a:gd name="connsiteY36" fmla="*/ 102120 h 508000"/>
                <a:gd name="connsiteX37" fmla="*/ 74675 w 449102"/>
                <a:gd name="connsiteY37" fmla="*/ 176696 h 508000"/>
                <a:gd name="connsiteX38" fmla="*/ 67523 w 449102"/>
                <a:gd name="connsiteY38" fmla="*/ 176696 h 508000"/>
                <a:gd name="connsiteX39" fmla="*/ 60371 w 449102"/>
                <a:gd name="connsiteY39" fmla="*/ 155389 h 508000"/>
                <a:gd name="connsiteX40" fmla="*/ 60371 w 449102"/>
                <a:gd name="connsiteY40" fmla="*/ 102120 h 508000"/>
                <a:gd name="connsiteX41" fmla="*/ 85403 w 449102"/>
                <a:gd name="connsiteY41" fmla="*/ 73710 h 508000"/>
                <a:gd name="connsiteX42" fmla="*/ 174803 w 449102"/>
                <a:gd name="connsiteY42" fmla="*/ 73710 h 508000"/>
                <a:gd name="connsiteX43" fmla="*/ 185531 w 449102"/>
                <a:gd name="connsiteY43" fmla="*/ 55954 h 508000"/>
                <a:gd name="connsiteX44" fmla="*/ 49900 w 449102"/>
                <a:gd name="connsiteY44" fmla="*/ 35525 h 508000"/>
                <a:gd name="connsiteX45" fmla="*/ 32079 w 449102"/>
                <a:gd name="connsiteY45" fmla="*/ 53287 h 508000"/>
                <a:gd name="connsiteX46" fmla="*/ 32079 w 449102"/>
                <a:gd name="connsiteY46" fmla="*/ 198937 h 508000"/>
                <a:gd name="connsiteX47" fmla="*/ 128315 w 449102"/>
                <a:gd name="connsiteY47" fmla="*/ 287748 h 508000"/>
                <a:gd name="connsiteX48" fmla="*/ 128315 w 449102"/>
                <a:gd name="connsiteY48" fmla="*/ 195385 h 508000"/>
                <a:gd name="connsiteX49" fmla="*/ 163958 w 449102"/>
                <a:gd name="connsiteY49" fmla="*/ 156308 h 508000"/>
                <a:gd name="connsiteX50" fmla="*/ 352866 w 449102"/>
                <a:gd name="connsiteY50" fmla="*/ 156308 h 508000"/>
                <a:gd name="connsiteX51" fmla="*/ 352866 w 449102"/>
                <a:gd name="connsiteY51" fmla="*/ 35525 h 508000"/>
                <a:gd name="connsiteX52" fmla="*/ 49900 w 449102"/>
                <a:gd name="connsiteY52" fmla="*/ 35525 h 508000"/>
                <a:gd name="connsiteX53" fmla="*/ 39207 w 449102"/>
                <a:gd name="connsiteY53" fmla="*/ 0 h 508000"/>
                <a:gd name="connsiteX54" fmla="*/ 377816 w 449102"/>
                <a:gd name="connsiteY54" fmla="*/ 0 h 508000"/>
                <a:gd name="connsiteX55" fmla="*/ 377816 w 449102"/>
                <a:gd name="connsiteY55" fmla="*/ 156308 h 508000"/>
                <a:gd name="connsiteX56" fmla="*/ 449102 w 449102"/>
                <a:gd name="connsiteY56" fmla="*/ 156308 h 508000"/>
                <a:gd name="connsiteX57" fmla="*/ 449102 w 449102"/>
                <a:gd name="connsiteY57" fmla="*/ 468923 h 508000"/>
                <a:gd name="connsiteX58" fmla="*/ 409895 w 449102"/>
                <a:gd name="connsiteY58" fmla="*/ 508000 h 508000"/>
                <a:gd name="connsiteX59" fmla="*/ 128315 w 449102"/>
                <a:gd name="connsiteY59" fmla="*/ 508000 h 508000"/>
                <a:gd name="connsiteX60" fmla="*/ 128315 w 449102"/>
                <a:gd name="connsiteY60" fmla="*/ 458266 h 508000"/>
                <a:gd name="connsiteX61" fmla="*/ 74850 w 449102"/>
                <a:gd name="connsiteY61" fmla="*/ 401427 h 508000"/>
                <a:gd name="connsiteX62" fmla="*/ 0 w 449102"/>
                <a:gd name="connsiteY62" fmla="*/ 401427 h 508000"/>
                <a:gd name="connsiteX63" fmla="*/ 0 w 449102"/>
                <a:gd name="connsiteY63" fmla="*/ 39077 h 508000"/>
                <a:gd name="connsiteX64" fmla="*/ 39207 w 449102"/>
                <a:gd name="connsiteY64" fmla="*/ 0 h 5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49102" h="508000">
                  <a:moveTo>
                    <a:pt x="32079" y="355245"/>
                  </a:moveTo>
                  <a:cubicBezTo>
                    <a:pt x="32079" y="355245"/>
                    <a:pt x="32079" y="355245"/>
                    <a:pt x="32079" y="387217"/>
                  </a:cubicBezTo>
                  <a:lnTo>
                    <a:pt x="60593" y="387217"/>
                  </a:lnTo>
                  <a:cubicBezTo>
                    <a:pt x="60593" y="387217"/>
                    <a:pt x="60593" y="387217"/>
                    <a:pt x="32079" y="355245"/>
                  </a:cubicBezTo>
                  <a:close/>
                  <a:moveTo>
                    <a:pt x="231680" y="248672"/>
                  </a:moveTo>
                  <a:cubicBezTo>
                    <a:pt x="220987" y="248672"/>
                    <a:pt x="213858" y="255776"/>
                    <a:pt x="213858" y="266434"/>
                  </a:cubicBezTo>
                  <a:cubicBezTo>
                    <a:pt x="213858" y="266434"/>
                    <a:pt x="213858" y="266434"/>
                    <a:pt x="213858" y="284196"/>
                  </a:cubicBezTo>
                  <a:cubicBezTo>
                    <a:pt x="213858" y="284196"/>
                    <a:pt x="213858" y="284196"/>
                    <a:pt x="352866" y="284196"/>
                  </a:cubicBezTo>
                  <a:cubicBezTo>
                    <a:pt x="363559" y="284196"/>
                    <a:pt x="370688" y="277091"/>
                    <a:pt x="370688" y="266434"/>
                  </a:cubicBezTo>
                  <a:cubicBezTo>
                    <a:pt x="370688" y="255776"/>
                    <a:pt x="370688" y="248672"/>
                    <a:pt x="370688" y="248672"/>
                  </a:cubicBezTo>
                  <a:cubicBezTo>
                    <a:pt x="370688" y="248672"/>
                    <a:pt x="370688" y="248672"/>
                    <a:pt x="231680" y="248672"/>
                  </a:cubicBezTo>
                  <a:close/>
                  <a:moveTo>
                    <a:pt x="217107" y="98655"/>
                  </a:moveTo>
                  <a:cubicBezTo>
                    <a:pt x="217107" y="98655"/>
                    <a:pt x="217107" y="98655"/>
                    <a:pt x="316580" y="98655"/>
                  </a:cubicBezTo>
                  <a:cubicBezTo>
                    <a:pt x="316580" y="98655"/>
                    <a:pt x="316580" y="98655"/>
                    <a:pt x="316580" y="112934"/>
                  </a:cubicBezTo>
                  <a:cubicBezTo>
                    <a:pt x="316580" y="123642"/>
                    <a:pt x="313028" y="130782"/>
                    <a:pt x="309475" y="130782"/>
                  </a:cubicBezTo>
                  <a:cubicBezTo>
                    <a:pt x="309475" y="130782"/>
                    <a:pt x="309475" y="130782"/>
                    <a:pt x="302370" y="130782"/>
                  </a:cubicBezTo>
                  <a:cubicBezTo>
                    <a:pt x="302370" y="130782"/>
                    <a:pt x="302370" y="130782"/>
                    <a:pt x="302370" y="112934"/>
                  </a:cubicBezTo>
                  <a:cubicBezTo>
                    <a:pt x="302370" y="112934"/>
                    <a:pt x="302370" y="112934"/>
                    <a:pt x="224212" y="112934"/>
                  </a:cubicBezTo>
                  <a:cubicBezTo>
                    <a:pt x="224212" y="112934"/>
                    <a:pt x="224212" y="112934"/>
                    <a:pt x="213554" y="130782"/>
                  </a:cubicBezTo>
                  <a:cubicBezTo>
                    <a:pt x="213554" y="130782"/>
                    <a:pt x="213554" y="130782"/>
                    <a:pt x="117633" y="130782"/>
                  </a:cubicBezTo>
                  <a:cubicBezTo>
                    <a:pt x="110528" y="130782"/>
                    <a:pt x="106976" y="134351"/>
                    <a:pt x="106976" y="141491"/>
                  </a:cubicBezTo>
                  <a:cubicBezTo>
                    <a:pt x="106976" y="141491"/>
                    <a:pt x="106976" y="141491"/>
                    <a:pt x="106976" y="216452"/>
                  </a:cubicBezTo>
                  <a:cubicBezTo>
                    <a:pt x="106976" y="216452"/>
                    <a:pt x="106976" y="216452"/>
                    <a:pt x="99870" y="216452"/>
                  </a:cubicBezTo>
                  <a:cubicBezTo>
                    <a:pt x="92765" y="216452"/>
                    <a:pt x="92765" y="209313"/>
                    <a:pt x="92765" y="198604"/>
                  </a:cubicBezTo>
                  <a:cubicBezTo>
                    <a:pt x="92765" y="198604"/>
                    <a:pt x="92765" y="198604"/>
                    <a:pt x="92765" y="141491"/>
                  </a:cubicBezTo>
                  <a:cubicBezTo>
                    <a:pt x="92765" y="127212"/>
                    <a:pt x="103423" y="116503"/>
                    <a:pt x="117633" y="116503"/>
                  </a:cubicBezTo>
                  <a:cubicBezTo>
                    <a:pt x="117633" y="116503"/>
                    <a:pt x="117633" y="116503"/>
                    <a:pt x="206449" y="116503"/>
                  </a:cubicBezTo>
                  <a:close/>
                  <a:moveTo>
                    <a:pt x="185531" y="55954"/>
                  </a:moveTo>
                  <a:cubicBezTo>
                    <a:pt x="185531" y="55954"/>
                    <a:pt x="185531" y="55954"/>
                    <a:pt x="285658" y="55954"/>
                  </a:cubicBezTo>
                  <a:cubicBezTo>
                    <a:pt x="285658" y="55954"/>
                    <a:pt x="285658" y="55954"/>
                    <a:pt x="285658" y="70159"/>
                  </a:cubicBezTo>
                  <a:cubicBezTo>
                    <a:pt x="285658" y="80813"/>
                    <a:pt x="282082" y="87915"/>
                    <a:pt x="278506" y="87915"/>
                  </a:cubicBezTo>
                  <a:cubicBezTo>
                    <a:pt x="278506" y="87915"/>
                    <a:pt x="278506" y="87915"/>
                    <a:pt x="271354" y="87915"/>
                  </a:cubicBezTo>
                  <a:cubicBezTo>
                    <a:pt x="271354" y="87915"/>
                    <a:pt x="271354" y="87915"/>
                    <a:pt x="271354" y="70159"/>
                  </a:cubicBezTo>
                  <a:cubicBezTo>
                    <a:pt x="271354" y="70159"/>
                    <a:pt x="271354" y="70159"/>
                    <a:pt x="196258" y="70159"/>
                  </a:cubicBezTo>
                  <a:lnTo>
                    <a:pt x="181955" y="87915"/>
                  </a:lnTo>
                  <a:cubicBezTo>
                    <a:pt x="181955" y="87915"/>
                    <a:pt x="181955" y="87915"/>
                    <a:pt x="85403" y="87915"/>
                  </a:cubicBezTo>
                  <a:cubicBezTo>
                    <a:pt x="78251" y="87915"/>
                    <a:pt x="74675" y="95018"/>
                    <a:pt x="74675" y="102120"/>
                  </a:cubicBezTo>
                  <a:cubicBezTo>
                    <a:pt x="74675" y="102120"/>
                    <a:pt x="74675" y="102120"/>
                    <a:pt x="74675" y="176696"/>
                  </a:cubicBezTo>
                  <a:cubicBezTo>
                    <a:pt x="74675" y="176696"/>
                    <a:pt x="74675" y="176696"/>
                    <a:pt x="67523" y="176696"/>
                  </a:cubicBezTo>
                  <a:cubicBezTo>
                    <a:pt x="63947" y="176696"/>
                    <a:pt x="60371" y="166043"/>
                    <a:pt x="60371" y="155389"/>
                  </a:cubicBezTo>
                  <a:cubicBezTo>
                    <a:pt x="60371" y="155389"/>
                    <a:pt x="60371" y="155389"/>
                    <a:pt x="60371" y="102120"/>
                  </a:cubicBezTo>
                  <a:cubicBezTo>
                    <a:pt x="60371" y="87915"/>
                    <a:pt x="71099" y="73710"/>
                    <a:pt x="85403" y="73710"/>
                  </a:cubicBezTo>
                  <a:cubicBezTo>
                    <a:pt x="85403" y="73710"/>
                    <a:pt x="85403" y="73710"/>
                    <a:pt x="174803" y="73710"/>
                  </a:cubicBezTo>
                  <a:cubicBezTo>
                    <a:pt x="174803" y="73710"/>
                    <a:pt x="174803" y="73710"/>
                    <a:pt x="185531" y="55954"/>
                  </a:cubicBezTo>
                  <a:close/>
                  <a:moveTo>
                    <a:pt x="49900" y="35525"/>
                  </a:moveTo>
                  <a:cubicBezTo>
                    <a:pt x="39207" y="35525"/>
                    <a:pt x="32079" y="42630"/>
                    <a:pt x="32079" y="53287"/>
                  </a:cubicBezTo>
                  <a:cubicBezTo>
                    <a:pt x="32079" y="53287"/>
                    <a:pt x="32079" y="53287"/>
                    <a:pt x="32079" y="198937"/>
                  </a:cubicBezTo>
                  <a:cubicBezTo>
                    <a:pt x="32079" y="198937"/>
                    <a:pt x="32079" y="198937"/>
                    <a:pt x="128315" y="287748"/>
                  </a:cubicBezTo>
                  <a:cubicBezTo>
                    <a:pt x="128315" y="287748"/>
                    <a:pt x="128315" y="287748"/>
                    <a:pt x="128315" y="195385"/>
                  </a:cubicBezTo>
                  <a:cubicBezTo>
                    <a:pt x="128315" y="174070"/>
                    <a:pt x="142572" y="156308"/>
                    <a:pt x="163958" y="156308"/>
                  </a:cubicBezTo>
                  <a:cubicBezTo>
                    <a:pt x="163958" y="156308"/>
                    <a:pt x="163958" y="156308"/>
                    <a:pt x="352866" y="156308"/>
                  </a:cubicBezTo>
                  <a:cubicBezTo>
                    <a:pt x="352866" y="156308"/>
                    <a:pt x="352866" y="156308"/>
                    <a:pt x="352866" y="35525"/>
                  </a:cubicBezTo>
                  <a:cubicBezTo>
                    <a:pt x="352866" y="35525"/>
                    <a:pt x="352866" y="35525"/>
                    <a:pt x="49900" y="35525"/>
                  </a:cubicBezTo>
                  <a:close/>
                  <a:moveTo>
                    <a:pt x="39207" y="0"/>
                  </a:moveTo>
                  <a:cubicBezTo>
                    <a:pt x="39207" y="0"/>
                    <a:pt x="39207" y="0"/>
                    <a:pt x="377816" y="0"/>
                  </a:cubicBezTo>
                  <a:lnTo>
                    <a:pt x="377816" y="156308"/>
                  </a:lnTo>
                  <a:cubicBezTo>
                    <a:pt x="377816" y="156308"/>
                    <a:pt x="377816" y="156308"/>
                    <a:pt x="449102" y="156308"/>
                  </a:cubicBezTo>
                  <a:cubicBezTo>
                    <a:pt x="449102" y="156308"/>
                    <a:pt x="449102" y="156308"/>
                    <a:pt x="449102" y="468923"/>
                  </a:cubicBezTo>
                  <a:cubicBezTo>
                    <a:pt x="449102" y="490238"/>
                    <a:pt x="431281" y="508000"/>
                    <a:pt x="409895" y="508000"/>
                  </a:cubicBezTo>
                  <a:cubicBezTo>
                    <a:pt x="409895" y="508000"/>
                    <a:pt x="409895" y="508000"/>
                    <a:pt x="128315" y="508000"/>
                  </a:cubicBezTo>
                  <a:cubicBezTo>
                    <a:pt x="128315" y="508000"/>
                    <a:pt x="128315" y="508000"/>
                    <a:pt x="128315" y="458266"/>
                  </a:cubicBezTo>
                  <a:cubicBezTo>
                    <a:pt x="128315" y="458266"/>
                    <a:pt x="128315" y="458266"/>
                    <a:pt x="74850" y="401427"/>
                  </a:cubicBezTo>
                  <a:cubicBezTo>
                    <a:pt x="74850" y="401427"/>
                    <a:pt x="74850" y="401427"/>
                    <a:pt x="0" y="401427"/>
                  </a:cubicBezTo>
                  <a:cubicBezTo>
                    <a:pt x="0" y="401427"/>
                    <a:pt x="0" y="401427"/>
                    <a:pt x="0" y="39077"/>
                  </a:cubicBezTo>
                  <a:cubicBezTo>
                    <a:pt x="0" y="17762"/>
                    <a:pt x="17822" y="0"/>
                    <a:pt x="39207" y="0"/>
                  </a:cubicBezTo>
                  <a:close/>
                </a:path>
              </a:pathLst>
            </a:custGeom>
            <a:solidFill>
              <a:schemeClr val="bg1"/>
            </a:solidFill>
            <a:ln>
              <a:noFill/>
            </a:ln>
          </p:spPr>
          <p:txBody>
            <a:bodyPr anchor="ctr"/>
            <a:lstStyle/>
            <a:p>
              <a:pPr algn="ctr"/>
              <a:endParaRPr>
                <a:cs typeface="+mn-ea"/>
                <a:sym typeface="+mn-lt"/>
              </a:endParaRPr>
            </a:p>
          </p:txBody>
        </p:sp>
        <p:sp>
          <p:nvSpPr>
            <p:cNvPr id="35" name="iŝḻïḍe">
              <a:extLst>
                <a:ext uri="{FF2B5EF4-FFF2-40B4-BE49-F238E27FC236}">
                  <a16:creationId xmlns:a16="http://schemas.microsoft.com/office/drawing/2014/main" id="{CDD4716E-CE7D-42D4-9BEA-E32C7E44E6BB}"/>
                </a:ext>
              </a:extLst>
            </p:cNvPr>
            <p:cNvSpPr>
              <a:spLocks noChangeAspect="1"/>
            </p:cNvSpPr>
            <p:nvPr/>
          </p:nvSpPr>
          <p:spPr bwMode="auto">
            <a:xfrm>
              <a:off x="6678598" y="3269739"/>
              <a:ext cx="284026" cy="381053"/>
            </a:xfrm>
            <a:custGeom>
              <a:avLst/>
              <a:gdLst>
                <a:gd name="T0" fmla="*/ 0 w 1224"/>
                <a:gd name="T1" fmla="*/ 0 h 1643"/>
                <a:gd name="T2" fmla="*/ 0 w 1224"/>
                <a:gd name="T3" fmla="*/ 1643 h 1643"/>
                <a:gd name="T4" fmla="*/ 1224 w 1224"/>
                <a:gd name="T5" fmla="*/ 1643 h 1643"/>
                <a:gd name="T6" fmla="*/ 1224 w 1224"/>
                <a:gd name="T7" fmla="*/ 0 h 1643"/>
                <a:gd name="T8" fmla="*/ 0 w 1224"/>
                <a:gd name="T9" fmla="*/ 0 h 1643"/>
                <a:gd name="T10" fmla="*/ 1126 w 1224"/>
                <a:gd name="T11" fmla="*/ 1515 h 1643"/>
                <a:gd name="T12" fmla="*/ 98 w 1224"/>
                <a:gd name="T13" fmla="*/ 1515 h 1643"/>
                <a:gd name="T14" fmla="*/ 98 w 1224"/>
                <a:gd name="T15" fmla="*/ 935 h 1643"/>
                <a:gd name="T16" fmla="*/ 1126 w 1224"/>
                <a:gd name="T17" fmla="*/ 935 h 1643"/>
                <a:gd name="T18" fmla="*/ 1126 w 1224"/>
                <a:gd name="T19" fmla="*/ 1515 h 1643"/>
                <a:gd name="T20" fmla="*/ 1126 w 1224"/>
                <a:gd name="T21" fmla="*/ 838 h 1643"/>
                <a:gd name="T22" fmla="*/ 98 w 1224"/>
                <a:gd name="T23" fmla="*/ 838 h 1643"/>
                <a:gd name="T24" fmla="*/ 98 w 1224"/>
                <a:gd name="T25" fmla="*/ 258 h 1643"/>
                <a:gd name="T26" fmla="*/ 1126 w 1224"/>
                <a:gd name="T27" fmla="*/ 258 h 1643"/>
                <a:gd name="T28" fmla="*/ 1126 w 1224"/>
                <a:gd name="T29" fmla="*/ 838 h 1643"/>
                <a:gd name="T30" fmla="*/ 1113 w 1224"/>
                <a:gd name="T31" fmla="*/ 164 h 1643"/>
                <a:gd name="T32" fmla="*/ 1080 w 1224"/>
                <a:gd name="T33" fmla="*/ 178 h 1643"/>
                <a:gd name="T34" fmla="*/ 1045 w 1224"/>
                <a:gd name="T35" fmla="*/ 164 h 1643"/>
                <a:gd name="T36" fmla="*/ 1031 w 1224"/>
                <a:gd name="T37" fmla="*/ 129 h 1643"/>
                <a:gd name="T38" fmla="*/ 1045 w 1224"/>
                <a:gd name="T39" fmla="*/ 96 h 1643"/>
                <a:gd name="T40" fmla="*/ 1080 w 1224"/>
                <a:gd name="T41" fmla="*/ 82 h 1643"/>
                <a:gd name="T42" fmla="*/ 1113 w 1224"/>
                <a:gd name="T43" fmla="*/ 96 h 1643"/>
                <a:gd name="T44" fmla="*/ 1126 w 1224"/>
                <a:gd name="T45" fmla="*/ 129 h 1643"/>
                <a:gd name="T46" fmla="*/ 1113 w 1224"/>
                <a:gd name="T47" fmla="*/ 164 h 1643"/>
                <a:gd name="T48" fmla="*/ 1063 w 1224"/>
                <a:gd name="T49" fmla="*/ 323 h 1643"/>
                <a:gd name="T50" fmla="*/ 161 w 1224"/>
                <a:gd name="T51" fmla="*/ 323 h 1643"/>
                <a:gd name="T52" fmla="*/ 161 w 1224"/>
                <a:gd name="T53" fmla="*/ 775 h 1643"/>
                <a:gd name="T54" fmla="*/ 1063 w 1224"/>
                <a:gd name="T55" fmla="*/ 775 h 1643"/>
                <a:gd name="T56" fmla="*/ 1063 w 1224"/>
                <a:gd name="T57" fmla="*/ 323 h 1643"/>
                <a:gd name="T58" fmla="*/ 773 w 1224"/>
                <a:gd name="T59" fmla="*/ 581 h 1643"/>
                <a:gd name="T60" fmla="*/ 763 w 1224"/>
                <a:gd name="T61" fmla="*/ 604 h 1643"/>
                <a:gd name="T62" fmla="*/ 740 w 1224"/>
                <a:gd name="T63" fmla="*/ 614 h 1643"/>
                <a:gd name="T64" fmla="*/ 484 w 1224"/>
                <a:gd name="T65" fmla="*/ 614 h 1643"/>
                <a:gd name="T66" fmla="*/ 461 w 1224"/>
                <a:gd name="T67" fmla="*/ 604 h 1643"/>
                <a:gd name="T68" fmla="*/ 451 w 1224"/>
                <a:gd name="T69" fmla="*/ 581 h 1643"/>
                <a:gd name="T70" fmla="*/ 451 w 1224"/>
                <a:gd name="T71" fmla="*/ 451 h 1643"/>
                <a:gd name="T72" fmla="*/ 461 w 1224"/>
                <a:gd name="T73" fmla="*/ 428 h 1643"/>
                <a:gd name="T74" fmla="*/ 484 w 1224"/>
                <a:gd name="T75" fmla="*/ 419 h 1643"/>
                <a:gd name="T76" fmla="*/ 740 w 1224"/>
                <a:gd name="T77" fmla="*/ 419 h 1643"/>
                <a:gd name="T78" fmla="*/ 763 w 1224"/>
                <a:gd name="T79" fmla="*/ 428 h 1643"/>
                <a:gd name="T80" fmla="*/ 773 w 1224"/>
                <a:gd name="T81" fmla="*/ 451 h 1643"/>
                <a:gd name="T82" fmla="*/ 773 w 1224"/>
                <a:gd name="T83" fmla="*/ 581 h 1643"/>
                <a:gd name="T84" fmla="*/ 1063 w 1224"/>
                <a:gd name="T85" fmla="*/ 1000 h 1643"/>
                <a:gd name="T86" fmla="*/ 161 w 1224"/>
                <a:gd name="T87" fmla="*/ 1000 h 1643"/>
                <a:gd name="T88" fmla="*/ 161 w 1224"/>
                <a:gd name="T89" fmla="*/ 1450 h 1643"/>
                <a:gd name="T90" fmla="*/ 1063 w 1224"/>
                <a:gd name="T91" fmla="*/ 1450 h 1643"/>
                <a:gd name="T92" fmla="*/ 1063 w 1224"/>
                <a:gd name="T93" fmla="*/ 1000 h 1643"/>
                <a:gd name="T94" fmla="*/ 773 w 1224"/>
                <a:gd name="T95" fmla="*/ 1257 h 1643"/>
                <a:gd name="T96" fmla="*/ 763 w 1224"/>
                <a:gd name="T97" fmla="*/ 1279 h 1643"/>
                <a:gd name="T98" fmla="*/ 740 w 1224"/>
                <a:gd name="T99" fmla="*/ 1289 h 1643"/>
                <a:gd name="T100" fmla="*/ 484 w 1224"/>
                <a:gd name="T101" fmla="*/ 1289 h 1643"/>
                <a:gd name="T102" fmla="*/ 461 w 1224"/>
                <a:gd name="T103" fmla="*/ 1279 h 1643"/>
                <a:gd name="T104" fmla="*/ 451 w 1224"/>
                <a:gd name="T105" fmla="*/ 1257 h 1643"/>
                <a:gd name="T106" fmla="*/ 451 w 1224"/>
                <a:gd name="T107" fmla="*/ 1128 h 1643"/>
                <a:gd name="T108" fmla="*/ 461 w 1224"/>
                <a:gd name="T109" fmla="*/ 1105 h 1643"/>
                <a:gd name="T110" fmla="*/ 484 w 1224"/>
                <a:gd name="T111" fmla="*/ 1096 h 1643"/>
                <a:gd name="T112" fmla="*/ 740 w 1224"/>
                <a:gd name="T113" fmla="*/ 1096 h 1643"/>
                <a:gd name="T114" fmla="*/ 763 w 1224"/>
                <a:gd name="T115" fmla="*/ 1105 h 1643"/>
                <a:gd name="T116" fmla="*/ 773 w 1224"/>
                <a:gd name="T117" fmla="*/ 1128 h 1643"/>
                <a:gd name="T118" fmla="*/ 773 w 1224"/>
                <a:gd name="T119" fmla="*/ 1257 h 1643"/>
                <a:gd name="T120" fmla="*/ 773 w 1224"/>
                <a:gd name="T121" fmla="*/ 1257 h 1643"/>
                <a:gd name="T122" fmla="*/ 773 w 1224"/>
                <a:gd name="T123" fmla="*/ 1257 h 1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24" h="1643">
                  <a:moveTo>
                    <a:pt x="0" y="0"/>
                  </a:moveTo>
                  <a:cubicBezTo>
                    <a:pt x="0" y="1643"/>
                    <a:pt x="0" y="1643"/>
                    <a:pt x="0" y="1643"/>
                  </a:cubicBezTo>
                  <a:cubicBezTo>
                    <a:pt x="1224" y="1643"/>
                    <a:pt x="1224" y="1643"/>
                    <a:pt x="1224" y="1643"/>
                  </a:cubicBezTo>
                  <a:cubicBezTo>
                    <a:pt x="1224" y="0"/>
                    <a:pt x="1224" y="0"/>
                    <a:pt x="1224" y="0"/>
                  </a:cubicBezTo>
                  <a:lnTo>
                    <a:pt x="0" y="0"/>
                  </a:lnTo>
                  <a:close/>
                  <a:moveTo>
                    <a:pt x="1126" y="1515"/>
                  </a:moveTo>
                  <a:cubicBezTo>
                    <a:pt x="98" y="1515"/>
                    <a:pt x="98" y="1515"/>
                    <a:pt x="98" y="1515"/>
                  </a:cubicBezTo>
                  <a:cubicBezTo>
                    <a:pt x="98" y="935"/>
                    <a:pt x="98" y="935"/>
                    <a:pt x="98" y="935"/>
                  </a:cubicBezTo>
                  <a:cubicBezTo>
                    <a:pt x="1126" y="935"/>
                    <a:pt x="1126" y="935"/>
                    <a:pt x="1126" y="935"/>
                  </a:cubicBezTo>
                  <a:lnTo>
                    <a:pt x="1126" y="1515"/>
                  </a:lnTo>
                  <a:close/>
                  <a:moveTo>
                    <a:pt x="1126" y="838"/>
                  </a:moveTo>
                  <a:cubicBezTo>
                    <a:pt x="98" y="838"/>
                    <a:pt x="98" y="838"/>
                    <a:pt x="98" y="838"/>
                  </a:cubicBezTo>
                  <a:cubicBezTo>
                    <a:pt x="98" y="258"/>
                    <a:pt x="98" y="258"/>
                    <a:pt x="98" y="258"/>
                  </a:cubicBezTo>
                  <a:cubicBezTo>
                    <a:pt x="1126" y="258"/>
                    <a:pt x="1126" y="258"/>
                    <a:pt x="1126" y="258"/>
                  </a:cubicBezTo>
                  <a:lnTo>
                    <a:pt x="1126" y="838"/>
                  </a:lnTo>
                  <a:close/>
                  <a:moveTo>
                    <a:pt x="1113" y="164"/>
                  </a:moveTo>
                  <a:cubicBezTo>
                    <a:pt x="1104" y="173"/>
                    <a:pt x="1093" y="178"/>
                    <a:pt x="1080" y="178"/>
                  </a:cubicBezTo>
                  <a:cubicBezTo>
                    <a:pt x="1066" y="178"/>
                    <a:pt x="1055" y="173"/>
                    <a:pt x="1045" y="164"/>
                  </a:cubicBezTo>
                  <a:cubicBezTo>
                    <a:pt x="1036" y="154"/>
                    <a:pt x="1031" y="142"/>
                    <a:pt x="1031" y="129"/>
                  </a:cubicBezTo>
                  <a:cubicBezTo>
                    <a:pt x="1031" y="116"/>
                    <a:pt x="1036" y="105"/>
                    <a:pt x="1045" y="96"/>
                  </a:cubicBezTo>
                  <a:cubicBezTo>
                    <a:pt x="1055" y="87"/>
                    <a:pt x="1066" y="82"/>
                    <a:pt x="1080" y="82"/>
                  </a:cubicBezTo>
                  <a:cubicBezTo>
                    <a:pt x="1093" y="82"/>
                    <a:pt x="1104" y="87"/>
                    <a:pt x="1113" y="96"/>
                  </a:cubicBezTo>
                  <a:cubicBezTo>
                    <a:pt x="1122" y="105"/>
                    <a:pt x="1126" y="116"/>
                    <a:pt x="1126" y="129"/>
                  </a:cubicBezTo>
                  <a:cubicBezTo>
                    <a:pt x="1126" y="142"/>
                    <a:pt x="1122" y="154"/>
                    <a:pt x="1113" y="164"/>
                  </a:cubicBezTo>
                  <a:close/>
                  <a:moveTo>
                    <a:pt x="1063" y="323"/>
                  </a:moveTo>
                  <a:cubicBezTo>
                    <a:pt x="161" y="323"/>
                    <a:pt x="161" y="323"/>
                    <a:pt x="161" y="323"/>
                  </a:cubicBezTo>
                  <a:cubicBezTo>
                    <a:pt x="161" y="775"/>
                    <a:pt x="161" y="775"/>
                    <a:pt x="161" y="775"/>
                  </a:cubicBezTo>
                  <a:cubicBezTo>
                    <a:pt x="1063" y="775"/>
                    <a:pt x="1063" y="775"/>
                    <a:pt x="1063" y="775"/>
                  </a:cubicBezTo>
                  <a:lnTo>
                    <a:pt x="1063" y="323"/>
                  </a:lnTo>
                  <a:close/>
                  <a:moveTo>
                    <a:pt x="773" y="581"/>
                  </a:moveTo>
                  <a:cubicBezTo>
                    <a:pt x="773" y="590"/>
                    <a:pt x="769" y="598"/>
                    <a:pt x="763" y="604"/>
                  </a:cubicBezTo>
                  <a:cubicBezTo>
                    <a:pt x="757" y="611"/>
                    <a:pt x="749" y="614"/>
                    <a:pt x="740" y="614"/>
                  </a:cubicBezTo>
                  <a:cubicBezTo>
                    <a:pt x="484" y="614"/>
                    <a:pt x="484" y="614"/>
                    <a:pt x="484" y="614"/>
                  </a:cubicBezTo>
                  <a:cubicBezTo>
                    <a:pt x="475" y="614"/>
                    <a:pt x="467" y="611"/>
                    <a:pt x="461" y="604"/>
                  </a:cubicBezTo>
                  <a:cubicBezTo>
                    <a:pt x="455" y="598"/>
                    <a:pt x="451" y="590"/>
                    <a:pt x="451" y="581"/>
                  </a:cubicBezTo>
                  <a:cubicBezTo>
                    <a:pt x="451" y="451"/>
                    <a:pt x="451" y="451"/>
                    <a:pt x="451" y="451"/>
                  </a:cubicBezTo>
                  <a:cubicBezTo>
                    <a:pt x="451" y="442"/>
                    <a:pt x="455" y="435"/>
                    <a:pt x="461" y="428"/>
                  </a:cubicBezTo>
                  <a:cubicBezTo>
                    <a:pt x="467" y="422"/>
                    <a:pt x="475" y="419"/>
                    <a:pt x="484" y="419"/>
                  </a:cubicBezTo>
                  <a:cubicBezTo>
                    <a:pt x="740" y="419"/>
                    <a:pt x="740" y="419"/>
                    <a:pt x="740" y="419"/>
                  </a:cubicBezTo>
                  <a:cubicBezTo>
                    <a:pt x="749" y="419"/>
                    <a:pt x="757" y="422"/>
                    <a:pt x="763" y="428"/>
                  </a:cubicBezTo>
                  <a:cubicBezTo>
                    <a:pt x="769" y="435"/>
                    <a:pt x="773" y="442"/>
                    <a:pt x="773" y="451"/>
                  </a:cubicBezTo>
                  <a:lnTo>
                    <a:pt x="773" y="581"/>
                  </a:lnTo>
                  <a:close/>
                  <a:moveTo>
                    <a:pt x="1063" y="1000"/>
                  </a:moveTo>
                  <a:cubicBezTo>
                    <a:pt x="161" y="1000"/>
                    <a:pt x="161" y="1000"/>
                    <a:pt x="161" y="1000"/>
                  </a:cubicBezTo>
                  <a:cubicBezTo>
                    <a:pt x="161" y="1450"/>
                    <a:pt x="161" y="1450"/>
                    <a:pt x="161" y="1450"/>
                  </a:cubicBezTo>
                  <a:cubicBezTo>
                    <a:pt x="1063" y="1450"/>
                    <a:pt x="1063" y="1450"/>
                    <a:pt x="1063" y="1450"/>
                  </a:cubicBezTo>
                  <a:lnTo>
                    <a:pt x="1063" y="1000"/>
                  </a:lnTo>
                  <a:close/>
                  <a:moveTo>
                    <a:pt x="773" y="1257"/>
                  </a:moveTo>
                  <a:cubicBezTo>
                    <a:pt x="773" y="1265"/>
                    <a:pt x="769" y="1273"/>
                    <a:pt x="763" y="1279"/>
                  </a:cubicBezTo>
                  <a:cubicBezTo>
                    <a:pt x="757" y="1286"/>
                    <a:pt x="749" y="1289"/>
                    <a:pt x="740" y="1289"/>
                  </a:cubicBezTo>
                  <a:cubicBezTo>
                    <a:pt x="484" y="1289"/>
                    <a:pt x="484" y="1289"/>
                    <a:pt x="484" y="1289"/>
                  </a:cubicBezTo>
                  <a:cubicBezTo>
                    <a:pt x="475" y="1289"/>
                    <a:pt x="467" y="1286"/>
                    <a:pt x="461" y="1279"/>
                  </a:cubicBezTo>
                  <a:cubicBezTo>
                    <a:pt x="455" y="1273"/>
                    <a:pt x="451" y="1265"/>
                    <a:pt x="451" y="1257"/>
                  </a:cubicBezTo>
                  <a:cubicBezTo>
                    <a:pt x="451" y="1128"/>
                    <a:pt x="451" y="1128"/>
                    <a:pt x="451" y="1128"/>
                  </a:cubicBezTo>
                  <a:cubicBezTo>
                    <a:pt x="451" y="1119"/>
                    <a:pt x="455" y="1112"/>
                    <a:pt x="461" y="1105"/>
                  </a:cubicBezTo>
                  <a:cubicBezTo>
                    <a:pt x="467" y="1099"/>
                    <a:pt x="475" y="1096"/>
                    <a:pt x="484" y="1096"/>
                  </a:cubicBezTo>
                  <a:cubicBezTo>
                    <a:pt x="740" y="1096"/>
                    <a:pt x="740" y="1096"/>
                    <a:pt x="740" y="1096"/>
                  </a:cubicBezTo>
                  <a:cubicBezTo>
                    <a:pt x="749" y="1096"/>
                    <a:pt x="757" y="1099"/>
                    <a:pt x="763" y="1105"/>
                  </a:cubicBezTo>
                  <a:cubicBezTo>
                    <a:pt x="769" y="1112"/>
                    <a:pt x="773" y="1119"/>
                    <a:pt x="773" y="1128"/>
                  </a:cubicBezTo>
                  <a:lnTo>
                    <a:pt x="773" y="1257"/>
                  </a:lnTo>
                  <a:close/>
                  <a:moveTo>
                    <a:pt x="773" y="1257"/>
                  </a:moveTo>
                  <a:cubicBezTo>
                    <a:pt x="773" y="1257"/>
                    <a:pt x="773" y="1257"/>
                    <a:pt x="773" y="1257"/>
                  </a:cubicBezTo>
                </a:path>
              </a:pathLst>
            </a:custGeom>
            <a:solidFill>
              <a:schemeClr val="bg1"/>
            </a:solidFill>
            <a:ln>
              <a:noFill/>
            </a:ln>
          </p:spPr>
          <p:txBody>
            <a:bodyPr anchor="ctr"/>
            <a:lstStyle/>
            <a:p>
              <a:pPr algn="ctr"/>
              <a:endParaRPr>
                <a:cs typeface="+mn-ea"/>
                <a:sym typeface="+mn-lt"/>
              </a:endParaRPr>
            </a:p>
          </p:txBody>
        </p:sp>
        <p:sp>
          <p:nvSpPr>
            <p:cNvPr id="36" name="iŝlïḍè">
              <a:extLst>
                <a:ext uri="{FF2B5EF4-FFF2-40B4-BE49-F238E27FC236}">
                  <a16:creationId xmlns:a16="http://schemas.microsoft.com/office/drawing/2014/main" id="{DC17D48F-A8E0-4167-9EF6-AF7128B4924E}"/>
                </a:ext>
              </a:extLst>
            </p:cNvPr>
            <p:cNvSpPr>
              <a:spLocks noChangeAspect="1"/>
            </p:cNvSpPr>
            <p:nvPr/>
          </p:nvSpPr>
          <p:spPr bwMode="auto">
            <a:xfrm>
              <a:off x="3729145" y="3269739"/>
              <a:ext cx="381053" cy="379997"/>
            </a:xfrm>
            <a:custGeom>
              <a:avLst/>
              <a:gdLst>
                <a:gd name="connsiteX0" fmla="*/ 84666 w 508000"/>
                <a:gd name="connsiteY0" fmla="*/ 303955 h 506592"/>
                <a:gd name="connsiteX1" fmla="*/ 233680 w 508000"/>
                <a:gd name="connsiteY1" fmla="*/ 428915 h 506592"/>
                <a:gd name="connsiteX2" fmla="*/ 233680 w 508000"/>
                <a:gd name="connsiteY2" fmla="*/ 408651 h 506592"/>
                <a:gd name="connsiteX3" fmla="*/ 254000 w 508000"/>
                <a:gd name="connsiteY3" fmla="*/ 391765 h 506592"/>
                <a:gd name="connsiteX4" fmla="*/ 274320 w 508000"/>
                <a:gd name="connsiteY4" fmla="*/ 408651 h 506592"/>
                <a:gd name="connsiteX5" fmla="*/ 274320 w 508000"/>
                <a:gd name="connsiteY5" fmla="*/ 428915 h 506592"/>
                <a:gd name="connsiteX6" fmla="*/ 423334 w 508000"/>
                <a:gd name="connsiteY6" fmla="*/ 303955 h 506592"/>
                <a:gd name="connsiteX7" fmla="*/ 254000 w 508000"/>
                <a:gd name="connsiteY7" fmla="*/ 371501 h 506592"/>
                <a:gd name="connsiteX8" fmla="*/ 84666 w 508000"/>
                <a:gd name="connsiteY8" fmla="*/ 303955 h 506592"/>
                <a:gd name="connsiteX9" fmla="*/ 362374 w 508000"/>
                <a:gd name="connsiteY9" fmla="*/ 209392 h 506592"/>
                <a:gd name="connsiteX10" fmla="*/ 372534 w 508000"/>
                <a:gd name="connsiteY10" fmla="*/ 253296 h 506592"/>
                <a:gd name="connsiteX11" fmla="*/ 362374 w 508000"/>
                <a:gd name="connsiteY11" fmla="*/ 297201 h 506592"/>
                <a:gd name="connsiteX12" fmla="*/ 423334 w 508000"/>
                <a:gd name="connsiteY12" fmla="*/ 253296 h 506592"/>
                <a:gd name="connsiteX13" fmla="*/ 362374 w 508000"/>
                <a:gd name="connsiteY13" fmla="*/ 209392 h 506592"/>
                <a:gd name="connsiteX14" fmla="*/ 145626 w 508000"/>
                <a:gd name="connsiteY14" fmla="*/ 209392 h 506592"/>
                <a:gd name="connsiteX15" fmla="*/ 88053 w 508000"/>
                <a:gd name="connsiteY15" fmla="*/ 253296 h 506592"/>
                <a:gd name="connsiteX16" fmla="*/ 145626 w 508000"/>
                <a:gd name="connsiteY16" fmla="*/ 297201 h 506592"/>
                <a:gd name="connsiteX17" fmla="*/ 138853 w 508000"/>
                <a:gd name="connsiteY17" fmla="*/ 253296 h 506592"/>
                <a:gd name="connsiteX18" fmla="*/ 145626 w 508000"/>
                <a:gd name="connsiteY18" fmla="*/ 209392 h 506592"/>
                <a:gd name="connsiteX19" fmla="*/ 254413 w 508000"/>
                <a:gd name="connsiteY19" fmla="*/ 205451 h 506592"/>
                <a:gd name="connsiteX20" fmla="*/ 305363 w 508000"/>
                <a:gd name="connsiteY20" fmla="*/ 253005 h 506592"/>
                <a:gd name="connsiteX21" fmla="*/ 254413 w 508000"/>
                <a:gd name="connsiteY21" fmla="*/ 303955 h 506592"/>
                <a:gd name="connsiteX22" fmla="*/ 206859 w 508000"/>
                <a:gd name="connsiteY22" fmla="*/ 253005 h 506592"/>
                <a:gd name="connsiteX23" fmla="*/ 254413 w 508000"/>
                <a:gd name="connsiteY23" fmla="*/ 205451 h 506592"/>
                <a:gd name="connsiteX24" fmla="*/ 254000 w 508000"/>
                <a:gd name="connsiteY24" fmla="*/ 175618 h 506592"/>
                <a:gd name="connsiteX25" fmla="*/ 176106 w 508000"/>
                <a:gd name="connsiteY25" fmla="*/ 253296 h 506592"/>
                <a:gd name="connsiteX26" fmla="*/ 254000 w 508000"/>
                <a:gd name="connsiteY26" fmla="*/ 330974 h 506592"/>
                <a:gd name="connsiteX27" fmla="*/ 331894 w 508000"/>
                <a:gd name="connsiteY27" fmla="*/ 253296 h 506592"/>
                <a:gd name="connsiteX28" fmla="*/ 254000 w 508000"/>
                <a:gd name="connsiteY28" fmla="*/ 175618 h 506592"/>
                <a:gd name="connsiteX29" fmla="*/ 233680 w 508000"/>
                <a:gd name="connsiteY29" fmla="*/ 77677 h 506592"/>
                <a:gd name="connsiteX30" fmla="*/ 84666 w 508000"/>
                <a:gd name="connsiteY30" fmla="*/ 202637 h 506592"/>
                <a:gd name="connsiteX31" fmla="*/ 254000 w 508000"/>
                <a:gd name="connsiteY31" fmla="*/ 138468 h 506592"/>
                <a:gd name="connsiteX32" fmla="*/ 423334 w 508000"/>
                <a:gd name="connsiteY32" fmla="*/ 202637 h 506592"/>
                <a:gd name="connsiteX33" fmla="*/ 274320 w 508000"/>
                <a:gd name="connsiteY33" fmla="*/ 77677 h 506592"/>
                <a:gd name="connsiteX34" fmla="*/ 274320 w 508000"/>
                <a:gd name="connsiteY34" fmla="*/ 97941 h 506592"/>
                <a:gd name="connsiteX35" fmla="*/ 254000 w 508000"/>
                <a:gd name="connsiteY35" fmla="*/ 118205 h 506592"/>
                <a:gd name="connsiteX36" fmla="*/ 233680 w 508000"/>
                <a:gd name="connsiteY36" fmla="*/ 97941 h 506592"/>
                <a:gd name="connsiteX37" fmla="*/ 233680 w 508000"/>
                <a:gd name="connsiteY37" fmla="*/ 77677 h 506592"/>
                <a:gd name="connsiteX38" fmla="*/ 254000 w 508000"/>
                <a:gd name="connsiteY38" fmla="*/ 0 h 506592"/>
                <a:gd name="connsiteX39" fmla="*/ 274320 w 508000"/>
                <a:gd name="connsiteY39" fmla="*/ 20264 h 506592"/>
                <a:gd name="connsiteX40" fmla="*/ 274320 w 508000"/>
                <a:gd name="connsiteY40" fmla="*/ 40527 h 506592"/>
                <a:gd name="connsiteX41" fmla="*/ 470747 w 508000"/>
                <a:gd name="connsiteY41" fmla="*/ 233033 h 506592"/>
                <a:gd name="connsiteX42" fmla="*/ 491067 w 508000"/>
                <a:gd name="connsiteY42" fmla="*/ 233033 h 506592"/>
                <a:gd name="connsiteX43" fmla="*/ 508000 w 508000"/>
                <a:gd name="connsiteY43" fmla="*/ 253296 h 506592"/>
                <a:gd name="connsiteX44" fmla="*/ 491067 w 508000"/>
                <a:gd name="connsiteY44" fmla="*/ 273560 h 506592"/>
                <a:gd name="connsiteX45" fmla="*/ 470747 w 508000"/>
                <a:gd name="connsiteY45" fmla="*/ 273560 h 506592"/>
                <a:gd name="connsiteX46" fmla="*/ 274320 w 508000"/>
                <a:gd name="connsiteY46" fmla="*/ 469442 h 506592"/>
                <a:gd name="connsiteX47" fmla="*/ 274320 w 508000"/>
                <a:gd name="connsiteY47" fmla="*/ 489706 h 506592"/>
                <a:gd name="connsiteX48" fmla="*/ 254000 w 508000"/>
                <a:gd name="connsiteY48" fmla="*/ 506592 h 506592"/>
                <a:gd name="connsiteX49" fmla="*/ 233680 w 508000"/>
                <a:gd name="connsiteY49" fmla="*/ 489706 h 506592"/>
                <a:gd name="connsiteX50" fmla="*/ 233680 w 508000"/>
                <a:gd name="connsiteY50" fmla="*/ 469442 h 506592"/>
                <a:gd name="connsiteX51" fmla="*/ 40640 w 508000"/>
                <a:gd name="connsiteY51" fmla="*/ 273560 h 506592"/>
                <a:gd name="connsiteX52" fmla="*/ 20320 w 508000"/>
                <a:gd name="connsiteY52" fmla="*/ 273560 h 506592"/>
                <a:gd name="connsiteX53" fmla="*/ 0 w 508000"/>
                <a:gd name="connsiteY53" fmla="*/ 253296 h 506592"/>
                <a:gd name="connsiteX54" fmla="*/ 20320 w 508000"/>
                <a:gd name="connsiteY54" fmla="*/ 233033 h 506592"/>
                <a:gd name="connsiteX55" fmla="*/ 40640 w 508000"/>
                <a:gd name="connsiteY55" fmla="*/ 233033 h 506592"/>
                <a:gd name="connsiteX56" fmla="*/ 233680 w 508000"/>
                <a:gd name="connsiteY56" fmla="*/ 40527 h 506592"/>
                <a:gd name="connsiteX57" fmla="*/ 233680 w 508000"/>
                <a:gd name="connsiteY57" fmla="*/ 20264 h 506592"/>
                <a:gd name="connsiteX58" fmla="*/ 254000 w 508000"/>
                <a:gd name="connsiteY58" fmla="*/ 0 h 50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08000" h="506592">
                  <a:moveTo>
                    <a:pt x="84666" y="303955"/>
                  </a:moveTo>
                  <a:cubicBezTo>
                    <a:pt x="104986" y="371501"/>
                    <a:pt x="165946" y="422160"/>
                    <a:pt x="233680" y="428915"/>
                  </a:cubicBezTo>
                  <a:cubicBezTo>
                    <a:pt x="233680" y="428915"/>
                    <a:pt x="233680" y="428915"/>
                    <a:pt x="233680" y="408651"/>
                  </a:cubicBezTo>
                  <a:cubicBezTo>
                    <a:pt x="233680" y="398519"/>
                    <a:pt x="243840" y="391765"/>
                    <a:pt x="254000" y="391765"/>
                  </a:cubicBezTo>
                  <a:cubicBezTo>
                    <a:pt x="264160" y="391765"/>
                    <a:pt x="274320" y="398519"/>
                    <a:pt x="274320" y="408651"/>
                  </a:cubicBezTo>
                  <a:cubicBezTo>
                    <a:pt x="274320" y="408651"/>
                    <a:pt x="274320" y="408651"/>
                    <a:pt x="274320" y="428915"/>
                  </a:cubicBezTo>
                  <a:cubicBezTo>
                    <a:pt x="345440" y="422160"/>
                    <a:pt x="403014" y="371501"/>
                    <a:pt x="423334" y="303955"/>
                  </a:cubicBezTo>
                  <a:cubicBezTo>
                    <a:pt x="386080" y="334351"/>
                    <a:pt x="325120" y="371501"/>
                    <a:pt x="254000" y="371501"/>
                  </a:cubicBezTo>
                  <a:cubicBezTo>
                    <a:pt x="186266" y="371501"/>
                    <a:pt x="125306" y="334351"/>
                    <a:pt x="84666" y="303955"/>
                  </a:cubicBezTo>
                  <a:close/>
                  <a:moveTo>
                    <a:pt x="362374" y="209392"/>
                  </a:moveTo>
                  <a:cubicBezTo>
                    <a:pt x="369147" y="222901"/>
                    <a:pt x="372534" y="239787"/>
                    <a:pt x="372534" y="253296"/>
                  </a:cubicBezTo>
                  <a:cubicBezTo>
                    <a:pt x="372534" y="270183"/>
                    <a:pt x="369147" y="283692"/>
                    <a:pt x="362374" y="297201"/>
                  </a:cubicBezTo>
                  <a:cubicBezTo>
                    <a:pt x="389467" y="283692"/>
                    <a:pt x="409787" y="266805"/>
                    <a:pt x="423334" y="253296"/>
                  </a:cubicBezTo>
                  <a:cubicBezTo>
                    <a:pt x="409787" y="243164"/>
                    <a:pt x="389467" y="226278"/>
                    <a:pt x="362374" y="209392"/>
                  </a:cubicBezTo>
                  <a:close/>
                  <a:moveTo>
                    <a:pt x="145626" y="209392"/>
                  </a:moveTo>
                  <a:cubicBezTo>
                    <a:pt x="118533" y="226278"/>
                    <a:pt x="98213" y="243164"/>
                    <a:pt x="88053" y="253296"/>
                  </a:cubicBezTo>
                  <a:cubicBezTo>
                    <a:pt x="98213" y="266805"/>
                    <a:pt x="118533" y="283692"/>
                    <a:pt x="145626" y="297201"/>
                  </a:cubicBezTo>
                  <a:cubicBezTo>
                    <a:pt x="138853" y="283692"/>
                    <a:pt x="138853" y="270183"/>
                    <a:pt x="138853" y="253296"/>
                  </a:cubicBezTo>
                  <a:cubicBezTo>
                    <a:pt x="138853" y="239787"/>
                    <a:pt x="138853" y="222901"/>
                    <a:pt x="145626" y="209392"/>
                  </a:cubicBezTo>
                  <a:close/>
                  <a:moveTo>
                    <a:pt x="254413" y="205451"/>
                  </a:moveTo>
                  <a:cubicBezTo>
                    <a:pt x="281586" y="205451"/>
                    <a:pt x="305363" y="225831"/>
                    <a:pt x="305363" y="253005"/>
                  </a:cubicBezTo>
                  <a:cubicBezTo>
                    <a:pt x="305363" y="280178"/>
                    <a:pt x="281586" y="303955"/>
                    <a:pt x="254413" y="303955"/>
                  </a:cubicBezTo>
                  <a:cubicBezTo>
                    <a:pt x="227239" y="303955"/>
                    <a:pt x="206859" y="280178"/>
                    <a:pt x="206859" y="253005"/>
                  </a:cubicBezTo>
                  <a:cubicBezTo>
                    <a:pt x="206859" y="225831"/>
                    <a:pt x="227239" y="205451"/>
                    <a:pt x="254413" y="205451"/>
                  </a:cubicBezTo>
                  <a:close/>
                  <a:moveTo>
                    <a:pt x="254000" y="175618"/>
                  </a:moveTo>
                  <a:cubicBezTo>
                    <a:pt x="209974" y="175618"/>
                    <a:pt x="176106" y="209392"/>
                    <a:pt x="176106" y="253296"/>
                  </a:cubicBezTo>
                  <a:cubicBezTo>
                    <a:pt x="176106" y="297201"/>
                    <a:pt x="209974" y="330974"/>
                    <a:pt x="254000" y="330974"/>
                  </a:cubicBezTo>
                  <a:cubicBezTo>
                    <a:pt x="298027" y="330974"/>
                    <a:pt x="331894" y="297201"/>
                    <a:pt x="331894" y="253296"/>
                  </a:cubicBezTo>
                  <a:cubicBezTo>
                    <a:pt x="331894" y="209392"/>
                    <a:pt x="298027" y="175618"/>
                    <a:pt x="254000" y="175618"/>
                  </a:cubicBezTo>
                  <a:close/>
                  <a:moveTo>
                    <a:pt x="233680" y="77677"/>
                  </a:moveTo>
                  <a:cubicBezTo>
                    <a:pt x="165946" y="87809"/>
                    <a:pt x="104986" y="138468"/>
                    <a:pt x="84666" y="202637"/>
                  </a:cubicBezTo>
                  <a:cubicBezTo>
                    <a:pt x="125306" y="172241"/>
                    <a:pt x="186266" y="138468"/>
                    <a:pt x="254000" y="138468"/>
                  </a:cubicBezTo>
                  <a:cubicBezTo>
                    <a:pt x="325120" y="138468"/>
                    <a:pt x="386080" y="172241"/>
                    <a:pt x="423334" y="202637"/>
                  </a:cubicBezTo>
                  <a:cubicBezTo>
                    <a:pt x="403014" y="138468"/>
                    <a:pt x="345440" y="87809"/>
                    <a:pt x="274320" y="77677"/>
                  </a:cubicBezTo>
                  <a:cubicBezTo>
                    <a:pt x="274320" y="77677"/>
                    <a:pt x="274320" y="77677"/>
                    <a:pt x="274320" y="97941"/>
                  </a:cubicBezTo>
                  <a:cubicBezTo>
                    <a:pt x="274320" y="108073"/>
                    <a:pt x="264160" y="118205"/>
                    <a:pt x="254000" y="118205"/>
                  </a:cubicBezTo>
                  <a:cubicBezTo>
                    <a:pt x="243840" y="118205"/>
                    <a:pt x="233680" y="108073"/>
                    <a:pt x="233680" y="97941"/>
                  </a:cubicBezTo>
                  <a:cubicBezTo>
                    <a:pt x="233680" y="97941"/>
                    <a:pt x="233680" y="97941"/>
                    <a:pt x="233680" y="77677"/>
                  </a:cubicBezTo>
                  <a:close/>
                  <a:moveTo>
                    <a:pt x="254000" y="0"/>
                  </a:moveTo>
                  <a:cubicBezTo>
                    <a:pt x="264160" y="0"/>
                    <a:pt x="274320" y="10132"/>
                    <a:pt x="274320" y="20264"/>
                  </a:cubicBezTo>
                  <a:cubicBezTo>
                    <a:pt x="274320" y="20264"/>
                    <a:pt x="274320" y="20264"/>
                    <a:pt x="274320" y="40527"/>
                  </a:cubicBezTo>
                  <a:cubicBezTo>
                    <a:pt x="375920" y="50659"/>
                    <a:pt x="460587" y="131714"/>
                    <a:pt x="470747" y="233033"/>
                  </a:cubicBezTo>
                  <a:cubicBezTo>
                    <a:pt x="470747" y="233033"/>
                    <a:pt x="470747" y="233033"/>
                    <a:pt x="491067" y="233033"/>
                  </a:cubicBezTo>
                  <a:cubicBezTo>
                    <a:pt x="501227" y="233033"/>
                    <a:pt x="508000" y="243164"/>
                    <a:pt x="508000" y="253296"/>
                  </a:cubicBezTo>
                  <a:cubicBezTo>
                    <a:pt x="508000" y="263428"/>
                    <a:pt x="501227" y="273560"/>
                    <a:pt x="491067" y="273560"/>
                  </a:cubicBezTo>
                  <a:cubicBezTo>
                    <a:pt x="491067" y="273560"/>
                    <a:pt x="491067" y="273560"/>
                    <a:pt x="470747" y="273560"/>
                  </a:cubicBezTo>
                  <a:cubicBezTo>
                    <a:pt x="460587" y="374878"/>
                    <a:pt x="375920" y="459310"/>
                    <a:pt x="274320" y="469442"/>
                  </a:cubicBezTo>
                  <a:cubicBezTo>
                    <a:pt x="274320" y="469442"/>
                    <a:pt x="274320" y="469442"/>
                    <a:pt x="274320" y="489706"/>
                  </a:cubicBezTo>
                  <a:cubicBezTo>
                    <a:pt x="274320" y="499838"/>
                    <a:pt x="264160" y="506592"/>
                    <a:pt x="254000" y="506592"/>
                  </a:cubicBezTo>
                  <a:cubicBezTo>
                    <a:pt x="243840" y="506592"/>
                    <a:pt x="233680" y="499838"/>
                    <a:pt x="233680" y="489706"/>
                  </a:cubicBezTo>
                  <a:cubicBezTo>
                    <a:pt x="233680" y="489706"/>
                    <a:pt x="233680" y="489706"/>
                    <a:pt x="233680" y="469442"/>
                  </a:cubicBezTo>
                  <a:cubicBezTo>
                    <a:pt x="132080" y="459310"/>
                    <a:pt x="50800" y="374878"/>
                    <a:pt x="40640" y="273560"/>
                  </a:cubicBezTo>
                  <a:cubicBezTo>
                    <a:pt x="40640" y="273560"/>
                    <a:pt x="40640" y="273560"/>
                    <a:pt x="20320" y="273560"/>
                  </a:cubicBezTo>
                  <a:cubicBezTo>
                    <a:pt x="10160" y="273560"/>
                    <a:pt x="0" y="263428"/>
                    <a:pt x="0" y="253296"/>
                  </a:cubicBezTo>
                  <a:cubicBezTo>
                    <a:pt x="0" y="243164"/>
                    <a:pt x="10160" y="233033"/>
                    <a:pt x="20320" y="233033"/>
                  </a:cubicBezTo>
                  <a:cubicBezTo>
                    <a:pt x="20320" y="233033"/>
                    <a:pt x="20320" y="233033"/>
                    <a:pt x="40640" y="233033"/>
                  </a:cubicBezTo>
                  <a:cubicBezTo>
                    <a:pt x="50800" y="131714"/>
                    <a:pt x="132080" y="50659"/>
                    <a:pt x="233680" y="40527"/>
                  </a:cubicBezTo>
                  <a:cubicBezTo>
                    <a:pt x="233680" y="40527"/>
                    <a:pt x="233680" y="40527"/>
                    <a:pt x="233680" y="20264"/>
                  </a:cubicBezTo>
                  <a:cubicBezTo>
                    <a:pt x="233680" y="10132"/>
                    <a:pt x="243840" y="0"/>
                    <a:pt x="254000" y="0"/>
                  </a:cubicBezTo>
                  <a:close/>
                </a:path>
              </a:pathLst>
            </a:custGeom>
            <a:solidFill>
              <a:schemeClr val="bg1"/>
            </a:solidFill>
            <a:ln>
              <a:noFill/>
            </a:ln>
          </p:spPr>
          <p:txBody>
            <a:bodyPr anchor="ctr"/>
            <a:lstStyle/>
            <a:p>
              <a:pPr algn="ctr"/>
              <a:endParaRPr>
                <a:cs typeface="+mn-ea"/>
                <a:sym typeface="+mn-lt"/>
              </a:endParaRPr>
            </a:p>
          </p:txBody>
        </p:sp>
        <p:sp>
          <p:nvSpPr>
            <p:cNvPr id="37" name="išľidé">
              <a:extLst>
                <a:ext uri="{FF2B5EF4-FFF2-40B4-BE49-F238E27FC236}">
                  <a16:creationId xmlns:a16="http://schemas.microsoft.com/office/drawing/2014/main" id="{B3D340ED-A09F-47D4-9D91-1A23C114BB07}"/>
                </a:ext>
              </a:extLst>
            </p:cNvPr>
            <p:cNvSpPr>
              <a:spLocks noChangeAspect="1"/>
            </p:cNvSpPr>
            <p:nvPr/>
          </p:nvSpPr>
          <p:spPr bwMode="auto">
            <a:xfrm>
              <a:off x="9565100" y="3269739"/>
              <a:ext cx="307916" cy="381053"/>
            </a:xfrm>
            <a:custGeom>
              <a:avLst/>
              <a:gdLst>
                <a:gd name="connsiteX0" fmla="*/ 206056 w 410498"/>
                <a:gd name="connsiteY0" fmla="*/ 251527 h 508000"/>
                <a:gd name="connsiteX1" fmla="*/ 216200 w 410498"/>
                <a:gd name="connsiteY1" fmla="*/ 253219 h 508000"/>
                <a:gd name="connsiteX2" fmla="*/ 211128 w 410498"/>
                <a:gd name="connsiteY2" fmla="*/ 283675 h 508000"/>
                <a:gd name="connsiteX3" fmla="*/ 184078 w 410498"/>
                <a:gd name="connsiteY3" fmla="*/ 315822 h 508000"/>
                <a:gd name="connsiteX4" fmla="*/ 168862 w 410498"/>
                <a:gd name="connsiteY4" fmla="*/ 297210 h 508000"/>
                <a:gd name="connsiteX5" fmla="*/ 206056 w 410498"/>
                <a:gd name="connsiteY5" fmla="*/ 251527 h 508000"/>
                <a:gd name="connsiteX6" fmla="*/ 206094 w 410498"/>
                <a:gd name="connsiteY6" fmla="*/ 175521 h 508000"/>
                <a:gd name="connsiteX7" fmla="*/ 87843 w 410498"/>
                <a:gd name="connsiteY7" fmla="*/ 295349 h 508000"/>
                <a:gd name="connsiteX8" fmla="*/ 185822 w 410498"/>
                <a:gd name="connsiteY8" fmla="*/ 394924 h 508000"/>
                <a:gd name="connsiteX9" fmla="*/ 244947 w 410498"/>
                <a:gd name="connsiteY9" fmla="*/ 383110 h 508000"/>
                <a:gd name="connsiteX10" fmla="*/ 238190 w 410498"/>
                <a:gd name="connsiteY10" fmla="*/ 364545 h 508000"/>
                <a:gd name="connsiteX11" fmla="*/ 192579 w 410498"/>
                <a:gd name="connsiteY11" fmla="*/ 374671 h 508000"/>
                <a:gd name="connsiteX12" fmla="*/ 111493 w 410498"/>
                <a:gd name="connsiteY12" fmla="*/ 291974 h 508000"/>
                <a:gd name="connsiteX13" fmla="*/ 202715 w 410498"/>
                <a:gd name="connsiteY13" fmla="*/ 194086 h 508000"/>
                <a:gd name="connsiteX14" fmla="*/ 278733 w 410498"/>
                <a:gd name="connsiteY14" fmla="*/ 266658 h 508000"/>
                <a:gd name="connsiteX15" fmla="*/ 246637 w 410498"/>
                <a:gd name="connsiteY15" fmla="*/ 320665 h 508000"/>
                <a:gd name="connsiteX16" fmla="*/ 239879 w 410498"/>
                <a:gd name="connsiteY16" fmla="*/ 293661 h 508000"/>
                <a:gd name="connsiteX17" fmla="*/ 248326 w 410498"/>
                <a:gd name="connsiteY17" fmla="*/ 234591 h 508000"/>
                <a:gd name="connsiteX18" fmla="*/ 211162 w 410498"/>
                <a:gd name="connsiteY18" fmla="*/ 226153 h 508000"/>
                <a:gd name="connsiteX19" fmla="*/ 136833 w 410498"/>
                <a:gd name="connsiteY19" fmla="*/ 300412 h 508000"/>
                <a:gd name="connsiteX20" fmla="*/ 172308 w 410498"/>
                <a:gd name="connsiteY20" fmla="*/ 340917 h 508000"/>
                <a:gd name="connsiteX21" fmla="*/ 212851 w 410498"/>
                <a:gd name="connsiteY21" fmla="*/ 317289 h 508000"/>
                <a:gd name="connsiteX22" fmla="*/ 214540 w 410498"/>
                <a:gd name="connsiteY22" fmla="*/ 317289 h 508000"/>
                <a:gd name="connsiteX23" fmla="*/ 241569 w 410498"/>
                <a:gd name="connsiteY23" fmla="*/ 340917 h 508000"/>
                <a:gd name="connsiteX24" fmla="*/ 300694 w 410498"/>
                <a:gd name="connsiteY24" fmla="*/ 266658 h 508000"/>
                <a:gd name="connsiteX25" fmla="*/ 206094 w 410498"/>
                <a:gd name="connsiteY25" fmla="*/ 175521 h 508000"/>
                <a:gd name="connsiteX26" fmla="*/ 59125 w 410498"/>
                <a:gd name="connsiteY26" fmla="*/ 21940 h 508000"/>
                <a:gd name="connsiteX27" fmla="*/ 25339 w 410498"/>
                <a:gd name="connsiteY27" fmla="*/ 47256 h 508000"/>
                <a:gd name="connsiteX28" fmla="*/ 363198 w 410498"/>
                <a:gd name="connsiteY28" fmla="*/ 47256 h 508000"/>
                <a:gd name="connsiteX29" fmla="*/ 363198 w 410498"/>
                <a:gd name="connsiteY29" fmla="*/ 475934 h 508000"/>
                <a:gd name="connsiteX30" fmla="*/ 388537 w 410498"/>
                <a:gd name="connsiteY30" fmla="*/ 455681 h 508000"/>
                <a:gd name="connsiteX31" fmla="*/ 388537 w 410498"/>
                <a:gd name="connsiteY31" fmla="*/ 21940 h 508000"/>
                <a:gd name="connsiteX32" fmla="*/ 59125 w 410498"/>
                <a:gd name="connsiteY32" fmla="*/ 21940 h 508000"/>
                <a:gd name="connsiteX33" fmla="*/ 48989 w 410498"/>
                <a:gd name="connsiteY33" fmla="*/ 0 h 508000"/>
                <a:gd name="connsiteX34" fmla="*/ 402052 w 410498"/>
                <a:gd name="connsiteY34" fmla="*/ 0 h 508000"/>
                <a:gd name="connsiteX35" fmla="*/ 410498 w 410498"/>
                <a:gd name="connsiteY35" fmla="*/ 8438 h 508000"/>
                <a:gd name="connsiteX36" fmla="*/ 410498 w 410498"/>
                <a:gd name="connsiteY36" fmla="*/ 462432 h 508000"/>
                <a:gd name="connsiteX37" fmla="*/ 405430 w 410498"/>
                <a:gd name="connsiteY37" fmla="*/ 477621 h 508000"/>
                <a:gd name="connsiteX38" fmla="*/ 363198 w 410498"/>
                <a:gd name="connsiteY38" fmla="*/ 508000 h 508000"/>
                <a:gd name="connsiteX39" fmla="*/ 0 w 410498"/>
                <a:gd name="connsiteY39" fmla="*/ 508000 h 508000"/>
                <a:gd name="connsiteX40" fmla="*/ 0 w 410498"/>
                <a:gd name="connsiteY40" fmla="*/ 55694 h 508000"/>
                <a:gd name="connsiteX41" fmla="*/ 48989 w 410498"/>
                <a:gd name="connsiteY41" fmla="*/ 0 h 5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10497" h="508000">
                  <a:moveTo>
                    <a:pt x="206056" y="251527"/>
                  </a:moveTo>
                  <a:cubicBezTo>
                    <a:pt x="211128" y="251527"/>
                    <a:pt x="212819" y="251527"/>
                    <a:pt x="216200" y="253219"/>
                  </a:cubicBezTo>
                  <a:cubicBezTo>
                    <a:pt x="216200" y="253219"/>
                    <a:pt x="216200" y="253219"/>
                    <a:pt x="211128" y="283675"/>
                  </a:cubicBezTo>
                  <a:cubicBezTo>
                    <a:pt x="209437" y="300594"/>
                    <a:pt x="195912" y="315822"/>
                    <a:pt x="184078" y="315822"/>
                  </a:cubicBezTo>
                  <a:cubicBezTo>
                    <a:pt x="173934" y="315822"/>
                    <a:pt x="168862" y="309054"/>
                    <a:pt x="168862" y="297210"/>
                  </a:cubicBezTo>
                  <a:cubicBezTo>
                    <a:pt x="168862" y="271831"/>
                    <a:pt x="185768" y="251527"/>
                    <a:pt x="206056" y="251527"/>
                  </a:cubicBezTo>
                  <a:close/>
                  <a:moveTo>
                    <a:pt x="206094" y="175521"/>
                  </a:moveTo>
                  <a:cubicBezTo>
                    <a:pt x="135143" y="175521"/>
                    <a:pt x="87843" y="231216"/>
                    <a:pt x="87843" y="295349"/>
                  </a:cubicBezTo>
                  <a:cubicBezTo>
                    <a:pt x="87843" y="357794"/>
                    <a:pt x="133454" y="394924"/>
                    <a:pt x="185822" y="394924"/>
                  </a:cubicBezTo>
                  <a:cubicBezTo>
                    <a:pt x="209472" y="394924"/>
                    <a:pt x="224676" y="391548"/>
                    <a:pt x="244947" y="383110"/>
                  </a:cubicBezTo>
                  <a:cubicBezTo>
                    <a:pt x="244947" y="383110"/>
                    <a:pt x="244947" y="383110"/>
                    <a:pt x="238190" y="364545"/>
                  </a:cubicBezTo>
                  <a:cubicBezTo>
                    <a:pt x="226365" y="371296"/>
                    <a:pt x="209472" y="374671"/>
                    <a:pt x="192579" y="374671"/>
                  </a:cubicBezTo>
                  <a:cubicBezTo>
                    <a:pt x="145279" y="374671"/>
                    <a:pt x="111493" y="344292"/>
                    <a:pt x="111493" y="291974"/>
                  </a:cubicBezTo>
                  <a:cubicBezTo>
                    <a:pt x="111493" y="231216"/>
                    <a:pt x="153726" y="194086"/>
                    <a:pt x="202715" y="194086"/>
                  </a:cubicBezTo>
                  <a:cubicBezTo>
                    <a:pt x="251705" y="194086"/>
                    <a:pt x="278733" y="226153"/>
                    <a:pt x="278733" y="266658"/>
                  </a:cubicBezTo>
                  <a:cubicBezTo>
                    <a:pt x="278733" y="303788"/>
                    <a:pt x="260151" y="320665"/>
                    <a:pt x="246637" y="320665"/>
                  </a:cubicBezTo>
                  <a:cubicBezTo>
                    <a:pt x="238190" y="320665"/>
                    <a:pt x="236501" y="312226"/>
                    <a:pt x="239879" y="293661"/>
                  </a:cubicBezTo>
                  <a:cubicBezTo>
                    <a:pt x="239879" y="293661"/>
                    <a:pt x="239879" y="293661"/>
                    <a:pt x="248326" y="234591"/>
                  </a:cubicBezTo>
                  <a:cubicBezTo>
                    <a:pt x="241569" y="229528"/>
                    <a:pt x="224676" y="226153"/>
                    <a:pt x="211162" y="226153"/>
                  </a:cubicBezTo>
                  <a:cubicBezTo>
                    <a:pt x="165551" y="226153"/>
                    <a:pt x="136833" y="261595"/>
                    <a:pt x="136833" y="300412"/>
                  </a:cubicBezTo>
                  <a:cubicBezTo>
                    <a:pt x="136833" y="325728"/>
                    <a:pt x="152036" y="340917"/>
                    <a:pt x="172308" y="340917"/>
                  </a:cubicBezTo>
                  <a:cubicBezTo>
                    <a:pt x="189201" y="340917"/>
                    <a:pt x="204404" y="332479"/>
                    <a:pt x="212851" y="317289"/>
                  </a:cubicBezTo>
                  <a:cubicBezTo>
                    <a:pt x="212851" y="317289"/>
                    <a:pt x="212851" y="317289"/>
                    <a:pt x="214540" y="317289"/>
                  </a:cubicBezTo>
                  <a:cubicBezTo>
                    <a:pt x="216229" y="334166"/>
                    <a:pt x="226365" y="340917"/>
                    <a:pt x="241569" y="340917"/>
                  </a:cubicBezTo>
                  <a:cubicBezTo>
                    <a:pt x="275355" y="340917"/>
                    <a:pt x="300694" y="312226"/>
                    <a:pt x="300694" y="266658"/>
                  </a:cubicBezTo>
                  <a:cubicBezTo>
                    <a:pt x="300694" y="212651"/>
                    <a:pt x="261840" y="175521"/>
                    <a:pt x="206094" y="175521"/>
                  </a:cubicBezTo>
                  <a:close/>
                  <a:moveTo>
                    <a:pt x="59125" y="21940"/>
                  </a:moveTo>
                  <a:cubicBezTo>
                    <a:pt x="40543" y="21940"/>
                    <a:pt x="27029" y="30379"/>
                    <a:pt x="25339" y="47256"/>
                  </a:cubicBezTo>
                  <a:cubicBezTo>
                    <a:pt x="25339" y="47256"/>
                    <a:pt x="25339" y="47256"/>
                    <a:pt x="363198" y="47256"/>
                  </a:cubicBezTo>
                  <a:cubicBezTo>
                    <a:pt x="363198" y="47256"/>
                    <a:pt x="363198" y="47256"/>
                    <a:pt x="363198" y="475934"/>
                  </a:cubicBezTo>
                  <a:lnTo>
                    <a:pt x="388537" y="455681"/>
                  </a:lnTo>
                  <a:cubicBezTo>
                    <a:pt x="388537" y="455681"/>
                    <a:pt x="388537" y="455681"/>
                    <a:pt x="388537" y="21940"/>
                  </a:cubicBezTo>
                  <a:cubicBezTo>
                    <a:pt x="388537" y="21940"/>
                    <a:pt x="388537" y="21940"/>
                    <a:pt x="59125" y="21940"/>
                  </a:cubicBezTo>
                  <a:close/>
                  <a:moveTo>
                    <a:pt x="48989" y="0"/>
                  </a:moveTo>
                  <a:cubicBezTo>
                    <a:pt x="48989" y="0"/>
                    <a:pt x="48989" y="0"/>
                    <a:pt x="402052" y="0"/>
                  </a:cubicBezTo>
                  <a:cubicBezTo>
                    <a:pt x="407119" y="0"/>
                    <a:pt x="410498" y="3375"/>
                    <a:pt x="410498" y="8438"/>
                  </a:cubicBezTo>
                  <a:lnTo>
                    <a:pt x="410498" y="462432"/>
                  </a:lnTo>
                  <a:cubicBezTo>
                    <a:pt x="410498" y="462432"/>
                    <a:pt x="410498" y="472558"/>
                    <a:pt x="405430" y="477621"/>
                  </a:cubicBezTo>
                  <a:cubicBezTo>
                    <a:pt x="400362" y="482685"/>
                    <a:pt x="363198" y="508000"/>
                    <a:pt x="363198" y="508000"/>
                  </a:cubicBezTo>
                  <a:cubicBezTo>
                    <a:pt x="363198" y="508000"/>
                    <a:pt x="363198" y="508000"/>
                    <a:pt x="0" y="508000"/>
                  </a:cubicBezTo>
                  <a:cubicBezTo>
                    <a:pt x="0" y="508000"/>
                    <a:pt x="0" y="508000"/>
                    <a:pt x="0" y="55694"/>
                  </a:cubicBezTo>
                  <a:cubicBezTo>
                    <a:pt x="0" y="20252"/>
                    <a:pt x="21961" y="0"/>
                    <a:pt x="48989" y="0"/>
                  </a:cubicBezTo>
                  <a:close/>
                </a:path>
              </a:pathLst>
            </a:custGeom>
            <a:solidFill>
              <a:schemeClr val="bg1"/>
            </a:solidFill>
            <a:ln>
              <a:noFill/>
            </a:ln>
          </p:spPr>
          <p:txBody>
            <a:bodyPr anchor="ctr"/>
            <a:lstStyle/>
            <a:p>
              <a:pPr algn="ctr"/>
              <a:endParaRPr>
                <a:cs typeface="+mn-ea"/>
                <a:sym typeface="+mn-lt"/>
              </a:endParaRPr>
            </a:p>
          </p:txBody>
        </p:sp>
        <p:sp>
          <p:nvSpPr>
            <p:cNvPr id="38" name="işľïḓé">
              <a:extLst>
                <a:ext uri="{FF2B5EF4-FFF2-40B4-BE49-F238E27FC236}">
                  <a16:creationId xmlns:a16="http://schemas.microsoft.com/office/drawing/2014/main" id="{1B2D69EE-C664-4717-9D9D-3707DEA65EB6}"/>
                </a:ext>
              </a:extLst>
            </p:cNvPr>
            <p:cNvSpPr>
              <a:spLocks noChangeAspect="1"/>
            </p:cNvSpPr>
            <p:nvPr/>
          </p:nvSpPr>
          <p:spPr bwMode="auto">
            <a:xfrm>
              <a:off x="2282493" y="3269739"/>
              <a:ext cx="380897" cy="381053"/>
            </a:xfrm>
            <a:custGeom>
              <a:avLst/>
              <a:gdLst>
                <a:gd name="connsiteX0" fmla="*/ 185778 w 502142"/>
                <a:gd name="connsiteY0" fmla="*/ 245107 h 502347"/>
                <a:gd name="connsiteX1" fmla="*/ 181850 w 502142"/>
                <a:gd name="connsiteY1" fmla="*/ 247726 h 502347"/>
                <a:gd name="connsiteX2" fmla="*/ 196252 w 502142"/>
                <a:gd name="connsiteY2" fmla="*/ 262134 h 502347"/>
                <a:gd name="connsiteX3" fmla="*/ 198871 w 502142"/>
                <a:gd name="connsiteY3" fmla="*/ 259515 h 502347"/>
                <a:gd name="connsiteX4" fmla="*/ 198871 w 502142"/>
                <a:gd name="connsiteY4" fmla="*/ 258205 h 502347"/>
                <a:gd name="connsiteX5" fmla="*/ 197562 w 502142"/>
                <a:gd name="connsiteY5" fmla="*/ 256895 h 502347"/>
                <a:gd name="connsiteX6" fmla="*/ 196252 w 502142"/>
                <a:gd name="connsiteY6" fmla="*/ 255585 h 502347"/>
                <a:gd name="connsiteX7" fmla="*/ 187087 w 502142"/>
                <a:gd name="connsiteY7" fmla="*/ 245107 h 502347"/>
                <a:gd name="connsiteX8" fmla="*/ 185778 w 502142"/>
                <a:gd name="connsiteY8" fmla="*/ 245107 h 502347"/>
                <a:gd name="connsiteX9" fmla="*/ 300657 w 502142"/>
                <a:gd name="connsiteY9" fmla="*/ 124890 h 502347"/>
                <a:gd name="connsiteX10" fmla="*/ 333369 w 502142"/>
                <a:gd name="connsiteY10" fmla="*/ 157500 h 502347"/>
                <a:gd name="connsiteX11" fmla="*/ 300657 w 502142"/>
                <a:gd name="connsiteY11" fmla="*/ 191414 h 502347"/>
                <a:gd name="connsiteX12" fmla="*/ 267945 w 502142"/>
                <a:gd name="connsiteY12" fmla="*/ 157500 h 502347"/>
                <a:gd name="connsiteX13" fmla="*/ 300657 w 502142"/>
                <a:gd name="connsiteY13" fmla="*/ 124890 h 502347"/>
                <a:gd name="connsiteX14" fmla="*/ 251242 w 502142"/>
                <a:gd name="connsiteY14" fmla="*/ 83999 h 502347"/>
                <a:gd name="connsiteX15" fmla="*/ 180541 w 502142"/>
                <a:gd name="connsiteY15" fmla="*/ 99717 h 502347"/>
                <a:gd name="connsiteX16" fmla="*/ 99366 w 502142"/>
                <a:gd name="connsiteY16" fmla="*/ 321076 h 502347"/>
                <a:gd name="connsiteX17" fmla="*/ 251242 w 502142"/>
                <a:gd name="connsiteY17" fmla="*/ 419313 h 502347"/>
                <a:gd name="connsiteX18" fmla="*/ 268263 w 502142"/>
                <a:gd name="connsiteY18" fmla="*/ 418003 h 502347"/>
                <a:gd name="connsiteX19" fmla="*/ 264335 w 502142"/>
                <a:gd name="connsiteY19" fmla="*/ 418003 h 502347"/>
                <a:gd name="connsiteX20" fmla="*/ 253861 w 502142"/>
                <a:gd name="connsiteY20" fmla="*/ 399665 h 502347"/>
                <a:gd name="connsiteX21" fmla="*/ 270881 w 502142"/>
                <a:gd name="connsiteY21" fmla="*/ 336794 h 502347"/>
                <a:gd name="connsiteX22" fmla="*/ 251242 w 502142"/>
                <a:gd name="connsiteY22" fmla="*/ 307978 h 502347"/>
                <a:gd name="connsiteX23" fmla="*/ 247314 w 502142"/>
                <a:gd name="connsiteY23" fmla="*/ 306668 h 502347"/>
                <a:gd name="connsiteX24" fmla="*/ 236840 w 502142"/>
                <a:gd name="connsiteY24" fmla="*/ 335484 h 502347"/>
                <a:gd name="connsiteX25" fmla="*/ 222438 w 502142"/>
                <a:gd name="connsiteY25" fmla="*/ 345963 h 502347"/>
                <a:gd name="connsiteX26" fmla="*/ 173995 w 502142"/>
                <a:gd name="connsiteY26" fmla="*/ 348582 h 502347"/>
                <a:gd name="connsiteX27" fmla="*/ 158283 w 502142"/>
                <a:gd name="connsiteY27" fmla="*/ 334174 h 502347"/>
                <a:gd name="connsiteX28" fmla="*/ 172685 w 502142"/>
                <a:gd name="connsiteY28" fmla="*/ 318457 h 502347"/>
                <a:gd name="connsiteX29" fmla="*/ 211964 w 502142"/>
                <a:gd name="connsiteY29" fmla="*/ 315837 h 502347"/>
                <a:gd name="connsiteX30" fmla="*/ 223747 w 502142"/>
                <a:gd name="connsiteY30" fmla="*/ 283092 h 502347"/>
                <a:gd name="connsiteX31" fmla="*/ 225056 w 502142"/>
                <a:gd name="connsiteY31" fmla="*/ 272613 h 502347"/>
                <a:gd name="connsiteX32" fmla="*/ 242077 w 502142"/>
                <a:gd name="connsiteY32" fmla="*/ 217601 h 502347"/>
                <a:gd name="connsiteX33" fmla="*/ 234221 w 502142"/>
                <a:gd name="connsiteY33" fmla="*/ 221530 h 502347"/>
                <a:gd name="connsiteX34" fmla="*/ 211964 w 502142"/>
                <a:gd name="connsiteY34" fmla="*/ 247726 h 502347"/>
                <a:gd name="connsiteX35" fmla="*/ 201489 w 502142"/>
                <a:gd name="connsiteY35" fmla="*/ 256895 h 502347"/>
                <a:gd name="connsiteX36" fmla="*/ 201489 w 502142"/>
                <a:gd name="connsiteY36" fmla="*/ 262134 h 502347"/>
                <a:gd name="connsiteX37" fmla="*/ 197562 w 502142"/>
                <a:gd name="connsiteY37" fmla="*/ 264754 h 502347"/>
                <a:gd name="connsiteX38" fmla="*/ 211964 w 502142"/>
                <a:gd name="connsiteY38" fmla="*/ 279162 h 502347"/>
                <a:gd name="connsiteX39" fmla="*/ 175304 w 502142"/>
                <a:gd name="connsiteY39" fmla="*/ 311908 h 502347"/>
                <a:gd name="connsiteX40" fmla="*/ 130788 w 502142"/>
                <a:gd name="connsiteY40" fmla="*/ 264754 h 502347"/>
                <a:gd name="connsiteX41" fmla="*/ 166139 w 502142"/>
                <a:gd name="connsiteY41" fmla="*/ 230699 h 502347"/>
                <a:gd name="connsiteX42" fmla="*/ 179232 w 502142"/>
                <a:gd name="connsiteY42" fmla="*/ 245107 h 502347"/>
                <a:gd name="connsiteX43" fmla="*/ 183159 w 502142"/>
                <a:gd name="connsiteY43" fmla="*/ 242487 h 502347"/>
                <a:gd name="connsiteX44" fmla="*/ 187087 w 502142"/>
                <a:gd name="connsiteY44" fmla="*/ 241177 h 502347"/>
                <a:gd name="connsiteX45" fmla="*/ 187087 w 502142"/>
                <a:gd name="connsiteY45" fmla="*/ 239867 h 502347"/>
                <a:gd name="connsiteX46" fmla="*/ 222438 w 502142"/>
                <a:gd name="connsiteY46" fmla="*/ 199263 h 502347"/>
                <a:gd name="connsiteX47" fmla="*/ 270881 w 502142"/>
                <a:gd name="connsiteY47" fmla="*/ 186165 h 502347"/>
                <a:gd name="connsiteX48" fmla="*/ 276118 w 502142"/>
                <a:gd name="connsiteY48" fmla="*/ 186165 h 502347"/>
                <a:gd name="connsiteX49" fmla="*/ 283974 w 502142"/>
                <a:gd name="connsiteY49" fmla="*/ 187475 h 502347"/>
                <a:gd name="connsiteX50" fmla="*/ 286592 w 502142"/>
                <a:gd name="connsiteY50" fmla="*/ 188785 h 502347"/>
                <a:gd name="connsiteX51" fmla="*/ 291830 w 502142"/>
                <a:gd name="connsiteY51" fmla="*/ 191404 h 502347"/>
                <a:gd name="connsiteX52" fmla="*/ 304922 w 502142"/>
                <a:gd name="connsiteY52" fmla="*/ 208432 h 502347"/>
                <a:gd name="connsiteX53" fmla="*/ 304922 w 502142"/>
                <a:gd name="connsiteY53" fmla="*/ 209742 h 502347"/>
                <a:gd name="connsiteX54" fmla="*/ 321943 w 502142"/>
                <a:gd name="connsiteY54" fmla="*/ 222840 h 502347"/>
                <a:gd name="connsiteX55" fmla="*/ 350747 w 502142"/>
                <a:gd name="connsiteY55" fmla="*/ 218910 h 502347"/>
                <a:gd name="connsiteX56" fmla="*/ 367768 w 502142"/>
                <a:gd name="connsiteY56" fmla="*/ 220220 h 502347"/>
                <a:gd name="connsiteX57" fmla="*/ 366458 w 502142"/>
                <a:gd name="connsiteY57" fmla="*/ 238558 h 502347"/>
                <a:gd name="connsiteX58" fmla="*/ 332417 w 502142"/>
                <a:gd name="connsiteY58" fmla="*/ 250346 h 502347"/>
                <a:gd name="connsiteX59" fmla="*/ 315397 w 502142"/>
                <a:gd name="connsiteY59" fmla="*/ 247726 h 502347"/>
                <a:gd name="connsiteX60" fmla="*/ 298376 w 502142"/>
                <a:gd name="connsiteY60" fmla="*/ 239867 h 502347"/>
                <a:gd name="connsiteX61" fmla="*/ 282665 w 502142"/>
                <a:gd name="connsiteY61" fmla="*/ 290950 h 502347"/>
                <a:gd name="connsiteX62" fmla="*/ 280046 w 502142"/>
                <a:gd name="connsiteY62" fmla="*/ 296190 h 502347"/>
                <a:gd name="connsiteX63" fmla="*/ 299685 w 502142"/>
                <a:gd name="connsiteY63" fmla="*/ 325006 h 502347"/>
                <a:gd name="connsiteX64" fmla="*/ 302304 w 502142"/>
                <a:gd name="connsiteY64" fmla="*/ 336794 h 502347"/>
                <a:gd name="connsiteX65" fmla="*/ 282665 w 502142"/>
                <a:gd name="connsiteY65" fmla="*/ 407524 h 502347"/>
                <a:gd name="connsiteX66" fmla="*/ 272190 w 502142"/>
                <a:gd name="connsiteY66" fmla="*/ 418003 h 502347"/>
                <a:gd name="connsiteX67" fmla="*/ 320634 w 502142"/>
                <a:gd name="connsiteY67" fmla="*/ 403595 h 502347"/>
                <a:gd name="connsiteX68" fmla="*/ 403118 w 502142"/>
                <a:gd name="connsiteY68" fmla="*/ 180926 h 502347"/>
                <a:gd name="connsiteX69" fmla="*/ 251242 w 502142"/>
                <a:gd name="connsiteY69" fmla="*/ 83999 h 502347"/>
                <a:gd name="connsiteX70" fmla="*/ 324562 w 502142"/>
                <a:gd name="connsiteY70" fmla="*/ 1480 h 502347"/>
                <a:gd name="connsiteX71" fmla="*/ 357294 w 502142"/>
                <a:gd name="connsiteY71" fmla="*/ 14579 h 502347"/>
                <a:gd name="connsiteX72" fmla="*/ 376933 w 502142"/>
                <a:gd name="connsiteY72" fmla="*/ 56493 h 502347"/>
                <a:gd name="connsiteX73" fmla="*/ 366458 w 502142"/>
                <a:gd name="connsiteY73" fmla="*/ 82689 h 502347"/>
                <a:gd name="connsiteX74" fmla="*/ 410974 w 502142"/>
                <a:gd name="connsiteY74" fmla="*/ 123294 h 502347"/>
                <a:gd name="connsiteX75" fmla="*/ 435850 w 502142"/>
                <a:gd name="connsiteY75" fmla="*/ 110195 h 502347"/>
                <a:gd name="connsiteX76" fmla="*/ 479056 w 502142"/>
                <a:gd name="connsiteY76" fmla="*/ 127223 h 502347"/>
                <a:gd name="connsiteX77" fmla="*/ 493458 w 502142"/>
                <a:gd name="connsiteY77" fmla="*/ 159969 h 502347"/>
                <a:gd name="connsiteX78" fmla="*/ 477747 w 502142"/>
                <a:gd name="connsiteY78" fmla="*/ 201883 h 502347"/>
                <a:gd name="connsiteX79" fmla="*/ 452871 w 502142"/>
                <a:gd name="connsiteY79" fmla="*/ 213671 h 502347"/>
                <a:gd name="connsiteX80" fmla="*/ 454180 w 502142"/>
                <a:gd name="connsiteY80" fmla="*/ 272613 h 502347"/>
                <a:gd name="connsiteX81" fmla="*/ 481675 w 502142"/>
                <a:gd name="connsiteY81" fmla="*/ 283092 h 502347"/>
                <a:gd name="connsiteX82" fmla="*/ 500005 w 502142"/>
                <a:gd name="connsiteY82" fmla="*/ 323696 h 502347"/>
                <a:gd name="connsiteX83" fmla="*/ 488221 w 502142"/>
                <a:gd name="connsiteY83" fmla="*/ 357751 h 502347"/>
                <a:gd name="connsiteX84" fmla="*/ 471201 w 502142"/>
                <a:gd name="connsiteY84" fmla="*/ 376089 h 502347"/>
                <a:gd name="connsiteX85" fmla="*/ 446324 w 502142"/>
                <a:gd name="connsiteY85" fmla="*/ 377399 h 502347"/>
                <a:gd name="connsiteX86" fmla="*/ 420139 w 502142"/>
                <a:gd name="connsiteY86" fmla="*/ 366920 h 502347"/>
                <a:gd name="connsiteX87" fmla="*/ 379551 w 502142"/>
                <a:gd name="connsiteY87" fmla="*/ 410144 h 502347"/>
                <a:gd name="connsiteX88" fmla="*/ 391335 w 502142"/>
                <a:gd name="connsiteY88" fmla="*/ 436340 h 502347"/>
                <a:gd name="connsiteX89" fmla="*/ 375623 w 502142"/>
                <a:gd name="connsiteY89" fmla="*/ 479564 h 502347"/>
                <a:gd name="connsiteX90" fmla="*/ 342891 w 502142"/>
                <a:gd name="connsiteY90" fmla="*/ 493972 h 502347"/>
                <a:gd name="connsiteX91" fmla="*/ 300995 w 502142"/>
                <a:gd name="connsiteY91" fmla="*/ 478255 h 502347"/>
                <a:gd name="connsiteX92" fmla="*/ 289211 w 502142"/>
                <a:gd name="connsiteY92" fmla="*/ 453368 h 502347"/>
                <a:gd name="connsiteX93" fmla="*/ 228984 w 502142"/>
                <a:gd name="connsiteY93" fmla="*/ 454678 h 502347"/>
                <a:gd name="connsiteX94" fmla="*/ 219819 w 502142"/>
                <a:gd name="connsiteY94" fmla="*/ 482184 h 502347"/>
                <a:gd name="connsiteX95" fmla="*/ 202799 w 502142"/>
                <a:gd name="connsiteY95" fmla="*/ 499212 h 502347"/>
                <a:gd name="connsiteX96" fmla="*/ 177922 w 502142"/>
                <a:gd name="connsiteY96" fmla="*/ 500522 h 502347"/>
                <a:gd name="connsiteX97" fmla="*/ 143881 w 502142"/>
                <a:gd name="connsiteY97" fmla="*/ 488733 h 502347"/>
                <a:gd name="connsiteX98" fmla="*/ 126861 w 502142"/>
                <a:gd name="connsiteY98" fmla="*/ 471705 h 502347"/>
                <a:gd name="connsiteX99" fmla="*/ 125551 w 502142"/>
                <a:gd name="connsiteY99" fmla="*/ 446819 h 502347"/>
                <a:gd name="connsiteX100" fmla="*/ 134716 w 502142"/>
                <a:gd name="connsiteY100" fmla="*/ 420623 h 502347"/>
                <a:gd name="connsiteX101" fmla="*/ 91510 w 502142"/>
                <a:gd name="connsiteY101" fmla="*/ 380018 h 502347"/>
                <a:gd name="connsiteX102" fmla="*/ 66634 w 502142"/>
                <a:gd name="connsiteY102" fmla="*/ 391807 h 502347"/>
                <a:gd name="connsiteX103" fmla="*/ 23428 w 502142"/>
                <a:gd name="connsiteY103" fmla="*/ 376089 h 502347"/>
                <a:gd name="connsiteX104" fmla="*/ 7716 w 502142"/>
                <a:gd name="connsiteY104" fmla="*/ 343343 h 502347"/>
                <a:gd name="connsiteX105" fmla="*/ 23428 w 502142"/>
                <a:gd name="connsiteY105" fmla="*/ 300119 h 502347"/>
                <a:gd name="connsiteX106" fmla="*/ 49613 w 502142"/>
                <a:gd name="connsiteY106" fmla="*/ 288331 h 502347"/>
                <a:gd name="connsiteX107" fmla="*/ 48304 w 502142"/>
                <a:gd name="connsiteY107" fmla="*/ 229389 h 502347"/>
                <a:gd name="connsiteX108" fmla="*/ 20809 w 502142"/>
                <a:gd name="connsiteY108" fmla="*/ 220220 h 502347"/>
                <a:gd name="connsiteX109" fmla="*/ 2479 w 502142"/>
                <a:gd name="connsiteY109" fmla="*/ 203193 h 502347"/>
                <a:gd name="connsiteX110" fmla="*/ 2479 w 502142"/>
                <a:gd name="connsiteY110" fmla="*/ 178306 h 502347"/>
                <a:gd name="connsiteX111" fmla="*/ 14263 w 502142"/>
                <a:gd name="connsiteY111" fmla="*/ 144251 h 502347"/>
                <a:gd name="connsiteX112" fmla="*/ 56159 w 502142"/>
                <a:gd name="connsiteY112" fmla="*/ 125913 h 502347"/>
                <a:gd name="connsiteX113" fmla="*/ 82345 w 502142"/>
                <a:gd name="connsiteY113" fmla="*/ 135082 h 502347"/>
                <a:gd name="connsiteX114" fmla="*/ 122933 w 502142"/>
                <a:gd name="connsiteY114" fmla="*/ 91858 h 502347"/>
                <a:gd name="connsiteX115" fmla="*/ 111149 w 502142"/>
                <a:gd name="connsiteY115" fmla="*/ 65662 h 502347"/>
                <a:gd name="connsiteX116" fmla="*/ 126861 w 502142"/>
                <a:gd name="connsiteY116" fmla="*/ 23747 h 502347"/>
                <a:gd name="connsiteX117" fmla="*/ 159592 w 502142"/>
                <a:gd name="connsiteY117" fmla="*/ 8029 h 502347"/>
                <a:gd name="connsiteX118" fmla="*/ 201489 w 502142"/>
                <a:gd name="connsiteY118" fmla="*/ 23747 h 502347"/>
                <a:gd name="connsiteX119" fmla="*/ 213273 w 502142"/>
                <a:gd name="connsiteY119" fmla="*/ 49944 h 502347"/>
                <a:gd name="connsiteX120" fmla="*/ 272190 w 502142"/>
                <a:gd name="connsiteY120" fmla="*/ 47324 h 502347"/>
                <a:gd name="connsiteX121" fmla="*/ 282665 w 502142"/>
                <a:gd name="connsiteY121" fmla="*/ 21128 h 502347"/>
                <a:gd name="connsiteX122" fmla="*/ 324562 w 502142"/>
                <a:gd name="connsiteY122" fmla="*/ 1480 h 502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502141" h="502347">
                  <a:moveTo>
                    <a:pt x="185778" y="245107"/>
                  </a:moveTo>
                  <a:cubicBezTo>
                    <a:pt x="185778" y="245107"/>
                    <a:pt x="185778" y="245107"/>
                    <a:pt x="181850" y="247726"/>
                  </a:cubicBezTo>
                  <a:cubicBezTo>
                    <a:pt x="181850" y="247726"/>
                    <a:pt x="181850" y="247726"/>
                    <a:pt x="196252" y="262134"/>
                  </a:cubicBezTo>
                  <a:cubicBezTo>
                    <a:pt x="196252" y="262134"/>
                    <a:pt x="196252" y="262134"/>
                    <a:pt x="198871" y="259515"/>
                  </a:cubicBezTo>
                  <a:cubicBezTo>
                    <a:pt x="198871" y="259515"/>
                    <a:pt x="198871" y="258205"/>
                    <a:pt x="198871" y="258205"/>
                  </a:cubicBezTo>
                  <a:cubicBezTo>
                    <a:pt x="198871" y="258205"/>
                    <a:pt x="198871" y="258205"/>
                    <a:pt x="197562" y="256895"/>
                  </a:cubicBezTo>
                  <a:cubicBezTo>
                    <a:pt x="197562" y="256895"/>
                    <a:pt x="196252" y="256895"/>
                    <a:pt x="196252" y="255585"/>
                  </a:cubicBezTo>
                  <a:cubicBezTo>
                    <a:pt x="191015" y="254275"/>
                    <a:pt x="187087" y="250346"/>
                    <a:pt x="187087" y="245107"/>
                  </a:cubicBezTo>
                  <a:cubicBezTo>
                    <a:pt x="187087" y="245107"/>
                    <a:pt x="187087" y="245107"/>
                    <a:pt x="185778" y="245107"/>
                  </a:cubicBezTo>
                  <a:close/>
                  <a:moveTo>
                    <a:pt x="300657" y="124890"/>
                  </a:moveTo>
                  <a:cubicBezTo>
                    <a:pt x="318976" y="124890"/>
                    <a:pt x="333369" y="140543"/>
                    <a:pt x="333369" y="157500"/>
                  </a:cubicBezTo>
                  <a:cubicBezTo>
                    <a:pt x="333369" y="175761"/>
                    <a:pt x="318976" y="191414"/>
                    <a:pt x="300657" y="191414"/>
                  </a:cubicBezTo>
                  <a:cubicBezTo>
                    <a:pt x="282339" y="191414"/>
                    <a:pt x="267945" y="175761"/>
                    <a:pt x="267945" y="157500"/>
                  </a:cubicBezTo>
                  <a:cubicBezTo>
                    <a:pt x="267945" y="140543"/>
                    <a:pt x="282339" y="124890"/>
                    <a:pt x="300657" y="124890"/>
                  </a:cubicBezTo>
                  <a:close/>
                  <a:moveTo>
                    <a:pt x="251242" y="83999"/>
                  </a:moveTo>
                  <a:cubicBezTo>
                    <a:pt x="226366" y="83999"/>
                    <a:pt x="202799" y="89238"/>
                    <a:pt x="180541" y="99717"/>
                  </a:cubicBezTo>
                  <a:cubicBezTo>
                    <a:pt x="96747" y="137702"/>
                    <a:pt x="60087" y="237248"/>
                    <a:pt x="99366" y="321076"/>
                  </a:cubicBezTo>
                  <a:cubicBezTo>
                    <a:pt x="125551" y="381328"/>
                    <a:pt x="185778" y="419313"/>
                    <a:pt x="251242" y="419313"/>
                  </a:cubicBezTo>
                  <a:cubicBezTo>
                    <a:pt x="256479" y="419313"/>
                    <a:pt x="263025" y="419313"/>
                    <a:pt x="268263" y="418003"/>
                  </a:cubicBezTo>
                  <a:cubicBezTo>
                    <a:pt x="266953" y="418003"/>
                    <a:pt x="265644" y="418003"/>
                    <a:pt x="264335" y="418003"/>
                  </a:cubicBezTo>
                  <a:cubicBezTo>
                    <a:pt x="256479" y="415383"/>
                    <a:pt x="252551" y="407524"/>
                    <a:pt x="253861" y="399665"/>
                  </a:cubicBezTo>
                  <a:cubicBezTo>
                    <a:pt x="253861" y="399665"/>
                    <a:pt x="253861" y="399665"/>
                    <a:pt x="270881" y="336794"/>
                  </a:cubicBezTo>
                  <a:cubicBezTo>
                    <a:pt x="270881" y="336794"/>
                    <a:pt x="270881" y="336794"/>
                    <a:pt x="251242" y="307978"/>
                  </a:cubicBezTo>
                  <a:cubicBezTo>
                    <a:pt x="249933" y="307978"/>
                    <a:pt x="248623" y="306668"/>
                    <a:pt x="247314" y="306668"/>
                  </a:cubicBezTo>
                  <a:cubicBezTo>
                    <a:pt x="247314" y="306668"/>
                    <a:pt x="247314" y="306668"/>
                    <a:pt x="236840" y="335484"/>
                  </a:cubicBezTo>
                  <a:cubicBezTo>
                    <a:pt x="234221" y="342033"/>
                    <a:pt x="228984" y="345963"/>
                    <a:pt x="222438" y="345963"/>
                  </a:cubicBezTo>
                  <a:cubicBezTo>
                    <a:pt x="222438" y="345963"/>
                    <a:pt x="222438" y="345963"/>
                    <a:pt x="173995" y="348582"/>
                  </a:cubicBezTo>
                  <a:cubicBezTo>
                    <a:pt x="166139" y="348582"/>
                    <a:pt x="159592" y="342033"/>
                    <a:pt x="158283" y="334174"/>
                  </a:cubicBezTo>
                  <a:cubicBezTo>
                    <a:pt x="158283" y="325006"/>
                    <a:pt x="164830" y="318457"/>
                    <a:pt x="172685" y="318457"/>
                  </a:cubicBezTo>
                  <a:cubicBezTo>
                    <a:pt x="172685" y="318457"/>
                    <a:pt x="172685" y="318457"/>
                    <a:pt x="211964" y="315837"/>
                  </a:cubicBezTo>
                  <a:cubicBezTo>
                    <a:pt x="211964" y="315837"/>
                    <a:pt x="211964" y="315837"/>
                    <a:pt x="223747" y="283092"/>
                  </a:cubicBezTo>
                  <a:cubicBezTo>
                    <a:pt x="223747" y="279162"/>
                    <a:pt x="223747" y="276542"/>
                    <a:pt x="225056" y="272613"/>
                  </a:cubicBezTo>
                  <a:cubicBezTo>
                    <a:pt x="225056" y="272613"/>
                    <a:pt x="225056" y="272613"/>
                    <a:pt x="242077" y="217601"/>
                  </a:cubicBezTo>
                  <a:cubicBezTo>
                    <a:pt x="239458" y="218910"/>
                    <a:pt x="236840" y="220220"/>
                    <a:pt x="234221" y="221530"/>
                  </a:cubicBezTo>
                  <a:cubicBezTo>
                    <a:pt x="222438" y="228079"/>
                    <a:pt x="214582" y="237248"/>
                    <a:pt x="211964" y="247726"/>
                  </a:cubicBezTo>
                  <a:cubicBezTo>
                    <a:pt x="210654" y="251656"/>
                    <a:pt x="206726" y="255585"/>
                    <a:pt x="201489" y="256895"/>
                  </a:cubicBezTo>
                  <a:cubicBezTo>
                    <a:pt x="202799" y="258205"/>
                    <a:pt x="202799" y="260825"/>
                    <a:pt x="201489" y="262134"/>
                  </a:cubicBezTo>
                  <a:cubicBezTo>
                    <a:pt x="201489" y="262134"/>
                    <a:pt x="201489" y="262134"/>
                    <a:pt x="197562" y="264754"/>
                  </a:cubicBezTo>
                  <a:cubicBezTo>
                    <a:pt x="197562" y="264754"/>
                    <a:pt x="197562" y="264754"/>
                    <a:pt x="211964" y="279162"/>
                  </a:cubicBezTo>
                  <a:cubicBezTo>
                    <a:pt x="211964" y="279162"/>
                    <a:pt x="211964" y="279162"/>
                    <a:pt x="175304" y="311908"/>
                  </a:cubicBezTo>
                  <a:cubicBezTo>
                    <a:pt x="175304" y="311908"/>
                    <a:pt x="175304" y="311908"/>
                    <a:pt x="130788" y="264754"/>
                  </a:cubicBezTo>
                  <a:cubicBezTo>
                    <a:pt x="130788" y="264754"/>
                    <a:pt x="130788" y="264754"/>
                    <a:pt x="166139" y="230699"/>
                  </a:cubicBezTo>
                  <a:cubicBezTo>
                    <a:pt x="166139" y="230699"/>
                    <a:pt x="166139" y="230699"/>
                    <a:pt x="179232" y="245107"/>
                  </a:cubicBezTo>
                  <a:cubicBezTo>
                    <a:pt x="179232" y="245107"/>
                    <a:pt x="179232" y="245107"/>
                    <a:pt x="183159" y="242487"/>
                  </a:cubicBezTo>
                  <a:cubicBezTo>
                    <a:pt x="184469" y="241177"/>
                    <a:pt x="185778" y="241177"/>
                    <a:pt x="187087" y="241177"/>
                  </a:cubicBezTo>
                  <a:cubicBezTo>
                    <a:pt x="187087" y="241177"/>
                    <a:pt x="187087" y="241177"/>
                    <a:pt x="187087" y="239867"/>
                  </a:cubicBezTo>
                  <a:cubicBezTo>
                    <a:pt x="191015" y="224150"/>
                    <a:pt x="204108" y="209742"/>
                    <a:pt x="222438" y="199263"/>
                  </a:cubicBezTo>
                  <a:cubicBezTo>
                    <a:pt x="238149" y="190094"/>
                    <a:pt x="255170" y="186165"/>
                    <a:pt x="270881" y="186165"/>
                  </a:cubicBezTo>
                  <a:cubicBezTo>
                    <a:pt x="273500" y="186165"/>
                    <a:pt x="274809" y="186165"/>
                    <a:pt x="276118" y="186165"/>
                  </a:cubicBezTo>
                  <a:cubicBezTo>
                    <a:pt x="276118" y="186165"/>
                    <a:pt x="280046" y="187475"/>
                    <a:pt x="283974" y="187475"/>
                  </a:cubicBezTo>
                  <a:cubicBezTo>
                    <a:pt x="285283" y="188785"/>
                    <a:pt x="285283" y="188785"/>
                    <a:pt x="286592" y="188785"/>
                  </a:cubicBezTo>
                  <a:cubicBezTo>
                    <a:pt x="287902" y="190094"/>
                    <a:pt x="289211" y="190094"/>
                    <a:pt x="291830" y="191404"/>
                  </a:cubicBezTo>
                  <a:cubicBezTo>
                    <a:pt x="297067" y="195334"/>
                    <a:pt x="302304" y="201883"/>
                    <a:pt x="304922" y="208432"/>
                  </a:cubicBezTo>
                  <a:cubicBezTo>
                    <a:pt x="304922" y="208432"/>
                    <a:pt x="304922" y="209742"/>
                    <a:pt x="304922" y="209742"/>
                  </a:cubicBezTo>
                  <a:cubicBezTo>
                    <a:pt x="307541" y="214981"/>
                    <a:pt x="312778" y="220220"/>
                    <a:pt x="321943" y="222840"/>
                  </a:cubicBezTo>
                  <a:cubicBezTo>
                    <a:pt x="332417" y="225459"/>
                    <a:pt x="344201" y="224150"/>
                    <a:pt x="350747" y="218910"/>
                  </a:cubicBezTo>
                  <a:cubicBezTo>
                    <a:pt x="355984" y="214981"/>
                    <a:pt x="363840" y="214981"/>
                    <a:pt x="367768" y="220220"/>
                  </a:cubicBezTo>
                  <a:cubicBezTo>
                    <a:pt x="373005" y="225459"/>
                    <a:pt x="371696" y="233318"/>
                    <a:pt x="366458" y="238558"/>
                  </a:cubicBezTo>
                  <a:cubicBezTo>
                    <a:pt x="358603" y="246417"/>
                    <a:pt x="345510" y="250346"/>
                    <a:pt x="332417" y="250346"/>
                  </a:cubicBezTo>
                  <a:cubicBezTo>
                    <a:pt x="327180" y="250346"/>
                    <a:pt x="320634" y="249036"/>
                    <a:pt x="315397" y="247726"/>
                  </a:cubicBezTo>
                  <a:cubicBezTo>
                    <a:pt x="308850" y="245107"/>
                    <a:pt x="303613" y="243797"/>
                    <a:pt x="298376" y="239867"/>
                  </a:cubicBezTo>
                  <a:cubicBezTo>
                    <a:pt x="298376" y="239867"/>
                    <a:pt x="298376" y="239867"/>
                    <a:pt x="282665" y="290950"/>
                  </a:cubicBezTo>
                  <a:cubicBezTo>
                    <a:pt x="281355" y="293570"/>
                    <a:pt x="281355" y="294880"/>
                    <a:pt x="280046" y="296190"/>
                  </a:cubicBezTo>
                  <a:cubicBezTo>
                    <a:pt x="280046" y="296190"/>
                    <a:pt x="280046" y="296190"/>
                    <a:pt x="299685" y="325006"/>
                  </a:cubicBezTo>
                  <a:cubicBezTo>
                    <a:pt x="302304" y="328935"/>
                    <a:pt x="303613" y="332865"/>
                    <a:pt x="302304" y="336794"/>
                  </a:cubicBezTo>
                  <a:cubicBezTo>
                    <a:pt x="302304" y="336794"/>
                    <a:pt x="302304" y="336794"/>
                    <a:pt x="282665" y="407524"/>
                  </a:cubicBezTo>
                  <a:cubicBezTo>
                    <a:pt x="281355" y="412764"/>
                    <a:pt x="277428" y="416693"/>
                    <a:pt x="272190" y="418003"/>
                  </a:cubicBezTo>
                  <a:cubicBezTo>
                    <a:pt x="289211" y="415383"/>
                    <a:pt x="304922" y="411454"/>
                    <a:pt x="320634" y="403595"/>
                  </a:cubicBezTo>
                  <a:cubicBezTo>
                    <a:pt x="405737" y="365610"/>
                    <a:pt x="442397" y="264754"/>
                    <a:pt x="403118" y="180926"/>
                  </a:cubicBezTo>
                  <a:cubicBezTo>
                    <a:pt x="375623" y="121984"/>
                    <a:pt x="316706" y="83999"/>
                    <a:pt x="251242" y="83999"/>
                  </a:cubicBezTo>
                  <a:close/>
                  <a:moveTo>
                    <a:pt x="324562" y="1480"/>
                  </a:moveTo>
                  <a:cubicBezTo>
                    <a:pt x="324562" y="1480"/>
                    <a:pt x="324562" y="1480"/>
                    <a:pt x="357294" y="14579"/>
                  </a:cubicBezTo>
                  <a:cubicBezTo>
                    <a:pt x="374314" y="21128"/>
                    <a:pt x="383479" y="39465"/>
                    <a:pt x="376933" y="56493"/>
                  </a:cubicBezTo>
                  <a:cubicBezTo>
                    <a:pt x="376933" y="56493"/>
                    <a:pt x="376933" y="56493"/>
                    <a:pt x="366458" y="82689"/>
                  </a:cubicBezTo>
                  <a:cubicBezTo>
                    <a:pt x="383479" y="93168"/>
                    <a:pt x="397881" y="107576"/>
                    <a:pt x="410974" y="123294"/>
                  </a:cubicBezTo>
                  <a:cubicBezTo>
                    <a:pt x="410974" y="123294"/>
                    <a:pt x="410974" y="123294"/>
                    <a:pt x="435850" y="110195"/>
                  </a:cubicBezTo>
                  <a:cubicBezTo>
                    <a:pt x="452871" y="103646"/>
                    <a:pt x="471201" y="110195"/>
                    <a:pt x="479056" y="127223"/>
                  </a:cubicBezTo>
                  <a:cubicBezTo>
                    <a:pt x="479056" y="127223"/>
                    <a:pt x="479056" y="127223"/>
                    <a:pt x="493458" y="159969"/>
                  </a:cubicBezTo>
                  <a:cubicBezTo>
                    <a:pt x="501314" y="175686"/>
                    <a:pt x="494768" y="194024"/>
                    <a:pt x="477747" y="201883"/>
                  </a:cubicBezTo>
                  <a:cubicBezTo>
                    <a:pt x="477747" y="201883"/>
                    <a:pt x="477747" y="201883"/>
                    <a:pt x="452871" y="213671"/>
                  </a:cubicBezTo>
                  <a:cubicBezTo>
                    <a:pt x="455489" y="233318"/>
                    <a:pt x="456799" y="252966"/>
                    <a:pt x="454180" y="272613"/>
                  </a:cubicBezTo>
                  <a:cubicBezTo>
                    <a:pt x="454180" y="272613"/>
                    <a:pt x="454180" y="272613"/>
                    <a:pt x="481675" y="283092"/>
                  </a:cubicBezTo>
                  <a:cubicBezTo>
                    <a:pt x="497386" y="289641"/>
                    <a:pt x="506551" y="307978"/>
                    <a:pt x="500005" y="323696"/>
                  </a:cubicBezTo>
                  <a:cubicBezTo>
                    <a:pt x="500005" y="323696"/>
                    <a:pt x="500005" y="323696"/>
                    <a:pt x="488221" y="357751"/>
                  </a:cubicBezTo>
                  <a:cubicBezTo>
                    <a:pt x="485603" y="365610"/>
                    <a:pt x="479056" y="372159"/>
                    <a:pt x="471201" y="376089"/>
                  </a:cubicBezTo>
                  <a:cubicBezTo>
                    <a:pt x="463345" y="380018"/>
                    <a:pt x="454180" y="380018"/>
                    <a:pt x="446324" y="377399"/>
                  </a:cubicBezTo>
                  <a:cubicBezTo>
                    <a:pt x="446324" y="377399"/>
                    <a:pt x="446324" y="377399"/>
                    <a:pt x="420139" y="366920"/>
                  </a:cubicBezTo>
                  <a:cubicBezTo>
                    <a:pt x="408355" y="383948"/>
                    <a:pt x="395263" y="398356"/>
                    <a:pt x="379551" y="410144"/>
                  </a:cubicBezTo>
                  <a:cubicBezTo>
                    <a:pt x="379551" y="410144"/>
                    <a:pt x="379551" y="410144"/>
                    <a:pt x="391335" y="436340"/>
                  </a:cubicBezTo>
                  <a:cubicBezTo>
                    <a:pt x="399190" y="452058"/>
                    <a:pt x="392644" y="471705"/>
                    <a:pt x="375623" y="479564"/>
                  </a:cubicBezTo>
                  <a:cubicBezTo>
                    <a:pt x="375623" y="479564"/>
                    <a:pt x="375623" y="479564"/>
                    <a:pt x="342891" y="493972"/>
                  </a:cubicBezTo>
                  <a:cubicBezTo>
                    <a:pt x="327180" y="501831"/>
                    <a:pt x="307541" y="495282"/>
                    <a:pt x="300995" y="478255"/>
                  </a:cubicBezTo>
                  <a:cubicBezTo>
                    <a:pt x="300995" y="478255"/>
                    <a:pt x="300995" y="478255"/>
                    <a:pt x="289211" y="453368"/>
                  </a:cubicBezTo>
                  <a:cubicBezTo>
                    <a:pt x="268263" y="455988"/>
                    <a:pt x="248623" y="457297"/>
                    <a:pt x="228984" y="454678"/>
                  </a:cubicBezTo>
                  <a:cubicBezTo>
                    <a:pt x="228984" y="454678"/>
                    <a:pt x="228984" y="454678"/>
                    <a:pt x="219819" y="482184"/>
                  </a:cubicBezTo>
                  <a:cubicBezTo>
                    <a:pt x="217201" y="490043"/>
                    <a:pt x="210654" y="496592"/>
                    <a:pt x="202799" y="499212"/>
                  </a:cubicBezTo>
                  <a:cubicBezTo>
                    <a:pt x="194943" y="503141"/>
                    <a:pt x="185778" y="503141"/>
                    <a:pt x="177922" y="500522"/>
                  </a:cubicBezTo>
                  <a:cubicBezTo>
                    <a:pt x="177922" y="500522"/>
                    <a:pt x="177922" y="500522"/>
                    <a:pt x="143881" y="488733"/>
                  </a:cubicBezTo>
                  <a:cubicBezTo>
                    <a:pt x="136025" y="484804"/>
                    <a:pt x="129479" y="479564"/>
                    <a:pt x="126861" y="471705"/>
                  </a:cubicBezTo>
                  <a:cubicBezTo>
                    <a:pt x="122933" y="463847"/>
                    <a:pt x="122933" y="454678"/>
                    <a:pt x="125551" y="446819"/>
                  </a:cubicBezTo>
                  <a:cubicBezTo>
                    <a:pt x="125551" y="446819"/>
                    <a:pt x="125551" y="446819"/>
                    <a:pt x="134716" y="420623"/>
                  </a:cubicBezTo>
                  <a:cubicBezTo>
                    <a:pt x="119005" y="408834"/>
                    <a:pt x="104603" y="395736"/>
                    <a:pt x="91510" y="380018"/>
                  </a:cubicBezTo>
                  <a:cubicBezTo>
                    <a:pt x="91510" y="380018"/>
                    <a:pt x="91510" y="380018"/>
                    <a:pt x="66634" y="391807"/>
                  </a:cubicBezTo>
                  <a:cubicBezTo>
                    <a:pt x="49613" y="399665"/>
                    <a:pt x="31283" y="391807"/>
                    <a:pt x="23428" y="376089"/>
                  </a:cubicBezTo>
                  <a:cubicBezTo>
                    <a:pt x="23428" y="376089"/>
                    <a:pt x="23428" y="376089"/>
                    <a:pt x="7716" y="343343"/>
                  </a:cubicBezTo>
                  <a:cubicBezTo>
                    <a:pt x="1170" y="327625"/>
                    <a:pt x="7716" y="307978"/>
                    <a:pt x="23428" y="300119"/>
                  </a:cubicBezTo>
                  <a:cubicBezTo>
                    <a:pt x="23428" y="300119"/>
                    <a:pt x="23428" y="300119"/>
                    <a:pt x="49613" y="288331"/>
                  </a:cubicBezTo>
                  <a:cubicBezTo>
                    <a:pt x="45685" y="268684"/>
                    <a:pt x="45685" y="249036"/>
                    <a:pt x="48304" y="229389"/>
                  </a:cubicBezTo>
                  <a:cubicBezTo>
                    <a:pt x="48304" y="229389"/>
                    <a:pt x="48304" y="229389"/>
                    <a:pt x="20809" y="220220"/>
                  </a:cubicBezTo>
                  <a:cubicBezTo>
                    <a:pt x="12953" y="216291"/>
                    <a:pt x="6407" y="211051"/>
                    <a:pt x="2479" y="203193"/>
                  </a:cubicBezTo>
                  <a:cubicBezTo>
                    <a:pt x="-139" y="195334"/>
                    <a:pt x="-1449" y="186165"/>
                    <a:pt x="2479" y="178306"/>
                  </a:cubicBezTo>
                  <a:cubicBezTo>
                    <a:pt x="2479" y="178306"/>
                    <a:pt x="2479" y="178306"/>
                    <a:pt x="14263" y="144251"/>
                  </a:cubicBezTo>
                  <a:cubicBezTo>
                    <a:pt x="20809" y="128533"/>
                    <a:pt x="39139" y="119364"/>
                    <a:pt x="56159" y="125913"/>
                  </a:cubicBezTo>
                  <a:cubicBezTo>
                    <a:pt x="56159" y="125913"/>
                    <a:pt x="56159" y="125913"/>
                    <a:pt x="82345" y="135082"/>
                  </a:cubicBezTo>
                  <a:cubicBezTo>
                    <a:pt x="92819" y="119364"/>
                    <a:pt x="107221" y="104956"/>
                    <a:pt x="122933" y="91858"/>
                  </a:cubicBezTo>
                  <a:cubicBezTo>
                    <a:pt x="122933" y="91858"/>
                    <a:pt x="122933" y="91858"/>
                    <a:pt x="111149" y="65662"/>
                  </a:cubicBezTo>
                  <a:cubicBezTo>
                    <a:pt x="103294" y="49944"/>
                    <a:pt x="109840" y="30296"/>
                    <a:pt x="126861" y="23747"/>
                  </a:cubicBezTo>
                  <a:cubicBezTo>
                    <a:pt x="126861" y="23747"/>
                    <a:pt x="126861" y="23747"/>
                    <a:pt x="159592" y="8029"/>
                  </a:cubicBezTo>
                  <a:cubicBezTo>
                    <a:pt x="175304" y="1480"/>
                    <a:pt x="194943" y="8029"/>
                    <a:pt x="201489" y="23747"/>
                  </a:cubicBezTo>
                  <a:cubicBezTo>
                    <a:pt x="201489" y="23747"/>
                    <a:pt x="201489" y="23747"/>
                    <a:pt x="213273" y="49944"/>
                  </a:cubicBezTo>
                  <a:cubicBezTo>
                    <a:pt x="232912" y="46014"/>
                    <a:pt x="253861" y="46014"/>
                    <a:pt x="272190" y="47324"/>
                  </a:cubicBezTo>
                  <a:cubicBezTo>
                    <a:pt x="272190" y="47324"/>
                    <a:pt x="272190" y="47324"/>
                    <a:pt x="282665" y="21128"/>
                  </a:cubicBezTo>
                  <a:cubicBezTo>
                    <a:pt x="289211" y="5410"/>
                    <a:pt x="307541" y="-3759"/>
                    <a:pt x="324562" y="1480"/>
                  </a:cubicBezTo>
                  <a:close/>
                </a:path>
              </a:pathLst>
            </a:custGeom>
            <a:solidFill>
              <a:schemeClr val="bg1"/>
            </a:solidFill>
            <a:ln>
              <a:noFill/>
            </a:ln>
          </p:spPr>
          <p:txBody>
            <a:bodyPr anchor="ctr"/>
            <a:lstStyle/>
            <a:p>
              <a:pPr algn="ctr"/>
              <a:endParaRPr>
                <a:cs typeface="+mn-ea"/>
                <a:sym typeface="+mn-lt"/>
              </a:endParaRPr>
            </a:p>
          </p:txBody>
        </p:sp>
      </p:grpSp>
      <p:sp>
        <p:nvSpPr>
          <p:cNvPr id="39" name="PA-文本框 9">
            <a:extLst>
              <a:ext uri="{FF2B5EF4-FFF2-40B4-BE49-F238E27FC236}">
                <a16:creationId xmlns:a16="http://schemas.microsoft.com/office/drawing/2014/main" id="{5ED83177-A0E5-43EE-A694-231399F3FD2D}"/>
              </a:ext>
            </a:extLst>
          </p:cNvPr>
          <p:cNvSpPr txBox="1"/>
          <p:nvPr>
            <p:custDataLst>
              <p:tags r:id="R902d703cfdfc4aa7"/>
            </p:custDataLst>
          </p:nvPr>
        </p:nvSpPr>
        <p:spPr>
          <a:xfrm>
            <a:off x="2215530" y="4462797"/>
            <a:ext cx="8005492" cy="93256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400">
                <a:latin typeface="+mn-lt"/>
                <a:ea typeface="+mn-ea"/>
                <a:cs typeface="+mn-ea"/>
                <a:sym typeface="+mn-lt"/>
              </a:rPr>
              <a:t>您的内容打在这里，或者通过复制您的文本后，在此框中选择粘贴，并选择只保留文字。在此录入上述图表的综合描述说明，在此录入上述图综合容表的打在这里，或者通过复制您的文本后，在此框中选择粘贴，并选择只保留文字。</a:t>
            </a:r>
          </a:p>
        </p:txBody>
      </p:sp>
      <p:sp>
        <p:nvSpPr>
          <p:cNvPr id="40" name="Rectangle 42">
            <a:extLst>
              <a:ext uri="{FF2B5EF4-FFF2-40B4-BE49-F238E27FC236}">
                <a16:creationId xmlns:a16="http://schemas.microsoft.com/office/drawing/2014/main" id="{11C2A923-99AC-4BEA-AD75-BEF2B4652706}"/>
              </a:ext>
            </a:extLst>
          </p:cNvPr>
          <p:cNvSpPr/>
          <p:nvPr/>
        </p:nvSpPr>
        <p:spPr>
          <a:xfrm>
            <a:off x="-2" y="6434171"/>
            <a:ext cx="12192002" cy="423829"/>
          </a:xfrm>
          <a:prstGeom prst="rect">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a:defRPr>
            </a:lvl1pPr>
            <a:lvl2pPr marL="742950" indent="-285750">
              <a:defRPr>
                <a:solidFill>
                  <a:schemeClr val="tx1"/>
                </a:solidFill>
                <a:latin typeface="Calibri"/>
              </a:defRPr>
            </a:lvl2pPr>
            <a:lvl3pPr marL="1143000" indent="-228600">
              <a:defRPr>
                <a:solidFill>
                  <a:schemeClr val="tx1"/>
                </a:solidFill>
                <a:latin typeface="Calibri"/>
              </a:defRPr>
            </a:lvl3pPr>
            <a:lvl4pPr marL="1600200" indent="-228600">
              <a:defRPr>
                <a:solidFill>
                  <a:schemeClr val="tx1"/>
                </a:solidFill>
                <a:latin typeface="Calibri"/>
              </a:defRPr>
            </a:lvl4pPr>
            <a:lvl5pPr marL="2057400" indent="-228600">
              <a:defRPr>
                <a:solidFill>
                  <a:schemeClr val="tx1"/>
                </a:solidFill>
                <a:latin typeface="Calibri"/>
              </a:defRPr>
            </a:lvl5pPr>
            <a:lvl6pPr marL="2514600" indent="-228600" eaLnBrk="0" fontAlgn="base" hangingPunct="0">
              <a:spcBef>
                <a:spcPct val="0"/>
              </a:spcBef>
              <a:spcAft>
                <a:spcPct val="0"/>
              </a:spcAft>
              <a:defRPr>
                <a:solidFill>
                  <a:schemeClr val="tx1"/>
                </a:solidFill>
                <a:latin typeface="Calibri"/>
              </a:defRPr>
            </a:lvl6pPr>
            <a:lvl7pPr marL="2971800" indent="-228600" eaLnBrk="0" fontAlgn="base" hangingPunct="0">
              <a:spcBef>
                <a:spcPct val="0"/>
              </a:spcBef>
              <a:spcAft>
                <a:spcPct val="0"/>
              </a:spcAft>
              <a:defRPr>
                <a:solidFill>
                  <a:schemeClr val="tx1"/>
                </a:solidFill>
                <a:latin typeface="Calibri"/>
              </a:defRPr>
            </a:lvl7pPr>
            <a:lvl8pPr marL="3429000" indent="-228600" eaLnBrk="0" fontAlgn="base" hangingPunct="0">
              <a:spcBef>
                <a:spcPct val="0"/>
              </a:spcBef>
              <a:spcAft>
                <a:spcPct val="0"/>
              </a:spcAft>
              <a:defRPr>
                <a:solidFill>
                  <a:schemeClr val="tx1"/>
                </a:solidFill>
                <a:latin typeface="Calibri"/>
              </a:defRPr>
            </a:lvl8pPr>
            <a:lvl9pPr marL="3886200" indent="-228600" eaLnBrk="0" fontAlgn="base" hangingPunct="0">
              <a:spcBef>
                <a:spcPct val="0"/>
              </a:spcBef>
              <a:spcAft>
                <a:spcPct val="0"/>
              </a:spcAft>
              <a:defRPr>
                <a:solidFill>
                  <a:schemeClr val="tx1"/>
                </a:solidFill>
                <a:latin typeface="Calibri"/>
              </a:defRPr>
            </a:lvl9pPr>
          </a:lstStyle>
          <a:p>
            <a:pPr algn="ctr" eaLnBrk="1" hangingPunct="1">
              <a:lnSpc>
                <a:spcPct val="120000"/>
              </a:lnSpc>
              <a:defRPr/>
            </a:pPr>
            <a:endParaRPr lang="zh-CN" altLang="zh-CN">
              <a:solidFill>
                <a:srgbClr val="FFFFFF"/>
              </a:solidFill>
              <a:latin typeface="+mn-lt"/>
              <a:cs typeface="+mn-ea"/>
              <a:sym typeface="+mn-lt"/>
            </a:endParaRPr>
          </a:p>
        </p:txBody>
      </p:sp>
    </p:spTree>
    <p:extLst>
      <p:ext uri="{BB962C8B-B14F-4D97-AF65-F5344CB8AC3E}">
        <p14:creationId xmlns:p14="http://schemas.microsoft.com/office/powerpoint/2010/main" val="30470919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4" presetClass="entr" presetSubtype="1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randombar(horizontal)">
                                      <p:cBhvr>
                                        <p:cTn id="7" dur="500"/>
                                        <p:tgtEl>
                                          <p:spTgt spid="24"/>
                                        </p:tgtEl>
                                      </p:cBhvr>
                                    </p:animEffect>
                                  </p:childTnLst>
                                </p:cTn>
                              </p:par>
                              <p:par>
                                <p:cTn id="8" presetID="22" presetClass="entr" presetSubtype="1" fill="hold" grpId="0" nodeType="withEffect">
                                  <p:stCondLst>
                                    <p:cond delay="1500"/>
                                  </p:stCondLst>
                                  <p:childTnLst>
                                    <p:set>
                                      <p:cBhvr>
                                        <p:cTn id="9" dur="1" fill="hold">
                                          <p:stCondLst>
                                            <p:cond delay="0"/>
                                          </p:stCondLst>
                                        </p:cTn>
                                        <p:tgtEl>
                                          <p:spTgt spid="39"/>
                                        </p:tgtEl>
                                        <p:attrNameLst>
                                          <p:attrName>style.visibility</p:attrName>
                                        </p:attrNameLst>
                                      </p:cBhvr>
                                      <p:to>
                                        <p:strVal val="visible"/>
                                      </p:to>
                                    </p:set>
                                    <p:animEffect transition="in" filter="wipe(up)">
                                      <p:cBhvr>
                                        <p:cTn id="1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F63A52D4-C71B-4119-BE39-86FBAE7036E3}"/>
              </a:ext>
            </a:extLst>
          </p:cNvPr>
          <p:cNvGrpSpPr/>
          <p:nvPr/>
        </p:nvGrpSpPr>
        <p:grpSpPr>
          <a:xfrm>
            <a:off x="-1691710" y="2418993"/>
            <a:ext cx="17955868" cy="9175017"/>
            <a:chOff x="-1691710" y="2418993"/>
            <a:chExt cx="17955868" cy="9175017"/>
          </a:xfrm>
        </p:grpSpPr>
        <p:sp>
          <p:nvSpPr>
            <p:cNvPr id="10" name="Circle">
              <a:extLst>
                <a:ext uri="{FF2B5EF4-FFF2-40B4-BE49-F238E27FC236}">
                  <a16:creationId xmlns:a16="http://schemas.microsoft.com/office/drawing/2014/main" id="{4CA10081-67B9-486C-B985-C04D5A883758}"/>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11" name="Circle">
              <a:extLst>
                <a:ext uri="{FF2B5EF4-FFF2-40B4-BE49-F238E27FC236}">
                  <a16:creationId xmlns:a16="http://schemas.microsoft.com/office/drawing/2014/main" id="{DC949EB9-E99B-49E0-AF2D-AC04CAF428B9}"/>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2" name="Circle">
              <a:extLst>
                <a:ext uri="{FF2B5EF4-FFF2-40B4-BE49-F238E27FC236}">
                  <a16:creationId xmlns:a16="http://schemas.microsoft.com/office/drawing/2014/main" id="{8178586A-894E-4398-A408-503CC331D8FA}"/>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sp>
        <p:nvSpPr>
          <p:cNvPr id="2" name="Shape 117">
            <a:extLst>
              <a:ext uri="{FF2B5EF4-FFF2-40B4-BE49-F238E27FC236}">
                <a16:creationId xmlns:a16="http://schemas.microsoft.com/office/drawing/2014/main" id="{78C00091-6473-4E08-8AE3-58FF247CC619}"/>
              </a:ext>
            </a:extLst>
          </p:cNvPr>
          <p:cNvSpPr/>
          <p:nvPr/>
        </p:nvSpPr>
        <p:spPr>
          <a:xfrm>
            <a:off x="2901703" y="233464"/>
            <a:ext cx="6388594" cy="6391072"/>
          </a:xfrm>
          <a:prstGeom prst="ellipse">
            <a:avLst/>
          </a:prstGeom>
          <a:gradFill>
            <a:gsLst>
              <a:gs pos="0">
                <a:schemeClr val="bg1"/>
              </a:gs>
              <a:gs pos="51000">
                <a:schemeClr val="bg1">
                  <a:lumMod val="95000"/>
                </a:schemeClr>
              </a:gs>
              <a:gs pos="100000">
                <a:schemeClr val="bg1">
                  <a:lumMod val="85000"/>
                </a:schemeClr>
              </a:gs>
            </a:gsLst>
            <a:lin ang="18900000" scaled="0"/>
          </a:gradFill>
          <a:ln w="25400">
            <a:gradFill>
              <a:gsLst>
                <a:gs pos="34000">
                  <a:srgbClr val="F2F2F2"/>
                </a:gs>
                <a:gs pos="0">
                  <a:srgbClr val="FFFFFF"/>
                </a:gs>
                <a:gs pos="100000">
                  <a:srgbClr val="BFBFBF"/>
                </a:gs>
              </a:gsLst>
              <a:lin ang="8100000" scaled="0"/>
            </a:gradFill>
          </a:ln>
          <a:effectLst>
            <a:outerShdw blurRad="673100" dist="266700" dir="8100000" sx="99000" sy="99000" algn="tr"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schemeClr val="lt1"/>
              </a:solidFill>
              <a:cs typeface="+mn-ea"/>
              <a:sym typeface="+mn-lt"/>
            </a:endParaRPr>
          </a:p>
        </p:txBody>
      </p:sp>
      <p:sp>
        <p:nvSpPr>
          <p:cNvPr id="3" name="PA-文本框 9">
            <a:extLst>
              <a:ext uri="{FF2B5EF4-FFF2-40B4-BE49-F238E27FC236}">
                <a16:creationId xmlns:a16="http://schemas.microsoft.com/office/drawing/2014/main" id="{5B03DD82-7CC5-4DEE-8F13-598741FED438}"/>
              </a:ext>
            </a:extLst>
          </p:cNvPr>
          <p:cNvSpPr txBox="1"/>
          <p:nvPr>
            <p:custDataLst>
              <p:tags r:id="Rb3fa02788b804280"/>
            </p:custDataLst>
          </p:nvPr>
        </p:nvSpPr>
        <p:spPr>
          <a:xfrm>
            <a:off x="3682194" y="4215741"/>
            <a:ext cx="4460050" cy="1052596"/>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a:latin typeface="+mn-lt"/>
                <a:ea typeface="+mn-ea"/>
                <a:cs typeface="+mn-ea"/>
                <a:sym typeface="+mn-lt"/>
              </a:rPr>
              <a:t>您的内容打在这里，或者通过复制您的文本后，在此框中选择粘贴，并选择只保留文字。在此录入上述图表的综合描述说明，在此录入上述图综合容表的打在这里，或者通过复制您的文本后，在此框中选择粘贴，并选择只保留文字。</a:t>
            </a:r>
          </a:p>
        </p:txBody>
      </p:sp>
      <p:sp>
        <p:nvSpPr>
          <p:cNvPr id="4" name="Freeform 22">
            <a:extLst>
              <a:ext uri="{FF2B5EF4-FFF2-40B4-BE49-F238E27FC236}">
                <a16:creationId xmlns:a16="http://schemas.microsoft.com/office/drawing/2014/main" id="{62EA217E-0554-479D-9061-11730169EB00}"/>
              </a:ext>
            </a:extLst>
          </p:cNvPr>
          <p:cNvSpPr>
            <a:spLocks noChangeAspect="1" noEditPoints="1"/>
          </p:cNvSpPr>
          <p:nvPr/>
        </p:nvSpPr>
        <p:spPr bwMode="auto">
          <a:xfrm>
            <a:off x="5482373" y="2618973"/>
            <a:ext cx="1227253" cy="1183937"/>
          </a:xfrm>
          <a:custGeom>
            <a:avLst/>
            <a:gdLst>
              <a:gd name="T0" fmla="*/ 349412 w 340"/>
              <a:gd name="T1" fmla="*/ 432345 h 328"/>
              <a:gd name="T2" fmla="*/ 349412 w 340"/>
              <a:gd name="T3" fmla="*/ 238425 h 328"/>
              <a:gd name="T4" fmla="*/ 462176 w 340"/>
              <a:gd name="T5" fmla="*/ 220941 h 328"/>
              <a:gd name="T6" fmla="*/ 258882 w 340"/>
              <a:gd name="T7" fmla="*/ 50864 h 328"/>
              <a:gd name="T8" fmla="*/ 50824 w 340"/>
              <a:gd name="T9" fmla="*/ 259089 h 328"/>
              <a:gd name="T10" fmla="*/ 258882 w 340"/>
              <a:gd name="T11" fmla="*/ 467314 h 328"/>
              <a:gd name="T12" fmla="*/ 292235 w 340"/>
              <a:gd name="T13" fmla="*/ 464135 h 328"/>
              <a:gd name="T14" fmla="*/ 333529 w 340"/>
              <a:gd name="T15" fmla="*/ 433934 h 328"/>
              <a:gd name="T16" fmla="*/ 349412 w 340"/>
              <a:gd name="T17" fmla="*/ 432345 h 328"/>
              <a:gd name="T18" fmla="*/ 297000 w 340"/>
              <a:gd name="T19" fmla="*/ 68349 h 328"/>
              <a:gd name="T20" fmla="*/ 274765 w 340"/>
              <a:gd name="T21" fmla="*/ 165308 h 328"/>
              <a:gd name="T22" fmla="*/ 252529 w 340"/>
              <a:gd name="T23" fmla="*/ 165308 h 328"/>
              <a:gd name="T24" fmla="*/ 236647 w 340"/>
              <a:gd name="T25" fmla="*/ 68349 h 328"/>
              <a:gd name="T26" fmla="*/ 297000 w 340"/>
              <a:gd name="T27" fmla="*/ 68349 h 328"/>
              <a:gd name="T28" fmla="*/ 258882 w 340"/>
              <a:gd name="T29" fmla="*/ 336975 h 328"/>
              <a:gd name="T30" fmla="*/ 181059 w 340"/>
              <a:gd name="T31" fmla="*/ 259089 h 328"/>
              <a:gd name="T32" fmla="*/ 258882 w 340"/>
              <a:gd name="T33" fmla="*/ 181203 h 328"/>
              <a:gd name="T34" fmla="*/ 336706 w 340"/>
              <a:gd name="T35" fmla="*/ 259089 h 328"/>
              <a:gd name="T36" fmla="*/ 258882 w 340"/>
              <a:gd name="T37" fmla="*/ 336975 h 328"/>
              <a:gd name="T38" fmla="*/ 258882 w 340"/>
              <a:gd name="T39" fmla="*/ 200277 h 328"/>
              <a:gd name="T40" fmla="*/ 200118 w 340"/>
              <a:gd name="T41" fmla="*/ 259089 h 328"/>
              <a:gd name="T42" fmla="*/ 258882 w 340"/>
              <a:gd name="T43" fmla="*/ 317901 h 328"/>
              <a:gd name="T44" fmla="*/ 317647 w 340"/>
              <a:gd name="T45" fmla="*/ 259089 h 328"/>
              <a:gd name="T46" fmla="*/ 258882 w 340"/>
              <a:gd name="T47" fmla="*/ 200277 h 328"/>
              <a:gd name="T48" fmla="*/ 258882 w 340"/>
              <a:gd name="T49" fmla="*/ 300416 h 328"/>
              <a:gd name="T50" fmla="*/ 217588 w 340"/>
              <a:gd name="T51" fmla="*/ 259089 h 328"/>
              <a:gd name="T52" fmla="*/ 258882 w 340"/>
              <a:gd name="T53" fmla="*/ 217762 h 328"/>
              <a:gd name="T54" fmla="*/ 300176 w 340"/>
              <a:gd name="T55" fmla="*/ 259089 h 328"/>
              <a:gd name="T56" fmla="*/ 258882 w 340"/>
              <a:gd name="T57" fmla="*/ 300416 h 328"/>
              <a:gd name="T58" fmla="*/ 285882 w 340"/>
              <a:gd name="T59" fmla="*/ 500693 h 328"/>
              <a:gd name="T60" fmla="*/ 292235 w 340"/>
              <a:gd name="T61" fmla="*/ 514999 h 328"/>
              <a:gd name="T62" fmla="*/ 258882 w 340"/>
              <a:gd name="T63" fmla="*/ 518178 h 328"/>
              <a:gd name="T64" fmla="*/ 0 w 340"/>
              <a:gd name="T65" fmla="*/ 259089 h 328"/>
              <a:gd name="T66" fmla="*/ 258882 w 340"/>
              <a:gd name="T67" fmla="*/ 0 h 328"/>
              <a:gd name="T68" fmla="*/ 513000 w 340"/>
              <a:gd name="T69" fmla="*/ 212993 h 328"/>
              <a:gd name="T70" fmla="*/ 487588 w 340"/>
              <a:gd name="T71" fmla="*/ 216172 h 328"/>
              <a:gd name="T72" fmla="*/ 258882 w 340"/>
              <a:gd name="T73" fmla="*/ 25432 h 328"/>
              <a:gd name="T74" fmla="*/ 25412 w 340"/>
              <a:gd name="T75" fmla="*/ 259089 h 328"/>
              <a:gd name="T76" fmla="*/ 258882 w 340"/>
              <a:gd name="T77" fmla="*/ 492746 h 328"/>
              <a:gd name="T78" fmla="*/ 284294 w 340"/>
              <a:gd name="T79" fmla="*/ 491156 h 328"/>
              <a:gd name="T80" fmla="*/ 285882 w 340"/>
              <a:gd name="T81" fmla="*/ 500693 h 328"/>
              <a:gd name="T82" fmla="*/ 540000 w 340"/>
              <a:gd name="T83" fmla="*/ 225709 h 328"/>
              <a:gd name="T84" fmla="*/ 540000 w 340"/>
              <a:gd name="T85" fmla="*/ 449829 h 328"/>
              <a:gd name="T86" fmla="*/ 503471 w 340"/>
              <a:gd name="T87" fmla="*/ 489567 h 328"/>
              <a:gd name="T88" fmla="*/ 452647 w 340"/>
              <a:gd name="T89" fmla="*/ 467314 h 328"/>
              <a:gd name="T90" fmla="*/ 487588 w 340"/>
              <a:gd name="T91" fmla="*/ 422808 h 328"/>
              <a:gd name="T92" fmla="*/ 517765 w 340"/>
              <a:gd name="T93" fmla="*/ 424397 h 328"/>
              <a:gd name="T94" fmla="*/ 517765 w 340"/>
              <a:gd name="T95" fmla="*/ 289290 h 328"/>
              <a:gd name="T96" fmla="*/ 397059 w 340"/>
              <a:gd name="T97" fmla="*/ 311543 h 328"/>
              <a:gd name="T98" fmla="*/ 395471 w 340"/>
              <a:gd name="T99" fmla="*/ 480030 h 328"/>
              <a:gd name="T100" fmla="*/ 395471 w 340"/>
              <a:gd name="T101" fmla="*/ 480030 h 328"/>
              <a:gd name="T102" fmla="*/ 360529 w 340"/>
              <a:gd name="T103" fmla="*/ 516588 h 328"/>
              <a:gd name="T104" fmla="*/ 309706 w 340"/>
              <a:gd name="T105" fmla="*/ 494335 h 328"/>
              <a:gd name="T106" fmla="*/ 344647 w 340"/>
              <a:gd name="T107" fmla="*/ 451419 h 328"/>
              <a:gd name="T108" fmla="*/ 373235 w 340"/>
              <a:gd name="T109" fmla="*/ 451419 h 328"/>
              <a:gd name="T110" fmla="*/ 373235 w 340"/>
              <a:gd name="T111" fmla="*/ 252731 h 328"/>
              <a:gd name="T112" fmla="*/ 540000 w 340"/>
              <a:gd name="T113" fmla="*/ 225709 h 32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40" h="328">
                <a:moveTo>
                  <a:pt x="220" y="272"/>
                </a:moveTo>
                <a:cubicBezTo>
                  <a:pt x="220" y="150"/>
                  <a:pt x="220" y="150"/>
                  <a:pt x="220" y="150"/>
                </a:cubicBezTo>
                <a:cubicBezTo>
                  <a:pt x="291" y="139"/>
                  <a:pt x="291" y="139"/>
                  <a:pt x="291" y="139"/>
                </a:cubicBezTo>
                <a:cubicBezTo>
                  <a:pt x="280" y="78"/>
                  <a:pt x="227" y="32"/>
                  <a:pt x="163" y="32"/>
                </a:cubicBezTo>
                <a:cubicBezTo>
                  <a:pt x="91" y="32"/>
                  <a:pt x="32" y="91"/>
                  <a:pt x="32" y="163"/>
                </a:cubicBezTo>
                <a:cubicBezTo>
                  <a:pt x="32" y="235"/>
                  <a:pt x="91" y="294"/>
                  <a:pt x="163" y="294"/>
                </a:cubicBezTo>
                <a:cubicBezTo>
                  <a:pt x="170" y="294"/>
                  <a:pt x="177" y="293"/>
                  <a:pt x="184" y="292"/>
                </a:cubicBezTo>
                <a:cubicBezTo>
                  <a:pt x="189" y="283"/>
                  <a:pt x="198" y="276"/>
                  <a:pt x="210" y="273"/>
                </a:cubicBezTo>
                <a:cubicBezTo>
                  <a:pt x="213" y="273"/>
                  <a:pt x="217" y="272"/>
                  <a:pt x="220" y="272"/>
                </a:cubicBezTo>
                <a:close/>
                <a:moveTo>
                  <a:pt x="187" y="43"/>
                </a:moveTo>
                <a:cubicBezTo>
                  <a:pt x="173" y="104"/>
                  <a:pt x="173" y="104"/>
                  <a:pt x="173" y="104"/>
                </a:cubicBezTo>
                <a:cubicBezTo>
                  <a:pt x="159" y="104"/>
                  <a:pt x="159" y="104"/>
                  <a:pt x="159" y="104"/>
                </a:cubicBezTo>
                <a:cubicBezTo>
                  <a:pt x="149" y="43"/>
                  <a:pt x="149" y="43"/>
                  <a:pt x="149" y="43"/>
                </a:cubicBezTo>
                <a:cubicBezTo>
                  <a:pt x="164" y="36"/>
                  <a:pt x="187" y="43"/>
                  <a:pt x="187" y="43"/>
                </a:cubicBezTo>
                <a:close/>
                <a:moveTo>
                  <a:pt x="163" y="212"/>
                </a:moveTo>
                <a:cubicBezTo>
                  <a:pt x="136" y="212"/>
                  <a:pt x="114" y="190"/>
                  <a:pt x="114" y="163"/>
                </a:cubicBezTo>
                <a:cubicBezTo>
                  <a:pt x="114" y="136"/>
                  <a:pt x="136" y="114"/>
                  <a:pt x="163" y="114"/>
                </a:cubicBezTo>
                <a:cubicBezTo>
                  <a:pt x="190" y="114"/>
                  <a:pt x="212" y="136"/>
                  <a:pt x="212" y="163"/>
                </a:cubicBezTo>
                <a:cubicBezTo>
                  <a:pt x="212" y="190"/>
                  <a:pt x="190" y="212"/>
                  <a:pt x="163" y="212"/>
                </a:cubicBezTo>
                <a:close/>
                <a:moveTo>
                  <a:pt x="163" y="126"/>
                </a:moveTo>
                <a:cubicBezTo>
                  <a:pt x="143" y="126"/>
                  <a:pt x="126" y="143"/>
                  <a:pt x="126" y="163"/>
                </a:cubicBezTo>
                <a:cubicBezTo>
                  <a:pt x="126" y="183"/>
                  <a:pt x="143" y="200"/>
                  <a:pt x="163" y="200"/>
                </a:cubicBezTo>
                <a:cubicBezTo>
                  <a:pt x="183" y="200"/>
                  <a:pt x="200" y="183"/>
                  <a:pt x="200" y="163"/>
                </a:cubicBezTo>
                <a:cubicBezTo>
                  <a:pt x="200" y="143"/>
                  <a:pt x="183" y="126"/>
                  <a:pt x="163" y="126"/>
                </a:cubicBezTo>
                <a:close/>
                <a:moveTo>
                  <a:pt x="163" y="189"/>
                </a:moveTo>
                <a:cubicBezTo>
                  <a:pt x="148" y="189"/>
                  <a:pt x="137" y="178"/>
                  <a:pt x="137" y="163"/>
                </a:cubicBezTo>
                <a:cubicBezTo>
                  <a:pt x="137" y="148"/>
                  <a:pt x="148" y="137"/>
                  <a:pt x="163" y="137"/>
                </a:cubicBezTo>
                <a:cubicBezTo>
                  <a:pt x="178" y="137"/>
                  <a:pt x="189" y="148"/>
                  <a:pt x="189" y="163"/>
                </a:cubicBezTo>
                <a:cubicBezTo>
                  <a:pt x="189" y="178"/>
                  <a:pt x="178" y="189"/>
                  <a:pt x="163" y="189"/>
                </a:cubicBezTo>
                <a:close/>
                <a:moveTo>
                  <a:pt x="180" y="315"/>
                </a:moveTo>
                <a:cubicBezTo>
                  <a:pt x="180" y="318"/>
                  <a:pt x="182" y="321"/>
                  <a:pt x="184" y="324"/>
                </a:cubicBezTo>
                <a:cubicBezTo>
                  <a:pt x="177" y="325"/>
                  <a:pt x="170" y="326"/>
                  <a:pt x="163" y="326"/>
                </a:cubicBezTo>
                <a:cubicBezTo>
                  <a:pt x="73" y="326"/>
                  <a:pt x="0" y="253"/>
                  <a:pt x="0" y="163"/>
                </a:cubicBezTo>
                <a:cubicBezTo>
                  <a:pt x="0" y="73"/>
                  <a:pt x="73" y="0"/>
                  <a:pt x="163" y="0"/>
                </a:cubicBezTo>
                <a:cubicBezTo>
                  <a:pt x="243" y="0"/>
                  <a:pt x="309" y="58"/>
                  <a:pt x="323" y="134"/>
                </a:cubicBezTo>
                <a:cubicBezTo>
                  <a:pt x="307" y="136"/>
                  <a:pt x="307" y="136"/>
                  <a:pt x="307" y="136"/>
                </a:cubicBezTo>
                <a:cubicBezTo>
                  <a:pt x="294" y="68"/>
                  <a:pt x="235" y="16"/>
                  <a:pt x="163" y="16"/>
                </a:cubicBezTo>
                <a:cubicBezTo>
                  <a:pt x="82" y="16"/>
                  <a:pt x="16" y="82"/>
                  <a:pt x="16" y="163"/>
                </a:cubicBezTo>
                <a:cubicBezTo>
                  <a:pt x="16" y="244"/>
                  <a:pt x="82" y="310"/>
                  <a:pt x="163" y="310"/>
                </a:cubicBezTo>
                <a:cubicBezTo>
                  <a:pt x="168" y="310"/>
                  <a:pt x="174" y="309"/>
                  <a:pt x="179" y="309"/>
                </a:cubicBezTo>
                <a:cubicBezTo>
                  <a:pt x="179" y="311"/>
                  <a:pt x="179" y="313"/>
                  <a:pt x="180" y="315"/>
                </a:cubicBezTo>
                <a:close/>
                <a:moveTo>
                  <a:pt x="340" y="142"/>
                </a:moveTo>
                <a:cubicBezTo>
                  <a:pt x="340" y="283"/>
                  <a:pt x="340" y="283"/>
                  <a:pt x="340" y="283"/>
                </a:cubicBezTo>
                <a:cubicBezTo>
                  <a:pt x="340" y="295"/>
                  <a:pt x="331" y="304"/>
                  <a:pt x="317" y="308"/>
                </a:cubicBezTo>
                <a:cubicBezTo>
                  <a:pt x="302" y="311"/>
                  <a:pt x="288" y="305"/>
                  <a:pt x="285" y="294"/>
                </a:cubicBezTo>
                <a:cubicBezTo>
                  <a:pt x="282" y="282"/>
                  <a:pt x="292" y="270"/>
                  <a:pt x="307" y="266"/>
                </a:cubicBezTo>
                <a:cubicBezTo>
                  <a:pt x="314" y="265"/>
                  <a:pt x="320" y="265"/>
                  <a:pt x="326" y="267"/>
                </a:cubicBezTo>
                <a:cubicBezTo>
                  <a:pt x="326" y="182"/>
                  <a:pt x="326" y="182"/>
                  <a:pt x="326" y="182"/>
                </a:cubicBezTo>
                <a:cubicBezTo>
                  <a:pt x="250" y="196"/>
                  <a:pt x="250" y="196"/>
                  <a:pt x="250" y="196"/>
                </a:cubicBezTo>
                <a:cubicBezTo>
                  <a:pt x="249" y="302"/>
                  <a:pt x="249" y="302"/>
                  <a:pt x="249" y="302"/>
                </a:cubicBezTo>
                <a:cubicBezTo>
                  <a:pt x="249" y="302"/>
                  <a:pt x="249" y="302"/>
                  <a:pt x="249" y="302"/>
                </a:cubicBezTo>
                <a:cubicBezTo>
                  <a:pt x="249" y="312"/>
                  <a:pt x="240" y="321"/>
                  <a:pt x="227" y="325"/>
                </a:cubicBezTo>
                <a:cubicBezTo>
                  <a:pt x="212" y="328"/>
                  <a:pt x="197" y="321"/>
                  <a:pt x="195" y="311"/>
                </a:cubicBezTo>
                <a:cubicBezTo>
                  <a:pt x="192" y="300"/>
                  <a:pt x="202" y="287"/>
                  <a:pt x="217" y="284"/>
                </a:cubicBezTo>
                <a:cubicBezTo>
                  <a:pt x="224" y="282"/>
                  <a:pt x="230" y="282"/>
                  <a:pt x="235" y="284"/>
                </a:cubicBezTo>
                <a:cubicBezTo>
                  <a:pt x="235" y="159"/>
                  <a:pt x="235" y="159"/>
                  <a:pt x="235" y="159"/>
                </a:cubicBezTo>
                <a:lnTo>
                  <a:pt x="340" y="142"/>
                </a:lnTo>
                <a:close/>
              </a:path>
            </a:pathLst>
          </a:custGeom>
          <a:gradFill>
            <a:gsLst>
              <a:gs pos="0">
                <a:schemeClr val="accent1"/>
              </a:gs>
              <a:gs pos="100000">
                <a:schemeClr val="accent2"/>
              </a:gs>
            </a:gsLst>
            <a:lin ang="6600000" scaled="0"/>
          </a:gradFill>
          <a:ln>
            <a:noFill/>
          </a:ln>
        </p:spPr>
        <p:txBody>
          <a:bodyPr/>
          <a:lstStyle/>
          <a:p>
            <a:endParaRPr lang="zh-CN" altLang="en-US" sz="1350">
              <a:solidFill>
                <a:schemeClr val="bg1">
                  <a:lumMod val="50000"/>
                </a:schemeClr>
              </a:solidFill>
              <a:cs typeface="+mn-ea"/>
              <a:sym typeface="+mn-lt"/>
            </a:endParaRPr>
          </a:p>
        </p:txBody>
      </p:sp>
      <p:sp>
        <p:nvSpPr>
          <p:cNvPr id="5" name="TextBox 7">
            <a:extLst>
              <a:ext uri="{FF2B5EF4-FFF2-40B4-BE49-F238E27FC236}">
                <a16:creationId xmlns:a16="http://schemas.microsoft.com/office/drawing/2014/main" id="{4F6865DE-4505-488E-A089-0F7F52EE0F42}"/>
              </a:ext>
            </a:extLst>
          </p:cNvPr>
          <p:cNvSpPr txBox="1"/>
          <p:nvPr/>
        </p:nvSpPr>
        <p:spPr>
          <a:xfrm>
            <a:off x="4562296" y="1280913"/>
            <a:ext cx="3057247" cy="523220"/>
          </a:xfrm>
          <a:prstGeom prst="rect">
            <a:avLst/>
          </a:prstGeom>
          <a:noFill/>
        </p:spPr>
        <p:txBody>
          <a:bodyPr wrap="none" rtlCol="0">
            <a:spAutoFit/>
          </a:bodyPr>
          <a:lstStyle/>
          <a:p>
            <a:pPr algn="l"/>
            <a:r>
              <a:rPr lang="zh-CN" altLang="en-US" sz="2800">
                <a:cs typeface="+mn-ea"/>
                <a:sym typeface="+mn-lt"/>
              </a:rPr>
              <a:t>添加页面标题内容</a:t>
            </a:r>
          </a:p>
        </p:txBody>
      </p:sp>
      <p:sp>
        <p:nvSpPr>
          <p:cNvPr id="6" name="TextBox 7">
            <a:extLst>
              <a:ext uri="{FF2B5EF4-FFF2-40B4-BE49-F238E27FC236}">
                <a16:creationId xmlns:a16="http://schemas.microsoft.com/office/drawing/2014/main" id="{6CB52295-E874-4C44-B6CC-AB4B2C4A7CCF}"/>
              </a:ext>
            </a:extLst>
          </p:cNvPr>
          <p:cNvSpPr txBox="1"/>
          <p:nvPr/>
        </p:nvSpPr>
        <p:spPr>
          <a:xfrm>
            <a:off x="4572457" y="1836810"/>
            <a:ext cx="3047086" cy="369332"/>
          </a:xfrm>
          <a:prstGeom prst="rect">
            <a:avLst/>
          </a:prstGeom>
          <a:noFill/>
        </p:spPr>
        <p:txBody>
          <a:bodyPr wrap="square" rtlCol="0">
            <a:spAutoFit/>
          </a:bodyPr>
          <a:lstStyle/>
          <a:p>
            <a:pPr algn="dist"/>
            <a:r>
              <a:rPr lang="en-US" altLang="zh-CN" sz="1800">
                <a:solidFill>
                  <a:schemeClr val="bg1">
                    <a:lumMod val="50000"/>
                  </a:schemeClr>
                </a:solidFill>
                <a:cs typeface="+mn-ea"/>
                <a:sym typeface="+mn-lt"/>
              </a:rPr>
              <a:t>PUT YOUR TITLE HERE</a:t>
            </a:r>
            <a:endParaRPr lang="zh-CN" altLang="en-US" sz="1800">
              <a:solidFill>
                <a:schemeClr val="bg1">
                  <a:lumMod val="50000"/>
                </a:schemeClr>
              </a:solidFill>
              <a:cs typeface="+mn-ea"/>
              <a:sym typeface="+mn-lt"/>
            </a:endParaRPr>
          </a:p>
        </p:txBody>
      </p:sp>
    </p:spTree>
    <p:extLst>
      <p:ext uri="{BB962C8B-B14F-4D97-AF65-F5344CB8AC3E}">
        <p14:creationId xmlns:p14="http://schemas.microsoft.com/office/powerpoint/2010/main" val="13094856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22" presetClass="entr" presetSubtype="1" fill="hold" grpId="0" nodeType="withEffect">
                                  <p:stCondLst>
                                    <p:cond delay="150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ircle">
            <a:extLst>
              <a:ext uri="{FF2B5EF4-FFF2-40B4-BE49-F238E27FC236}">
                <a16:creationId xmlns:a16="http://schemas.microsoft.com/office/drawing/2014/main" id="{4401C406-961D-B749-A2E1-BEC70174B60B}"/>
              </a:ext>
            </a:extLst>
          </p:cNvPr>
          <p:cNvSpPr/>
          <p:nvPr/>
        </p:nvSpPr>
        <p:spPr>
          <a:xfrm>
            <a:off x="1630654" y="1138502"/>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3" name="矩形 2">
            <a:extLst>
              <a:ext uri="{FF2B5EF4-FFF2-40B4-BE49-F238E27FC236}">
                <a16:creationId xmlns:a16="http://schemas.microsoft.com/office/drawing/2014/main" id="{1E2D89B3-1E4F-4494-AD98-14A14F74E722}"/>
              </a:ext>
            </a:extLst>
          </p:cNvPr>
          <p:cNvSpPr/>
          <p:nvPr/>
        </p:nvSpPr>
        <p:spPr>
          <a:xfrm>
            <a:off x="5857217" y="1932969"/>
            <a:ext cx="2213420" cy="328229"/>
          </a:xfrm>
          <a:prstGeom prst="rect">
            <a:avLst/>
          </a:prstGeom>
        </p:spPr>
        <p:txBody>
          <a:bodyPr wrap="none" lIns="121917" tIns="60959" rIns="121917" bIns="60959">
            <a:spAutoFit/>
          </a:bodyPr>
          <a:lstStyle/>
          <a:p>
            <a:r>
              <a:rPr lang="en-US" altLang="zh-CN" sz="1333" b="1">
                <a:solidFill>
                  <a:schemeClr val="tx1">
                    <a:lumMod val="75000"/>
                    <a:lumOff val="25000"/>
                  </a:schemeClr>
                </a:solidFill>
                <a:cs typeface="+mn-ea"/>
                <a:sym typeface="+mn-lt"/>
              </a:rPr>
              <a:t>ADD YOUR TITLE HERE</a:t>
            </a:r>
            <a:endParaRPr lang="zh-CN" altLang="en-US" sz="1333" b="1">
              <a:solidFill>
                <a:schemeClr val="tx1">
                  <a:lumMod val="75000"/>
                  <a:lumOff val="25000"/>
                </a:schemeClr>
              </a:solidFill>
              <a:cs typeface="+mn-ea"/>
              <a:sym typeface="+mn-lt"/>
            </a:endParaRPr>
          </a:p>
        </p:txBody>
      </p:sp>
      <p:sp>
        <p:nvSpPr>
          <p:cNvPr id="4" name="矩形 3">
            <a:extLst>
              <a:ext uri="{FF2B5EF4-FFF2-40B4-BE49-F238E27FC236}">
                <a16:creationId xmlns:a16="http://schemas.microsoft.com/office/drawing/2014/main" id="{2EA792F8-9C44-45BB-A29D-814FDDD7A743}"/>
              </a:ext>
            </a:extLst>
          </p:cNvPr>
          <p:cNvSpPr/>
          <p:nvPr/>
        </p:nvSpPr>
        <p:spPr>
          <a:xfrm>
            <a:off x="5842000" y="3174058"/>
            <a:ext cx="5493901" cy="702370"/>
          </a:xfrm>
          <a:prstGeom prst="rect">
            <a:avLst/>
          </a:prstGeom>
        </p:spPr>
        <p:txBody>
          <a:bodyPr wrap="square" lIns="121917" tIns="60959" rIns="121917" bIns="60959">
            <a:spAutoFit/>
          </a:bodyPr>
          <a:lstStyle/>
          <a:p>
            <a:pPr>
              <a:lnSpc>
                <a:spcPct val="150000"/>
              </a:lnSpc>
            </a:pPr>
            <a:r>
              <a:rPr lang="zh-CN" altLang="en-US" sz="1333" spc="300">
                <a:solidFill>
                  <a:schemeClr val="bg1">
                    <a:lumMod val="50000"/>
                  </a:schemeClr>
                </a:solidFill>
                <a:cs typeface="+mn-ea"/>
                <a:sym typeface="+mn-lt"/>
              </a:rPr>
              <a:t>点击输入简要文字内容，文字内容需概括精炼，不用多余的文字修饰，言简意赅的说明该项内容</a:t>
            </a:r>
            <a:endParaRPr lang="zh-CN" altLang="en-US" sz="2133">
              <a:solidFill>
                <a:schemeClr val="bg1">
                  <a:lumMod val="50000"/>
                </a:schemeClr>
              </a:solidFill>
              <a:cs typeface="+mn-ea"/>
              <a:sym typeface="+mn-lt"/>
            </a:endParaRPr>
          </a:p>
        </p:txBody>
      </p:sp>
      <p:sp>
        <p:nvSpPr>
          <p:cNvPr id="5" name="Text Box 7">
            <a:extLst>
              <a:ext uri="{FF2B5EF4-FFF2-40B4-BE49-F238E27FC236}">
                <a16:creationId xmlns:a16="http://schemas.microsoft.com/office/drawing/2014/main" id="{3DC72705-4BEA-4546-9FCB-EC297243808D}"/>
              </a:ext>
            </a:extLst>
          </p:cNvPr>
          <p:cNvSpPr txBox="1">
            <a:spLocks noChangeArrowheads="1"/>
          </p:cNvSpPr>
          <p:nvPr/>
        </p:nvSpPr>
        <p:spPr bwMode="auto">
          <a:xfrm>
            <a:off x="2173536" y="1685936"/>
            <a:ext cx="2450670" cy="2441564"/>
          </a:xfrm>
          <a:prstGeom prst="rect">
            <a:avLst/>
          </a:prstGeom>
          <a:noFill/>
          <a:ln w="9525">
            <a:noFill/>
            <a:miter lim="800000"/>
          </a:ln>
        </p:spPr>
        <p:txBody>
          <a:bodyPr wrap="none" lIns="60959" tIns="30479" rIns="60959" bIns="30479">
            <a:spAutoFit/>
          </a:bodyPr>
          <a:lstStyle/>
          <a:p>
            <a:pPr algn="ctr" defTabSz="1088223"/>
            <a:r>
              <a:rPr lang="en-US" altLang="zh-CN" sz="15466" kern="0">
                <a:solidFill>
                  <a:schemeClr val="bg1"/>
                </a:solidFill>
                <a:effectLst>
                  <a:outerShdw blurRad="38100" dist="38100" dir="2700000" algn="tl">
                    <a:srgbClr val="000000">
                      <a:alpha val="43137"/>
                    </a:srgbClr>
                  </a:outerShdw>
                </a:effectLst>
                <a:cs typeface="+mn-ea"/>
                <a:sym typeface="+mn-lt"/>
              </a:rPr>
              <a:t>03</a:t>
            </a:r>
            <a:endParaRPr lang="en-CA" sz="15466" spc="-151">
              <a:solidFill>
                <a:schemeClr val="bg1"/>
              </a:solidFill>
              <a:effectLst>
                <a:outerShdw blurRad="38100" dist="38100" dir="2700000" algn="tl">
                  <a:srgbClr val="000000">
                    <a:alpha val="43137"/>
                  </a:srgbClr>
                </a:outerShdw>
              </a:effectLst>
              <a:cs typeface="+mn-ea"/>
              <a:sym typeface="+mn-lt"/>
            </a:endParaRPr>
          </a:p>
        </p:txBody>
      </p:sp>
      <p:grpSp>
        <p:nvGrpSpPr>
          <p:cNvPr id="6" name="组合 5">
            <a:extLst>
              <a:ext uri="{FF2B5EF4-FFF2-40B4-BE49-F238E27FC236}">
                <a16:creationId xmlns:a16="http://schemas.microsoft.com/office/drawing/2014/main" id="{7848FF5C-5400-46B8-907F-78C57DFC511A}"/>
              </a:ext>
            </a:extLst>
          </p:cNvPr>
          <p:cNvGrpSpPr/>
          <p:nvPr/>
        </p:nvGrpSpPr>
        <p:grpSpPr>
          <a:xfrm rot="10800000" flipH="1">
            <a:off x="-520700" y="4127500"/>
            <a:ext cx="12725400" cy="2730499"/>
            <a:chOff x="2241547" y="-1"/>
            <a:chExt cx="9950451" cy="3972515"/>
          </a:xfrm>
        </p:grpSpPr>
        <p:sp>
          <p:nvSpPr>
            <p:cNvPr id="7" name="Freeform 68">
              <a:extLst>
                <a:ext uri="{FF2B5EF4-FFF2-40B4-BE49-F238E27FC236}">
                  <a16:creationId xmlns:a16="http://schemas.microsoft.com/office/drawing/2014/main" id="{26C57696-D386-4EA9-9227-E71A83A72FFA}"/>
                </a:ext>
              </a:extLst>
            </p:cNvPr>
            <p:cNvSpPr/>
            <p:nvPr userDrawn="1"/>
          </p:nvSpPr>
          <p:spPr bwMode="auto">
            <a:xfrm>
              <a:off x="2241547" y="-1"/>
              <a:ext cx="9950451" cy="3972515"/>
            </a:xfrm>
            <a:custGeom>
              <a:avLst/>
              <a:gdLst>
                <a:gd name="T0" fmla="*/ 1346 w 1346"/>
                <a:gd name="T1" fmla="*/ 352 h 518"/>
                <a:gd name="T2" fmla="*/ 814 w 1346"/>
                <a:gd name="T3" fmla="*/ 346 h 518"/>
                <a:gd name="T4" fmla="*/ 0 w 1346"/>
                <a:gd name="T5" fmla="*/ 0 h 518"/>
                <a:gd name="T6" fmla="*/ 1346 w 1346"/>
                <a:gd name="T7" fmla="*/ 0 h 518"/>
                <a:gd name="T8" fmla="*/ 1346 w 1346"/>
                <a:gd name="T9" fmla="*/ 352 h 518"/>
              </a:gdLst>
              <a:ahLst/>
              <a:cxnLst>
                <a:cxn ang="0">
                  <a:pos x="T0" y="T1"/>
                </a:cxn>
                <a:cxn ang="0">
                  <a:pos x="T2" y="T3"/>
                </a:cxn>
                <a:cxn ang="0">
                  <a:pos x="T4" y="T5"/>
                </a:cxn>
                <a:cxn ang="0">
                  <a:pos x="T6" y="T7"/>
                </a:cxn>
                <a:cxn ang="0">
                  <a:pos x="T8" y="T9"/>
                </a:cxn>
              </a:cxnLst>
              <a:rect l="0" t="0" r="r" b="b"/>
              <a:pathLst>
                <a:path w="1346" h="518">
                  <a:moveTo>
                    <a:pt x="1346" y="352"/>
                  </a:moveTo>
                  <a:cubicBezTo>
                    <a:pt x="1346" y="352"/>
                    <a:pt x="1151" y="518"/>
                    <a:pt x="814" y="346"/>
                  </a:cubicBezTo>
                  <a:cubicBezTo>
                    <a:pt x="576" y="224"/>
                    <a:pt x="312" y="0"/>
                    <a:pt x="0" y="0"/>
                  </a:cubicBezTo>
                  <a:cubicBezTo>
                    <a:pt x="1346" y="0"/>
                    <a:pt x="1346" y="0"/>
                    <a:pt x="1346" y="0"/>
                  </a:cubicBezTo>
                  <a:lnTo>
                    <a:pt x="1346" y="352"/>
                  </a:lnTo>
                  <a:close/>
                </a:path>
              </a:pathLst>
            </a:custGeom>
            <a:gradFill>
              <a:gsLst>
                <a:gs pos="18000">
                  <a:schemeClr val="accent1">
                    <a:lumMod val="60000"/>
                    <a:lumOff val="40000"/>
                  </a:schemeClr>
                </a:gs>
                <a:gs pos="58000">
                  <a:schemeClr val="accent1"/>
                </a:gs>
              </a:gsLst>
              <a:lin ang="18900000" scaled="1"/>
            </a:gradFill>
            <a:ln>
              <a:noFill/>
            </a:ln>
          </p:spPr>
          <p:txBody>
            <a:bodyPr vert="horz" wrap="square" lIns="121920" tIns="60960" rIns="121920" bIns="60960" numCol="1" anchor="t" anchorCtr="0" compatLnSpc="1">
              <a:prstTxWarp prst="textNoShape">
                <a:avLst/>
              </a:prstTxWarp>
            </a:bodyPr>
            <a:lstStyle/>
            <a:p>
              <a:endParaRPr lang="zh-CN" altLang="en-US" sz="2400">
                <a:cs typeface="+mn-ea"/>
                <a:sym typeface="+mn-lt"/>
              </a:endParaRPr>
            </a:p>
          </p:txBody>
        </p:sp>
        <p:sp>
          <p:nvSpPr>
            <p:cNvPr id="8" name="Freeform 69">
              <a:extLst>
                <a:ext uri="{FF2B5EF4-FFF2-40B4-BE49-F238E27FC236}">
                  <a16:creationId xmlns:a16="http://schemas.microsoft.com/office/drawing/2014/main" id="{B8F8B653-5C82-4FAB-977A-095BE661E8A3}"/>
                </a:ext>
              </a:extLst>
            </p:cNvPr>
            <p:cNvSpPr/>
            <p:nvPr userDrawn="1"/>
          </p:nvSpPr>
          <p:spPr bwMode="auto">
            <a:xfrm>
              <a:off x="6162062" y="-1"/>
              <a:ext cx="6029936" cy="2328077"/>
            </a:xfrm>
            <a:custGeom>
              <a:avLst/>
              <a:gdLst>
                <a:gd name="T0" fmla="*/ 773 w 773"/>
                <a:gd name="T1" fmla="*/ 0 h 318"/>
                <a:gd name="T2" fmla="*/ 773 w 773"/>
                <a:gd name="T3" fmla="*/ 316 h 318"/>
                <a:gd name="T4" fmla="*/ 0 w 773"/>
                <a:gd name="T5" fmla="*/ 0 h 318"/>
                <a:gd name="T6" fmla="*/ 773 w 773"/>
                <a:gd name="T7" fmla="*/ 0 h 318"/>
              </a:gdLst>
              <a:ahLst/>
              <a:cxnLst>
                <a:cxn ang="0">
                  <a:pos x="T0" y="T1"/>
                </a:cxn>
                <a:cxn ang="0">
                  <a:pos x="T2" y="T3"/>
                </a:cxn>
                <a:cxn ang="0">
                  <a:pos x="T4" y="T5"/>
                </a:cxn>
                <a:cxn ang="0">
                  <a:pos x="T6" y="T7"/>
                </a:cxn>
              </a:cxnLst>
              <a:rect l="0" t="0" r="r" b="b"/>
              <a:pathLst>
                <a:path w="773" h="318">
                  <a:moveTo>
                    <a:pt x="773" y="0"/>
                  </a:moveTo>
                  <a:cubicBezTo>
                    <a:pt x="773" y="316"/>
                    <a:pt x="773" y="316"/>
                    <a:pt x="773" y="316"/>
                  </a:cubicBezTo>
                  <a:cubicBezTo>
                    <a:pt x="642" y="318"/>
                    <a:pt x="266" y="294"/>
                    <a:pt x="0" y="0"/>
                  </a:cubicBezTo>
                  <a:lnTo>
                    <a:pt x="773" y="0"/>
                  </a:lnTo>
                  <a:close/>
                </a:path>
              </a:pathLst>
            </a:custGeom>
            <a:gradFill flip="none" rotWithShape="1">
              <a:gsLst>
                <a:gs pos="15000">
                  <a:schemeClr val="accent2"/>
                </a:gs>
                <a:gs pos="91000">
                  <a:schemeClr val="accent1"/>
                </a:gs>
              </a:gsLst>
              <a:lin ang="18900000" scaled="1"/>
            </a:gradFill>
            <a:ln>
              <a:noFill/>
            </a:ln>
          </p:spPr>
          <p:txBody>
            <a:bodyPr vert="horz" wrap="square" lIns="121920" tIns="60960" rIns="121920" bIns="60960" numCol="1" anchor="t" anchorCtr="0" compatLnSpc="1">
              <a:prstTxWarp prst="textNoShape">
                <a:avLst/>
              </a:prstTxWarp>
            </a:bodyPr>
            <a:lstStyle/>
            <a:p>
              <a:endParaRPr lang="zh-CN" altLang="en-US" sz="2400">
                <a:cs typeface="+mn-ea"/>
                <a:sym typeface="+mn-lt"/>
              </a:endParaRPr>
            </a:p>
          </p:txBody>
        </p:sp>
      </p:grpSp>
      <p:sp>
        <p:nvSpPr>
          <p:cNvPr id="9" name="文本框 10">
            <a:extLst>
              <a:ext uri="{FF2B5EF4-FFF2-40B4-BE49-F238E27FC236}">
                <a16:creationId xmlns:a16="http://schemas.microsoft.com/office/drawing/2014/main" id="{AA8D6FF0-330A-4EB4-9960-1AE998EE3F97}"/>
              </a:ext>
            </a:extLst>
          </p:cNvPr>
          <p:cNvSpPr txBox="1"/>
          <p:nvPr/>
        </p:nvSpPr>
        <p:spPr bwMode="auto">
          <a:xfrm>
            <a:off x="5858950" y="2358380"/>
            <a:ext cx="4000773" cy="707886"/>
          </a:xfrm>
          <a:prstGeom prst="rect">
            <a:avLst/>
          </a:prstGeom>
          <a:noFill/>
        </p:spPr>
        <p:txBody>
          <a:bodyPr wrap="square" lIns="91440" tIns="45720" rIns="91440" bIns="45720">
            <a:spAutoFit/>
            <a:scene3d>
              <a:camera prst="orthographicFront"/>
              <a:lightRig rig="threePt" dir="t"/>
            </a:scene3d>
            <a:sp3d contourW="12700"/>
          </a:bodyPr>
          <a:lstStyle>
            <a:defPPr>
              <a:defRPr lang="en-US"/>
            </a:defPPr>
            <a:lvl1pPr>
              <a:defRPr sz="2800" b="1" spc="300">
                <a:solidFill>
                  <a:schemeClr val="tx1">
                    <a:lumMod val="85000"/>
                    <a:lumOff val="15000"/>
                  </a:schemeClr>
                </a:solidFill>
                <a:latin typeface="微软雅黑" panose="020F0302020204030204"/>
                <a:ea typeface="微软雅黑"/>
                <a:cs typeface="Segoe UI Light" panose="020B0502040204020203" pitchFamily="34" charset="0"/>
              </a:defRPr>
            </a:lvl1pPr>
          </a:lstStyle>
          <a:p>
            <a:pPr>
              <a:defRPr/>
            </a:pPr>
            <a:r>
              <a:rPr lang="zh-CN" altLang="en-US" sz="4000">
                <a:solidFill>
                  <a:schemeClr val="tx1">
                    <a:lumMod val="75000"/>
                    <a:lumOff val="25000"/>
                  </a:schemeClr>
                </a:solidFill>
                <a:latin typeface="+mn-lt"/>
                <a:ea typeface="+mn-ea"/>
                <a:cs typeface="+mn-ea"/>
                <a:sym typeface="+mn-lt"/>
              </a:rPr>
              <a:t>标题文字添加</a:t>
            </a:r>
          </a:p>
        </p:txBody>
      </p:sp>
      <p:sp>
        <p:nvSpPr>
          <p:cNvPr id="17" name="Circle">
            <a:extLst>
              <a:ext uri="{FF2B5EF4-FFF2-40B4-BE49-F238E27FC236}">
                <a16:creationId xmlns:a16="http://schemas.microsoft.com/office/drawing/2014/main" id="{ACFCBED2-BB80-B747-920D-FBD48E407B3E}"/>
              </a:ext>
            </a:extLst>
          </p:cNvPr>
          <p:cNvSpPr/>
          <p:nvPr/>
        </p:nvSpPr>
        <p:spPr>
          <a:xfrm>
            <a:off x="856099" y="4851137"/>
            <a:ext cx="1076920" cy="1076920"/>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8" name="Circle">
            <a:extLst>
              <a:ext uri="{FF2B5EF4-FFF2-40B4-BE49-F238E27FC236}">
                <a16:creationId xmlns:a16="http://schemas.microsoft.com/office/drawing/2014/main" id="{C62A2372-E1C5-CC4F-A046-0C7458C17B6F}"/>
              </a:ext>
            </a:extLst>
          </p:cNvPr>
          <p:cNvSpPr/>
          <p:nvPr/>
        </p:nvSpPr>
        <p:spPr>
          <a:xfrm>
            <a:off x="1089673" y="452379"/>
            <a:ext cx="362943" cy="362943"/>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9" name="Circle">
            <a:extLst>
              <a:ext uri="{FF2B5EF4-FFF2-40B4-BE49-F238E27FC236}">
                <a16:creationId xmlns:a16="http://schemas.microsoft.com/office/drawing/2014/main" id="{F7CEEFF1-A07D-5543-854B-C7311F49D78A}"/>
              </a:ext>
            </a:extLst>
          </p:cNvPr>
          <p:cNvSpPr/>
          <p:nvPr/>
        </p:nvSpPr>
        <p:spPr>
          <a:xfrm>
            <a:off x="10163150" y="-1439117"/>
            <a:ext cx="4966380" cy="4966380"/>
          </a:xfrm>
          <a:prstGeom prst="ellipse">
            <a:avLst/>
          </a:prstGeom>
          <a:ln w="12700">
            <a:solidFill>
              <a:schemeClr val="bg1">
                <a:lumMod val="65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21" name="Circle">
            <a:extLst>
              <a:ext uri="{FF2B5EF4-FFF2-40B4-BE49-F238E27FC236}">
                <a16:creationId xmlns:a16="http://schemas.microsoft.com/office/drawing/2014/main" id="{C529E2AF-266D-124F-AC19-E59BE1D5E128}"/>
              </a:ext>
            </a:extLst>
          </p:cNvPr>
          <p:cNvSpPr/>
          <p:nvPr/>
        </p:nvSpPr>
        <p:spPr>
          <a:xfrm>
            <a:off x="9957435" y="1138502"/>
            <a:ext cx="411430" cy="411430"/>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Tree>
    <p:extLst>
      <p:ext uri="{BB962C8B-B14F-4D97-AF65-F5344CB8AC3E}">
        <p14:creationId xmlns:p14="http://schemas.microsoft.com/office/powerpoint/2010/main" val="1609513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nodeType="afterGroup">
                            <p:stCondLst>
                              <p:cond delay="500"/>
                            </p:stCondLst>
                            <p:childTnLst>
                              <p:par>
                                <p:cTn id="11" presetID="12" presetClass="entr" presetSubtype="2"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slide(fromRight)">
                                      <p:cBhvr>
                                        <p:cTn id="13" dur="500"/>
                                        <p:tgtEl>
                                          <p:spTgt spid="3"/>
                                        </p:tgtEl>
                                      </p:cBhvr>
                                    </p:animEffect>
                                  </p:childTnLst>
                                </p:cTn>
                              </p:par>
                            </p:childTnLst>
                          </p:cTn>
                        </p:par>
                        <p:par>
                          <p:cTn id="14" fill="hold" nodeType="afterGroup">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par>
                          <p:cTn id="18" fill="hold" nodeType="afterGroup">
                            <p:stCondLst>
                              <p:cond delay="1500"/>
                            </p:stCondLst>
                            <p:childTnLst>
                              <p:par>
                                <p:cTn id="19" presetID="14" presetClass="entr" presetSubtype="1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randombar(horizontal)">
                                      <p:cBhvr>
                                        <p:cTn id="21" dur="500"/>
                                        <p:tgtEl>
                                          <p:spTgt spid="4"/>
                                        </p:tgtEl>
                                      </p:cBhvr>
                                    </p:animEffect>
                                  </p:childTnLst>
                                </p:cTn>
                              </p:par>
                            </p:childTnLst>
                          </p:cTn>
                        </p:par>
                        <p:par>
                          <p:cTn id="22" fill="hold" nodeType="afterGroup">
                            <p:stCondLst>
                              <p:cond delay="2000"/>
                            </p:stCondLst>
                            <p:childTnLst>
                              <p:par>
                                <p:cTn id="23" presetID="31" presetClass="entr" presetSubtype="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1000" fill="hold"/>
                                        <p:tgtEl>
                                          <p:spTgt spid="15"/>
                                        </p:tgtEl>
                                        <p:attrNameLst>
                                          <p:attrName>ppt_w</p:attrName>
                                        </p:attrNameLst>
                                      </p:cBhvr>
                                      <p:tavLst>
                                        <p:tav tm="0">
                                          <p:val>
                                            <p:fltVal val="0"/>
                                          </p:val>
                                        </p:tav>
                                        <p:tav tm="100000">
                                          <p:val>
                                            <p:strVal val="#ppt_w"/>
                                          </p:val>
                                        </p:tav>
                                      </p:tavLst>
                                    </p:anim>
                                    <p:anim calcmode="lin" valueType="num">
                                      <p:cBhvr>
                                        <p:cTn id="26" dur="1000" fill="hold"/>
                                        <p:tgtEl>
                                          <p:spTgt spid="15"/>
                                        </p:tgtEl>
                                        <p:attrNameLst>
                                          <p:attrName>ppt_h</p:attrName>
                                        </p:attrNameLst>
                                      </p:cBhvr>
                                      <p:tavLst>
                                        <p:tav tm="0">
                                          <p:val>
                                            <p:fltVal val="0"/>
                                          </p:val>
                                        </p:tav>
                                        <p:tav tm="100000">
                                          <p:val>
                                            <p:strVal val="#ppt_h"/>
                                          </p:val>
                                        </p:tav>
                                      </p:tavLst>
                                    </p:anim>
                                    <p:anim calcmode="lin" valueType="num">
                                      <p:cBhvr>
                                        <p:cTn id="27" dur="1000" fill="hold"/>
                                        <p:tgtEl>
                                          <p:spTgt spid="15"/>
                                        </p:tgtEl>
                                        <p:attrNameLst>
                                          <p:attrName>style.rotation</p:attrName>
                                        </p:attrNameLst>
                                      </p:cBhvr>
                                      <p:tavLst>
                                        <p:tav tm="0">
                                          <p:val>
                                            <p:fltVal val="90"/>
                                          </p:val>
                                        </p:tav>
                                        <p:tav tm="100000">
                                          <p:val>
                                            <p:fltVal val="0"/>
                                          </p:val>
                                        </p:tav>
                                      </p:tavLst>
                                    </p:anim>
                                    <p:animEffect transition="in" filter="fade">
                                      <p:cBhvr>
                                        <p:cTn id="28" dur="1000"/>
                                        <p:tgtEl>
                                          <p:spTgt spid="15"/>
                                        </p:tgtEl>
                                      </p:cBhvr>
                                    </p:animEffect>
                                  </p:childTnLst>
                                </p:cTn>
                              </p:par>
                            </p:childTnLst>
                          </p:cTn>
                        </p:par>
                        <p:par>
                          <p:cTn id="29" fill="hold" nodeType="afterGroup">
                            <p:stCondLst>
                              <p:cond delay="3000"/>
                            </p:stCondLst>
                            <p:childTnLst>
                              <p:par>
                                <p:cTn id="30" presetID="31" presetClass="entr" presetSubtype="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1000" fill="hold"/>
                                        <p:tgtEl>
                                          <p:spTgt spid="17"/>
                                        </p:tgtEl>
                                        <p:attrNameLst>
                                          <p:attrName>ppt_w</p:attrName>
                                        </p:attrNameLst>
                                      </p:cBhvr>
                                      <p:tavLst>
                                        <p:tav tm="0">
                                          <p:val>
                                            <p:fltVal val="0"/>
                                          </p:val>
                                        </p:tav>
                                        <p:tav tm="100000">
                                          <p:val>
                                            <p:strVal val="#ppt_w"/>
                                          </p:val>
                                        </p:tav>
                                      </p:tavLst>
                                    </p:anim>
                                    <p:anim calcmode="lin" valueType="num">
                                      <p:cBhvr>
                                        <p:cTn id="33" dur="1000" fill="hold"/>
                                        <p:tgtEl>
                                          <p:spTgt spid="17"/>
                                        </p:tgtEl>
                                        <p:attrNameLst>
                                          <p:attrName>ppt_h</p:attrName>
                                        </p:attrNameLst>
                                      </p:cBhvr>
                                      <p:tavLst>
                                        <p:tav tm="0">
                                          <p:val>
                                            <p:fltVal val="0"/>
                                          </p:val>
                                        </p:tav>
                                        <p:tav tm="100000">
                                          <p:val>
                                            <p:strVal val="#ppt_h"/>
                                          </p:val>
                                        </p:tav>
                                      </p:tavLst>
                                    </p:anim>
                                    <p:anim calcmode="lin" valueType="num">
                                      <p:cBhvr>
                                        <p:cTn id="34" dur="1000" fill="hold"/>
                                        <p:tgtEl>
                                          <p:spTgt spid="17"/>
                                        </p:tgtEl>
                                        <p:attrNameLst>
                                          <p:attrName>style.rotation</p:attrName>
                                        </p:attrNameLst>
                                      </p:cBhvr>
                                      <p:tavLst>
                                        <p:tav tm="0">
                                          <p:val>
                                            <p:fltVal val="90"/>
                                          </p:val>
                                        </p:tav>
                                        <p:tav tm="100000">
                                          <p:val>
                                            <p:fltVal val="0"/>
                                          </p:val>
                                        </p:tav>
                                      </p:tavLst>
                                    </p:anim>
                                    <p:animEffect transition="in" filter="fade">
                                      <p:cBhvr>
                                        <p:cTn id="35" dur="1000"/>
                                        <p:tgtEl>
                                          <p:spTgt spid="17"/>
                                        </p:tgtEl>
                                      </p:cBhvr>
                                    </p:animEffect>
                                  </p:childTnLst>
                                </p:cTn>
                              </p:par>
                            </p:childTnLst>
                          </p:cTn>
                        </p:par>
                        <p:par>
                          <p:cTn id="36" fill="hold" nodeType="afterGroup">
                            <p:stCondLst>
                              <p:cond delay="4000"/>
                            </p:stCondLst>
                            <p:childTnLst>
                              <p:par>
                                <p:cTn id="37" presetID="31" presetClass="entr" presetSubtype="0"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p:cTn id="39" dur="1000" fill="hold"/>
                                        <p:tgtEl>
                                          <p:spTgt spid="18"/>
                                        </p:tgtEl>
                                        <p:attrNameLst>
                                          <p:attrName>ppt_w</p:attrName>
                                        </p:attrNameLst>
                                      </p:cBhvr>
                                      <p:tavLst>
                                        <p:tav tm="0">
                                          <p:val>
                                            <p:fltVal val="0"/>
                                          </p:val>
                                        </p:tav>
                                        <p:tav tm="100000">
                                          <p:val>
                                            <p:strVal val="#ppt_w"/>
                                          </p:val>
                                        </p:tav>
                                      </p:tavLst>
                                    </p:anim>
                                    <p:anim calcmode="lin" valueType="num">
                                      <p:cBhvr>
                                        <p:cTn id="40" dur="1000" fill="hold"/>
                                        <p:tgtEl>
                                          <p:spTgt spid="18"/>
                                        </p:tgtEl>
                                        <p:attrNameLst>
                                          <p:attrName>ppt_h</p:attrName>
                                        </p:attrNameLst>
                                      </p:cBhvr>
                                      <p:tavLst>
                                        <p:tav tm="0">
                                          <p:val>
                                            <p:fltVal val="0"/>
                                          </p:val>
                                        </p:tav>
                                        <p:tav tm="100000">
                                          <p:val>
                                            <p:strVal val="#ppt_h"/>
                                          </p:val>
                                        </p:tav>
                                      </p:tavLst>
                                    </p:anim>
                                    <p:anim calcmode="lin" valueType="num">
                                      <p:cBhvr>
                                        <p:cTn id="41" dur="1000" fill="hold"/>
                                        <p:tgtEl>
                                          <p:spTgt spid="18"/>
                                        </p:tgtEl>
                                        <p:attrNameLst>
                                          <p:attrName>style.rotation</p:attrName>
                                        </p:attrNameLst>
                                      </p:cBhvr>
                                      <p:tavLst>
                                        <p:tav tm="0">
                                          <p:val>
                                            <p:fltVal val="90"/>
                                          </p:val>
                                        </p:tav>
                                        <p:tav tm="100000">
                                          <p:val>
                                            <p:fltVal val="0"/>
                                          </p:val>
                                        </p:tav>
                                      </p:tavLst>
                                    </p:anim>
                                    <p:animEffect transition="in" filter="fade">
                                      <p:cBhvr>
                                        <p:cTn id="42" dur="1000"/>
                                        <p:tgtEl>
                                          <p:spTgt spid="18"/>
                                        </p:tgtEl>
                                      </p:cBhvr>
                                    </p:animEffect>
                                  </p:childTnLst>
                                </p:cTn>
                              </p:par>
                            </p:childTnLst>
                          </p:cTn>
                        </p:par>
                      </p:childTnLst>
                    </p:cTn>
                  </p:par>
                  <p:par>
                    <p:cTn id="43" fill="hold" nodeType="clickPar">
                      <p:stCondLst>
                        <p:cond delay="indefinite"/>
                      </p:stCondLst>
                      <p:childTnLst>
                        <p:par>
                          <p:cTn id="44" fill="hold" nodeType="afterGroup">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1000" fill="hold"/>
                                        <p:tgtEl>
                                          <p:spTgt spid="19"/>
                                        </p:tgtEl>
                                        <p:attrNameLst>
                                          <p:attrName>ppt_w</p:attrName>
                                        </p:attrNameLst>
                                      </p:cBhvr>
                                      <p:tavLst>
                                        <p:tav tm="0">
                                          <p:val>
                                            <p:fltVal val="0"/>
                                          </p:val>
                                        </p:tav>
                                        <p:tav tm="100000">
                                          <p:val>
                                            <p:strVal val="#ppt_w"/>
                                          </p:val>
                                        </p:tav>
                                      </p:tavLst>
                                    </p:anim>
                                    <p:anim calcmode="lin" valueType="num">
                                      <p:cBhvr>
                                        <p:cTn id="48" dur="1000" fill="hold"/>
                                        <p:tgtEl>
                                          <p:spTgt spid="19"/>
                                        </p:tgtEl>
                                        <p:attrNameLst>
                                          <p:attrName>ppt_h</p:attrName>
                                        </p:attrNameLst>
                                      </p:cBhvr>
                                      <p:tavLst>
                                        <p:tav tm="0">
                                          <p:val>
                                            <p:fltVal val="0"/>
                                          </p:val>
                                        </p:tav>
                                        <p:tav tm="100000">
                                          <p:val>
                                            <p:strVal val="#ppt_h"/>
                                          </p:val>
                                        </p:tav>
                                      </p:tavLst>
                                    </p:anim>
                                    <p:anim calcmode="lin" valueType="num">
                                      <p:cBhvr>
                                        <p:cTn id="49" dur="1000" fill="hold"/>
                                        <p:tgtEl>
                                          <p:spTgt spid="19"/>
                                        </p:tgtEl>
                                        <p:attrNameLst>
                                          <p:attrName>style.rotation</p:attrName>
                                        </p:attrNameLst>
                                      </p:cBhvr>
                                      <p:tavLst>
                                        <p:tav tm="0">
                                          <p:val>
                                            <p:fltVal val="90"/>
                                          </p:val>
                                        </p:tav>
                                        <p:tav tm="100000">
                                          <p:val>
                                            <p:fltVal val="0"/>
                                          </p:val>
                                        </p:tav>
                                      </p:tavLst>
                                    </p:anim>
                                    <p:animEffect transition="in" filter="fade">
                                      <p:cBhvr>
                                        <p:cTn id="50" dur="1000"/>
                                        <p:tgtEl>
                                          <p:spTgt spid="19"/>
                                        </p:tgtEl>
                                      </p:cBhvr>
                                    </p:animEffect>
                                  </p:childTnLst>
                                </p:cTn>
                              </p:par>
                              <p:par>
                                <p:cTn id="51" presetID="3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p:cTn id="53" dur="1000" fill="hold"/>
                                        <p:tgtEl>
                                          <p:spTgt spid="21"/>
                                        </p:tgtEl>
                                        <p:attrNameLst>
                                          <p:attrName>ppt_w</p:attrName>
                                        </p:attrNameLst>
                                      </p:cBhvr>
                                      <p:tavLst>
                                        <p:tav tm="0">
                                          <p:val>
                                            <p:fltVal val="0"/>
                                          </p:val>
                                        </p:tav>
                                        <p:tav tm="100000">
                                          <p:val>
                                            <p:strVal val="#ppt_w"/>
                                          </p:val>
                                        </p:tav>
                                      </p:tavLst>
                                    </p:anim>
                                    <p:anim calcmode="lin" valueType="num">
                                      <p:cBhvr>
                                        <p:cTn id="54" dur="1000" fill="hold"/>
                                        <p:tgtEl>
                                          <p:spTgt spid="21"/>
                                        </p:tgtEl>
                                        <p:attrNameLst>
                                          <p:attrName>ppt_h</p:attrName>
                                        </p:attrNameLst>
                                      </p:cBhvr>
                                      <p:tavLst>
                                        <p:tav tm="0">
                                          <p:val>
                                            <p:fltVal val="0"/>
                                          </p:val>
                                        </p:tav>
                                        <p:tav tm="100000">
                                          <p:val>
                                            <p:strVal val="#ppt_h"/>
                                          </p:val>
                                        </p:tav>
                                      </p:tavLst>
                                    </p:anim>
                                    <p:anim calcmode="lin" valueType="num">
                                      <p:cBhvr>
                                        <p:cTn id="55" dur="1000" fill="hold"/>
                                        <p:tgtEl>
                                          <p:spTgt spid="21"/>
                                        </p:tgtEl>
                                        <p:attrNameLst>
                                          <p:attrName>style.rotation</p:attrName>
                                        </p:attrNameLst>
                                      </p:cBhvr>
                                      <p:tavLst>
                                        <p:tav tm="0">
                                          <p:val>
                                            <p:fltVal val="90"/>
                                          </p:val>
                                        </p:tav>
                                        <p:tav tm="100000">
                                          <p:val>
                                            <p:fltVal val="0"/>
                                          </p:val>
                                        </p:tav>
                                      </p:tavLst>
                                    </p:anim>
                                    <p:animEffect transition="in" filter="fade">
                                      <p:cBhvr>
                                        <p:cTn id="56"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 grpId="0"/>
      <p:bldP spid="4" grpId="0"/>
      <p:bldP spid="5" grpId="0"/>
      <p:bldP spid="9" grpId="0"/>
      <p:bldP spid="17" grpId="0" animBg="1"/>
      <p:bldP spid="18" grpId="0" animBg="1"/>
      <p:bldP spid="19" grpId="0" animBg="1"/>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3A3E7F15-CC08-44EA-BA95-C316210EEB53}"/>
              </a:ext>
            </a:extLst>
          </p:cNvPr>
          <p:cNvGrpSpPr/>
          <p:nvPr/>
        </p:nvGrpSpPr>
        <p:grpSpPr>
          <a:xfrm>
            <a:off x="-1691710" y="-2304740"/>
            <a:ext cx="17955868" cy="13898750"/>
            <a:chOff x="-1691710" y="-2304740"/>
            <a:chExt cx="17955868" cy="13898750"/>
          </a:xfrm>
        </p:grpSpPr>
        <p:sp>
          <p:nvSpPr>
            <p:cNvPr id="26" name="Circle">
              <a:extLst>
                <a:ext uri="{FF2B5EF4-FFF2-40B4-BE49-F238E27FC236}">
                  <a16:creationId xmlns:a16="http://schemas.microsoft.com/office/drawing/2014/main" id="{797F42E1-111D-443F-BC92-33D9CCA8014F}"/>
                </a:ext>
              </a:extLst>
            </p:cNvPr>
            <p:cNvSpPr/>
            <p:nvPr/>
          </p:nvSpPr>
          <p:spPr>
            <a:xfrm>
              <a:off x="4325223" y="-2304740"/>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27" name="Rectangle 19">
              <a:extLst>
                <a:ext uri="{FF2B5EF4-FFF2-40B4-BE49-F238E27FC236}">
                  <a16:creationId xmlns:a16="http://schemas.microsoft.com/office/drawing/2014/main" id="{E5522045-9C79-467C-9052-DC26655A81A4}"/>
                </a:ext>
              </a:extLst>
            </p:cNvPr>
            <p:cNvSpPr/>
            <p:nvPr/>
          </p:nvSpPr>
          <p:spPr>
            <a:xfrm>
              <a:off x="4152214" y="175783"/>
              <a:ext cx="3995676" cy="469633"/>
            </a:xfrm>
            <a:prstGeom prst="rect">
              <a:avLst/>
            </a:prstGeom>
          </p:spPr>
          <p:txBody>
            <a:bodyPr wrap="none" lIns="0" tIns="0" rIns="0" bIns="0">
              <a:noAutofit/>
            </a:bodyPr>
            <a:lstStyle/>
            <a:p>
              <a:pPr algn="ctr"/>
              <a:r>
                <a:rPr lang="zh-CN" altLang="en-US" sz="2000" b="1" spc="1200">
                  <a:solidFill>
                    <a:schemeClr val="bg1"/>
                  </a:solidFill>
                  <a:cs typeface="+mn-ea"/>
                  <a:sym typeface="+mn-lt"/>
                </a:rPr>
                <a:t>输入你的标题</a:t>
              </a:r>
            </a:p>
          </p:txBody>
        </p:sp>
        <p:sp>
          <p:nvSpPr>
            <p:cNvPr id="28" name="Circle">
              <a:extLst>
                <a:ext uri="{FF2B5EF4-FFF2-40B4-BE49-F238E27FC236}">
                  <a16:creationId xmlns:a16="http://schemas.microsoft.com/office/drawing/2014/main" id="{B1EBACBF-BC8C-4CA5-9986-D5E6C12DCE0A}"/>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29" name="Circle">
              <a:extLst>
                <a:ext uri="{FF2B5EF4-FFF2-40B4-BE49-F238E27FC236}">
                  <a16:creationId xmlns:a16="http://schemas.microsoft.com/office/drawing/2014/main" id="{54166A46-1119-46FD-8C74-40AAEF09F3FE}"/>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30" name="Circle">
              <a:extLst>
                <a:ext uri="{FF2B5EF4-FFF2-40B4-BE49-F238E27FC236}">
                  <a16:creationId xmlns:a16="http://schemas.microsoft.com/office/drawing/2014/main" id="{A194BE6F-ED58-4898-99EE-5A3A889F5EFD}"/>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grpSp>
        <p:nvGrpSpPr>
          <p:cNvPr id="2" name="组合 1">
            <a:extLst>
              <a:ext uri="{FF2B5EF4-FFF2-40B4-BE49-F238E27FC236}">
                <a16:creationId xmlns:a16="http://schemas.microsoft.com/office/drawing/2014/main" id="{C34C8F59-59B1-488D-820D-3262C5A7AB30}"/>
              </a:ext>
            </a:extLst>
          </p:cNvPr>
          <p:cNvGrpSpPr/>
          <p:nvPr/>
        </p:nvGrpSpPr>
        <p:grpSpPr>
          <a:xfrm>
            <a:off x="7439973" y="1626838"/>
            <a:ext cx="3992345" cy="4307057"/>
            <a:chOff x="1003290" y="1725701"/>
            <a:chExt cx="2435757" cy="2627766"/>
          </a:xfrm>
          <a:solidFill>
            <a:srgbClr val="AD91DE"/>
          </a:solidFill>
        </p:grpSpPr>
        <p:grpSp>
          <p:nvGrpSpPr>
            <p:cNvPr id="3" name="组合 2">
              <a:extLst>
                <a:ext uri="{FF2B5EF4-FFF2-40B4-BE49-F238E27FC236}">
                  <a16:creationId xmlns:a16="http://schemas.microsoft.com/office/drawing/2014/main" id="{FB347557-903A-4DC9-84AF-757E0CD869AE}"/>
                </a:ext>
              </a:extLst>
            </p:cNvPr>
            <p:cNvGrpSpPr/>
            <p:nvPr/>
          </p:nvGrpSpPr>
          <p:grpSpPr>
            <a:xfrm>
              <a:off x="1003290" y="1725701"/>
              <a:ext cx="2435756" cy="792000"/>
              <a:chOff x="3786889" y="2059415"/>
              <a:chExt cx="2435756" cy="1079946"/>
            </a:xfrm>
            <a:grpFill/>
          </p:grpSpPr>
          <p:sp>
            <p:nvSpPr>
              <p:cNvPr id="14" name="矩形 13">
                <a:extLst>
                  <a:ext uri="{FF2B5EF4-FFF2-40B4-BE49-F238E27FC236}">
                    <a16:creationId xmlns:a16="http://schemas.microsoft.com/office/drawing/2014/main" id="{E3FE3E2C-2D7A-409D-A35A-8F4740BFEDD6}"/>
                  </a:ext>
                </a:extLst>
              </p:cNvPr>
              <p:cNvSpPr/>
              <p:nvPr/>
            </p:nvSpPr>
            <p:spPr>
              <a:xfrm>
                <a:off x="3786889" y="2059415"/>
                <a:ext cx="2435756" cy="1079946"/>
              </a:xfrm>
              <a:prstGeom prst="rect">
                <a:avLst/>
              </a:prstGeom>
              <a:gradFill>
                <a:gsLst>
                  <a:gs pos="0">
                    <a:schemeClr val="accent1"/>
                  </a:gs>
                  <a:gs pos="100000">
                    <a:schemeClr val="accent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lumMod val="50000"/>
                    </a:schemeClr>
                  </a:solidFill>
                  <a:cs typeface="+mn-ea"/>
                  <a:sym typeface="+mn-lt"/>
                </a:endParaRPr>
              </a:p>
            </p:txBody>
          </p:sp>
          <p:grpSp>
            <p:nvGrpSpPr>
              <p:cNvPr id="15" name="组合 14">
                <a:extLst>
                  <a:ext uri="{FF2B5EF4-FFF2-40B4-BE49-F238E27FC236}">
                    <a16:creationId xmlns:a16="http://schemas.microsoft.com/office/drawing/2014/main" id="{579BA4F9-B233-4850-81FC-8D69DC6DDA21}"/>
                  </a:ext>
                </a:extLst>
              </p:cNvPr>
              <p:cNvGrpSpPr/>
              <p:nvPr/>
            </p:nvGrpSpPr>
            <p:grpSpPr>
              <a:xfrm>
                <a:off x="4399474" y="2249497"/>
                <a:ext cx="1431007" cy="696892"/>
                <a:chOff x="4447963" y="855266"/>
                <a:chExt cx="1431007" cy="696892"/>
              </a:xfrm>
              <a:grpFill/>
            </p:grpSpPr>
            <p:sp>
              <p:nvSpPr>
                <p:cNvPr id="16" name="TextBox 24">
                  <a:extLst>
                    <a:ext uri="{FF2B5EF4-FFF2-40B4-BE49-F238E27FC236}">
                      <a16:creationId xmlns:a16="http://schemas.microsoft.com/office/drawing/2014/main" id="{BB31C1CD-46C6-4B93-8C7D-F47FA5C936FC}"/>
                    </a:ext>
                  </a:extLst>
                </p:cNvPr>
                <p:cNvSpPr txBox="1"/>
                <p:nvPr/>
              </p:nvSpPr>
              <p:spPr>
                <a:xfrm>
                  <a:off x="4447963" y="855266"/>
                  <a:ext cx="1114141" cy="486487"/>
                </a:xfrm>
                <a:prstGeom prst="rect">
                  <a:avLst/>
                </a:prstGeom>
                <a:noFill/>
              </p:spPr>
              <p:txBody>
                <a:bodyPr wrap="none" rtlCol="0">
                  <a:spAutoFit/>
                </a:bodyPr>
                <a:lstStyle/>
                <a:p>
                  <a:r>
                    <a:rPr lang="zh-CN" altLang="en-US" sz="3200">
                      <a:solidFill>
                        <a:schemeClr val="bg1"/>
                      </a:solidFill>
                      <a:cs typeface="+mn-ea"/>
                      <a:sym typeface="+mn-lt"/>
                    </a:rPr>
                    <a:t>添加标题</a:t>
                  </a:r>
                </a:p>
              </p:txBody>
            </p:sp>
            <p:sp>
              <p:nvSpPr>
                <p:cNvPr id="17" name="Rectangle 13" descr="FD1DDF730CE4456e89755B07FE1653D0# #Rectangle 13">
                  <a:extLst>
                    <a:ext uri="{FF2B5EF4-FFF2-40B4-BE49-F238E27FC236}">
                      <a16:creationId xmlns:a16="http://schemas.microsoft.com/office/drawing/2014/main" id="{A4BD5A5C-AC28-4D0C-A99A-6EDA97026F30}"/>
                    </a:ext>
                  </a:extLst>
                </p:cNvPr>
                <p:cNvSpPr>
                  <a:spLocks noChangeArrowheads="1"/>
                </p:cNvSpPr>
                <p:nvPr/>
              </p:nvSpPr>
              <p:spPr bwMode="auto">
                <a:xfrm>
                  <a:off x="4484170" y="1334519"/>
                  <a:ext cx="1394800" cy="21763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a:buChar char="»"/>
                    <a:defRPr sz="2000">
                      <a:solidFill>
                        <a:schemeClr val="tx1"/>
                      </a:solidFill>
                      <a:latin typeface="Calibri" pitchFamily="34" charset="0"/>
                      <a:ea typeface="宋体" pitchFamily="2" charset="-122"/>
                    </a:defRPr>
                  </a:lvl9pPr>
                </a:lstStyle>
                <a:p>
                  <a:pPr algn="just" eaLnBrk="1" hangingPunct="1">
                    <a:spcBef>
                      <a:spcPct val="0"/>
                    </a:spcBef>
                    <a:buNone/>
                    <a:defRPr/>
                  </a:pPr>
                  <a:r>
                    <a:rPr lang="zh-CN" altLang="en-US" sz="1100">
                      <a:solidFill>
                        <a:schemeClr val="bg1"/>
                      </a:solidFill>
                      <a:latin typeface="+mn-lt"/>
                      <a:ea typeface="+mn-ea"/>
                      <a:cs typeface="+mn-ea"/>
                      <a:sym typeface="+mn-lt"/>
                    </a:rPr>
                    <a:t>此处添加简短文字说明。</a:t>
                  </a:r>
                  <a:endParaRPr lang="en-US" altLang="zh-CN" sz="1100">
                    <a:solidFill>
                      <a:schemeClr val="bg1"/>
                    </a:solidFill>
                    <a:latin typeface="+mn-lt"/>
                    <a:ea typeface="+mn-ea"/>
                    <a:cs typeface="+mn-ea"/>
                    <a:sym typeface="+mn-lt"/>
                  </a:endParaRPr>
                </a:p>
              </p:txBody>
            </p:sp>
          </p:grpSp>
        </p:grpSp>
        <p:grpSp>
          <p:nvGrpSpPr>
            <p:cNvPr id="4" name="组合 3">
              <a:extLst>
                <a:ext uri="{FF2B5EF4-FFF2-40B4-BE49-F238E27FC236}">
                  <a16:creationId xmlns:a16="http://schemas.microsoft.com/office/drawing/2014/main" id="{6E00D393-69F0-4DC9-8D21-8789ECFA7379}"/>
                </a:ext>
              </a:extLst>
            </p:cNvPr>
            <p:cNvGrpSpPr/>
            <p:nvPr/>
          </p:nvGrpSpPr>
          <p:grpSpPr>
            <a:xfrm>
              <a:off x="1003291" y="2643584"/>
              <a:ext cx="2435756" cy="792000"/>
              <a:chOff x="1003291" y="2872284"/>
              <a:chExt cx="2435756" cy="792000"/>
            </a:xfrm>
            <a:grpFill/>
          </p:grpSpPr>
          <p:sp>
            <p:nvSpPr>
              <p:cNvPr id="10" name="矩形 9">
                <a:extLst>
                  <a:ext uri="{FF2B5EF4-FFF2-40B4-BE49-F238E27FC236}">
                    <a16:creationId xmlns:a16="http://schemas.microsoft.com/office/drawing/2014/main" id="{8C9F1C97-4D4A-4E3C-A485-2771589CC5D9}"/>
                  </a:ext>
                </a:extLst>
              </p:cNvPr>
              <p:cNvSpPr/>
              <p:nvPr/>
            </p:nvSpPr>
            <p:spPr>
              <a:xfrm>
                <a:off x="1003291" y="2872284"/>
                <a:ext cx="2435756" cy="792000"/>
              </a:xfrm>
              <a:prstGeom prst="rect">
                <a:avLst/>
              </a:prstGeom>
              <a:gradFill>
                <a:gsLst>
                  <a:gs pos="0">
                    <a:schemeClr val="accent1"/>
                  </a:gs>
                  <a:gs pos="100000">
                    <a:schemeClr val="accent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lumMod val="50000"/>
                    </a:schemeClr>
                  </a:solidFill>
                  <a:cs typeface="+mn-ea"/>
                  <a:sym typeface="+mn-lt"/>
                </a:endParaRPr>
              </a:p>
            </p:txBody>
          </p:sp>
          <p:grpSp>
            <p:nvGrpSpPr>
              <p:cNvPr id="11" name="组合 10">
                <a:extLst>
                  <a:ext uri="{FF2B5EF4-FFF2-40B4-BE49-F238E27FC236}">
                    <a16:creationId xmlns:a16="http://schemas.microsoft.com/office/drawing/2014/main" id="{26672BBC-C487-4A85-ACCA-87234ED9B554}"/>
                  </a:ext>
                </a:extLst>
              </p:cNvPr>
              <p:cNvGrpSpPr/>
              <p:nvPr/>
            </p:nvGrpSpPr>
            <p:grpSpPr>
              <a:xfrm>
                <a:off x="1615875" y="3009584"/>
                <a:ext cx="1431006" cy="513176"/>
                <a:chOff x="4327304" y="852404"/>
                <a:chExt cx="1431006" cy="699752"/>
              </a:xfrm>
              <a:grpFill/>
            </p:grpSpPr>
            <p:sp>
              <p:nvSpPr>
                <p:cNvPr id="12" name="TextBox 29">
                  <a:extLst>
                    <a:ext uri="{FF2B5EF4-FFF2-40B4-BE49-F238E27FC236}">
                      <a16:creationId xmlns:a16="http://schemas.microsoft.com/office/drawing/2014/main" id="{2A93545C-7087-4828-B2A8-05376A505E5A}"/>
                    </a:ext>
                  </a:extLst>
                </p:cNvPr>
                <p:cNvSpPr txBox="1"/>
                <p:nvPr/>
              </p:nvSpPr>
              <p:spPr>
                <a:xfrm>
                  <a:off x="4327304" y="852404"/>
                  <a:ext cx="1114141" cy="486488"/>
                </a:xfrm>
                <a:prstGeom prst="rect">
                  <a:avLst/>
                </a:prstGeom>
                <a:noFill/>
              </p:spPr>
              <p:txBody>
                <a:bodyPr wrap="none" rtlCol="0">
                  <a:spAutoFit/>
                </a:bodyPr>
                <a:lstStyle/>
                <a:p>
                  <a:r>
                    <a:rPr lang="zh-CN" altLang="en-US" sz="3200">
                      <a:solidFill>
                        <a:schemeClr val="bg1"/>
                      </a:solidFill>
                      <a:cs typeface="+mn-ea"/>
                      <a:sym typeface="+mn-lt"/>
                    </a:rPr>
                    <a:t>添加标题</a:t>
                  </a:r>
                </a:p>
              </p:txBody>
            </p:sp>
            <p:sp>
              <p:nvSpPr>
                <p:cNvPr id="13" name="Rectangle 13" descr="FD1DDF730CE4456e89755B07FE1653D0# #Rectangle 13">
                  <a:extLst>
                    <a:ext uri="{FF2B5EF4-FFF2-40B4-BE49-F238E27FC236}">
                      <a16:creationId xmlns:a16="http://schemas.microsoft.com/office/drawing/2014/main" id="{28E5AADF-7006-4F29-9FDB-A875354743E9}"/>
                    </a:ext>
                  </a:extLst>
                </p:cNvPr>
                <p:cNvSpPr>
                  <a:spLocks noChangeArrowheads="1"/>
                </p:cNvSpPr>
                <p:nvPr/>
              </p:nvSpPr>
              <p:spPr bwMode="auto">
                <a:xfrm>
                  <a:off x="4363510" y="1334516"/>
                  <a:ext cx="1394800" cy="21764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a:buChar char="»"/>
                    <a:defRPr sz="2000">
                      <a:solidFill>
                        <a:schemeClr val="tx1"/>
                      </a:solidFill>
                      <a:latin typeface="Calibri" pitchFamily="34" charset="0"/>
                      <a:ea typeface="宋体" pitchFamily="2" charset="-122"/>
                    </a:defRPr>
                  </a:lvl9pPr>
                </a:lstStyle>
                <a:p>
                  <a:pPr algn="just" eaLnBrk="1" hangingPunct="1">
                    <a:spcBef>
                      <a:spcPct val="0"/>
                    </a:spcBef>
                    <a:buNone/>
                    <a:defRPr/>
                  </a:pPr>
                  <a:r>
                    <a:rPr lang="zh-CN" altLang="en-US" sz="1100">
                      <a:solidFill>
                        <a:schemeClr val="bg1"/>
                      </a:solidFill>
                      <a:latin typeface="+mn-lt"/>
                      <a:ea typeface="+mn-ea"/>
                      <a:cs typeface="+mn-ea"/>
                      <a:sym typeface="+mn-lt"/>
                    </a:rPr>
                    <a:t>此处添加简短文字说明。</a:t>
                  </a:r>
                  <a:endParaRPr lang="en-US" altLang="zh-CN" sz="1100">
                    <a:solidFill>
                      <a:schemeClr val="bg1"/>
                    </a:solidFill>
                    <a:latin typeface="+mn-lt"/>
                    <a:ea typeface="+mn-ea"/>
                    <a:cs typeface="+mn-ea"/>
                    <a:sym typeface="+mn-lt"/>
                  </a:endParaRPr>
                </a:p>
              </p:txBody>
            </p:sp>
          </p:grpSp>
        </p:grpSp>
        <p:grpSp>
          <p:nvGrpSpPr>
            <p:cNvPr id="5" name="组合 4">
              <a:extLst>
                <a:ext uri="{FF2B5EF4-FFF2-40B4-BE49-F238E27FC236}">
                  <a16:creationId xmlns:a16="http://schemas.microsoft.com/office/drawing/2014/main" id="{B8311DB8-E5A3-4AB1-9881-9E289159A41A}"/>
                </a:ext>
              </a:extLst>
            </p:cNvPr>
            <p:cNvGrpSpPr/>
            <p:nvPr/>
          </p:nvGrpSpPr>
          <p:grpSpPr>
            <a:xfrm>
              <a:off x="1003291" y="3561467"/>
              <a:ext cx="2435756" cy="792000"/>
              <a:chOff x="1003291" y="3810487"/>
              <a:chExt cx="2435756" cy="792000"/>
            </a:xfrm>
            <a:grpFill/>
          </p:grpSpPr>
          <p:sp>
            <p:nvSpPr>
              <p:cNvPr id="6" name="矩形 5">
                <a:extLst>
                  <a:ext uri="{FF2B5EF4-FFF2-40B4-BE49-F238E27FC236}">
                    <a16:creationId xmlns:a16="http://schemas.microsoft.com/office/drawing/2014/main" id="{F411A388-A367-44FA-9889-6B9E4F0CFBFE}"/>
                  </a:ext>
                </a:extLst>
              </p:cNvPr>
              <p:cNvSpPr/>
              <p:nvPr/>
            </p:nvSpPr>
            <p:spPr>
              <a:xfrm>
                <a:off x="1003291" y="3810487"/>
                <a:ext cx="2435756" cy="792000"/>
              </a:xfrm>
              <a:prstGeom prst="rect">
                <a:avLst/>
              </a:prstGeom>
              <a:gradFill>
                <a:gsLst>
                  <a:gs pos="0">
                    <a:schemeClr val="accent1"/>
                  </a:gs>
                  <a:gs pos="100000">
                    <a:schemeClr val="accent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lumMod val="50000"/>
                    </a:schemeClr>
                  </a:solidFill>
                  <a:cs typeface="+mn-ea"/>
                  <a:sym typeface="+mn-lt"/>
                </a:endParaRPr>
              </a:p>
            </p:txBody>
          </p:sp>
          <p:grpSp>
            <p:nvGrpSpPr>
              <p:cNvPr id="7" name="组合 6">
                <a:extLst>
                  <a:ext uri="{FF2B5EF4-FFF2-40B4-BE49-F238E27FC236}">
                    <a16:creationId xmlns:a16="http://schemas.microsoft.com/office/drawing/2014/main" id="{945C56B3-DC64-4677-89D0-FFCD824F9A5C}"/>
                  </a:ext>
                </a:extLst>
              </p:cNvPr>
              <p:cNvGrpSpPr/>
              <p:nvPr/>
            </p:nvGrpSpPr>
            <p:grpSpPr>
              <a:xfrm>
                <a:off x="1615875" y="3945688"/>
                <a:ext cx="1431006" cy="515275"/>
                <a:chOff x="4447963" y="849542"/>
                <a:chExt cx="1431006" cy="702614"/>
              </a:xfrm>
              <a:grpFill/>
            </p:grpSpPr>
            <p:sp>
              <p:nvSpPr>
                <p:cNvPr id="8" name="TextBox 34">
                  <a:extLst>
                    <a:ext uri="{FF2B5EF4-FFF2-40B4-BE49-F238E27FC236}">
                      <a16:creationId xmlns:a16="http://schemas.microsoft.com/office/drawing/2014/main" id="{3B39A02E-8DE4-426C-A049-4BE49E01D365}"/>
                    </a:ext>
                  </a:extLst>
                </p:cNvPr>
                <p:cNvSpPr txBox="1"/>
                <p:nvPr/>
              </p:nvSpPr>
              <p:spPr>
                <a:xfrm>
                  <a:off x="4447963" y="849542"/>
                  <a:ext cx="1114141" cy="486488"/>
                </a:xfrm>
                <a:prstGeom prst="rect">
                  <a:avLst/>
                </a:prstGeom>
                <a:noFill/>
              </p:spPr>
              <p:txBody>
                <a:bodyPr wrap="none" rtlCol="0">
                  <a:spAutoFit/>
                </a:bodyPr>
                <a:lstStyle/>
                <a:p>
                  <a:r>
                    <a:rPr lang="zh-CN" altLang="en-US" sz="3200">
                      <a:solidFill>
                        <a:schemeClr val="bg1"/>
                      </a:solidFill>
                      <a:cs typeface="+mn-ea"/>
                      <a:sym typeface="+mn-lt"/>
                    </a:rPr>
                    <a:t>添加标题</a:t>
                  </a:r>
                </a:p>
              </p:txBody>
            </p:sp>
            <p:sp>
              <p:nvSpPr>
                <p:cNvPr id="9" name="Rectangle 13" descr="FD1DDF730CE4456e89755B07FE1653D0# #Rectangle 13">
                  <a:extLst>
                    <a:ext uri="{FF2B5EF4-FFF2-40B4-BE49-F238E27FC236}">
                      <a16:creationId xmlns:a16="http://schemas.microsoft.com/office/drawing/2014/main" id="{DC437C4A-4DAA-4754-AAAB-46D64A0A4AC1}"/>
                    </a:ext>
                  </a:extLst>
                </p:cNvPr>
                <p:cNvSpPr>
                  <a:spLocks noChangeArrowheads="1"/>
                </p:cNvSpPr>
                <p:nvPr/>
              </p:nvSpPr>
              <p:spPr bwMode="auto">
                <a:xfrm>
                  <a:off x="4484169" y="1334516"/>
                  <a:ext cx="1394800" cy="21764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a:buChar char="»"/>
                    <a:defRPr sz="2000">
                      <a:solidFill>
                        <a:schemeClr val="tx1"/>
                      </a:solidFill>
                      <a:latin typeface="Calibri" pitchFamily="34" charset="0"/>
                      <a:ea typeface="宋体" pitchFamily="2" charset="-122"/>
                    </a:defRPr>
                  </a:lvl9pPr>
                </a:lstStyle>
                <a:p>
                  <a:pPr algn="just" eaLnBrk="1" hangingPunct="1">
                    <a:spcBef>
                      <a:spcPct val="0"/>
                    </a:spcBef>
                    <a:buNone/>
                    <a:defRPr/>
                  </a:pPr>
                  <a:r>
                    <a:rPr lang="zh-CN" altLang="en-US" sz="1100">
                      <a:solidFill>
                        <a:schemeClr val="bg1"/>
                      </a:solidFill>
                      <a:latin typeface="+mn-lt"/>
                      <a:ea typeface="+mn-ea"/>
                      <a:cs typeface="+mn-ea"/>
                      <a:sym typeface="+mn-lt"/>
                    </a:rPr>
                    <a:t>此处添加简短文字说明。</a:t>
                  </a:r>
                  <a:endParaRPr lang="en-US" altLang="zh-CN" sz="1100">
                    <a:solidFill>
                      <a:schemeClr val="bg1"/>
                    </a:solidFill>
                    <a:latin typeface="+mn-lt"/>
                    <a:ea typeface="+mn-ea"/>
                    <a:cs typeface="+mn-ea"/>
                    <a:sym typeface="+mn-lt"/>
                  </a:endParaRPr>
                </a:p>
              </p:txBody>
            </p:sp>
          </p:grpSp>
        </p:grpSp>
      </p:grpSp>
      <p:sp>
        <p:nvSpPr>
          <p:cNvPr id="18" name="矩形 17">
            <a:extLst>
              <a:ext uri="{FF2B5EF4-FFF2-40B4-BE49-F238E27FC236}">
                <a16:creationId xmlns:a16="http://schemas.microsoft.com/office/drawing/2014/main" id="{24C591AF-0955-4DD2-9585-F1F2F5970D82}"/>
              </a:ext>
            </a:extLst>
          </p:cNvPr>
          <p:cNvSpPr/>
          <p:nvPr/>
        </p:nvSpPr>
        <p:spPr>
          <a:xfrm>
            <a:off x="3963521" y="1626838"/>
            <a:ext cx="3476452" cy="4307057"/>
          </a:xfrm>
          <a:prstGeom prst="rect">
            <a:avLst/>
          </a:prstGeom>
          <a:blipFill>
            <a:blip r:embed="Re9ddc7b667da4ea5"/>
            <a:stretch>
              <a:fillRect l="-25297" r="-6073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mn-ea"/>
              <a:sym typeface="+mn-lt"/>
            </a:endParaRPr>
          </a:p>
        </p:txBody>
      </p:sp>
      <p:sp>
        <p:nvSpPr>
          <p:cNvPr id="19" name="TextBox 6">
            <a:extLst>
              <a:ext uri="{FF2B5EF4-FFF2-40B4-BE49-F238E27FC236}">
                <a16:creationId xmlns:a16="http://schemas.microsoft.com/office/drawing/2014/main" id="{5080D6A0-2CBC-4CF6-9964-C2DF8701214F}"/>
              </a:ext>
            </a:extLst>
          </p:cNvPr>
          <p:cNvSpPr txBox="1"/>
          <p:nvPr/>
        </p:nvSpPr>
        <p:spPr>
          <a:xfrm>
            <a:off x="1228266" y="1565262"/>
            <a:ext cx="2075654" cy="338554"/>
          </a:xfrm>
          <a:prstGeom prst="rect">
            <a:avLst/>
          </a:prstGeom>
          <a:noFill/>
        </p:spPr>
        <p:txBody>
          <a:bodyPr wrap="square" rtlCol="0">
            <a:spAutoFit/>
          </a:bodyPr>
          <a:lstStyle/>
          <a:p>
            <a:pPr algn="r"/>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p:txBody>
      </p:sp>
      <p:sp>
        <p:nvSpPr>
          <p:cNvPr id="20" name="TextBox 9">
            <a:extLst>
              <a:ext uri="{FF2B5EF4-FFF2-40B4-BE49-F238E27FC236}">
                <a16:creationId xmlns:a16="http://schemas.microsoft.com/office/drawing/2014/main" id="{F38A5BB2-2D77-42D2-AE03-239912D55BDC}"/>
              </a:ext>
            </a:extLst>
          </p:cNvPr>
          <p:cNvSpPr txBox="1"/>
          <p:nvPr/>
        </p:nvSpPr>
        <p:spPr>
          <a:xfrm>
            <a:off x="930789" y="1855323"/>
            <a:ext cx="2389949" cy="93256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r"/>
            <a:r>
              <a:rPr lang="zh-CN" altLang="en-US" sz="1400">
                <a:solidFill>
                  <a:schemeClr val="bg1">
                    <a:lumMod val="65000"/>
                  </a:schemeClr>
                </a:solidFill>
                <a:latin typeface="+mn-lt"/>
                <a:ea typeface="+mn-ea"/>
                <a:cs typeface="+mn-ea"/>
                <a:sym typeface="+mn-lt"/>
              </a:rPr>
              <a:t>您的内容打在这里，或者通过复制您的文本后，在此框中选择粘贴。</a:t>
            </a:r>
          </a:p>
        </p:txBody>
      </p:sp>
      <p:sp>
        <p:nvSpPr>
          <p:cNvPr id="21" name="TextBox 6">
            <a:extLst>
              <a:ext uri="{FF2B5EF4-FFF2-40B4-BE49-F238E27FC236}">
                <a16:creationId xmlns:a16="http://schemas.microsoft.com/office/drawing/2014/main" id="{A50DF6DC-25BE-412A-B18C-D62B3B674685}"/>
              </a:ext>
            </a:extLst>
          </p:cNvPr>
          <p:cNvSpPr txBox="1"/>
          <p:nvPr/>
        </p:nvSpPr>
        <p:spPr>
          <a:xfrm>
            <a:off x="1228266" y="3162273"/>
            <a:ext cx="2075654" cy="338554"/>
          </a:xfrm>
          <a:prstGeom prst="rect">
            <a:avLst/>
          </a:prstGeom>
          <a:noFill/>
        </p:spPr>
        <p:txBody>
          <a:bodyPr wrap="square" rtlCol="0">
            <a:spAutoFit/>
          </a:bodyPr>
          <a:lstStyle/>
          <a:p>
            <a:pPr algn="r"/>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p:txBody>
      </p:sp>
      <p:sp>
        <p:nvSpPr>
          <p:cNvPr id="22" name="TextBox 9">
            <a:extLst>
              <a:ext uri="{FF2B5EF4-FFF2-40B4-BE49-F238E27FC236}">
                <a16:creationId xmlns:a16="http://schemas.microsoft.com/office/drawing/2014/main" id="{617BCC6E-A9CD-49A1-9B94-BF12D49EE676}"/>
              </a:ext>
            </a:extLst>
          </p:cNvPr>
          <p:cNvSpPr txBox="1"/>
          <p:nvPr/>
        </p:nvSpPr>
        <p:spPr>
          <a:xfrm>
            <a:off x="930789" y="3452334"/>
            <a:ext cx="2389949" cy="93256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r"/>
            <a:r>
              <a:rPr lang="zh-CN" altLang="en-US" sz="1400">
                <a:solidFill>
                  <a:schemeClr val="bg1">
                    <a:lumMod val="65000"/>
                  </a:schemeClr>
                </a:solidFill>
                <a:latin typeface="+mn-lt"/>
                <a:ea typeface="+mn-ea"/>
                <a:cs typeface="+mn-ea"/>
                <a:sym typeface="+mn-lt"/>
              </a:rPr>
              <a:t>您的内容打在这里，或者通过复制您的文本后，在此框中选择粘贴。</a:t>
            </a:r>
          </a:p>
        </p:txBody>
      </p:sp>
      <p:sp>
        <p:nvSpPr>
          <p:cNvPr id="23" name="TextBox 6">
            <a:extLst>
              <a:ext uri="{FF2B5EF4-FFF2-40B4-BE49-F238E27FC236}">
                <a16:creationId xmlns:a16="http://schemas.microsoft.com/office/drawing/2014/main" id="{81783F4E-6892-4505-9E32-590E7CA72AD3}"/>
              </a:ext>
            </a:extLst>
          </p:cNvPr>
          <p:cNvSpPr txBox="1"/>
          <p:nvPr/>
        </p:nvSpPr>
        <p:spPr>
          <a:xfrm>
            <a:off x="1228266" y="4755449"/>
            <a:ext cx="2075654" cy="338554"/>
          </a:xfrm>
          <a:prstGeom prst="rect">
            <a:avLst/>
          </a:prstGeom>
          <a:noFill/>
        </p:spPr>
        <p:txBody>
          <a:bodyPr wrap="square" rtlCol="0">
            <a:spAutoFit/>
          </a:bodyPr>
          <a:lstStyle/>
          <a:p>
            <a:pPr algn="r"/>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p:txBody>
      </p:sp>
      <p:sp>
        <p:nvSpPr>
          <p:cNvPr id="24" name="TextBox 9">
            <a:extLst>
              <a:ext uri="{FF2B5EF4-FFF2-40B4-BE49-F238E27FC236}">
                <a16:creationId xmlns:a16="http://schemas.microsoft.com/office/drawing/2014/main" id="{23052211-02F3-4960-9755-5452DF1191F3}"/>
              </a:ext>
            </a:extLst>
          </p:cNvPr>
          <p:cNvSpPr txBox="1"/>
          <p:nvPr/>
        </p:nvSpPr>
        <p:spPr>
          <a:xfrm>
            <a:off x="930789" y="5045510"/>
            <a:ext cx="2389949" cy="93256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r"/>
            <a:r>
              <a:rPr lang="zh-CN" altLang="en-US" sz="1400">
                <a:solidFill>
                  <a:schemeClr val="bg1">
                    <a:lumMod val="65000"/>
                  </a:schemeClr>
                </a:solidFill>
                <a:latin typeface="+mn-lt"/>
                <a:ea typeface="+mn-ea"/>
                <a:cs typeface="+mn-ea"/>
                <a:sym typeface="+mn-lt"/>
              </a:rPr>
              <a:t>您的内容打在这里，或者通过复制您的文本后，在此框中选择粘贴。</a:t>
            </a:r>
          </a:p>
        </p:txBody>
      </p:sp>
    </p:spTree>
    <p:extLst>
      <p:ext uri="{BB962C8B-B14F-4D97-AF65-F5344CB8AC3E}">
        <p14:creationId xmlns:p14="http://schemas.microsoft.com/office/powerpoint/2010/main" val="36057882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4="http://schemas.microsoft.com/office/drawing/2010/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randombar(horizontal)">
                                      <p:cBhvr>
                                        <p:cTn id="7" dur="750"/>
                                        <p:tgtEl>
                                          <p:spTgt spid="19"/>
                                        </p:tgtEl>
                                      </p:cBhvr>
                                    </p:animEffect>
                                  </p:childTnLst>
                                </p:cTn>
                              </p:par>
                            </p:childTnLst>
                          </p:cTn>
                        </p:par>
                        <p:par>
                          <p:cTn id="8" fill="hold" nodeType="afterGroup">
                            <p:stCondLst>
                              <p:cond delay="750"/>
                            </p:stCondLst>
                            <p:childTnLst>
                              <p:par>
                                <p:cTn id="9" presetID="12" presetClass="entr" presetSubtype="4" fill="hold" grpId="0" nodeType="afterEffect">
                                  <p:stCondLst>
                                    <p:cond delay="0"/>
                                  </p:stCondLst>
                                  <p:iterate type="lt">
                                    <p:tmPct val="5983"/>
                                  </p:iterate>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250"/>
                                        <p:tgtEl>
                                          <p:spTgt spid="20"/>
                                        </p:tgtEl>
                                        <p:attrNameLst>
                                          <p:attrName>ppt_y</p:attrName>
                                        </p:attrNameLst>
                                      </p:cBhvr>
                                      <p:tavLst>
                                        <p:tav tm="0">
                                          <p:val>
                                            <p:strVal val="#ppt_y+#ppt_h*1.125000"/>
                                          </p:val>
                                        </p:tav>
                                        <p:tav tm="100000">
                                          <p:val>
                                            <p:strVal val="#ppt_y"/>
                                          </p:val>
                                        </p:tav>
                                      </p:tavLst>
                                    </p:anim>
                                    <p:animEffect transition="in" filter="wipe(up)">
                                      <p:cBhvr>
                                        <p:cTn id="12" dur="250"/>
                                        <p:tgtEl>
                                          <p:spTgt spid="20"/>
                                        </p:tgtEl>
                                      </p:cBhvr>
                                    </p:animEffect>
                                  </p:childTnLst>
                                </p:cTn>
                              </p:par>
                            </p:childTnLst>
                          </p:cTn>
                        </p:par>
                        <p:par>
                          <p:cTn id="13" fill="hold" nodeType="afterGroup">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randombar(horizontal)">
                                      <p:cBhvr>
                                        <p:cTn id="16" dur="750"/>
                                        <p:tgtEl>
                                          <p:spTgt spid="21"/>
                                        </p:tgtEl>
                                      </p:cBhvr>
                                    </p:animEffect>
                                  </p:childTnLst>
                                </p:cTn>
                              </p:par>
                            </p:childTnLst>
                          </p:cTn>
                        </p:par>
                        <p:par>
                          <p:cTn id="17" fill="hold" nodeType="afterGroup">
                            <p:stCondLst>
                              <p:cond delay="1750"/>
                            </p:stCondLst>
                            <p:childTnLst>
                              <p:par>
                                <p:cTn id="18" presetID="12" presetClass="entr" presetSubtype="4" fill="hold" grpId="0" nodeType="afterEffect">
                                  <p:stCondLst>
                                    <p:cond delay="0"/>
                                  </p:stCondLst>
                                  <p:iterate type="lt">
                                    <p:tmPct val="5983"/>
                                  </p:iterate>
                                  <p:childTnLst>
                                    <p:set>
                                      <p:cBhvr>
                                        <p:cTn id="19" dur="1" fill="hold">
                                          <p:stCondLst>
                                            <p:cond delay="0"/>
                                          </p:stCondLst>
                                        </p:cTn>
                                        <p:tgtEl>
                                          <p:spTgt spid="22"/>
                                        </p:tgtEl>
                                        <p:attrNameLst>
                                          <p:attrName>style.visibility</p:attrName>
                                        </p:attrNameLst>
                                      </p:cBhvr>
                                      <p:to>
                                        <p:strVal val="visible"/>
                                      </p:to>
                                    </p:set>
                                    <p:anim calcmode="lin" valueType="num">
                                      <p:cBhvr additive="base">
                                        <p:cTn id="20" dur="250"/>
                                        <p:tgtEl>
                                          <p:spTgt spid="22"/>
                                        </p:tgtEl>
                                        <p:attrNameLst>
                                          <p:attrName>ppt_y</p:attrName>
                                        </p:attrNameLst>
                                      </p:cBhvr>
                                      <p:tavLst>
                                        <p:tav tm="0">
                                          <p:val>
                                            <p:strVal val="#ppt_y+#ppt_h*1.125000"/>
                                          </p:val>
                                        </p:tav>
                                        <p:tav tm="100000">
                                          <p:val>
                                            <p:strVal val="#ppt_y"/>
                                          </p:val>
                                        </p:tav>
                                      </p:tavLst>
                                    </p:anim>
                                    <p:animEffect transition="in" filter="wipe(up)">
                                      <p:cBhvr>
                                        <p:cTn id="21" dur="250"/>
                                        <p:tgtEl>
                                          <p:spTgt spid="22"/>
                                        </p:tgtEl>
                                      </p:cBhvr>
                                    </p:animEffect>
                                  </p:childTnLst>
                                </p:cTn>
                              </p:par>
                            </p:childTnLst>
                          </p:cTn>
                        </p:par>
                        <p:par>
                          <p:cTn id="22" fill="hold" nodeType="afterGroup">
                            <p:stCondLst>
                              <p:cond delay="2000"/>
                            </p:stCondLst>
                            <p:childTnLst>
                              <p:par>
                                <p:cTn id="23" presetID="14" presetClass="entr" presetSubtype="10" fill="hold" grpId="0"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randombar(horizontal)">
                                      <p:cBhvr>
                                        <p:cTn id="25" dur="750"/>
                                        <p:tgtEl>
                                          <p:spTgt spid="23"/>
                                        </p:tgtEl>
                                      </p:cBhvr>
                                    </p:animEffect>
                                  </p:childTnLst>
                                </p:cTn>
                              </p:par>
                            </p:childTnLst>
                          </p:cTn>
                        </p:par>
                        <p:par>
                          <p:cTn id="26" fill="hold" nodeType="afterGroup">
                            <p:stCondLst>
                              <p:cond delay="2750"/>
                            </p:stCondLst>
                            <p:childTnLst>
                              <p:par>
                                <p:cTn id="27" presetID="12" presetClass="entr" presetSubtype="4" fill="hold" grpId="0" nodeType="afterEffect">
                                  <p:stCondLst>
                                    <p:cond delay="0"/>
                                  </p:stCondLst>
                                  <p:iterate type="lt">
                                    <p:tmPct val="5983"/>
                                  </p:iterate>
                                  <p:childTnLst>
                                    <p:set>
                                      <p:cBhvr>
                                        <p:cTn id="28" dur="1" fill="hold">
                                          <p:stCondLst>
                                            <p:cond delay="0"/>
                                          </p:stCondLst>
                                        </p:cTn>
                                        <p:tgtEl>
                                          <p:spTgt spid="24"/>
                                        </p:tgtEl>
                                        <p:attrNameLst>
                                          <p:attrName>style.visibility</p:attrName>
                                        </p:attrNameLst>
                                      </p:cBhvr>
                                      <p:to>
                                        <p:strVal val="visible"/>
                                      </p:to>
                                    </p:set>
                                    <p:anim calcmode="lin" valueType="num">
                                      <p:cBhvr additive="base">
                                        <p:cTn id="29" dur="250"/>
                                        <p:tgtEl>
                                          <p:spTgt spid="24"/>
                                        </p:tgtEl>
                                        <p:attrNameLst>
                                          <p:attrName>ppt_y</p:attrName>
                                        </p:attrNameLst>
                                      </p:cBhvr>
                                      <p:tavLst>
                                        <p:tav tm="0">
                                          <p:val>
                                            <p:strVal val="#ppt_y+#ppt_h*1.125000"/>
                                          </p:val>
                                        </p:tav>
                                        <p:tav tm="100000">
                                          <p:val>
                                            <p:strVal val="#ppt_y"/>
                                          </p:val>
                                        </p:tav>
                                      </p:tavLst>
                                    </p:anim>
                                    <p:animEffect transition="in" filter="wipe(up)">
                                      <p:cBhvr>
                                        <p:cTn id="30"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7D08B932-F531-465C-ABD5-4A58AF08C49C}"/>
              </a:ext>
            </a:extLst>
          </p:cNvPr>
          <p:cNvGrpSpPr/>
          <p:nvPr/>
        </p:nvGrpSpPr>
        <p:grpSpPr>
          <a:xfrm>
            <a:off x="-1691710" y="-2304740"/>
            <a:ext cx="17955868" cy="13898750"/>
            <a:chOff x="-1691710" y="-2304740"/>
            <a:chExt cx="17955868" cy="13898750"/>
          </a:xfrm>
        </p:grpSpPr>
        <p:sp>
          <p:nvSpPr>
            <p:cNvPr id="41" name="Circle">
              <a:extLst>
                <a:ext uri="{FF2B5EF4-FFF2-40B4-BE49-F238E27FC236}">
                  <a16:creationId xmlns:a16="http://schemas.microsoft.com/office/drawing/2014/main" id="{74453EBB-F5DD-421D-980D-DF1603DB4600}"/>
                </a:ext>
              </a:extLst>
            </p:cNvPr>
            <p:cNvSpPr/>
            <p:nvPr/>
          </p:nvSpPr>
          <p:spPr>
            <a:xfrm>
              <a:off x="4325223" y="-2304740"/>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42" name="Rectangle 19">
              <a:extLst>
                <a:ext uri="{FF2B5EF4-FFF2-40B4-BE49-F238E27FC236}">
                  <a16:creationId xmlns:a16="http://schemas.microsoft.com/office/drawing/2014/main" id="{5AFF2250-440C-4409-96E9-466FAC40B8D8}"/>
                </a:ext>
              </a:extLst>
            </p:cNvPr>
            <p:cNvSpPr/>
            <p:nvPr/>
          </p:nvSpPr>
          <p:spPr>
            <a:xfrm>
              <a:off x="4152214" y="175783"/>
              <a:ext cx="3995676" cy="469633"/>
            </a:xfrm>
            <a:prstGeom prst="rect">
              <a:avLst/>
            </a:prstGeom>
          </p:spPr>
          <p:txBody>
            <a:bodyPr wrap="none" lIns="0" tIns="0" rIns="0" bIns="0">
              <a:noAutofit/>
            </a:bodyPr>
            <a:lstStyle/>
            <a:p>
              <a:pPr algn="ctr"/>
              <a:r>
                <a:rPr lang="zh-CN" altLang="en-US" sz="2000" b="1" spc="1200">
                  <a:solidFill>
                    <a:schemeClr val="bg1"/>
                  </a:solidFill>
                  <a:cs typeface="+mn-ea"/>
                  <a:sym typeface="+mn-lt"/>
                </a:rPr>
                <a:t>输入你的标题</a:t>
              </a:r>
            </a:p>
          </p:txBody>
        </p:sp>
        <p:sp>
          <p:nvSpPr>
            <p:cNvPr id="43" name="Circle">
              <a:extLst>
                <a:ext uri="{FF2B5EF4-FFF2-40B4-BE49-F238E27FC236}">
                  <a16:creationId xmlns:a16="http://schemas.microsoft.com/office/drawing/2014/main" id="{D998AE29-5773-43FA-8EB6-B4E957F81B7E}"/>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44" name="Circle">
              <a:extLst>
                <a:ext uri="{FF2B5EF4-FFF2-40B4-BE49-F238E27FC236}">
                  <a16:creationId xmlns:a16="http://schemas.microsoft.com/office/drawing/2014/main" id="{79494AD3-568D-4341-83D8-048EBA855619}"/>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45" name="Circle">
              <a:extLst>
                <a:ext uri="{FF2B5EF4-FFF2-40B4-BE49-F238E27FC236}">
                  <a16:creationId xmlns:a16="http://schemas.microsoft.com/office/drawing/2014/main" id="{B3B4EDB6-3B60-4781-8AB6-F5BB6EA8ED1E}"/>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cxnSp>
        <p:nvCxnSpPr>
          <p:cNvPr id="2" name="直接箭头连接符 3">
            <a:extLst>
              <a:ext uri="{FF2B5EF4-FFF2-40B4-BE49-F238E27FC236}">
                <a16:creationId xmlns:a16="http://schemas.microsoft.com/office/drawing/2014/main" id="{86607875-E9BC-412C-9D46-1126E73E0C7F}"/>
              </a:ext>
            </a:extLst>
          </p:cNvPr>
          <p:cNvCxnSpPr>
            <a:cxnSpLocks noChangeShapeType="1"/>
          </p:cNvCxnSpPr>
          <p:nvPr/>
        </p:nvCxnSpPr>
        <p:spPr bwMode="auto">
          <a:xfrm flipH="1" flipV="1">
            <a:off x="2015617" y="1701275"/>
            <a:ext cx="0" cy="4477485"/>
          </a:xfrm>
          <a:prstGeom prst="straightConnector1">
            <a:avLst/>
          </a:prstGeom>
          <a:noFill/>
          <a:ln w="9525" algn="ctr">
            <a:solidFill>
              <a:schemeClr val="accent1"/>
            </a:solidFill>
            <a:round/>
            <a:tailEnd type="triangle" w="med" len="med"/>
          </a:ln>
          <a:effectLst/>
        </p:spPr>
      </p:cxnSp>
      <p:cxnSp>
        <p:nvCxnSpPr>
          <p:cNvPr id="3" name="直接箭头连接符 4">
            <a:extLst>
              <a:ext uri="{FF2B5EF4-FFF2-40B4-BE49-F238E27FC236}">
                <a16:creationId xmlns:a16="http://schemas.microsoft.com/office/drawing/2014/main" id="{BAF5C984-7C6F-4CA3-9F23-FED94C61AB12}"/>
              </a:ext>
            </a:extLst>
          </p:cNvPr>
          <p:cNvCxnSpPr>
            <a:cxnSpLocks noChangeShapeType="1"/>
          </p:cNvCxnSpPr>
          <p:nvPr/>
        </p:nvCxnSpPr>
        <p:spPr bwMode="auto">
          <a:xfrm>
            <a:off x="2015618" y="6178759"/>
            <a:ext cx="8958641" cy="2117"/>
          </a:xfrm>
          <a:prstGeom prst="straightConnector1">
            <a:avLst/>
          </a:prstGeom>
          <a:noFill/>
          <a:ln w="9525" algn="ctr">
            <a:solidFill>
              <a:schemeClr val="accent1"/>
            </a:solidFill>
            <a:round/>
            <a:tailEnd type="triangle" w="med" len="med"/>
          </a:ln>
          <a:effectLst/>
        </p:spPr>
      </p:cxnSp>
      <p:grpSp>
        <p:nvGrpSpPr>
          <p:cNvPr id="4" name="组合 5">
            <a:extLst>
              <a:ext uri="{FF2B5EF4-FFF2-40B4-BE49-F238E27FC236}">
                <a16:creationId xmlns:a16="http://schemas.microsoft.com/office/drawing/2014/main" id="{777C36BA-06FF-40AE-89CC-B1B5EDE8894B}"/>
              </a:ext>
            </a:extLst>
          </p:cNvPr>
          <p:cNvGrpSpPr/>
          <p:nvPr/>
        </p:nvGrpSpPr>
        <p:grpSpPr>
          <a:xfrm>
            <a:off x="2301331" y="4894340"/>
            <a:ext cx="1851832" cy="785040"/>
            <a:chOff x="2582250" y="5541358"/>
            <a:chExt cx="2076669" cy="882316"/>
          </a:xfrm>
          <a:effectLst/>
        </p:grpSpPr>
        <p:grpSp>
          <p:nvGrpSpPr>
            <p:cNvPr id="5" name="组合 6">
              <a:extLst>
                <a:ext uri="{FF2B5EF4-FFF2-40B4-BE49-F238E27FC236}">
                  <a16:creationId xmlns:a16="http://schemas.microsoft.com/office/drawing/2014/main" id="{1B5E5346-C81E-4F1A-B32E-FFEDD12C3370}"/>
                </a:ext>
              </a:extLst>
            </p:cNvPr>
            <p:cNvGrpSpPr/>
            <p:nvPr/>
          </p:nvGrpSpPr>
          <p:grpSpPr>
            <a:xfrm>
              <a:off x="2582250" y="5541358"/>
              <a:ext cx="2076669" cy="882316"/>
              <a:chOff x="2582250" y="5541358"/>
              <a:chExt cx="2076669" cy="882316"/>
            </a:xfrm>
          </p:grpSpPr>
          <p:sp>
            <p:nvSpPr>
              <p:cNvPr id="7" name="圆角矩形 6">
                <a:extLst>
                  <a:ext uri="{FF2B5EF4-FFF2-40B4-BE49-F238E27FC236}">
                    <a16:creationId xmlns:a16="http://schemas.microsoft.com/office/drawing/2014/main" id="{27DE0E86-3538-41CD-A139-197D94C13252}"/>
                  </a:ext>
                </a:extLst>
              </p:cNvPr>
              <p:cNvSpPr/>
              <p:nvPr/>
            </p:nvSpPr>
            <p:spPr bwMode="auto">
              <a:xfrm>
                <a:off x="2582250" y="5541358"/>
                <a:ext cx="2076669" cy="882316"/>
              </a:xfrm>
              <a:prstGeom prst="roundRect">
                <a:avLst>
                  <a:gd name="adj" fmla="val 10568"/>
                </a:avLst>
              </a:prstGeom>
              <a:gradFill>
                <a:gsLst>
                  <a:gs pos="0">
                    <a:schemeClr val="bg1">
                      <a:lumMod val="82000"/>
                      <a:lumOff val="18000"/>
                    </a:schemeClr>
                  </a:gs>
                  <a:gs pos="47000">
                    <a:srgbClr val="F5F5F5"/>
                  </a:gs>
                  <a:gs pos="100000">
                    <a:schemeClr val="bg1">
                      <a:lumMod val="95000"/>
                      <a:lumOff val="5000"/>
                    </a:schemeClr>
                  </a:gs>
                </a:gsLst>
                <a:lin ang="18900000" scaled="0"/>
              </a:gradFill>
              <a:ln w="7938" cap="flat">
                <a:noFill/>
                <a:prstDash val="solid"/>
                <a:miter lim="800000"/>
              </a:ln>
              <a:effectLst>
                <a:outerShdw blurRad="228600" dist="114300" dir="2700000" algn="tl" rotWithShape="0">
                  <a:prstClr val="black">
                    <a:alpha val="25000"/>
                  </a:prstClr>
                </a:outerShdw>
              </a:effectLst>
            </p:spPr>
            <p:txBody>
              <a:bodyPr/>
              <a:lstStyle/>
              <a:p>
                <a:pPr>
                  <a:defRPr/>
                </a:pPr>
                <a:endParaRPr lang="zh-CN" altLang="en-US" sz="2399">
                  <a:cs typeface="+mn-ea"/>
                  <a:sym typeface="+mn-lt"/>
                </a:endParaRPr>
              </a:p>
            </p:txBody>
          </p:sp>
          <p:sp>
            <p:nvSpPr>
              <p:cNvPr id="8" name="圆角矩形 7">
                <a:extLst>
                  <a:ext uri="{FF2B5EF4-FFF2-40B4-BE49-F238E27FC236}">
                    <a16:creationId xmlns:a16="http://schemas.microsoft.com/office/drawing/2014/main" id="{B4DA5F83-76E8-484A-ABEE-FAAD5F9E5F56}"/>
                  </a:ext>
                </a:extLst>
              </p:cNvPr>
              <p:cNvSpPr/>
              <p:nvPr/>
            </p:nvSpPr>
            <p:spPr bwMode="auto">
              <a:xfrm>
                <a:off x="2674809" y="5619838"/>
                <a:ext cx="1896297" cy="727733"/>
              </a:xfrm>
              <a:prstGeom prst="roundRect">
                <a:avLst>
                  <a:gd name="adj" fmla="val 10568"/>
                </a:avLst>
              </a:prstGeom>
              <a:solidFill>
                <a:schemeClr val="accent1"/>
              </a:solidFill>
              <a:ln w="7938" cap="flat">
                <a:noFill/>
                <a:prstDash val="solid"/>
                <a:miter lim="800000"/>
              </a:ln>
              <a:effectLst/>
            </p:spPr>
            <p:txBody>
              <a:bodyPr/>
              <a:lstStyle/>
              <a:p>
                <a:pPr>
                  <a:defRPr/>
                </a:pPr>
                <a:endParaRPr lang="zh-CN" altLang="en-US" sz="2399">
                  <a:cs typeface="+mn-ea"/>
                  <a:sym typeface="+mn-lt"/>
                </a:endParaRPr>
              </a:p>
            </p:txBody>
          </p:sp>
        </p:grpSp>
        <p:sp>
          <p:nvSpPr>
            <p:cNvPr id="6" name="矩形 5">
              <a:extLst>
                <a:ext uri="{FF2B5EF4-FFF2-40B4-BE49-F238E27FC236}">
                  <a16:creationId xmlns:a16="http://schemas.microsoft.com/office/drawing/2014/main" id="{CA48C548-89CF-4D17-915F-DB2682D6639C}"/>
                </a:ext>
              </a:extLst>
            </p:cNvPr>
            <p:cNvSpPr>
              <a:spLocks noChangeArrowheads="1"/>
            </p:cNvSpPr>
            <p:nvPr/>
          </p:nvSpPr>
          <p:spPr bwMode="auto">
            <a:xfrm>
              <a:off x="2810090" y="5755397"/>
              <a:ext cx="1635228" cy="482776"/>
            </a:xfrm>
            <a:prstGeom prst="rect">
              <a:avLst/>
            </a:prstGeom>
            <a:noFill/>
            <a:ln w="7" cap="flat">
              <a:noFill/>
              <a:prstDash val="solid"/>
              <a:miter lim="800000"/>
            </a:ln>
          </p:spPr>
          <p:txBody>
            <a:bodyPr/>
            <a:lstStyle/>
            <a:p>
              <a:pPr algn="ctr">
                <a:defRPr/>
              </a:pPr>
              <a:r>
                <a:rPr lang="zh-CN" altLang="en-US" sz="1867">
                  <a:solidFill>
                    <a:srgbClr val="F8F8F8"/>
                  </a:solidFill>
                  <a:cs typeface="+mn-ea"/>
                  <a:sym typeface="+mn-lt"/>
                </a:rPr>
                <a:t>一月份</a:t>
              </a:r>
            </a:p>
          </p:txBody>
        </p:sp>
      </p:grpSp>
      <p:grpSp>
        <p:nvGrpSpPr>
          <p:cNvPr id="9" name="组合 11">
            <a:extLst>
              <a:ext uri="{FF2B5EF4-FFF2-40B4-BE49-F238E27FC236}">
                <a16:creationId xmlns:a16="http://schemas.microsoft.com/office/drawing/2014/main" id="{BB78CE09-DD26-42BA-91DA-147CEC09FF23}"/>
              </a:ext>
            </a:extLst>
          </p:cNvPr>
          <p:cNvGrpSpPr/>
          <p:nvPr/>
        </p:nvGrpSpPr>
        <p:grpSpPr>
          <a:xfrm>
            <a:off x="4557392" y="4041589"/>
            <a:ext cx="1849717" cy="785041"/>
            <a:chOff x="5112345" y="4583380"/>
            <a:chExt cx="2076669" cy="882316"/>
          </a:xfrm>
          <a:effectLst/>
        </p:grpSpPr>
        <p:grpSp>
          <p:nvGrpSpPr>
            <p:cNvPr id="10" name="组合 12">
              <a:extLst>
                <a:ext uri="{FF2B5EF4-FFF2-40B4-BE49-F238E27FC236}">
                  <a16:creationId xmlns:a16="http://schemas.microsoft.com/office/drawing/2014/main" id="{22DF12B7-55CB-4658-B922-5F7B002D7344}"/>
                </a:ext>
              </a:extLst>
            </p:cNvPr>
            <p:cNvGrpSpPr/>
            <p:nvPr/>
          </p:nvGrpSpPr>
          <p:grpSpPr>
            <a:xfrm>
              <a:off x="5112345" y="4583380"/>
              <a:ext cx="2076669" cy="882316"/>
              <a:chOff x="2582250" y="5541358"/>
              <a:chExt cx="2076669" cy="882316"/>
            </a:xfrm>
          </p:grpSpPr>
          <p:sp>
            <p:nvSpPr>
              <p:cNvPr id="12" name="圆角矩形 11">
                <a:extLst>
                  <a:ext uri="{FF2B5EF4-FFF2-40B4-BE49-F238E27FC236}">
                    <a16:creationId xmlns:a16="http://schemas.microsoft.com/office/drawing/2014/main" id="{748391F2-CCB2-4F0A-A04F-473CF3BC9F14}"/>
                  </a:ext>
                </a:extLst>
              </p:cNvPr>
              <p:cNvSpPr/>
              <p:nvPr/>
            </p:nvSpPr>
            <p:spPr bwMode="auto">
              <a:xfrm>
                <a:off x="2582250" y="5541358"/>
                <a:ext cx="2076669" cy="882316"/>
              </a:xfrm>
              <a:prstGeom prst="roundRect">
                <a:avLst>
                  <a:gd name="adj" fmla="val 10568"/>
                </a:avLst>
              </a:prstGeom>
              <a:gradFill>
                <a:gsLst>
                  <a:gs pos="0">
                    <a:schemeClr val="bg1">
                      <a:lumMod val="82000"/>
                      <a:lumOff val="18000"/>
                    </a:schemeClr>
                  </a:gs>
                  <a:gs pos="47000">
                    <a:srgbClr val="F5F5F5"/>
                  </a:gs>
                  <a:gs pos="100000">
                    <a:schemeClr val="bg1">
                      <a:lumMod val="95000"/>
                      <a:lumOff val="5000"/>
                    </a:schemeClr>
                  </a:gs>
                </a:gsLst>
                <a:lin ang="18900000" scaled="0"/>
              </a:gradFill>
              <a:ln w="7938" cap="flat">
                <a:noFill/>
                <a:prstDash val="solid"/>
                <a:miter lim="800000"/>
              </a:ln>
              <a:effectLst>
                <a:outerShdw blurRad="228600" dist="114300" dir="2700000" algn="tl" rotWithShape="0">
                  <a:prstClr val="black">
                    <a:alpha val="25000"/>
                  </a:prstClr>
                </a:outerShdw>
              </a:effectLst>
            </p:spPr>
            <p:txBody>
              <a:bodyPr/>
              <a:lstStyle/>
              <a:p>
                <a:pPr>
                  <a:defRPr/>
                </a:pPr>
                <a:endParaRPr lang="zh-CN" altLang="en-US" sz="2399">
                  <a:cs typeface="+mn-ea"/>
                  <a:sym typeface="+mn-lt"/>
                </a:endParaRPr>
              </a:p>
            </p:txBody>
          </p:sp>
          <p:sp>
            <p:nvSpPr>
              <p:cNvPr id="13" name="圆角矩形 12">
                <a:extLst>
                  <a:ext uri="{FF2B5EF4-FFF2-40B4-BE49-F238E27FC236}">
                    <a16:creationId xmlns:a16="http://schemas.microsoft.com/office/drawing/2014/main" id="{7098FD1F-236F-4802-B4B6-AA4E6507BACD}"/>
                  </a:ext>
                </a:extLst>
              </p:cNvPr>
              <p:cNvSpPr/>
              <p:nvPr/>
            </p:nvSpPr>
            <p:spPr bwMode="auto">
              <a:xfrm>
                <a:off x="2674915" y="5619840"/>
                <a:ext cx="1896089" cy="727732"/>
              </a:xfrm>
              <a:prstGeom prst="roundRect">
                <a:avLst>
                  <a:gd name="adj" fmla="val 10568"/>
                </a:avLst>
              </a:prstGeom>
              <a:solidFill>
                <a:schemeClr val="accent2"/>
              </a:solidFill>
              <a:ln w="7938" cap="flat">
                <a:noFill/>
                <a:prstDash val="solid"/>
                <a:miter lim="800000"/>
              </a:ln>
              <a:effectLst/>
            </p:spPr>
            <p:txBody>
              <a:bodyPr/>
              <a:lstStyle/>
              <a:p>
                <a:pPr>
                  <a:defRPr/>
                </a:pPr>
                <a:endParaRPr lang="zh-CN" altLang="en-US" sz="2399">
                  <a:cs typeface="+mn-ea"/>
                  <a:sym typeface="+mn-lt"/>
                </a:endParaRPr>
              </a:p>
            </p:txBody>
          </p:sp>
        </p:grpSp>
        <p:sp>
          <p:nvSpPr>
            <p:cNvPr id="11" name="矩形 10">
              <a:extLst>
                <a:ext uri="{FF2B5EF4-FFF2-40B4-BE49-F238E27FC236}">
                  <a16:creationId xmlns:a16="http://schemas.microsoft.com/office/drawing/2014/main" id="{7B72A3D0-F841-4317-ACAD-CE1DC2A38E1A}"/>
                </a:ext>
              </a:extLst>
            </p:cNvPr>
            <p:cNvSpPr>
              <a:spLocks noChangeArrowheads="1"/>
            </p:cNvSpPr>
            <p:nvPr/>
          </p:nvSpPr>
          <p:spPr bwMode="auto">
            <a:xfrm>
              <a:off x="5295300" y="4806932"/>
              <a:ext cx="1634723" cy="482777"/>
            </a:xfrm>
            <a:prstGeom prst="rect">
              <a:avLst/>
            </a:prstGeom>
            <a:noFill/>
            <a:ln w="7" cap="flat">
              <a:noFill/>
              <a:prstDash val="solid"/>
              <a:miter lim="800000"/>
            </a:ln>
          </p:spPr>
          <p:txBody>
            <a:bodyPr/>
            <a:lstStyle/>
            <a:p>
              <a:pPr algn="ctr">
                <a:defRPr/>
              </a:pPr>
              <a:r>
                <a:rPr lang="zh-CN" altLang="en-US" sz="1867">
                  <a:solidFill>
                    <a:srgbClr val="F8F8F8"/>
                  </a:solidFill>
                  <a:cs typeface="+mn-ea"/>
                  <a:sym typeface="+mn-lt"/>
                </a:rPr>
                <a:t>二月份</a:t>
              </a:r>
              <a:endParaRPr lang="en-US" altLang="zh-CN" sz="1867">
                <a:solidFill>
                  <a:srgbClr val="F8F8F8"/>
                </a:solidFill>
                <a:cs typeface="+mn-ea"/>
                <a:sym typeface="+mn-lt"/>
              </a:endParaRPr>
            </a:p>
          </p:txBody>
        </p:sp>
      </p:grpSp>
      <p:cxnSp>
        <p:nvCxnSpPr>
          <p:cNvPr id="14" name="直接连接符 17">
            <a:extLst>
              <a:ext uri="{FF2B5EF4-FFF2-40B4-BE49-F238E27FC236}">
                <a16:creationId xmlns:a16="http://schemas.microsoft.com/office/drawing/2014/main" id="{6596C63D-7C0E-4F41-BD4C-9806EFF53974}"/>
              </a:ext>
            </a:extLst>
          </p:cNvPr>
          <p:cNvCxnSpPr>
            <a:cxnSpLocks noChangeShapeType="1"/>
          </p:cNvCxnSpPr>
          <p:nvPr/>
        </p:nvCxnSpPr>
        <p:spPr bwMode="auto">
          <a:xfrm flipH="1">
            <a:off x="4421946" y="1701277"/>
            <a:ext cx="2116" cy="4407657"/>
          </a:xfrm>
          <a:prstGeom prst="line">
            <a:avLst/>
          </a:prstGeom>
          <a:noFill/>
          <a:ln w="9525" algn="ctr">
            <a:solidFill>
              <a:schemeClr val="accent1"/>
            </a:solidFill>
            <a:prstDash val="dash"/>
            <a:round/>
          </a:ln>
          <a:effectLst/>
        </p:spPr>
      </p:cxnSp>
      <p:grpSp>
        <p:nvGrpSpPr>
          <p:cNvPr id="15" name="组合 18">
            <a:extLst>
              <a:ext uri="{FF2B5EF4-FFF2-40B4-BE49-F238E27FC236}">
                <a16:creationId xmlns:a16="http://schemas.microsoft.com/office/drawing/2014/main" id="{BE67CA49-3537-401D-957D-5C3F02723F3A}"/>
              </a:ext>
            </a:extLst>
          </p:cNvPr>
          <p:cNvGrpSpPr/>
          <p:nvPr/>
        </p:nvGrpSpPr>
        <p:grpSpPr>
          <a:xfrm>
            <a:off x="6684356" y="3229036"/>
            <a:ext cx="1851833" cy="787157"/>
            <a:chOff x="7500172" y="3672780"/>
            <a:chExt cx="2076669" cy="882316"/>
          </a:xfrm>
          <a:effectLst/>
        </p:grpSpPr>
        <p:grpSp>
          <p:nvGrpSpPr>
            <p:cNvPr id="16" name="组合 19">
              <a:extLst>
                <a:ext uri="{FF2B5EF4-FFF2-40B4-BE49-F238E27FC236}">
                  <a16:creationId xmlns:a16="http://schemas.microsoft.com/office/drawing/2014/main" id="{1E7BA0F2-44D1-47B3-B1CC-E5FAB6F8B6C0}"/>
                </a:ext>
              </a:extLst>
            </p:cNvPr>
            <p:cNvGrpSpPr/>
            <p:nvPr/>
          </p:nvGrpSpPr>
          <p:grpSpPr>
            <a:xfrm>
              <a:off x="7500172" y="3672780"/>
              <a:ext cx="2076669" cy="882316"/>
              <a:chOff x="2582250" y="5541358"/>
              <a:chExt cx="2076669" cy="882316"/>
            </a:xfrm>
          </p:grpSpPr>
          <p:sp>
            <p:nvSpPr>
              <p:cNvPr id="18" name="圆角矩形 17">
                <a:extLst>
                  <a:ext uri="{FF2B5EF4-FFF2-40B4-BE49-F238E27FC236}">
                    <a16:creationId xmlns:a16="http://schemas.microsoft.com/office/drawing/2014/main" id="{EC1F4707-7AD2-4978-BD04-A836AB626131}"/>
                  </a:ext>
                </a:extLst>
              </p:cNvPr>
              <p:cNvSpPr/>
              <p:nvPr/>
            </p:nvSpPr>
            <p:spPr bwMode="auto">
              <a:xfrm>
                <a:off x="2582250" y="5541358"/>
                <a:ext cx="2076669" cy="882316"/>
              </a:xfrm>
              <a:prstGeom prst="roundRect">
                <a:avLst>
                  <a:gd name="adj" fmla="val 10568"/>
                </a:avLst>
              </a:prstGeom>
              <a:gradFill>
                <a:gsLst>
                  <a:gs pos="0">
                    <a:schemeClr val="bg1">
                      <a:lumMod val="82000"/>
                      <a:lumOff val="18000"/>
                    </a:schemeClr>
                  </a:gs>
                  <a:gs pos="47000">
                    <a:srgbClr val="F5F5F5"/>
                  </a:gs>
                  <a:gs pos="100000">
                    <a:schemeClr val="bg1">
                      <a:lumMod val="95000"/>
                      <a:lumOff val="5000"/>
                    </a:schemeClr>
                  </a:gs>
                </a:gsLst>
                <a:lin ang="18900000" scaled="0"/>
              </a:gradFill>
              <a:ln w="7938" cap="flat">
                <a:noFill/>
                <a:prstDash val="solid"/>
                <a:miter lim="800000"/>
              </a:ln>
              <a:effectLst>
                <a:outerShdw blurRad="228600" dist="114300" dir="2700000" algn="tl" rotWithShape="0">
                  <a:prstClr val="black">
                    <a:alpha val="25000"/>
                  </a:prstClr>
                </a:outerShdw>
              </a:effectLst>
            </p:spPr>
            <p:txBody>
              <a:bodyPr/>
              <a:lstStyle/>
              <a:p>
                <a:pPr>
                  <a:defRPr/>
                </a:pPr>
                <a:endParaRPr lang="zh-CN" altLang="en-US" sz="2399">
                  <a:cs typeface="+mn-ea"/>
                  <a:sym typeface="+mn-lt"/>
                </a:endParaRPr>
              </a:p>
            </p:txBody>
          </p:sp>
          <p:sp>
            <p:nvSpPr>
              <p:cNvPr id="19" name="圆角矩形 18">
                <a:extLst>
                  <a:ext uri="{FF2B5EF4-FFF2-40B4-BE49-F238E27FC236}">
                    <a16:creationId xmlns:a16="http://schemas.microsoft.com/office/drawing/2014/main" id="{71400918-6459-4465-AD22-635A48657970}"/>
                  </a:ext>
                </a:extLst>
              </p:cNvPr>
              <p:cNvSpPr/>
              <p:nvPr/>
            </p:nvSpPr>
            <p:spPr bwMode="auto">
              <a:xfrm>
                <a:off x="2674811" y="5619629"/>
                <a:ext cx="1896294" cy="728147"/>
              </a:xfrm>
              <a:prstGeom prst="roundRect">
                <a:avLst>
                  <a:gd name="adj" fmla="val 10568"/>
                </a:avLst>
              </a:prstGeom>
              <a:solidFill>
                <a:schemeClr val="accent1"/>
              </a:solidFill>
              <a:ln w="7938" cap="flat">
                <a:noFill/>
                <a:prstDash val="solid"/>
                <a:miter lim="800000"/>
              </a:ln>
              <a:effectLst/>
            </p:spPr>
            <p:txBody>
              <a:bodyPr/>
              <a:lstStyle/>
              <a:p>
                <a:pPr>
                  <a:defRPr/>
                </a:pPr>
                <a:endParaRPr lang="zh-CN" altLang="en-US" sz="2399">
                  <a:cs typeface="+mn-ea"/>
                  <a:sym typeface="+mn-lt"/>
                </a:endParaRPr>
              </a:p>
            </p:txBody>
          </p:sp>
        </p:grpSp>
        <p:sp>
          <p:nvSpPr>
            <p:cNvPr id="17" name="矩形 16">
              <a:extLst>
                <a:ext uri="{FF2B5EF4-FFF2-40B4-BE49-F238E27FC236}">
                  <a16:creationId xmlns:a16="http://schemas.microsoft.com/office/drawing/2014/main" id="{08258819-0CC3-4E75-AE5B-EF0B503FB1BD}"/>
                </a:ext>
              </a:extLst>
            </p:cNvPr>
            <p:cNvSpPr>
              <a:spLocks noChangeArrowheads="1"/>
            </p:cNvSpPr>
            <p:nvPr/>
          </p:nvSpPr>
          <p:spPr bwMode="auto">
            <a:xfrm>
              <a:off x="7647319" y="3924193"/>
              <a:ext cx="1635229" cy="483851"/>
            </a:xfrm>
            <a:prstGeom prst="rect">
              <a:avLst/>
            </a:prstGeom>
            <a:noFill/>
            <a:ln w="7" cap="flat">
              <a:noFill/>
              <a:prstDash val="solid"/>
              <a:miter lim="800000"/>
            </a:ln>
          </p:spPr>
          <p:txBody>
            <a:bodyPr/>
            <a:lstStyle/>
            <a:p>
              <a:pPr algn="ctr">
                <a:defRPr/>
              </a:pPr>
              <a:r>
                <a:rPr lang="zh-CN" altLang="en-US" sz="1867">
                  <a:solidFill>
                    <a:srgbClr val="F8F8F8"/>
                  </a:solidFill>
                  <a:cs typeface="+mn-ea"/>
                  <a:sym typeface="+mn-lt"/>
                </a:rPr>
                <a:t>三月份</a:t>
              </a:r>
            </a:p>
          </p:txBody>
        </p:sp>
      </p:grpSp>
      <p:cxnSp>
        <p:nvCxnSpPr>
          <p:cNvPr id="20" name="直接连接符 23">
            <a:extLst>
              <a:ext uri="{FF2B5EF4-FFF2-40B4-BE49-F238E27FC236}">
                <a16:creationId xmlns:a16="http://schemas.microsoft.com/office/drawing/2014/main" id="{C2EFC933-B429-4F74-B1A4-BB49143CAD98}"/>
              </a:ext>
            </a:extLst>
          </p:cNvPr>
          <p:cNvCxnSpPr>
            <a:cxnSpLocks noChangeShapeType="1"/>
          </p:cNvCxnSpPr>
          <p:nvPr/>
        </p:nvCxnSpPr>
        <p:spPr bwMode="auto">
          <a:xfrm flipH="1">
            <a:off x="6540440" y="1701277"/>
            <a:ext cx="2117" cy="4407657"/>
          </a:xfrm>
          <a:prstGeom prst="line">
            <a:avLst/>
          </a:prstGeom>
          <a:noFill/>
          <a:ln w="9525" algn="ctr">
            <a:solidFill>
              <a:schemeClr val="accent1"/>
            </a:solidFill>
            <a:prstDash val="dash"/>
            <a:round/>
          </a:ln>
          <a:effectLst/>
        </p:spPr>
      </p:cxnSp>
      <p:grpSp>
        <p:nvGrpSpPr>
          <p:cNvPr id="21" name="组合 25">
            <a:extLst>
              <a:ext uri="{FF2B5EF4-FFF2-40B4-BE49-F238E27FC236}">
                <a16:creationId xmlns:a16="http://schemas.microsoft.com/office/drawing/2014/main" id="{CC9EC3F7-C5DE-4944-8A53-D55130F0FD2C}"/>
              </a:ext>
            </a:extLst>
          </p:cNvPr>
          <p:cNvGrpSpPr/>
          <p:nvPr/>
        </p:nvGrpSpPr>
        <p:grpSpPr>
          <a:xfrm>
            <a:off x="8762642" y="2378402"/>
            <a:ext cx="1851833" cy="785041"/>
            <a:chOff x="9832547" y="2718456"/>
            <a:chExt cx="2076669" cy="882316"/>
          </a:xfrm>
          <a:effectLst/>
        </p:grpSpPr>
        <p:grpSp>
          <p:nvGrpSpPr>
            <p:cNvPr id="22" name="组合 26">
              <a:extLst>
                <a:ext uri="{FF2B5EF4-FFF2-40B4-BE49-F238E27FC236}">
                  <a16:creationId xmlns:a16="http://schemas.microsoft.com/office/drawing/2014/main" id="{DD03F0BC-1592-4835-8B81-97C4B6BEEEBC}"/>
                </a:ext>
              </a:extLst>
            </p:cNvPr>
            <p:cNvGrpSpPr/>
            <p:nvPr/>
          </p:nvGrpSpPr>
          <p:grpSpPr>
            <a:xfrm>
              <a:off x="9832547" y="2718456"/>
              <a:ext cx="2076669" cy="882316"/>
              <a:chOff x="2582250" y="5541358"/>
              <a:chExt cx="2076669" cy="882316"/>
            </a:xfrm>
          </p:grpSpPr>
          <p:sp>
            <p:nvSpPr>
              <p:cNvPr id="24" name="圆角矩形 23">
                <a:extLst>
                  <a:ext uri="{FF2B5EF4-FFF2-40B4-BE49-F238E27FC236}">
                    <a16:creationId xmlns:a16="http://schemas.microsoft.com/office/drawing/2014/main" id="{8740E482-114F-493A-A266-58BE582FD09E}"/>
                  </a:ext>
                </a:extLst>
              </p:cNvPr>
              <p:cNvSpPr/>
              <p:nvPr/>
            </p:nvSpPr>
            <p:spPr bwMode="auto">
              <a:xfrm>
                <a:off x="2582250" y="5541358"/>
                <a:ext cx="2076669" cy="882316"/>
              </a:xfrm>
              <a:prstGeom prst="roundRect">
                <a:avLst>
                  <a:gd name="adj" fmla="val 10568"/>
                </a:avLst>
              </a:prstGeom>
              <a:gradFill>
                <a:gsLst>
                  <a:gs pos="0">
                    <a:schemeClr val="bg1">
                      <a:lumMod val="82000"/>
                      <a:lumOff val="18000"/>
                    </a:schemeClr>
                  </a:gs>
                  <a:gs pos="47000">
                    <a:srgbClr val="F5F5F5"/>
                  </a:gs>
                  <a:gs pos="100000">
                    <a:schemeClr val="bg1">
                      <a:lumMod val="95000"/>
                      <a:lumOff val="5000"/>
                    </a:schemeClr>
                  </a:gs>
                </a:gsLst>
                <a:lin ang="18900000" scaled="0"/>
              </a:gradFill>
              <a:ln w="7938" cap="flat">
                <a:noFill/>
                <a:prstDash val="solid"/>
                <a:miter lim="800000"/>
              </a:ln>
              <a:effectLst>
                <a:outerShdw blurRad="228600" dist="114300" dir="2700000" algn="tl" rotWithShape="0">
                  <a:prstClr val="black">
                    <a:alpha val="25000"/>
                  </a:prstClr>
                </a:outerShdw>
              </a:effectLst>
            </p:spPr>
            <p:txBody>
              <a:bodyPr/>
              <a:lstStyle/>
              <a:p>
                <a:pPr>
                  <a:defRPr/>
                </a:pPr>
                <a:endParaRPr lang="zh-CN" altLang="en-US" sz="2399">
                  <a:cs typeface="+mn-ea"/>
                  <a:sym typeface="+mn-lt"/>
                </a:endParaRPr>
              </a:p>
            </p:txBody>
          </p:sp>
          <p:sp>
            <p:nvSpPr>
              <p:cNvPr id="25" name="圆角矩形 24">
                <a:extLst>
                  <a:ext uri="{FF2B5EF4-FFF2-40B4-BE49-F238E27FC236}">
                    <a16:creationId xmlns:a16="http://schemas.microsoft.com/office/drawing/2014/main" id="{6BD71DE7-7425-448B-980F-DE541376E332}"/>
                  </a:ext>
                </a:extLst>
              </p:cNvPr>
              <p:cNvSpPr>
                <a:spLocks noChangeArrowheads="1"/>
              </p:cNvSpPr>
              <p:nvPr/>
            </p:nvSpPr>
            <p:spPr bwMode="auto">
              <a:xfrm>
                <a:off x="2674811" y="5619840"/>
                <a:ext cx="1896294" cy="727732"/>
              </a:xfrm>
              <a:prstGeom prst="roundRect">
                <a:avLst>
                  <a:gd name="adj" fmla="val 10569"/>
                </a:avLst>
              </a:prstGeom>
              <a:solidFill>
                <a:schemeClr val="accent2"/>
              </a:solidFill>
              <a:ln w="8001">
                <a:noFill/>
                <a:miter lim="800000"/>
              </a:ln>
            </p:spPr>
            <p:txBody>
              <a:bodyPr/>
              <a:lstStyle/>
              <a:p>
                <a:pPr>
                  <a:defRPr/>
                </a:pPr>
                <a:endParaRPr lang="zh-CN" altLang="en-US" sz="2399">
                  <a:cs typeface="+mn-ea"/>
                  <a:sym typeface="+mn-lt"/>
                </a:endParaRPr>
              </a:p>
            </p:txBody>
          </p:sp>
        </p:grpSp>
        <p:sp>
          <p:nvSpPr>
            <p:cNvPr id="23" name="矩形 22">
              <a:extLst>
                <a:ext uri="{FF2B5EF4-FFF2-40B4-BE49-F238E27FC236}">
                  <a16:creationId xmlns:a16="http://schemas.microsoft.com/office/drawing/2014/main" id="{766BD776-E2C9-404E-A7A3-0A843AC1E64F}"/>
                </a:ext>
              </a:extLst>
            </p:cNvPr>
            <p:cNvSpPr>
              <a:spLocks noChangeArrowheads="1"/>
            </p:cNvSpPr>
            <p:nvPr/>
          </p:nvSpPr>
          <p:spPr bwMode="auto">
            <a:xfrm>
              <a:off x="10053268" y="2961033"/>
              <a:ext cx="1635227" cy="485154"/>
            </a:xfrm>
            <a:prstGeom prst="rect">
              <a:avLst/>
            </a:prstGeom>
            <a:noFill/>
            <a:ln w="7" cap="flat">
              <a:noFill/>
              <a:prstDash val="solid"/>
              <a:miter lim="800000"/>
            </a:ln>
          </p:spPr>
          <p:txBody>
            <a:bodyPr/>
            <a:lstStyle/>
            <a:p>
              <a:pPr algn="ctr">
                <a:defRPr/>
              </a:pPr>
              <a:r>
                <a:rPr lang="zh-CN" altLang="en-US" sz="1867">
                  <a:solidFill>
                    <a:srgbClr val="F8F8F8"/>
                  </a:solidFill>
                  <a:cs typeface="+mn-ea"/>
                  <a:sym typeface="+mn-lt"/>
                </a:rPr>
                <a:t>四月份</a:t>
              </a:r>
            </a:p>
          </p:txBody>
        </p:sp>
      </p:grpSp>
      <p:cxnSp>
        <p:nvCxnSpPr>
          <p:cNvPr id="26" name="直接连接符 31">
            <a:extLst>
              <a:ext uri="{FF2B5EF4-FFF2-40B4-BE49-F238E27FC236}">
                <a16:creationId xmlns:a16="http://schemas.microsoft.com/office/drawing/2014/main" id="{A311FFC3-FFD7-444F-880E-268F65639784}"/>
              </a:ext>
            </a:extLst>
          </p:cNvPr>
          <p:cNvCxnSpPr>
            <a:cxnSpLocks noChangeShapeType="1"/>
          </p:cNvCxnSpPr>
          <p:nvPr/>
        </p:nvCxnSpPr>
        <p:spPr bwMode="auto">
          <a:xfrm flipH="1">
            <a:off x="8686449" y="1701277"/>
            <a:ext cx="0" cy="4407657"/>
          </a:xfrm>
          <a:prstGeom prst="line">
            <a:avLst/>
          </a:prstGeom>
          <a:noFill/>
          <a:ln w="9525" algn="ctr">
            <a:solidFill>
              <a:schemeClr val="accent1"/>
            </a:solidFill>
            <a:prstDash val="dash"/>
            <a:round/>
          </a:ln>
          <a:effectLst/>
        </p:spPr>
      </p:cxnSp>
      <p:sp>
        <p:nvSpPr>
          <p:cNvPr id="27" name="TextBox 31">
            <a:extLst>
              <a:ext uri="{FF2B5EF4-FFF2-40B4-BE49-F238E27FC236}">
                <a16:creationId xmlns:a16="http://schemas.microsoft.com/office/drawing/2014/main" id="{417CE3C0-B68E-483B-BAE3-C52EA216AB08}"/>
              </a:ext>
            </a:extLst>
          </p:cNvPr>
          <p:cNvSpPr txBox="1"/>
          <p:nvPr/>
        </p:nvSpPr>
        <p:spPr>
          <a:xfrm>
            <a:off x="1165542" y="1874788"/>
            <a:ext cx="615472" cy="2848154"/>
          </a:xfrm>
          <a:prstGeom prst="rect">
            <a:avLst/>
          </a:prstGeom>
          <a:noFill/>
          <a:effectLst/>
        </p:spPr>
        <p:txBody>
          <a:bodyPr vert="eaVert" wrap="square" lIns="121880" tIns="60940" rIns="121880" bIns="60940">
            <a:spAutoFit/>
          </a:bodyPr>
          <a:lstStyle/>
          <a:p>
            <a:pPr>
              <a:defRPr/>
            </a:pPr>
            <a:r>
              <a:rPr lang="zh-CN" altLang="en-US" sz="2400">
                <a:solidFill>
                  <a:schemeClr val="tx1">
                    <a:lumMod val="65000"/>
                    <a:lumOff val="35000"/>
                  </a:schemeClr>
                </a:solidFill>
                <a:cs typeface="+mn-ea"/>
                <a:sym typeface="+mn-lt"/>
              </a:rPr>
              <a:t>添加标题文字内容</a:t>
            </a:r>
          </a:p>
        </p:txBody>
      </p:sp>
      <p:grpSp>
        <p:nvGrpSpPr>
          <p:cNvPr id="28" name="PA-组合 27">
            <a:extLst>
              <a:ext uri="{FF2B5EF4-FFF2-40B4-BE49-F238E27FC236}">
                <a16:creationId xmlns:a16="http://schemas.microsoft.com/office/drawing/2014/main" id="{58AC51A2-C11E-40F9-B195-52AF85CBCE8E}"/>
              </a:ext>
            </a:extLst>
          </p:cNvPr>
          <p:cNvGrpSpPr/>
          <p:nvPr>
            <p:custDataLst>
              <p:tags r:id="Rc9f840f792f44b82"/>
            </p:custDataLst>
          </p:nvPr>
        </p:nvGrpSpPr>
        <p:grpSpPr>
          <a:xfrm>
            <a:off x="4589435" y="2398637"/>
            <a:ext cx="1926667" cy="1391150"/>
            <a:chOff x="6169650" y="4486172"/>
            <a:chExt cx="1926667" cy="1391150"/>
          </a:xfrm>
        </p:grpSpPr>
        <p:sp>
          <p:nvSpPr>
            <p:cNvPr id="29" name="PA-文本框 6">
              <a:extLst>
                <a:ext uri="{FF2B5EF4-FFF2-40B4-BE49-F238E27FC236}">
                  <a16:creationId xmlns:a16="http://schemas.microsoft.com/office/drawing/2014/main" id="{7FE1948C-5842-4EEE-B3D1-A01EC4C6F59C}"/>
                </a:ext>
              </a:extLst>
            </p:cNvPr>
            <p:cNvSpPr txBox="1"/>
            <p:nvPr>
              <p:custDataLst>
                <p:tags r:id="Raa5084c1b1224291"/>
              </p:custDataLst>
            </p:nvPr>
          </p:nvSpPr>
          <p:spPr>
            <a:xfrm>
              <a:off x="6169650" y="4486172"/>
              <a:ext cx="1926666" cy="338554"/>
            </a:xfrm>
            <a:prstGeom prst="rect">
              <a:avLst/>
            </a:prstGeom>
            <a:noFill/>
          </p:spPr>
          <p:txBody>
            <a:bodyPr wrap="square" rtlCol="0">
              <a:spAutoFit/>
            </a:bodyPr>
            <a:lstStyle/>
            <a:p>
              <a:pPr algn="ctr"/>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p:txBody>
        </p:sp>
        <p:sp>
          <p:nvSpPr>
            <p:cNvPr id="30" name="PA-文本框 42">
              <a:extLst>
                <a:ext uri="{FF2B5EF4-FFF2-40B4-BE49-F238E27FC236}">
                  <a16:creationId xmlns:a16="http://schemas.microsoft.com/office/drawing/2014/main" id="{854AE0C3-02F7-44C3-9075-E6E90E6C2A60}"/>
                </a:ext>
              </a:extLst>
            </p:cNvPr>
            <p:cNvSpPr txBox="1"/>
            <p:nvPr>
              <p:custDataLst>
                <p:tags r:id="R50309f06c67446e8"/>
              </p:custDataLst>
            </p:nvPr>
          </p:nvSpPr>
          <p:spPr>
            <a:xfrm>
              <a:off x="6169651" y="4824726"/>
              <a:ext cx="1926666" cy="1052596"/>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solidFill>
                    <a:schemeClr val="bg1">
                      <a:lumMod val="65000"/>
                    </a:schemeClr>
                  </a:solidFill>
                  <a:latin typeface="+mn-lt"/>
                  <a:ea typeface="+mn-ea"/>
                  <a:cs typeface="+mn-ea"/>
                  <a:sym typeface="+mn-lt"/>
                </a:rPr>
                <a:t>此处添加详细文本描述，建议与标题相关并符合整体语言风格，语言描述尽量简洁生动。</a:t>
              </a:r>
              <a:endParaRPr lang="id-ID" sz="1200">
                <a:solidFill>
                  <a:schemeClr val="bg1">
                    <a:lumMod val="65000"/>
                  </a:schemeClr>
                </a:solidFill>
                <a:latin typeface="+mn-lt"/>
                <a:ea typeface="+mn-ea"/>
                <a:cs typeface="+mn-ea"/>
                <a:sym typeface="+mn-lt"/>
              </a:endParaRPr>
            </a:p>
          </p:txBody>
        </p:sp>
      </p:grpSp>
      <p:grpSp>
        <p:nvGrpSpPr>
          <p:cNvPr id="31" name="PA-组合 27">
            <a:extLst>
              <a:ext uri="{FF2B5EF4-FFF2-40B4-BE49-F238E27FC236}">
                <a16:creationId xmlns:a16="http://schemas.microsoft.com/office/drawing/2014/main" id="{3CEE7C48-DFA5-480C-8040-576D85E5109D}"/>
              </a:ext>
            </a:extLst>
          </p:cNvPr>
          <p:cNvGrpSpPr/>
          <p:nvPr>
            <p:custDataLst>
              <p:tags r:id="R5c7995a703d643f9"/>
            </p:custDataLst>
          </p:nvPr>
        </p:nvGrpSpPr>
        <p:grpSpPr>
          <a:xfrm>
            <a:off x="6666361" y="1695856"/>
            <a:ext cx="1926667" cy="1391150"/>
            <a:chOff x="6169650" y="4486172"/>
            <a:chExt cx="1926667" cy="1391150"/>
          </a:xfrm>
        </p:grpSpPr>
        <p:sp>
          <p:nvSpPr>
            <p:cNvPr id="32" name="PA-文本框 6">
              <a:extLst>
                <a:ext uri="{FF2B5EF4-FFF2-40B4-BE49-F238E27FC236}">
                  <a16:creationId xmlns:a16="http://schemas.microsoft.com/office/drawing/2014/main" id="{BA6E430E-4ED6-46E4-816A-6E8E1FC2E642}"/>
                </a:ext>
              </a:extLst>
            </p:cNvPr>
            <p:cNvSpPr txBox="1"/>
            <p:nvPr>
              <p:custDataLst>
                <p:tags r:id="R71625a37ba4148ce"/>
              </p:custDataLst>
            </p:nvPr>
          </p:nvSpPr>
          <p:spPr>
            <a:xfrm>
              <a:off x="6169650" y="4486172"/>
              <a:ext cx="1926666" cy="338554"/>
            </a:xfrm>
            <a:prstGeom prst="rect">
              <a:avLst/>
            </a:prstGeom>
            <a:noFill/>
          </p:spPr>
          <p:txBody>
            <a:bodyPr wrap="square" rtlCol="0">
              <a:spAutoFit/>
            </a:bodyPr>
            <a:lstStyle/>
            <a:p>
              <a:pPr algn="ctr"/>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p:txBody>
        </p:sp>
        <p:sp>
          <p:nvSpPr>
            <p:cNvPr id="33" name="PA-文本框 42">
              <a:extLst>
                <a:ext uri="{FF2B5EF4-FFF2-40B4-BE49-F238E27FC236}">
                  <a16:creationId xmlns:a16="http://schemas.microsoft.com/office/drawing/2014/main" id="{7C537498-33D0-44E7-A70E-4C62D7A29BAC}"/>
                </a:ext>
              </a:extLst>
            </p:cNvPr>
            <p:cNvSpPr txBox="1"/>
            <p:nvPr>
              <p:custDataLst>
                <p:tags r:id="R876de183d6774ad2"/>
              </p:custDataLst>
            </p:nvPr>
          </p:nvSpPr>
          <p:spPr>
            <a:xfrm>
              <a:off x="6169651" y="4824726"/>
              <a:ext cx="1926666" cy="1052596"/>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solidFill>
                    <a:schemeClr val="bg1">
                      <a:lumMod val="65000"/>
                    </a:schemeClr>
                  </a:solidFill>
                  <a:latin typeface="+mn-lt"/>
                  <a:ea typeface="+mn-ea"/>
                  <a:cs typeface="+mn-ea"/>
                  <a:sym typeface="+mn-lt"/>
                </a:rPr>
                <a:t>此处添加详细文本描述，建议与标题相关并符合整体语言风格，语言描述尽量简洁生动。</a:t>
              </a:r>
              <a:endParaRPr lang="id-ID" sz="1200">
                <a:solidFill>
                  <a:schemeClr val="bg1">
                    <a:lumMod val="65000"/>
                  </a:schemeClr>
                </a:solidFill>
                <a:latin typeface="+mn-lt"/>
                <a:ea typeface="+mn-ea"/>
                <a:cs typeface="+mn-ea"/>
                <a:sym typeface="+mn-lt"/>
              </a:endParaRPr>
            </a:p>
          </p:txBody>
        </p:sp>
      </p:grpSp>
      <p:grpSp>
        <p:nvGrpSpPr>
          <p:cNvPr id="34" name="PA-组合 27">
            <a:extLst>
              <a:ext uri="{FF2B5EF4-FFF2-40B4-BE49-F238E27FC236}">
                <a16:creationId xmlns:a16="http://schemas.microsoft.com/office/drawing/2014/main" id="{F1805355-CD61-4269-9C71-FCD25C08252B}"/>
              </a:ext>
            </a:extLst>
          </p:cNvPr>
          <p:cNvGrpSpPr/>
          <p:nvPr>
            <p:custDataLst>
              <p:tags r:id="R0707107ddfb44ee6"/>
            </p:custDataLst>
          </p:nvPr>
        </p:nvGrpSpPr>
        <p:grpSpPr>
          <a:xfrm>
            <a:off x="9047592" y="3563834"/>
            <a:ext cx="1926667" cy="1391150"/>
            <a:chOff x="6169650" y="4486172"/>
            <a:chExt cx="1926667" cy="1391150"/>
          </a:xfrm>
        </p:grpSpPr>
        <p:sp>
          <p:nvSpPr>
            <p:cNvPr id="35" name="PA-文本框 6">
              <a:extLst>
                <a:ext uri="{FF2B5EF4-FFF2-40B4-BE49-F238E27FC236}">
                  <a16:creationId xmlns:a16="http://schemas.microsoft.com/office/drawing/2014/main" id="{C4821589-6E46-4EE4-9089-21E57C4C55C3}"/>
                </a:ext>
              </a:extLst>
            </p:cNvPr>
            <p:cNvSpPr txBox="1"/>
            <p:nvPr>
              <p:custDataLst>
                <p:tags r:id="R67f07ff5ed0d4922"/>
              </p:custDataLst>
            </p:nvPr>
          </p:nvSpPr>
          <p:spPr>
            <a:xfrm>
              <a:off x="6169650" y="4486172"/>
              <a:ext cx="1926666" cy="338554"/>
            </a:xfrm>
            <a:prstGeom prst="rect">
              <a:avLst/>
            </a:prstGeom>
            <a:noFill/>
          </p:spPr>
          <p:txBody>
            <a:bodyPr wrap="square" rtlCol="0">
              <a:spAutoFit/>
            </a:bodyPr>
            <a:lstStyle/>
            <a:p>
              <a:pPr algn="ctr"/>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p:txBody>
        </p:sp>
        <p:sp>
          <p:nvSpPr>
            <p:cNvPr id="36" name="PA-文本框 42">
              <a:extLst>
                <a:ext uri="{FF2B5EF4-FFF2-40B4-BE49-F238E27FC236}">
                  <a16:creationId xmlns:a16="http://schemas.microsoft.com/office/drawing/2014/main" id="{91FBD28C-E0E7-4B93-8DBF-608F6E2D7D1D}"/>
                </a:ext>
              </a:extLst>
            </p:cNvPr>
            <p:cNvSpPr txBox="1"/>
            <p:nvPr>
              <p:custDataLst>
                <p:tags r:id="R5681415113694da2"/>
              </p:custDataLst>
            </p:nvPr>
          </p:nvSpPr>
          <p:spPr>
            <a:xfrm>
              <a:off x="6169651" y="4824726"/>
              <a:ext cx="1926666" cy="1052596"/>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solidFill>
                    <a:schemeClr val="bg1">
                      <a:lumMod val="65000"/>
                    </a:schemeClr>
                  </a:solidFill>
                  <a:latin typeface="+mn-lt"/>
                  <a:ea typeface="+mn-ea"/>
                  <a:cs typeface="+mn-ea"/>
                  <a:sym typeface="+mn-lt"/>
                </a:rPr>
                <a:t>此处添加详细文本描述，建议与标题相关并符合整体语言风格，语言描述尽量简洁生动。</a:t>
              </a:r>
              <a:endParaRPr lang="id-ID" sz="1200">
                <a:solidFill>
                  <a:schemeClr val="bg1">
                    <a:lumMod val="65000"/>
                  </a:schemeClr>
                </a:solidFill>
                <a:latin typeface="+mn-lt"/>
                <a:ea typeface="+mn-ea"/>
                <a:cs typeface="+mn-ea"/>
                <a:sym typeface="+mn-lt"/>
              </a:endParaRPr>
            </a:p>
          </p:txBody>
        </p:sp>
      </p:grpSp>
      <p:grpSp>
        <p:nvGrpSpPr>
          <p:cNvPr id="37" name="PA-组合 27">
            <a:extLst>
              <a:ext uri="{FF2B5EF4-FFF2-40B4-BE49-F238E27FC236}">
                <a16:creationId xmlns:a16="http://schemas.microsoft.com/office/drawing/2014/main" id="{4E21D805-2125-4B82-8028-EA2C1C148A5A}"/>
              </a:ext>
            </a:extLst>
          </p:cNvPr>
          <p:cNvGrpSpPr/>
          <p:nvPr>
            <p:custDataLst>
              <p:tags r:id="R1a71d4eb19d34c70"/>
            </p:custDataLst>
          </p:nvPr>
        </p:nvGrpSpPr>
        <p:grpSpPr>
          <a:xfrm>
            <a:off x="2305568" y="2378738"/>
            <a:ext cx="1926667" cy="1391150"/>
            <a:chOff x="6169650" y="4486172"/>
            <a:chExt cx="1926667" cy="1391150"/>
          </a:xfrm>
        </p:grpSpPr>
        <p:sp>
          <p:nvSpPr>
            <p:cNvPr id="38" name="PA-文本框 6">
              <a:extLst>
                <a:ext uri="{FF2B5EF4-FFF2-40B4-BE49-F238E27FC236}">
                  <a16:creationId xmlns:a16="http://schemas.microsoft.com/office/drawing/2014/main" id="{7ED65D5F-7A85-4905-824E-E59A825FC7B6}"/>
                </a:ext>
              </a:extLst>
            </p:cNvPr>
            <p:cNvSpPr txBox="1"/>
            <p:nvPr>
              <p:custDataLst>
                <p:tags r:id="R51adf1a8b1444635"/>
              </p:custDataLst>
            </p:nvPr>
          </p:nvSpPr>
          <p:spPr>
            <a:xfrm>
              <a:off x="6169650" y="4486172"/>
              <a:ext cx="1926666" cy="338554"/>
            </a:xfrm>
            <a:prstGeom prst="rect">
              <a:avLst/>
            </a:prstGeom>
            <a:noFill/>
          </p:spPr>
          <p:txBody>
            <a:bodyPr wrap="square" rtlCol="0">
              <a:spAutoFit/>
            </a:bodyPr>
            <a:lstStyle/>
            <a:p>
              <a:pPr algn="ctr"/>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p:txBody>
        </p:sp>
        <p:sp>
          <p:nvSpPr>
            <p:cNvPr id="39" name="PA-文本框 42">
              <a:extLst>
                <a:ext uri="{FF2B5EF4-FFF2-40B4-BE49-F238E27FC236}">
                  <a16:creationId xmlns:a16="http://schemas.microsoft.com/office/drawing/2014/main" id="{1F99D988-4F09-41BC-9B41-EE1EA66CF64E}"/>
                </a:ext>
              </a:extLst>
            </p:cNvPr>
            <p:cNvSpPr txBox="1"/>
            <p:nvPr>
              <p:custDataLst>
                <p:tags r:id="Rfdcf8201706546b5"/>
              </p:custDataLst>
            </p:nvPr>
          </p:nvSpPr>
          <p:spPr>
            <a:xfrm>
              <a:off x="6169651" y="4824726"/>
              <a:ext cx="1926666" cy="1052596"/>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solidFill>
                    <a:schemeClr val="bg1">
                      <a:lumMod val="65000"/>
                    </a:schemeClr>
                  </a:solidFill>
                  <a:latin typeface="+mn-lt"/>
                  <a:ea typeface="+mn-ea"/>
                  <a:cs typeface="+mn-ea"/>
                  <a:sym typeface="+mn-lt"/>
                </a:rPr>
                <a:t>此处添加详细文本描述，建议与标题相关并符合整体语言风格，语言描述尽量简洁生动。</a:t>
              </a:r>
              <a:endParaRPr lang="id-ID" sz="1200">
                <a:solidFill>
                  <a:schemeClr val="bg1">
                    <a:lumMod val="65000"/>
                  </a:schemeClr>
                </a:solidFill>
                <a:latin typeface="+mn-lt"/>
                <a:ea typeface="+mn-ea"/>
                <a:cs typeface="+mn-ea"/>
                <a:sym typeface="+mn-lt"/>
              </a:endParaRPr>
            </a:p>
          </p:txBody>
        </p:sp>
      </p:grpSp>
    </p:spTree>
    <p:extLst>
      <p:ext uri="{BB962C8B-B14F-4D97-AF65-F5344CB8AC3E}">
        <p14:creationId xmlns:p14="http://schemas.microsoft.com/office/powerpoint/2010/main" val="13043962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par>
                          <p:cTn id="11" fill="hold" nodeType="afterGroup">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
                                        </p:tgtEl>
                                        <p:attrNameLst>
                                          <p:attrName>style.visibility</p:attrName>
                                        </p:attrNameLst>
                                      </p:cBhvr>
                                      <p:to>
                                        <p:strVal val="visible"/>
                                      </p:to>
                                    </p:set>
                                    <p:anim calcmode="lin" valueType="num">
                                      <p:cBhvr>
                                        <p:cTn id="14"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27"/>
                                        </p:tgtEl>
                                        <p:attrNameLst>
                                          <p:attrName>ppt_y</p:attrName>
                                        </p:attrNameLst>
                                      </p:cBhvr>
                                      <p:tavLst>
                                        <p:tav tm="0">
                                          <p:val>
                                            <p:strVal val="#ppt_y"/>
                                          </p:val>
                                        </p:tav>
                                        <p:tav tm="100000">
                                          <p:val>
                                            <p:strVal val="#ppt_y"/>
                                          </p:val>
                                        </p:tav>
                                      </p:tavLst>
                                    </p:anim>
                                    <p:anim calcmode="lin" valueType="num">
                                      <p:cBhvr>
                                        <p:cTn id="16"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27"/>
                                        </p:tgtEl>
                                      </p:cBhvr>
                                    </p:animEffect>
                                  </p:childTnLst>
                                </p:cTn>
                              </p:par>
                            </p:childTnLst>
                          </p:cTn>
                        </p:par>
                        <p:par>
                          <p:cTn id="19" fill="hold" nodeType="afterGroup">
                            <p:stCondLst>
                              <p:cond delay="1000"/>
                            </p:stCondLst>
                            <p:childTnLst>
                              <p:par>
                                <p:cTn id="20" presetID="22" presetClass="entr" presetSubtype="4"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par>
                                <p:cTn id="23" presetID="22" presetClass="entr" presetSubtype="4"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down)">
                                      <p:cBhvr>
                                        <p:cTn id="25" dur="500"/>
                                        <p:tgtEl>
                                          <p:spTgt spid="20"/>
                                        </p:tgtEl>
                                      </p:cBhvr>
                                    </p:animEffect>
                                  </p:childTnLst>
                                </p:cTn>
                              </p:par>
                              <p:par>
                                <p:cTn id="26" presetID="22" presetClass="entr" presetSubtype="4" fill="hold"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wipe(down)">
                                      <p:cBhvr>
                                        <p:cTn id="28" dur="500"/>
                                        <p:tgtEl>
                                          <p:spTgt spid="26"/>
                                        </p:tgtEl>
                                      </p:cBhvr>
                                    </p:animEffect>
                                  </p:childTnLst>
                                </p:cTn>
                              </p:par>
                            </p:childTnLst>
                          </p:cTn>
                        </p:par>
                        <p:par>
                          <p:cTn id="29" fill="hold" nodeType="afterGroup">
                            <p:stCondLst>
                              <p:cond delay="1500"/>
                            </p:stCondLst>
                            <p:childTnLst>
                              <p:par>
                                <p:cTn id="30" presetID="52" presetClass="entr" presetSubtype="0"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Scale>
                                      <p:cBhvr>
                                        <p:cTn id="32" dur="5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 0 0" pathEditMode="relative" ptsTypes="">
                                      <p:cBhvr>
                                        <p:cTn id="33" dur="500" decel="50000" fill="hold">
                                          <p:stCondLst>
                                            <p:cond delay="0"/>
                                          </p:stCondLst>
                                        </p:cTn>
                                        <p:tgtEl>
                                          <p:spTgt spid="4"/>
                                        </p:tgtEl>
                                        <p:attrNameLst>
                                          <p:attrName>ppt_x</p:attrName>
                                          <p:attrName>ppt_y</p:attrName>
                                        </p:attrNameLst>
                                      </p:cBhvr>
                                    </p:animMotion>
                                    <p:animEffect transition="in" filter="fade">
                                      <p:cBhvr>
                                        <p:cTn id="34" dur="500"/>
                                        <p:tgtEl>
                                          <p:spTgt spid="4"/>
                                        </p:tgtEl>
                                      </p:cBhvr>
                                    </p:animEffect>
                                  </p:childTnLst>
                                </p:cTn>
                              </p:par>
                            </p:childTnLst>
                          </p:cTn>
                        </p:par>
                        <p:par>
                          <p:cTn id="35" fill="hold" nodeType="afterGroup">
                            <p:stCondLst>
                              <p:cond delay="2000"/>
                            </p:stCondLst>
                            <p:childTnLst>
                              <p:par>
                                <p:cTn id="36" presetID="52" presetClass="entr" presetSubtype="0" fill="hold" nodeType="afterEffect">
                                  <p:stCondLst>
                                    <p:cond delay="0"/>
                                  </p:stCondLst>
                                  <p:childTnLst>
                                    <p:set>
                                      <p:cBhvr>
                                        <p:cTn id="37" dur="1" fill="hold">
                                          <p:stCondLst>
                                            <p:cond delay="0"/>
                                          </p:stCondLst>
                                        </p:cTn>
                                        <p:tgtEl>
                                          <p:spTgt spid="9"/>
                                        </p:tgtEl>
                                        <p:attrNameLst>
                                          <p:attrName>style.visibility</p:attrName>
                                        </p:attrNameLst>
                                      </p:cBhvr>
                                      <p:to>
                                        <p:strVal val="visible"/>
                                      </p:to>
                                    </p:set>
                                    <p:animScale>
                                      <p:cBhvr>
                                        <p:cTn id="38" dur="500" decel="50000" fill="hold">
                                          <p:stCondLst>
                                            <p:cond delay="0"/>
                                          </p:stCondLst>
                                        </p:cTn>
                                        <p:tgtEl>
                                          <p:spTgt spid="9"/>
                                        </p:tgtEl>
                                      </p:cBhvr>
                                      <p:from x="250000" y="250000"/>
                                      <p:to x="100000" y="100000"/>
                                    </p:animScale>
                                    <p:animMotion origin="layout" path="M -0.46736 0.92887 C -0.37517 0.88508 -0.02552 0.75279 0.0908 0.66613 C 0.20747 0.57948 0.21649 0.50394 0.23177 0.40825 C 0.24705 0.31256 0.22118 0.15964 0.18264 0.09152 C 0.1441 0.02341 0.03802 0 0 0" pathEditMode="relative" ptsTypes="">
                                      <p:cBhvr>
                                        <p:cTn id="39" dur="500" decel="50000" fill="hold">
                                          <p:stCondLst>
                                            <p:cond delay="0"/>
                                          </p:stCondLst>
                                        </p:cTn>
                                        <p:tgtEl>
                                          <p:spTgt spid="9"/>
                                        </p:tgtEl>
                                        <p:attrNameLst>
                                          <p:attrName>ppt_x</p:attrName>
                                          <p:attrName>ppt_y</p:attrName>
                                        </p:attrNameLst>
                                      </p:cBhvr>
                                    </p:animMotion>
                                    <p:animEffect transition="in" filter="fade">
                                      <p:cBhvr>
                                        <p:cTn id="40" dur="500"/>
                                        <p:tgtEl>
                                          <p:spTgt spid="9"/>
                                        </p:tgtEl>
                                      </p:cBhvr>
                                    </p:animEffect>
                                  </p:childTnLst>
                                </p:cTn>
                              </p:par>
                            </p:childTnLst>
                          </p:cTn>
                        </p:par>
                        <p:par>
                          <p:cTn id="41" fill="hold" nodeType="afterGroup">
                            <p:stCondLst>
                              <p:cond delay="2500"/>
                            </p:stCondLst>
                            <p:childTnLst>
                              <p:par>
                                <p:cTn id="42" presetID="52" presetClass="entr" presetSubtype="0" fill="hold" nodeType="afterEffect">
                                  <p:stCondLst>
                                    <p:cond delay="0"/>
                                  </p:stCondLst>
                                  <p:childTnLst>
                                    <p:set>
                                      <p:cBhvr>
                                        <p:cTn id="43" dur="1" fill="hold">
                                          <p:stCondLst>
                                            <p:cond delay="0"/>
                                          </p:stCondLst>
                                        </p:cTn>
                                        <p:tgtEl>
                                          <p:spTgt spid="15"/>
                                        </p:tgtEl>
                                        <p:attrNameLst>
                                          <p:attrName>style.visibility</p:attrName>
                                        </p:attrNameLst>
                                      </p:cBhvr>
                                      <p:to>
                                        <p:strVal val="visible"/>
                                      </p:to>
                                    </p:set>
                                    <p:animScale>
                                      <p:cBhvr>
                                        <p:cTn id="44" dur="500" decel="50000" fill="hold">
                                          <p:stCondLst>
                                            <p:cond delay="0"/>
                                          </p:stCondLst>
                                        </p:cTn>
                                        <p:tgtEl>
                                          <p:spTgt spid="15"/>
                                        </p:tgtEl>
                                      </p:cBhvr>
                                      <p:from x="250000" y="250000"/>
                                      <p:to x="100000" y="100000"/>
                                    </p:animScale>
                                    <p:animMotion origin="layout" path="M -0.46736 0.92887 C -0.37517 0.88508 -0.02552 0.75279 0.0908 0.66613 C 0.20747 0.57948 0.21649 0.50394 0.23177 0.40825 C 0.24705 0.31256 0.22118 0.15964 0.18264 0.09152 C 0.1441 0.02341 0.03802 0 0 0" pathEditMode="relative" ptsTypes="">
                                      <p:cBhvr>
                                        <p:cTn id="45" dur="500" decel="50000" fill="hold">
                                          <p:stCondLst>
                                            <p:cond delay="0"/>
                                          </p:stCondLst>
                                        </p:cTn>
                                        <p:tgtEl>
                                          <p:spTgt spid="15"/>
                                        </p:tgtEl>
                                        <p:attrNameLst>
                                          <p:attrName>ppt_x</p:attrName>
                                          <p:attrName>ppt_y</p:attrName>
                                        </p:attrNameLst>
                                      </p:cBhvr>
                                    </p:animMotion>
                                    <p:animEffect transition="in" filter="fade">
                                      <p:cBhvr>
                                        <p:cTn id="46" dur="500"/>
                                        <p:tgtEl>
                                          <p:spTgt spid="15"/>
                                        </p:tgtEl>
                                      </p:cBhvr>
                                    </p:animEffect>
                                  </p:childTnLst>
                                </p:cTn>
                              </p:par>
                            </p:childTnLst>
                          </p:cTn>
                        </p:par>
                        <p:par>
                          <p:cTn id="47" fill="hold" nodeType="afterGroup">
                            <p:stCondLst>
                              <p:cond delay="3000"/>
                            </p:stCondLst>
                            <p:childTnLst>
                              <p:par>
                                <p:cTn id="48" presetID="52" presetClass="entr" presetSubtype="0" fill="hold" nodeType="afterEffect">
                                  <p:stCondLst>
                                    <p:cond delay="0"/>
                                  </p:stCondLst>
                                  <p:childTnLst>
                                    <p:set>
                                      <p:cBhvr>
                                        <p:cTn id="49" dur="1" fill="hold">
                                          <p:stCondLst>
                                            <p:cond delay="0"/>
                                          </p:stCondLst>
                                        </p:cTn>
                                        <p:tgtEl>
                                          <p:spTgt spid="21"/>
                                        </p:tgtEl>
                                        <p:attrNameLst>
                                          <p:attrName>style.visibility</p:attrName>
                                        </p:attrNameLst>
                                      </p:cBhvr>
                                      <p:to>
                                        <p:strVal val="visible"/>
                                      </p:to>
                                    </p:set>
                                    <p:animScale>
                                      <p:cBhvr>
                                        <p:cTn id="50" dur="500" decel="50000" fill="hold">
                                          <p:stCondLst>
                                            <p:cond delay="0"/>
                                          </p:stCondLst>
                                        </p:cTn>
                                        <p:tgtEl>
                                          <p:spTgt spid="21"/>
                                        </p:tgtEl>
                                      </p:cBhvr>
                                      <p:from x="250000" y="250000"/>
                                      <p:to x="100000" y="100000"/>
                                    </p:animScale>
                                    <p:animMotion origin="layout" path="M -0.46736 0.92887 C -0.37517 0.88508 -0.02552 0.75279 0.0908 0.66613 C 0.20747 0.57948 0.21649 0.50394 0.23177 0.40825 C 0.24705 0.31256 0.22118 0.15964 0.18264 0.09152 C 0.1441 0.02341 0.03802 0 0 0" pathEditMode="relative" ptsTypes="">
                                      <p:cBhvr>
                                        <p:cTn id="51" dur="500" decel="50000" fill="hold">
                                          <p:stCondLst>
                                            <p:cond delay="0"/>
                                          </p:stCondLst>
                                        </p:cTn>
                                        <p:tgtEl>
                                          <p:spTgt spid="21"/>
                                        </p:tgtEl>
                                        <p:attrNameLst>
                                          <p:attrName>ppt_x</p:attrName>
                                          <p:attrName>ppt_y</p:attrName>
                                        </p:attrNameLst>
                                      </p:cBhvr>
                                    </p:animMotion>
                                    <p:animEffect transition="in" filter="fade">
                                      <p:cBhvr>
                                        <p:cTn id="52" dur="500"/>
                                        <p:tgtEl>
                                          <p:spTgt spid="21"/>
                                        </p:tgtEl>
                                      </p:cBhvr>
                                    </p:animEffect>
                                  </p:childTnLst>
                                </p:cTn>
                              </p:par>
                              <p:par>
                                <p:cTn id="53" presetID="42" presetClass="entr" presetSubtype="0" fill="hold" nodeType="withEffect">
                                  <p:stCondLst>
                                    <p:cond delay="20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1000"/>
                                        <p:tgtEl>
                                          <p:spTgt spid="28"/>
                                        </p:tgtEl>
                                      </p:cBhvr>
                                    </p:animEffect>
                                    <p:anim calcmode="lin" valueType="num">
                                      <p:cBhvr>
                                        <p:cTn id="56" dur="1000" fill="hold"/>
                                        <p:tgtEl>
                                          <p:spTgt spid="28"/>
                                        </p:tgtEl>
                                        <p:attrNameLst>
                                          <p:attrName>ppt_x</p:attrName>
                                        </p:attrNameLst>
                                      </p:cBhvr>
                                      <p:tavLst>
                                        <p:tav tm="0">
                                          <p:val>
                                            <p:strVal val="#ppt_x"/>
                                          </p:val>
                                        </p:tav>
                                        <p:tav tm="100000">
                                          <p:val>
                                            <p:strVal val="#ppt_x"/>
                                          </p:val>
                                        </p:tav>
                                      </p:tavLst>
                                    </p:anim>
                                    <p:anim calcmode="lin" valueType="num">
                                      <p:cBhvr>
                                        <p:cTn id="57" dur="1000" fill="hold"/>
                                        <p:tgtEl>
                                          <p:spTgt spid="28"/>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20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1000"/>
                                        <p:tgtEl>
                                          <p:spTgt spid="31"/>
                                        </p:tgtEl>
                                      </p:cBhvr>
                                    </p:animEffect>
                                    <p:anim calcmode="lin" valueType="num">
                                      <p:cBhvr>
                                        <p:cTn id="61" dur="1000" fill="hold"/>
                                        <p:tgtEl>
                                          <p:spTgt spid="31"/>
                                        </p:tgtEl>
                                        <p:attrNameLst>
                                          <p:attrName>ppt_x</p:attrName>
                                        </p:attrNameLst>
                                      </p:cBhvr>
                                      <p:tavLst>
                                        <p:tav tm="0">
                                          <p:val>
                                            <p:strVal val="#ppt_x"/>
                                          </p:val>
                                        </p:tav>
                                        <p:tav tm="100000">
                                          <p:val>
                                            <p:strVal val="#ppt_x"/>
                                          </p:val>
                                        </p:tav>
                                      </p:tavLst>
                                    </p:anim>
                                    <p:anim calcmode="lin" valueType="num">
                                      <p:cBhvr>
                                        <p:cTn id="62" dur="1000" fill="hold"/>
                                        <p:tgtEl>
                                          <p:spTgt spid="31"/>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20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1000"/>
                                        <p:tgtEl>
                                          <p:spTgt spid="34"/>
                                        </p:tgtEl>
                                      </p:cBhvr>
                                    </p:animEffect>
                                    <p:anim calcmode="lin" valueType="num">
                                      <p:cBhvr>
                                        <p:cTn id="66" dur="1000" fill="hold"/>
                                        <p:tgtEl>
                                          <p:spTgt spid="34"/>
                                        </p:tgtEl>
                                        <p:attrNameLst>
                                          <p:attrName>ppt_x</p:attrName>
                                        </p:attrNameLst>
                                      </p:cBhvr>
                                      <p:tavLst>
                                        <p:tav tm="0">
                                          <p:val>
                                            <p:strVal val="#ppt_x"/>
                                          </p:val>
                                        </p:tav>
                                        <p:tav tm="100000">
                                          <p:val>
                                            <p:strVal val="#ppt_x"/>
                                          </p:val>
                                        </p:tav>
                                      </p:tavLst>
                                    </p:anim>
                                    <p:anim calcmode="lin" valueType="num">
                                      <p:cBhvr>
                                        <p:cTn id="67" dur="1000" fill="hold"/>
                                        <p:tgtEl>
                                          <p:spTgt spid="34"/>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200"/>
                                  </p:stCondLst>
                                  <p:childTnLst>
                                    <p:set>
                                      <p:cBhvr>
                                        <p:cTn id="69" dur="1" fill="hold">
                                          <p:stCondLst>
                                            <p:cond delay="0"/>
                                          </p:stCondLst>
                                        </p:cTn>
                                        <p:tgtEl>
                                          <p:spTgt spid="37"/>
                                        </p:tgtEl>
                                        <p:attrNameLst>
                                          <p:attrName>style.visibility</p:attrName>
                                        </p:attrNameLst>
                                      </p:cBhvr>
                                      <p:to>
                                        <p:strVal val="visible"/>
                                      </p:to>
                                    </p:set>
                                    <p:animEffect transition="in" filter="fade">
                                      <p:cBhvr>
                                        <p:cTn id="70" dur="1000"/>
                                        <p:tgtEl>
                                          <p:spTgt spid="37"/>
                                        </p:tgtEl>
                                      </p:cBhvr>
                                    </p:animEffect>
                                    <p:anim calcmode="lin" valueType="num">
                                      <p:cBhvr>
                                        <p:cTn id="71" dur="1000" fill="hold"/>
                                        <p:tgtEl>
                                          <p:spTgt spid="37"/>
                                        </p:tgtEl>
                                        <p:attrNameLst>
                                          <p:attrName>ppt_x</p:attrName>
                                        </p:attrNameLst>
                                      </p:cBhvr>
                                      <p:tavLst>
                                        <p:tav tm="0">
                                          <p:val>
                                            <p:strVal val="#ppt_x"/>
                                          </p:val>
                                        </p:tav>
                                        <p:tav tm="100000">
                                          <p:val>
                                            <p:strVal val="#ppt_x"/>
                                          </p:val>
                                        </p:tav>
                                      </p:tavLst>
                                    </p:anim>
                                    <p:anim calcmode="lin" valueType="num">
                                      <p:cBhvr>
                                        <p:cTn id="72"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7B93D581-9770-4C3F-915B-676A72665F17}"/>
              </a:ext>
            </a:extLst>
          </p:cNvPr>
          <p:cNvGrpSpPr/>
          <p:nvPr/>
        </p:nvGrpSpPr>
        <p:grpSpPr>
          <a:xfrm>
            <a:off x="-1691710" y="-2304740"/>
            <a:ext cx="17955868" cy="13898750"/>
            <a:chOff x="-1691710" y="-2304740"/>
            <a:chExt cx="17955868" cy="13898750"/>
          </a:xfrm>
        </p:grpSpPr>
        <p:sp>
          <p:nvSpPr>
            <p:cNvPr id="16" name="Circle">
              <a:extLst>
                <a:ext uri="{FF2B5EF4-FFF2-40B4-BE49-F238E27FC236}">
                  <a16:creationId xmlns:a16="http://schemas.microsoft.com/office/drawing/2014/main" id="{687DDF13-D173-4AAC-9EAF-6FD57FE248CE}"/>
                </a:ext>
              </a:extLst>
            </p:cNvPr>
            <p:cNvSpPr/>
            <p:nvPr/>
          </p:nvSpPr>
          <p:spPr>
            <a:xfrm>
              <a:off x="4325223" y="-2304740"/>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7" name="Rectangle 19">
              <a:extLst>
                <a:ext uri="{FF2B5EF4-FFF2-40B4-BE49-F238E27FC236}">
                  <a16:creationId xmlns:a16="http://schemas.microsoft.com/office/drawing/2014/main" id="{A71D6A77-0F6F-42B0-AF0A-24F544C4E0E0}"/>
                </a:ext>
              </a:extLst>
            </p:cNvPr>
            <p:cNvSpPr/>
            <p:nvPr/>
          </p:nvSpPr>
          <p:spPr>
            <a:xfrm>
              <a:off x="4152214" y="175783"/>
              <a:ext cx="3995676" cy="469633"/>
            </a:xfrm>
            <a:prstGeom prst="rect">
              <a:avLst/>
            </a:prstGeom>
          </p:spPr>
          <p:txBody>
            <a:bodyPr wrap="none" lIns="0" tIns="0" rIns="0" bIns="0">
              <a:noAutofit/>
            </a:bodyPr>
            <a:lstStyle/>
            <a:p>
              <a:pPr algn="ctr"/>
              <a:r>
                <a:rPr lang="zh-CN" altLang="en-US" sz="2000" b="1" spc="1200">
                  <a:solidFill>
                    <a:schemeClr val="bg1"/>
                  </a:solidFill>
                  <a:cs typeface="+mn-ea"/>
                  <a:sym typeface="+mn-lt"/>
                </a:rPr>
                <a:t>输入你的标题</a:t>
              </a:r>
            </a:p>
          </p:txBody>
        </p:sp>
        <p:sp>
          <p:nvSpPr>
            <p:cNvPr id="18" name="Circle">
              <a:extLst>
                <a:ext uri="{FF2B5EF4-FFF2-40B4-BE49-F238E27FC236}">
                  <a16:creationId xmlns:a16="http://schemas.microsoft.com/office/drawing/2014/main" id="{B902650D-4886-4CDF-A869-C2F0AC46A5AA}"/>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19" name="Circle">
              <a:extLst>
                <a:ext uri="{FF2B5EF4-FFF2-40B4-BE49-F238E27FC236}">
                  <a16:creationId xmlns:a16="http://schemas.microsoft.com/office/drawing/2014/main" id="{AC0F0029-9634-472C-96D7-C63AD99919DE}"/>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20" name="Circle">
              <a:extLst>
                <a:ext uri="{FF2B5EF4-FFF2-40B4-BE49-F238E27FC236}">
                  <a16:creationId xmlns:a16="http://schemas.microsoft.com/office/drawing/2014/main" id="{3F631F1C-4E81-46EC-A900-8937DECA9049}"/>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sp>
        <p:nvSpPr>
          <p:cNvPr id="2" name="燕尾形 12">
            <a:extLst>
              <a:ext uri="{FF2B5EF4-FFF2-40B4-BE49-F238E27FC236}">
                <a16:creationId xmlns:a16="http://schemas.microsoft.com/office/drawing/2014/main" id="{DFD433F9-BFB7-42CC-A721-063A57B6CAA0}"/>
              </a:ext>
            </a:extLst>
          </p:cNvPr>
          <p:cNvSpPr>
            <a:spLocks noChangeArrowheads="1"/>
          </p:cNvSpPr>
          <p:nvPr/>
        </p:nvSpPr>
        <p:spPr bwMode="auto">
          <a:xfrm>
            <a:off x="4052306" y="2204768"/>
            <a:ext cx="2163462" cy="807192"/>
          </a:xfrm>
          <a:prstGeom prst="chevron">
            <a:avLst>
              <a:gd name="adj" fmla="val 38367"/>
            </a:avLst>
          </a:prstGeom>
          <a:gradFill>
            <a:gsLst>
              <a:gs pos="0">
                <a:schemeClr val="accent1"/>
              </a:gs>
              <a:gs pos="100000">
                <a:schemeClr val="accent2"/>
              </a:gs>
            </a:gsLst>
            <a:lin ang="18900000" scaled="0"/>
          </a:gradFill>
          <a:ln w="12700" cap="flat" cmpd="sng" algn="ctr">
            <a:noFill/>
            <a:prstDash val="solid"/>
            <a:miter lim="800000"/>
          </a:ln>
          <a:effectLst/>
        </p:spPr>
        <p:txBody>
          <a:bodyPr rtlCol="0" anchor="ctr"/>
          <a:lstStyle/>
          <a:p>
            <a:pPr algn="ctr" defTabSz="901065">
              <a:defRPr/>
            </a:pPr>
            <a:r>
              <a:rPr lang="en-US" altLang="zh-CN" sz="1575" b="1" kern="0">
                <a:solidFill>
                  <a:prstClr val="white"/>
                </a:solidFill>
                <a:cs typeface="+mn-ea"/>
                <a:sym typeface="+mn-lt"/>
              </a:rPr>
              <a:t>STEP  01</a:t>
            </a:r>
            <a:endParaRPr lang="zh-CN" altLang="en-US" sz="1575" b="1" kern="0">
              <a:solidFill>
                <a:prstClr val="white"/>
              </a:solidFill>
              <a:cs typeface="+mn-ea"/>
              <a:sym typeface="+mn-lt"/>
            </a:endParaRPr>
          </a:p>
        </p:txBody>
      </p:sp>
      <p:cxnSp>
        <p:nvCxnSpPr>
          <p:cNvPr id="3" name="直接连接符 16">
            <a:extLst>
              <a:ext uri="{FF2B5EF4-FFF2-40B4-BE49-F238E27FC236}">
                <a16:creationId xmlns:a16="http://schemas.microsoft.com/office/drawing/2014/main" id="{FC40FDD7-A17B-4FF5-A588-91A6D1E76900}"/>
              </a:ext>
            </a:extLst>
          </p:cNvPr>
          <p:cNvCxnSpPr>
            <a:cxnSpLocks noChangeShapeType="1"/>
          </p:cNvCxnSpPr>
          <p:nvPr/>
        </p:nvCxnSpPr>
        <p:spPr bwMode="auto">
          <a:xfrm flipH="1">
            <a:off x="5134036" y="3049503"/>
            <a:ext cx="0" cy="355102"/>
          </a:xfrm>
          <a:prstGeom prst="line">
            <a:avLst/>
          </a:prstGeom>
          <a:noFill/>
          <a:ln w="12700" cap="flat" cmpd="sng" algn="ctr">
            <a:solidFill>
              <a:schemeClr val="bg1">
                <a:lumMod val="85000"/>
              </a:schemeClr>
            </a:solidFill>
            <a:prstDash val="solid"/>
            <a:miter lim="800000"/>
            <a:tailEnd type="oval"/>
          </a:ln>
          <a:effectLst/>
        </p:spPr>
      </p:cxnSp>
      <p:sp>
        <p:nvSpPr>
          <p:cNvPr id="4" name="燕尾形 14">
            <a:extLst>
              <a:ext uri="{FF2B5EF4-FFF2-40B4-BE49-F238E27FC236}">
                <a16:creationId xmlns:a16="http://schemas.microsoft.com/office/drawing/2014/main" id="{F1F00324-F40E-403E-89D0-E1D3CAECB061}"/>
              </a:ext>
            </a:extLst>
          </p:cNvPr>
          <p:cNvSpPr>
            <a:spLocks noChangeArrowheads="1"/>
          </p:cNvSpPr>
          <p:nvPr/>
        </p:nvSpPr>
        <p:spPr bwMode="auto">
          <a:xfrm>
            <a:off x="9207084" y="2204768"/>
            <a:ext cx="2163461" cy="807192"/>
          </a:xfrm>
          <a:prstGeom prst="chevron">
            <a:avLst>
              <a:gd name="adj" fmla="val 38367"/>
            </a:avLst>
          </a:prstGeom>
          <a:gradFill>
            <a:gsLst>
              <a:gs pos="0">
                <a:schemeClr val="accent1"/>
              </a:gs>
              <a:gs pos="100000">
                <a:schemeClr val="accent2"/>
              </a:gs>
            </a:gsLst>
            <a:lin ang="18900000" scaled="0"/>
          </a:gradFill>
          <a:ln w="12700" cap="flat" cmpd="sng" algn="ctr">
            <a:noFill/>
            <a:prstDash val="solid"/>
            <a:miter lim="800000"/>
          </a:ln>
          <a:effectLst/>
        </p:spPr>
        <p:txBody>
          <a:bodyPr rtlCol="0" anchor="ctr"/>
          <a:lstStyle/>
          <a:p>
            <a:pPr algn="ctr" defTabSz="901065">
              <a:defRPr/>
            </a:pPr>
            <a:r>
              <a:rPr lang="en-US" altLang="zh-CN" sz="1575" b="1" kern="0">
                <a:solidFill>
                  <a:prstClr val="white"/>
                </a:solidFill>
                <a:cs typeface="+mn-ea"/>
                <a:sym typeface="+mn-lt"/>
              </a:rPr>
              <a:t>STEP  03</a:t>
            </a:r>
            <a:endParaRPr lang="zh-CN" altLang="en-US" sz="1575" b="1" kern="0">
              <a:solidFill>
                <a:prstClr val="white"/>
              </a:solidFill>
              <a:cs typeface="+mn-ea"/>
              <a:sym typeface="+mn-lt"/>
            </a:endParaRPr>
          </a:p>
        </p:txBody>
      </p:sp>
      <p:sp>
        <p:nvSpPr>
          <p:cNvPr id="5" name="燕尾形 13">
            <a:extLst>
              <a:ext uri="{FF2B5EF4-FFF2-40B4-BE49-F238E27FC236}">
                <a16:creationId xmlns:a16="http://schemas.microsoft.com/office/drawing/2014/main" id="{84448C8C-F24C-4755-A6B6-9684DF8CB0BB}"/>
              </a:ext>
            </a:extLst>
          </p:cNvPr>
          <p:cNvSpPr>
            <a:spLocks noChangeArrowheads="1"/>
          </p:cNvSpPr>
          <p:nvPr/>
        </p:nvSpPr>
        <p:spPr bwMode="auto">
          <a:xfrm>
            <a:off x="6629696" y="2204768"/>
            <a:ext cx="2163462" cy="807192"/>
          </a:xfrm>
          <a:prstGeom prst="chevron">
            <a:avLst>
              <a:gd name="adj" fmla="val 38367"/>
            </a:avLst>
          </a:prstGeom>
          <a:gradFill>
            <a:gsLst>
              <a:gs pos="0">
                <a:schemeClr val="accent1"/>
              </a:gs>
              <a:gs pos="100000">
                <a:schemeClr val="accent2"/>
              </a:gs>
            </a:gsLst>
            <a:lin ang="18900000" scaled="0"/>
          </a:gradFill>
          <a:ln w="12700" cap="flat" cmpd="sng" algn="ctr">
            <a:noFill/>
            <a:prstDash val="solid"/>
            <a:miter lim="800000"/>
          </a:ln>
          <a:effectLst/>
        </p:spPr>
        <p:txBody>
          <a:bodyPr rtlCol="0" anchor="ctr"/>
          <a:lstStyle/>
          <a:p>
            <a:pPr algn="ctr" defTabSz="901065">
              <a:defRPr/>
            </a:pPr>
            <a:r>
              <a:rPr lang="en-US" altLang="zh-CN" sz="1575" b="1" kern="0">
                <a:solidFill>
                  <a:prstClr val="white"/>
                </a:solidFill>
                <a:cs typeface="+mn-ea"/>
                <a:sym typeface="+mn-lt"/>
              </a:rPr>
              <a:t>STEP  02</a:t>
            </a:r>
            <a:endParaRPr lang="zh-CN" altLang="en-US" sz="1575" b="1" kern="0">
              <a:solidFill>
                <a:prstClr val="white"/>
              </a:solidFill>
              <a:cs typeface="+mn-ea"/>
              <a:sym typeface="+mn-lt"/>
            </a:endParaRPr>
          </a:p>
        </p:txBody>
      </p:sp>
      <p:cxnSp>
        <p:nvCxnSpPr>
          <p:cNvPr id="6" name="直接连接符 16">
            <a:extLst>
              <a:ext uri="{FF2B5EF4-FFF2-40B4-BE49-F238E27FC236}">
                <a16:creationId xmlns:a16="http://schemas.microsoft.com/office/drawing/2014/main" id="{164D294D-9C23-4130-B2ED-6E3B56CE1B43}"/>
              </a:ext>
            </a:extLst>
          </p:cNvPr>
          <p:cNvCxnSpPr>
            <a:cxnSpLocks noChangeShapeType="1"/>
          </p:cNvCxnSpPr>
          <p:nvPr/>
        </p:nvCxnSpPr>
        <p:spPr bwMode="auto">
          <a:xfrm flipH="1">
            <a:off x="7675530" y="3049503"/>
            <a:ext cx="0" cy="355102"/>
          </a:xfrm>
          <a:prstGeom prst="line">
            <a:avLst/>
          </a:prstGeom>
          <a:noFill/>
          <a:ln w="12700" cap="flat" cmpd="sng" algn="ctr">
            <a:solidFill>
              <a:schemeClr val="bg1">
                <a:lumMod val="85000"/>
              </a:schemeClr>
            </a:solidFill>
            <a:prstDash val="solid"/>
            <a:miter lim="800000"/>
            <a:tailEnd type="oval"/>
          </a:ln>
          <a:effectLst/>
        </p:spPr>
      </p:cxnSp>
      <p:cxnSp>
        <p:nvCxnSpPr>
          <p:cNvPr id="7" name="直接连接符 16">
            <a:extLst>
              <a:ext uri="{FF2B5EF4-FFF2-40B4-BE49-F238E27FC236}">
                <a16:creationId xmlns:a16="http://schemas.microsoft.com/office/drawing/2014/main" id="{0E8BC7C9-C9AA-4B53-8612-6ADB6298FB6D}"/>
              </a:ext>
            </a:extLst>
          </p:cNvPr>
          <p:cNvCxnSpPr>
            <a:cxnSpLocks noChangeShapeType="1"/>
          </p:cNvCxnSpPr>
          <p:nvPr/>
        </p:nvCxnSpPr>
        <p:spPr bwMode="auto">
          <a:xfrm flipH="1">
            <a:off x="10230471" y="3049503"/>
            <a:ext cx="0" cy="355102"/>
          </a:xfrm>
          <a:prstGeom prst="line">
            <a:avLst/>
          </a:prstGeom>
          <a:noFill/>
          <a:ln w="12700" cap="flat" cmpd="sng" algn="ctr">
            <a:solidFill>
              <a:schemeClr val="bg1">
                <a:lumMod val="85000"/>
              </a:schemeClr>
            </a:solidFill>
            <a:prstDash val="solid"/>
            <a:miter lim="800000"/>
            <a:tailEnd type="oval"/>
          </a:ln>
          <a:effectLst/>
        </p:spPr>
      </p:cxnSp>
      <p:sp>
        <p:nvSpPr>
          <p:cNvPr id="8" name="PA-文本框 6">
            <a:extLst>
              <a:ext uri="{FF2B5EF4-FFF2-40B4-BE49-F238E27FC236}">
                <a16:creationId xmlns:a16="http://schemas.microsoft.com/office/drawing/2014/main" id="{40D65A2B-68EA-4C01-A88D-ED830BAF2930}"/>
              </a:ext>
            </a:extLst>
          </p:cNvPr>
          <p:cNvSpPr txBox="1"/>
          <p:nvPr>
            <p:custDataLst>
              <p:tags r:id="R78f97037da7b4935"/>
            </p:custDataLst>
          </p:nvPr>
        </p:nvSpPr>
        <p:spPr>
          <a:xfrm>
            <a:off x="4202475" y="3968156"/>
            <a:ext cx="1883528" cy="584775"/>
          </a:xfrm>
          <a:prstGeom prst="rect">
            <a:avLst/>
          </a:prstGeom>
          <a:noFill/>
        </p:spPr>
        <p:txBody>
          <a:bodyPr wrap="square" rtlCol="0">
            <a:spAutoFit/>
          </a:bodyPr>
          <a:lstStyle/>
          <a:p>
            <a:pPr algn="ctr"/>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a:p>
            <a:pPr algn="ctr"/>
            <a:r>
              <a:rPr lang="en-US" sz="1600" b="1">
                <a:solidFill>
                  <a:schemeClr val="tx1">
                    <a:lumMod val="75000"/>
                    <a:lumOff val="25000"/>
                  </a:schemeClr>
                </a:solidFill>
                <a:cs typeface="+mn-ea"/>
                <a:sym typeface="+mn-lt"/>
              </a:rPr>
              <a:t>Our Company</a:t>
            </a:r>
          </a:p>
        </p:txBody>
      </p:sp>
      <p:sp>
        <p:nvSpPr>
          <p:cNvPr id="9" name="PA-文本框 9">
            <a:extLst>
              <a:ext uri="{FF2B5EF4-FFF2-40B4-BE49-F238E27FC236}">
                <a16:creationId xmlns:a16="http://schemas.microsoft.com/office/drawing/2014/main" id="{0C72D45A-44FF-48B2-8D2C-8CFC35BB5781}"/>
              </a:ext>
            </a:extLst>
          </p:cNvPr>
          <p:cNvSpPr txBox="1"/>
          <p:nvPr>
            <p:custDataLst>
              <p:tags r:id="Rcfddb40092fc40a7"/>
            </p:custDataLst>
          </p:nvPr>
        </p:nvSpPr>
        <p:spPr>
          <a:xfrm>
            <a:off x="4052306" y="4552931"/>
            <a:ext cx="2183867" cy="1052596"/>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a:solidFill>
                  <a:schemeClr val="bg1">
                    <a:lumMod val="65000"/>
                  </a:schemeClr>
                </a:solidFill>
                <a:latin typeface="+mn-lt"/>
                <a:ea typeface="+mn-ea"/>
                <a:cs typeface="+mn-ea"/>
                <a:sym typeface="+mn-lt"/>
              </a:rPr>
              <a:t>您的内容打在这里，或者通过复制您的文本后，在此框中选择粘贴，在此框中选择粘贴，并选择只保留文字。</a:t>
            </a:r>
          </a:p>
        </p:txBody>
      </p:sp>
      <p:sp>
        <p:nvSpPr>
          <p:cNvPr id="10" name="PA-文本框 6">
            <a:extLst>
              <a:ext uri="{FF2B5EF4-FFF2-40B4-BE49-F238E27FC236}">
                <a16:creationId xmlns:a16="http://schemas.microsoft.com/office/drawing/2014/main" id="{80A384FD-EB88-4109-91B2-CC9E68A6ACA0}"/>
              </a:ext>
            </a:extLst>
          </p:cNvPr>
          <p:cNvSpPr txBox="1"/>
          <p:nvPr>
            <p:custDataLst>
              <p:tags r:id="R236d8d337633448c"/>
            </p:custDataLst>
          </p:nvPr>
        </p:nvSpPr>
        <p:spPr>
          <a:xfrm>
            <a:off x="6733765" y="3968156"/>
            <a:ext cx="1883528" cy="584775"/>
          </a:xfrm>
          <a:prstGeom prst="rect">
            <a:avLst/>
          </a:prstGeom>
          <a:noFill/>
        </p:spPr>
        <p:txBody>
          <a:bodyPr wrap="square" rtlCol="0">
            <a:spAutoFit/>
          </a:bodyPr>
          <a:lstStyle/>
          <a:p>
            <a:pPr algn="ctr"/>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a:p>
            <a:pPr algn="ctr"/>
            <a:r>
              <a:rPr lang="en-US" sz="1600" b="1">
                <a:solidFill>
                  <a:schemeClr val="tx1">
                    <a:lumMod val="75000"/>
                    <a:lumOff val="25000"/>
                  </a:schemeClr>
                </a:solidFill>
                <a:cs typeface="+mn-ea"/>
                <a:sym typeface="+mn-lt"/>
              </a:rPr>
              <a:t>Our Company</a:t>
            </a:r>
          </a:p>
        </p:txBody>
      </p:sp>
      <p:sp>
        <p:nvSpPr>
          <p:cNvPr id="11" name="PA-文本框 9">
            <a:extLst>
              <a:ext uri="{FF2B5EF4-FFF2-40B4-BE49-F238E27FC236}">
                <a16:creationId xmlns:a16="http://schemas.microsoft.com/office/drawing/2014/main" id="{6C7C2852-27C7-4B3F-8573-BF091520E2D2}"/>
              </a:ext>
            </a:extLst>
          </p:cNvPr>
          <p:cNvSpPr txBox="1"/>
          <p:nvPr>
            <p:custDataLst>
              <p:tags r:id="R26a8d310328643a0"/>
            </p:custDataLst>
          </p:nvPr>
        </p:nvSpPr>
        <p:spPr>
          <a:xfrm>
            <a:off x="6583596" y="4552931"/>
            <a:ext cx="2183867" cy="1052596"/>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a:solidFill>
                  <a:schemeClr val="bg1">
                    <a:lumMod val="65000"/>
                  </a:schemeClr>
                </a:solidFill>
                <a:latin typeface="+mn-lt"/>
                <a:ea typeface="+mn-ea"/>
                <a:cs typeface="+mn-ea"/>
                <a:sym typeface="+mn-lt"/>
              </a:rPr>
              <a:t>您的内容打在这里，或者通过复制您的文本后，在此框中选择粘贴，在此框中选择粘贴，并选择只保留文字。</a:t>
            </a:r>
          </a:p>
        </p:txBody>
      </p:sp>
      <p:sp>
        <p:nvSpPr>
          <p:cNvPr id="12" name="PA-文本框 6">
            <a:extLst>
              <a:ext uri="{FF2B5EF4-FFF2-40B4-BE49-F238E27FC236}">
                <a16:creationId xmlns:a16="http://schemas.microsoft.com/office/drawing/2014/main" id="{F37E5E99-14D0-41A2-8FBB-576ED5814F9B}"/>
              </a:ext>
            </a:extLst>
          </p:cNvPr>
          <p:cNvSpPr txBox="1"/>
          <p:nvPr>
            <p:custDataLst>
              <p:tags r:id="R80601f152870459b"/>
            </p:custDataLst>
          </p:nvPr>
        </p:nvSpPr>
        <p:spPr>
          <a:xfrm>
            <a:off x="9288706" y="3968156"/>
            <a:ext cx="1883528" cy="584775"/>
          </a:xfrm>
          <a:prstGeom prst="rect">
            <a:avLst/>
          </a:prstGeom>
          <a:noFill/>
        </p:spPr>
        <p:txBody>
          <a:bodyPr wrap="square" rtlCol="0">
            <a:spAutoFit/>
          </a:bodyPr>
          <a:lstStyle/>
          <a:p>
            <a:pPr algn="ctr"/>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a:p>
            <a:pPr algn="ctr"/>
            <a:r>
              <a:rPr lang="en-US" sz="1600" b="1">
                <a:solidFill>
                  <a:schemeClr val="tx1">
                    <a:lumMod val="75000"/>
                    <a:lumOff val="25000"/>
                  </a:schemeClr>
                </a:solidFill>
                <a:cs typeface="+mn-ea"/>
                <a:sym typeface="+mn-lt"/>
              </a:rPr>
              <a:t>Our Company</a:t>
            </a:r>
          </a:p>
        </p:txBody>
      </p:sp>
      <p:sp>
        <p:nvSpPr>
          <p:cNvPr id="13" name="PA-文本框 9">
            <a:extLst>
              <a:ext uri="{FF2B5EF4-FFF2-40B4-BE49-F238E27FC236}">
                <a16:creationId xmlns:a16="http://schemas.microsoft.com/office/drawing/2014/main" id="{7F7BAEF9-E46B-42BE-A1F7-0D6A029628C7}"/>
              </a:ext>
            </a:extLst>
          </p:cNvPr>
          <p:cNvSpPr txBox="1"/>
          <p:nvPr>
            <p:custDataLst>
              <p:tags r:id="R400d0f1566d14619"/>
            </p:custDataLst>
          </p:nvPr>
        </p:nvSpPr>
        <p:spPr>
          <a:xfrm>
            <a:off x="9138537" y="4552931"/>
            <a:ext cx="2183867" cy="1052596"/>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a:solidFill>
                  <a:schemeClr val="bg1">
                    <a:lumMod val="65000"/>
                  </a:schemeClr>
                </a:solidFill>
                <a:latin typeface="+mn-lt"/>
                <a:ea typeface="+mn-ea"/>
                <a:cs typeface="+mn-ea"/>
                <a:sym typeface="+mn-lt"/>
              </a:rPr>
              <a:t>您的内容打在这里，或者通过复制您的文本后，在此框中选择粘贴，在此框中选择粘贴，并选择只保留文字。</a:t>
            </a:r>
          </a:p>
        </p:txBody>
      </p:sp>
      <p:graphicFrame>
        <p:nvGraphicFramePr>
          <p:cNvPr id="14" name="图表 13">
            <a:extLst>
              <a:ext uri="{FF2B5EF4-FFF2-40B4-BE49-F238E27FC236}">
                <a16:creationId xmlns:a16="http://schemas.microsoft.com/office/drawing/2014/main" id="{741654F5-FD83-4498-8D63-FA4C8B435096}"/>
              </a:ext>
            </a:extLst>
          </p:cNvPr>
          <p:cNvGraphicFramePr/>
          <p:nvPr/>
        </p:nvGraphicFramePr>
        <p:xfrm>
          <a:off x="439808" y="2204768"/>
          <a:ext cx="3377340" cy="3332482"/>
        </p:xfrm>
        <a:graphic>
          <a:graphicData uri="http://schemas.openxmlformats.org/drawingml/2006/chart">
            <c:chart xmlns:c="http://schemas.openxmlformats.org/drawingml/2006/chart" xmlns:r="http://schemas.openxmlformats.org/officeDocument/2006/relationships" r:id="R66230115f1bc49c6"/>
          </a:graphicData>
        </a:graphic>
      </p:graphicFrame>
    </p:spTree>
    <p:extLst>
      <p:ext uri="{BB962C8B-B14F-4D97-AF65-F5344CB8AC3E}">
        <p14:creationId xmlns:p14="http://schemas.microsoft.com/office/powerpoint/2010/main" val="22087778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c="http://schemas.openxmlformats.org/drawingml/2006/chart"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after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after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1000"/>
                                        <p:tgtEl>
                                          <p:spTgt spid="7"/>
                                        </p:tgtEl>
                                      </p:cBhvr>
                                    </p:animEffect>
                                    <p:anim calcmode="lin" valueType="num">
                                      <p:cBhvr>
                                        <p:cTn id="37" dur="1000" fill="hold"/>
                                        <p:tgtEl>
                                          <p:spTgt spid="7"/>
                                        </p:tgtEl>
                                        <p:attrNameLst>
                                          <p:attrName>ppt_x</p:attrName>
                                        </p:attrNameLst>
                                      </p:cBhvr>
                                      <p:tavLst>
                                        <p:tav tm="0">
                                          <p:val>
                                            <p:strVal val="#ppt_x"/>
                                          </p:val>
                                        </p:tav>
                                        <p:tav tm="100000">
                                          <p:val>
                                            <p:strVal val="#ppt_x"/>
                                          </p:val>
                                        </p:tav>
                                      </p:tavLst>
                                    </p:anim>
                                    <p:anim calcmode="lin" valueType="num">
                                      <p:cBhvr>
                                        <p:cTn id="38" dur="1000" fill="hold"/>
                                        <p:tgtEl>
                                          <p:spTgt spid="7"/>
                                        </p:tgtEl>
                                        <p:attrNameLst>
                                          <p:attrName>ppt_y</p:attrName>
                                        </p:attrNameLst>
                                      </p:cBhvr>
                                      <p:tavLst>
                                        <p:tav tm="0">
                                          <p:val>
                                            <p:strVal val="#ppt_y+.1"/>
                                          </p:val>
                                        </p:tav>
                                        <p:tav tm="100000">
                                          <p:val>
                                            <p:strVal val="#ppt_y"/>
                                          </p:val>
                                        </p:tav>
                                      </p:tavLst>
                                    </p:anim>
                                  </p:childTnLst>
                                </p:cTn>
                              </p:par>
                              <p:par>
                                <p:cTn id="39" presetID="10" presetClass="entr" presetSubtype="0" fill="hold" grpId="0" nodeType="withEffect">
                                  <p:stCondLst>
                                    <p:cond delay="70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1000"/>
                                        <p:tgtEl>
                                          <p:spTgt spid="8"/>
                                        </p:tgtEl>
                                      </p:cBhvr>
                                    </p:animEffect>
                                  </p:childTnLst>
                                </p:cTn>
                              </p:par>
                              <p:par>
                                <p:cTn id="42" presetID="42" presetClass="path" presetSubtype="0" accel="50000" decel="50000" fill="hold" grpId="1" nodeType="withEffect">
                                  <p:stCondLst>
                                    <p:cond delay="700"/>
                                  </p:stCondLst>
                                  <p:childTnLst>
                                    <p:animMotion origin="layout" path="M 0.03555 -0.04584 L 5E-06 0.00023" pathEditMode="relative" rAng="0" ptsTypes="AA">
                                      <p:cBhvr>
                                        <p:cTn id="43" dur="1000" fill="hold"/>
                                        <p:tgtEl>
                                          <p:spTgt spid="8"/>
                                        </p:tgtEl>
                                        <p:attrNameLst>
                                          <p:attrName>ppt_x</p:attrName>
                                          <p:attrName>ppt_y</p:attrName>
                                        </p:attrNameLst>
                                      </p:cBhvr>
                                      <p:rCtr x="-1784" y="2292"/>
                                    </p:animMotion>
                                  </p:childTnLst>
                                </p:cTn>
                              </p:par>
                              <p:par>
                                <p:cTn id="44" presetID="16" presetClass="entr" presetSubtype="37" fill="hold" grpId="0" nodeType="withEffect">
                                  <p:stCondLst>
                                    <p:cond delay="1600"/>
                                  </p:stCondLst>
                                  <p:childTnLst>
                                    <p:set>
                                      <p:cBhvr>
                                        <p:cTn id="45" dur="1" fill="hold">
                                          <p:stCondLst>
                                            <p:cond delay="0"/>
                                          </p:stCondLst>
                                        </p:cTn>
                                        <p:tgtEl>
                                          <p:spTgt spid="9"/>
                                        </p:tgtEl>
                                        <p:attrNameLst>
                                          <p:attrName>style.visibility</p:attrName>
                                        </p:attrNameLst>
                                      </p:cBhvr>
                                      <p:to>
                                        <p:strVal val="visible"/>
                                      </p:to>
                                    </p:set>
                                    <p:animEffect transition="in" filter="barn(outVertical)">
                                      <p:cBhvr>
                                        <p:cTn id="46" dur="500"/>
                                        <p:tgtEl>
                                          <p:spTgt spid="9"/>
                                        </p:tgtEl>
                                      </p:cBhvr>
                                    </p:animEffect>
                                  </p:childTnLst>
                                </p:cTn>
                              </p:par>
                              <p:par>
                                <p:cTn id="47" presetID="10" presetClass="entr" presetSubtype="0" fill="hold" grpId="0" nodeType="withEffect">
                                  <p:stCondLst>
                                    <p:cond delay="70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childTnLst>
                                </p:cTn>
                              </p:par>
                              <p:par>
                                <p:cTn id="50" presetID="42" presetClass="path" presetSubtype="0" accel="50000" decel="50000" fill="hold" grpId="1" nodeType="withEffect">
                                  <p:stCondLst>
                                    <p:cond delay="700"/>
                                  </p:stCondLst>
                                  <p:childTnLst>
                                    <p:animMotion origin="layout" path="M 0.03554 -0.04584 L 2.70833E-06 0.00023" pathEditMode="relative" rAng="0" ptsTypes="AA">
                                      <p:cBhvr>
                                        <p:cTn id="51" dur="1000" fill="hold"/>
                                        <p:tgtEl>
                                          <p:spTgt spid="10"/>
                                        </p:tgtEl>
                                        <p:attrNameLst>
                                          <p:attrName>ppt_x</p:attrName>
                                          <p:attrName>ppt_y</p:attrName>
                                        </p:attrNameLst>
                                      </p:cBhvr>
                                      <p:rCtr x="-1784" y="2292"/>
                                    </p:animMotion>
                                  </p:childTnLst>
                                </p:cTn>
                              </p:par>
                              <p:par>
                                <p:cTn id="52" presetID="16" presetClass="entr" presetSubtype="37" fill="hold" grpId="0" nodeType="withEffect">
                                  <p:stCondLst>
                                    <p:cond delay="1600"/>
                                  </p:stCondLst>
                                  <p:childTnLst>
                                    <p:set>
                                      <p:cBhvr>
                                        <p:cTn id="53" dur="1" fill="hold">
                                          <p:stCondLst>
                                            <p:cond delay="0"/>
                                          </p:stCondLst>
                                        </p:cTn>
                                        <p:tgtEl>
                                          <p:spTgt spid="11"/>
                                        </p:tgtEl>
                                        <p:attrNameLst>
                                          <p:attrName>style.visibility</p:attrName>
                                        </p:attrNameLst>
                                      </p:cBhvr>
                                      <p:to>
                                        <p:strVal val="visible"/>
                                      </p:to>
                                    </p:set>
                                    <p:animEffect transition="in" filter="barn(outVertical)">
                                      <p:cBhvr>
                                        <p:cTn id="54" dur="500"/>
                                        <p:tgtEl>
                                          <p:spTgt spid="11"/>
                                        </p:tgtEl>
                                      </p:cBhvr>
                                    </p:animEffect>
                                  </p:childTnLst>
                                </p:cTn>
                              </p:par>
                              <p:par>
                                <p:cTn id="55" presetID="10" presetClass="entr" presetSubtype="0" fill="hold" grpId="0" nodeType="withEffect">
                                  <p:stCondLst>
                                    <p:cond delay="70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childTnLst>
                                </p:cTn>
                              </p:par>
                              <p:par>
                                <p:cTn id="58" presetID="42" presetClass="path" presetSubtype="0" accel="50000" decel="50000" fill="hold" grpId="1" nodeType="withEffect">
                                  <p:stCondLst>
                                    <p:cond delay="700"/>
                                  </p:stCondLst>
                                  <p:childTnLst>
                                    <p:animMotion origin="layout" path="M 0.03555 -0.04584 L -2.5E-06 0.00023" pathEditMode="relative" rAng="0" ptsTypes="AA">
                                      <p:cBhvr>
                                        <p:cTn id="59" dur="1000" fill="hold"/>
                                        <p:tgtEl>
                                          <p:spTgt spid="12"/>
                                        </p:tgtEl>
                                        <p:attrNameLst>
                                          <p:attrName>ppt_x</p:attrName>
                                          <p:attrName>ppt_y</p:attrName>
                                        </p:attrNameLst>
                                      </p:cBhvr>
                                      <p:rCtr x="-1784" y="2292"/>
                                    </p:animMotion>
                                  </p:childTnLst>
                                </p:cTn>
                              </p:par>
                              <p:par>
                                <p:cTn id="60" presetID="16" presetClass="entr" presetSubtype="37" fill="hold" grpId="0" nodeType="withEffect">
                                  <p:stCondLst>
                                    <p:cond delay="1600"/>
                                  </p:stCondLst>
                                  <p:childTnLst>
                                    <p:set>
                                      <p:cBhvr>
                                        <p:cTn id="61" dur="1" fill="hold">
                                          <p:stCondLst>
                                            <p:cond delay="0"/>
                                          </p:stCondLst>
                                        </p:cTn>
                                        <p:tgtEl>
                                          <p:spTgt spid="13"/>
                                        </p:tgtEl>
                                        <p:attrNameLst>
                                          <p:attrName>style.visibility</p:attrName>
                                        </p:attrNameLst>
                                      </p:cBhvr>
                                      <p:to>
                                        <p:strVal val="visible"/>
                                      </p:to>
                                    </p:set>
                                    <p:animEffect transition="in" filter="barn(outVertical)">
                                      <p:cBhvr>
                                        <p:cTn id="6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 grpId="0" bldLvl="0" animBg="1"/>
      <p:bldP spid="5" grpId="0" bldLvl="0" animBg="1"/>
      <p:bldP spid="8" grpId="0"/>
      <p:bldP spid="8" grpId="1"/>
      <p:bldP spid="9" grpId="0"/>
      <p:bldP spid="10" grpId="0"/>
      <p:bldP spid="10" grpId="1"/>
      <p:bldP spid="11" grpId="0"/>
      <p:bldP spid="12" grpId="0"/>
      <p:bldP spid="12" grpId="1"/>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563EB48F-69FA-45BB-A6C3-E12FC1A04745}"/>
              </a:ext>
            </a:extLst>
          </p:cNvPr>
          <p:cNvGrpSpPr/>
          <p:nvPr/>
        </p:nvGrpSpPr>
        <p:grpSpPr>
          <a:xfrm>
            <a:off x="-1691710" y="-2304740"/>
            <a:ext cx="17955868" cy="13898750"/>
            <a:chOff x="-1691710" y="-2304740"/>
            <a:chExt cx="17955868" cy="13898750"/>
          </a:xfrm>
        </p:grpSpPr>
        <p:sp>
          <p:nvSpPr>
            <p:cNvPr id="17" name="Circle">
              <a:extLst>
                <a:ext uri="{FF2B5EF4-FFF2-40B4-BE49-F238E27FC236}">
                  <a16:creationId xmlns:a16="http://schemas.microsoft.com/office/drawing/2014/main" id="{D5C71F6C-D9CE-4DF0-811C-A57032F8C762}"/>
                </a:ext>
              </a:extLst>
            </p:cNvPr>
            <p:cNvSpPr/>
            <p:nvPr/>
          </p:nvSpPr>
          <p:spPr>
            <a:xfrm>
              <a:off x="4325223" y="-2304740"/>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8" name="Rectangle 19">
              <a:extLst>
                <a:ext uri="{FF2B5EF4-FFF2-40B4-BE49-F238E27FC236}">
                  <a16:creationId xmlns:a16="http://schemas.microsoft.com/office/drawing/2014/main" id="{96924D4E-E858-49AB-8403-FFB8899BD7EF}"/>
                </a:ext>
              </a:extLst>
            </p:cNvPr>
            <p:cNvSpPr/>
            <p:nvPr/>
          </p:nvSpPr>
          <p:spPr>
            <a:xfrm>
              <a:off x="4152214" y="175783"/>
              <a:ext cx="3995676" cy="469633"/>
            </a:xfrm>
            <a:prstGeom prst="rect">
              <a:avLst/>
            </a:prstGeom>
          </p:spPr>
          <p:txBody>
            <a:bodyPr wrap="none" lIns="0" tIns="0" rIns="0" bIns="0">
              <a:noAutofit/>
            </a:bodyPr>
            <a:lstStyle/>
            <a:p>
              <a:pPr algn="ctr"/>
              <a:r>
                <a:rPr lang="zh-CN" altLang="en-US" sz="2000" b="1" spc="1200">
                  <a:solidFill>
                    <a:schemeClr val="bg1"/>
                  </a:solidFill>
                  <a:cs typeface="+mn-ea"/>
                  <a:sym typeface="+mn-lt"/>
                </a:rPr>
                <a:t>输入你的标题</a:t>
              </a:r>
            </a:p>
          </p:txBody>
        </p:sp>
        <p:sp>
          <p:nvSpPr>
            <p:cNvPr id="19" name="Circle">
              <a:extLst>
                <a:ext uri="{FF2B5EF4-FFF2-40B4-BE49-F238E27FC236}">
                  <a16:creationId xmlns:a16="http://schemas.microsoft.com/office/drawing/2014/main" id="{4426D735-14F2-4EED-813C-309625E6BB0F}"/>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20" name="Circle">
              <a:extLst>
                <a:ext uri="{FF2B5EF4-FFF2-40B4-BE49-F238E27FC236}">
                  <a16:creationId xmlns:a16="http://schemas.microsoft.com/office/drawing/2014/main" id="{57AE1688-FA43-4C33-BE55-A19798DE2AAE}"/>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21" name="Circle">
              <a:extLst>
                <a:ext uri="{FF2B5EF4-FFF2-40B4-BE49-F238E27FC236}">
                  <a16:creationId xmlns:a16="http://schemas.microsoft.com/office/drawing/2014/main" id="{2831CBE8-BEA0-4ECB-8537-21929718FD3E}"/>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sp>
        <p:nvSpPr>
          <p:cNvPr id="2" name="PA-矩形 1">
            <a:extLst>
              <a:ext uri="{FF2B5EF4-FFF2-40B4-BE49-F238E27FC236}">
                <a16:creationId xmlns:a16="http://schemas.microsoft.com/office/drawing/2014/main" id="{CD35D4B4-6013-42CB-BE9F-9231E915A805}"/>
              </a:ext>
            </a:extLst>
          </p:cNvPr>
          <p:cNvSpPr/>
          <p:nvPr>
            <p:custDataLst>
              <p:tags r:id="R3a4ad203dd674bfb"/>
            </p:custDataLst>
          </p:nvPr>
        </p:nvSpPr>
        <p:spPr>
          <a:xfrm>
            <a:off x="1" y="1171575"/>
            <a:ext cx="3522848" cy="4587038"/>
          </a:xfrm>
          <a:prstGeom prst="rect">
            <a:avLst/>
          </a:prstGeom>
          <a:gradFill>
            <a:gsLst>
              <a:gs pos="0">
                <a:schemeClr val="accent1"/>
              </a:gs>
              <a:gs pos="100000">
                <a:schemeClr val="accent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PA-椭圆 3">
            <a:extLst>
              <a:ext uri="{FF2B5EF4-FFF2-40B4-BE49-F238E27FC236}">
                <a16:creationId xmlns:a16="http://schemas.microsoft.com/office/drawing/2014/main" id="{4BCAE49B-EC9B-4607-9A92-FC0E775E113D}"/>
              </a:ext>
            </a:extLst>
          </p:cNvPr>
          <p:cNvSpPr/>
          <p:nvPr>
            <p:custDataLst>
              <p:tags r:id="R48a53d1a85bb434e"/>
            </p:custDataLst>
          </p:nvPr>
        </p:nvSpPr>
        <p:spPr>
          <a:xfrm>
            <a:off x="1965357" y="1859308"/>
            <a:ext cx="3211572" cy="3211572"/>
          </a:xfrm>
          <a:prstGeom prst="ellipse">
            <a:avLst/>
          </a:prstGeom>
          <a:blipFill>
            <a:blip r:embed="Rfce32595e99d4b2f"/>
            <a:stretch>
              <a:fillRect l="-44289" r="-5867"/>
            </a:stretch>
          </a:blipFill>
          <a:ln>
            <a:noFill/>
          </a:ln>
          <a:effectLst>
            <a:outerShdw blurRad="381000" dist="292100" dir="5400000" sx="86000" sy="86000" algn="t" rotWithShape="0">
              <a:schemeClr val="bg1">
                <a:lumMod val="95000"/>
                <a:alpha val="56000"/>
              </a:schemeClr>
            </a:outerShdw>
            <a:softEdge rad="0"/>
          </a:effectLst>
        </p:spPr>
        <p:txBody>
          <a:bodyPr vert="horz" wrap="square" lIns="91440" tIns="45720" rIns="91440" bIns="45720" numCol="1" anchor="t" anchorCtr="0" compatLnSpc="1">
            <a:prstTxWarp prst="textNoShape">
              <a:avLst/>
            </a:prstTxWarp>
          </a:bodyPr>
          <a:lstStyle/>
          <a:p>
            <a:endParaRPr lang="zh-CN" altLang="en-US">
              <a:solidFill>
                <a:schemeClr val="tx1"/>
              </a:solidFill>
              <a:cs typeface="+mn-ea"/>
              <a:sym typeface="+mn-lt"/>
            </a:endParaRPr>
          </a:p>
        </p:txBody>
      </p:sp>
      <p:sp>
        <p:nvSpPr>
          <p:cNvPr id="4" name="PA-矩形 4">
            <a:extLst>
              <a:ext uri="{FF2B5EF4-FFF2-40B4-BE49-F238E27FC236}">
                <a16:creationId xmlns:a16="http://schemas.microsoft.com/office/drawing/2014/main" id="{F49BF95B-3709-43AC-A0FE-B58F69DB8198}"/>
              </a:ext>
            </a:extLst>
          </p:cNvPr>
          <p:cNvSpPr/>
          <p:nvPr>
            <p:custDataLst>
              <p:tags r:id="R6b0a33d8574f4b43"/>
            </p:custDataLst>
          </p:nvPr>
        </p:nvSpPr>
        <p:spPr>
          <a:xfrm>
            <a:off x="5931243" y="1402418"/>
            <a:ext cx="5242284" cy="646331"/>
          </a:xfrm>
          <a:prstGeom prst="rect">
            <a:avLst/>
          </a:prstGeom>
        </p:spPr>
        <p:txBody>
          <a:bodyPr wrap="square">
            <a:spAutoFit/>
          </a:bodyPr>
          <a:lstStyle/>
          <a:p>
            <a:pPr algn="ctr"/>
            <a:r>
              <a:rPr lang="zh-CN" altLang="en-US" sz="3600">
                <a:solidFill>
                  <a:schemeClr val="accent1"/>
                </a:solidFill>
                <a:cs typeface="+mn-ea"/>
                <a:sym typeface="+mn-lt"/>
              </a:rPr>
              <a:t>输入您的大标题</a:t>
            </a:r>
            <a:endParaRPr lang="zh-CN" altLang="en-US" sz="3600">
              <a:solidFill>
                <a:schemeClr val="tx1">
                  <a:lumMod val="75000"/>
                  <a:lumOff val="25000"/>
                </a:schemeClr>
              </a:solidFill>
              <a:cs typeface="+mn-ea"/>
              <a:sym typeface="+mn-lt"/>
            </a:endParaRPr>
          </a:p>
        </p:txBody>
      </p:sp>
      <p:sp>
        <p:nvSpPr>
          <p:cNvPr id="5" name="PA-文本框 9">
            <a:extLst>
              <a:ext uri="{FF2B5EF4-FFF2-40B4-BE49-F238E27FC236}">
                <a16:creationId xmlns:a16="http://schemas.microsoft.com/office/drawing/2014/main" id="{A9BE36D0-39CF-4EB6-8E96-B41C8FA4F77E}"/>
              </a:ext>
            </a:extLst>
          </p:cNvPr>
          <p:cNvSpPr txBox="1"/>
          <p:nvPr>
            <p:custDataLst>
              <p:tags r:id="Raaaa3ef62d7341ce"/>
            </p:custDataLst>
          </p:nvPr>
        </p:nvSpPr>
        <p:spPr>
          <a:xfrm>
            <a:off x="5952042" y="2275921"/>
            <a:ext cx="5200685" cy="1212640"/>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400">
                <a:solidFill>
                  <a:schemeClr val="bg1">
                    <a:lumMod val="65000"/>
                  </a:schemeClr>
                </a:solidFill>
                <a:latin typeface="+mn-lt"/>
                <a:ea typeface="+mn-ea"/>
                <a:cs typeface="+mn-ea"/>
                <a:sym typeface="+mn-lt"/>
              </a:rPr>
              <a:t>您的内容打在这里，或者通过复制您的文本后，在此框中选择粘贴，并选择只保留文字。在此录入上述图表的综合描述说明，在此录入上述图综合容表的打在这里，或者通过复制您的文本后，在此框中选择粘贴，并选择只保留文字。</a:t>
            </a:r>
          </a:p>
        </p:txBody>
      </p:sp>
      <p:sp>
        <p:nvSpPr>
          <p:cNvPr id="6" name="PA-任意多边形 32">
            <a:extLst>
              <a:ext uri="{FF2B5EF4-FFF2-40B4-BE49-F238E27FC236}">
                <a16:creationId xmlns:a16="http://schemas.microsoft.com/office/drawing/2014/main" id="{64B2AD1F-2FF9-4234-8432-13DA4B272D62}"/>
              </a:ext>
            </a:extLst>
          </p:cNvPr>
          <p:cNvSpPr>
            <a:spLocks noEditPoints="1"/>
          </p:cNvSpPr>
          <p:nvPr>
            <p:custDataLst>
              <p:tags r:id="R3b61a5c9d24a49fd"/>
            </p:custDataLst>
          </p:nvPr>
        </p:nvSpPr>
        <p:spPr bwMode="auto">
          <a:xfrm>
            <a:off x="6672322" y="4009425"/>
            <a:ext cx="774022" cy="632900"/>
          </a:xfrm>
          <a:custGeom>
            <a:avLst/>
            <a:gdLst/>
            <a:ahLst/>
            <a:cxnLst>
              <a:cxn ang="0">
                <a:pos x="254" y="0"/>
              </a:cxn>
              <a:cxn ang="0">
                <a:pos x="239" y="2"/>
              </a:cxn>
              <a:cxn ang="0">
                <a:pos x="210" y="15"/>
              </a:cxn>
              <a:cxn ang="0">
                <a:pos x="74" y="149"/>
              </a:cxn>
              <a:cxn ang="0">
                <a:pos x="69" y="154"/>
              </a:cxn>
              <a:cxn ang="0">
                <a:pos x="65" y="165"/>
              </a:cxn>
              <a:cxn ang="0">
                <a:pos x="65" y="178"/>
              </a:cxn>
              <a:cxn ang="0">
                <a:pos x="69" y="189"/>
              </a:cxn>
              <a:cxn ang="0">
                <a:pos x="167" y="288"/>
              </a:cxn>
              <a:cxn ang="0">
                <a:pos x="172" y="292"/>
              </a:cxn>
              <a:cxn ang="0">
                <a:pos x="183" y="297"/>
              </a:cxn>
              <a:cxn ang="0">
                <a:pos x="196" y="297"/>
              </a:cxn>
              <a:cxn ang="0">
                <a:pos x="208" y="292"/>
              </a:cxn>
              <a:cxn ang="0">
                <a:pos x="339" y="162"/>
              </a:cxn>
              <a:cxn ang="0">
                <a:pos x="348" y="151"/>
              </a:cxn>
              <a:cxn ang="0">
                <a:pos x="359" y="122"/>
              </a:cxn>
              <a:cxn ang="0">
                <a:pos x="361" y="33"/>
              </a:cxn>
              <a:cxn ang="0">
                <a:pos x="361" y="26"/>
              </a:cxn>
              <a:cxn ang="0">
                <a:pos x="355" y="15"/>
              </a:cxn>
              <a:cxn ang="0">
                <a:pos x="346" y="6"/>
              </a:cxn>
              <a:cxn ang="0">
                <a:pos x="335" y="2"/>
              </a:cxn>
              <a:cxn ang="0">
                <a:pos x="330" y="0"/>
              </a:cxn>
              <a:cxn ang="0">
                <a:pos x="286" y="107"/>
              </a:cxn>
              <a:cxn ang="0">
                <a:pos x="274" y="105"/>
              </a:cxn>
              <a:cxn ang="0">
                <a:pos x="263" y="98"/>
              </a:cxn>
              <a:cxn ang="0">
                <a:pos x="257" y="87"/>
              </a:cxn>
              <a:cxn ang="0">
                <a:pos x="254" y="74"/>
              </a:cxn>
              <a:cxn ang="0">
                <a:pos x="256" y="69"/>
              </a:cxn>
              <a:cxn ang="0">
                <a:pos x="259" y="58"/>
              </a:cxn>
              <a:cxn ang="0">
                <a:pos x="268" y="49"/>
              </a:cxn>
              <a:cxn ang="0">
                <a:pos x="279" y="44"/>
              </a:cxn>
              <a:cxn ang="0">
                <a:pos x="286" y="44"/>
              </a:cxn>
              <a:cxn ang="0">
                <a:pos x="299" y="45"/>
              </a:cxn>
              <a:cxn ang="0">
                <a:pos x="308" y="53"/>
              </a:cxn>
              <a:cxn ang="0">
                <a:pos x="315" y="64"/>
              </a:cxn>
              <a:cxn ang="0">
                <a:pos x="319" y="74"/>
              </a:cxn>
              <a:cxn ang="0">
                <a:pos x="317" y="82"/>
              </a:cxn>
              <a:cxn ang="0">
                <a:pos x="314" y="93"/>
              </a:cxn>
              <a:cxn ang="0">
                <a:pos x="304" y="102"/>
              </a:cxn>
              <a:cxn ang="0">
                <a:pos x="292" y="107"/>
              </a:cxn>
              <a:cxn ang="0">
                <a:pos x="286" y="107"/>
              </a:cxn>
              <a:cxn ang="0">
                <a:pos x="141" y="294"/>
              </a:cxn>
              <a:cxn ang="0">
                <a:pos x="130" y="297"/>
              </a:cxn>
              <a:cxn ang="0">
                <a:pos x="112" y="294"/>
              </a:cxn>
              <a:cxn ang="0">
                <a:pos x="9" y="194"/>
              </a:cxn>
              <a:cxn ang="0">
                <a:pos x="5" y="189"/>
              </a:cxn>
              <a:cxn ang="0">
                <a:pos x="0" y="178"/>
              </a:cxn>
              <a:cxn ang="0">
                <a:pos x="0" y="165"/>
              </a:cxn>
              <a:cxn ang="0">
                <a:pos x="5" y="154"/>
              </a:cxn>
              <a:cxn ang="0">
                <a:pos x="136" y="24"/>
              </a:cxn>
              <a:cxn ang="0">
                <a:pos x="147" y="15"/>
              </a:cxn>
              <a:cxn ang="0">
                <a:pos x="176" y="2"/>
              </a:cxn>
              <a:cxn ang="0">
                <a:pos x="27" y="163"/>
              </a:cxn>
              <a:cxn ang="0">
                <a:pos x="23" y="167"/>
              </a:cxn>
              <a:cxn ang="0">
                <a:pos x="23" y="176"/>
              </a:cxn>
              <a:cxn ang="0">
                <a:pos x="27" y="180"/>
              </a:cxn>
            </a:cxnLst>
            <a:rect l="0" t="0" r="r" b="b"/>
            <a:pathLst>
              <a:path w="361" h="297">
                <a:moveTo>
                  <a:pt x="330" y="0"/>
                </a:moveTo>
                <a:lnTo>
                  <a:pt x="254" y="0"/>
                </a:lnTo>
                <a:lnTo>
                  <a:pt x="254" y="0"/>
                </a:lnTo>
                <a:lnTo>
                  <a:pt x="239" y="2"/>
                </a:lnTo>
                <a:lnTo>
                  <a:pt x="225" y="7"/>
                </a:lnTo>
                <a:lnTo>
                  <a:pt x="210" y="15"/>
                </a:lnTo>
                <a:lnTo>
                  <a:pt x="199" y="24"/>
                </a:lnTo>
                <a:lnTo>
                  <a:pt x="74" y="149"/>
                </a:lnTo>
                <a:lnTo>
                  <a:pt x="74" y="149"/>
                </a:lnTo>
                <a:lnTo>
                  <a:pt x="69" y="154"/>
                </a:lnTo>
                <a:lnTo>
                  <a:pt x="67" y="160"/>
                </a:lnTo>
                <a:lnTo>
                  <a:pt x="65" y="165"/>
                </a:lnTo>
                <a:lnTo>
                  <a:pt x="63" y="172"/>
                </a:lnTo>
                <a:lnTo>
                  <a:pt x="65" y="178"/>
                </a:lnTo>
                <a:lnTo>
                  <a:pt x="67" y="183"/>
                </a:lnTo>
                <a:lnTo>
                  <a:pt x="69" y="189"/>
                </a:lnTo>
                <a:lnTo>
                  <a:pt x="74" y="194"/>
                </a:lnTo>
                <a:lnTo>
                  <a:pt x="167" y="288"/>
                </a:lnTo>
                <a:lnTo>
                  <a:pt x="167" y="288"/>
                </a:lnTo>
                <a:lnTo>
                  <a:pt x="172" y="292"/>
                </a:lnTo>
                <a:lnTo>
                  <a:pt x="178" y="296"/>
                </a:lnTo>
                <a:lnTo>
                  <a:pt x="183" y="297"/>
                </a:lnTo>
                <a:lnTo>
                  <a:pt x="190" y="297"/>
                </a:lnTo>
                <a:lnTo>
                  <a:pt x="196" y="297"/>
                </a:lnTo>
                <a:lnTo>
                  <a:pt x="201" y="296"/>
                </a:lnTo>
                <a:lnTo>
                  <a:pt x="208" y="292"/>
                </a:lnTo>
                <a:lnTo>
                  <a:pt x="212" y="288"/>
                </a:lnTo>
                <a:lnTo>
                  <a:pt x="339" y="162"/>
                </a:lnTo>
                <a:lnTo>
                  <a:pt x="339" y="162"/>
                </a:lnTo>
                <a:lnTo>
                  <a:pt x="348" y="151"/>
                </a:lnTo>
                <a:lnTo>
                  <a:pt x="355" y="136"/>
                </a:lnTo>
                <a:lnTo>
                  <a:pt x="359" y="122"/>
                </a:lnTo>
                <a:lnTo>
                  <a:pt x="361" y="107"/>
                </a:lnTo>
                <a:lnTo>
                  <a:pt x="361" y="33"/>
                </a:lnTo>
                <a:lnTo>
                  <a:pt x="361" y="33"/>
                </a:lnTo>
                <a:lnTo>
                  <a:pt x="361" y="26"/>
                </a:lnTo>
                <a:lnTo>
                  <a:pt x="359" y="20"/>
                </a:lnTo>
                <a:lnTo>
                  <a:pt x="355" y="15"/>
                </a:lnTo>
                <a:lnTo>
                  <a:pt x="352" y="9"/>
                </a:lnTo>
                <a:lnTo>
                  <a:pt x="346" y="6"/>
                </a:lnTo>
                <a:lnTo>
                  <a:pt x="341" y="4"/>
                </a:lnTo>
                <a:lnTo>
                  <a:pt x="335" y="2"/>
                </a:lnTo>
                <a:lnTo>
                  <a:pt x="330" y="0"/>
                </a:lnTo>
                <a:lnTo>
                  <a:pt x="330" y="0"/>
                </a:lnTo>
                <a:close/>
                <a:moveTo>
                  <a:pt x="286" y="107"/>
                </a:moveTo>
                <a:lnTo>
                  <a:pt x="286" y="107"/>
                </a:lnTo>
                <a:lnTo>
                  <a:pt x="279" y="107"/>
                </a:lnTo>
                <a:lnTo>
                  <a:pt x="274" y="105"/>
                </a:lnTo>
                <a:lnTo>
                  <a:pt x="268" y="102"/>
                </a:lnTo>
                <a:lnTo>
                  <a:pt x="263" y="98"/>
                </a:lnTo>
                <a:lnTo>
                  <a:pt x="259" y="93"/>
                </a:lnTo>
                <a:lnTo>
                  <a:pt x="257" y="87"/>
                </a:lnTo>
                <a:lnTo>
                  <a:pt x="256" y="82"/>
                </a:lnTo>
                <a:lnTo>
                  <a:pt x="254" y="74"/>
                </a:lnTo>
                <a:lnTo>
                  <a:pt x="254" y="74"/>
                </a:lnTo>
                <a:lnTo>
                  <a:pt x="256" y="69"/>
                </a:lnTo>
                <a:lnTo>
                  <a:pt x="257" y="64"/>
                </a:lnTo>
                <a:lnTo>
                  <a:pt x="259" y="58"/>
                </a:lnTo>
                <a:lnTo>
                  <a:pt x="263" y="53"/>
                </a:lnTo>
                <a:lnTo>
                  <a:pt x="268" y="49"/>
                </a:lnTo>
                <a:lnTo>
                  <a:pt x="274" y="45"/>
                </a:lnTo>
                <a:lnTo>
                  <a:pt x="279" y="44"/>
                </a:lnTo>
                <a:lnTo>
                  <a:pt x="286" y="44"/>
                </a:lnTo>
                <a:lnTo>
                  <a:pt x="286" y="44"/>
                </a:lnTo>
                <a:lnTo>
                  <a:pt x="292" y="44"/>
                </a:lnTo>
                <a:lnTo>
                  <a:pt x="299" y="45"/>
                </a:lnTo>
                <a:lnTo>
                  <a:pt x="304" y="49"/>
                </a:lnTo>
                <a:lnTo>
                  <a:pt x="308" y="53"/>
                </a:lnTo>
                <a:lnTo>
                  <a:pt x="314" y="58"/>
                </a:lnTo>
                <a:lnTo>
                  <a:pt x="315" y="64"/>
                </a:lnTo>
                <a:lnTo>
                  <a:pt x="317" y="69"/>
                </a:lnTo>
                <a:lnTo>
                  <a:pt x="319" y="74"/>
                </a:lnTo>
                <a:lnTo>
                  <a:pt x="319" y="74"/>
                </a:lnTo>
                <a:lnTo>
                  <a:pt x="317" y="82"/>
                </a:lnTo>
                <a:lnTo>
                  <a:pt x="315" y="87"/>
                </a:lnTo>
                <a:lnTo>
                  <a:pt x="314" y="93"/>
                </a:lnTo>
                <a:lnTo>
                  <a:pt x="308" y="98"/>
                </a:lnTo>
                <a:lnTo>
                  <a:pt x="304" y="102"/>
                </a:lnTo>
                <a:lnTo>
                  <a:pt x="299" y="105"/>
                </a:lnTo>
                <a:lnTo>
                  <a:pt x="292" y="107"/>
                </a:lnTo>
                <a:lnTo>
                  <a:pt x="286" y="107"/>
                </a:lnTo>
                <a:lnTo>
                  <a:pt x="286" y="107"/>
                </a:lnTo>
                <a:close/>
                <a:moveTo>
                  <a:pt x="27" y="180"/>
                </a:moveTo>
                <a:lnTo>
                  <a:pt x="141" y="294"/>
                </a:lnTo>
                <a:lnTo>
                  <a:pt x="141" y="294"/>
                </a:lnTo>
                <a:lnTo>
                  <a:pt x="130" y="297"/>
                </a:lnTo>
                <a:lnTo>
                  <a:pt x="121" y="297"/>
                </a:lnTo>
                <a:lnTo>
                  <a:pt x="112" y="294"/>
                </a:lnTo>
                <a:lnTo>
                  <a:pt x="103" y="288"/>
                </a:lnTo>
                <a:lnTo>
                  <a:pt x="9" y="194"/>
                </a:lnTo>
                <a:lnTo>
                  <a:pt x="9" y="194"/>
                </a:lnTo>
                <a:lnTo>
                  <a:pt x="5" y="189"/>
                </a:lnTo>
                <a:lnTo>
                  <a:pt x="2" y="183"/>
                </a:lnTo>
                <a:lnTo>
                  <a:pt x="0" y="178"/>
                </a:lnTo>
                <a:lnTo>
                  <a:pt x="0" y="172"/>
                </a:lnTo>
                <a:lnTo>
                  <a:pt x="0" y="165"/>
                </a:lnTo>
                <a:lnTo>
                  <a:pt x="2" y="160"/>
                </a:lnTo>
                <a:lnTo>
                  <a:pt x="5" y="154"/>
                </a:lnTo>
                <a:lnTo>
                  <a:pt x="9" y="149"/>
                </a:lnTo>
                <a:lnTo>
                  <a:pt x="136" y="24"/>
                </a:lnTo>
                <a:lnTo>
                  <a:pt x="136" y="24"/>
                </a:lnTo>
                <a:lnTo>
                  <a:pt x="147" y="15"/>
                </a:lnTo>
                <a:lnTo>
                  <a:pt x="161" y="7"/>
                </a:lnTo>
                <a:lnTo>
                  <a:pt x="176" y="2"/>
                </a:lnTo>
                <a:lnTo>
                  <a:pt x="190" y="0"/>
                </a:lnTo>
                <a:lnTo>
                  <a:pt x="27" y="163"/>
                </a:lnTo>
                <a:lnTo>
                  <a:pt x="27" y="163"/>
                </a:lnTo>
                <a:lnTo>
                  <a:pt x="23" y="167"/>
                </a:lnTo>
                <a:lnTo>
                  <a:pt x="23" y="172"/>
                </a:lnTo>
                <a:lnTo>
                  <a:pt x="23" y="176"/>
                </a:lnTo>
                <a:lnTo>
                  <a:pt x="27" y="180"/>
                </a:lnTo>
                <a:lnTo>
                  <a:pt x="27" y="180"/>
                </a:lnTo>
                <a:close/>
              </a:path>
            </a:pathLst>
          </a:custGeom>
          <a:gradFill>
            <a:gsLst>
              <a:gs pos="0">
                <a:schemeClr val="accent1"/>
              </a:gs>
              <a:gs pos="100000">
                <a:schemeClr val="accent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cs typeface="+mn-ea"/>
              <a:sym typeface="+mn-lt"/>
            </a:endParaRPr>
          </a:p>
        </p:txBody>
      </p:sp>
      <p:grpSp>
        <p:nvGrpSpPr>
          <p:cNvPr id="7" name="PA-组合 75">
            <a:extLst>
              <a:ext uri="{FF2B5EF4-FFF2-40B4-BE49-F238E27FC236}">
                <a16:creationId xmlns:a16="http://schemas.microsoft.com/office/drawing/2014/main" id="{87067A62-A397-4930-88BE-DF27D9182C09}"/>
              </a:ext>
            </a:extLst>
          </p:cNvPr>
          <p:cNvGrpSpPr/>
          <p:nvPr>
            <p:custDataLst>
              <p:tags r:id="Rf84a9f321b3e4801"/>
            </p:custDataLst>
          </p:nvPr>
        </p:nvGrpSpPr>
        <p:grpSpPr>
          <a:xfrm>
            <a:off x="9725207" y="3987582"/>
            <a:ext cx="675668" cy="658558"/>
            <a:chOff x="4080141" y="798258"/>
            <a:chExt cx="328062" cy="319755"/>
          </a:xfrm>
          <a:gradFill>
            <a:gsLst>
              <a:gs pos="0">
                <a:schemeClr val="accent1"/>
              </a:gs>
              <a:gs pos="100000">
                <a:schemeClr val="accent2"/>
              </a:gs>
            </a:gsLst>
            <a:lin ang="3000000" scaled="0"/>
          </a:gradFill>
        </p:grpSpPr>
        <p:sp>
          <p:nvSpPr>
            <p:cNvPr id="8" name="PA-任意多边形 76">
              <a:extLst>
                <a:ext uri="{FF2B5EF4-FFF2-40B4-BE49-F238E27FC236}">
                  <a16:creationId xmlns:a16="http://schemas.microsoft.com/office/drawing/2014/main" id="{5818A6F2-6D0D-4CD2-AC31-A26F56B0794C}"/>
                </a:ext>
              </a:extLst>
            </p:cNvPr>
            <p:cNvSpPr/>
            <p:nvPr>
              <p:custDataLst>
                <p:tags r:id="Rb5e195a3d1ac4681"/>
              </p:custDataLst>
            </p:nvPr>
          </p:nvSpPr>
          <p:spPr bwMode="auto">
            <a:xfrm>
              <a:off x="4080141" y="823174"/>
              <a:ext cx="294839" cy="294839"/>
            </a:xfrm>
            <a:custGeom>
              <a:avLst/>
              <a:gdLst/>
              <a:ahLst/>
              <a:cxnLst>
                <a:cxn ang="0">
                  <a:pos x="141" y="141"/>
                </a:cxn>
                <a:cxn ang="0">
                  <a:pos x="284" y="141"/>
                </a:cxn>
                <a:cxn ang="0">
                  <a:pos x="284" y="141"/>
                </a:cxn>
                <a:cxn ang="0">
                  <a:pos x="283" y="156"/>
                </a:cxn>
                <a:cxn ang="0">
                  <a:pos x="281" y="170"/>
                </a:cxn>
                <a:cxn ang="0">
                  <a:pos x="277" y="185"/>
                </a:cxn>
                <a:cxn ang="0">
                  <a:pos x="274" y="197"/>
                </a:cxn>
                <a:cxn ang="0">
                  <a:pos x="266" y="210"/>
                </a:cxn>
                <a:cxn ang="0">
                  <a:pos x="259" y="221"/>
                </a:cxn>
                <a:cxn ang="0">
                  <a:pos x="252" y="232"/>
                </a:cxn>
                <a:cxn ang="0">
                  <a:pos x="243" y="243"/>
                </a:cxn>
                <a:cxn ang="0">
                  <a:pos x="232" y="252"/>
                </a:cxn>
                <a:cxn ang="0">
                  <a:pos x="221" y="259"/>
                </a:cxn>
                <a:cxn ang="0">
                  <a:pos x="210" y="266"/>
                </a:cxn>
                <a:cxn ang="0">
                  <a:pos x="197" y="273"/>
                </a:cxn>
                <a:cxn ang="0">
                  <a:pos x="185" y="277"/>
                </a:cxn>
                <a:cxn ang="0">
                  <a:pos x="170" y="281"/>
                </a:cxn>
                <a:cxn ang="0">
                  <a:pos x="156" y="283"/>
                </a:cxn>
                <a:cxn ang="0">
                  <a:pos x="141" y="284"/>
                </a:cxn>
                <a:cxn ang="0">
                  <a:pos x="141" y="284"/>
                </a:cxn>
                <a:cxn ang="0">
                  <a:pos x="127" y="283"/>
                </a:cxn>
                <a:cxn ang="0">
                  <a:pos x="112" y="281"/>
                </a:cxn>
                <a:cxn ang="0">
                  <a:pos x="100" y="277"/>
                </a:cxn>
                <a:cxn ang="0">
                  <a:pos x="87" y="273"/>
                </a:cxn>
                <a:cxn ang="0">
                  <a:pos x="74" y="266"/>
                </a:cxn>
                <a:cxn ang="0">
                  <a:pos x="62" y="259"/>
                </a:cxn>
                <a:cxn ang="0">
                  <a:pos x="51" y="252"/>
                </a:cxn>
                <a:cxn ang="0">
                  <a:pos x="42" y="243"/>
                </a:cxn>
                <a:cxn ang="0">
                  <a:pos x="33" y="232"/>
                </a:cxn>
                <a:cxn ang="0">
                  <a:pos x="23" y="221"/>
                </a:cxn>
                <a:cxn ang="0">
                  <a:pos x="16" y="210"/>
                </a:cxn>
                <a:cxn ang="0">
                  <a:pos x="11" y="197"/>
                </a:cxn>
                <a:cxn ang="0">
                  <a:pos x="5" y="185"/>
                </a:cxn>
                <a:cxn ang="0">
                  <a:pos x="2" y="170"/>
                </a:cxn>
                <a:cxn ang="0">
                  <a:pos x="0" y="156"/>
                </a:cxn>
                <a:cxn ang="0">
                  <a:pos x="0" y="141"/>
                </a:cxn>
                <a:cxn ang="0">
                  <a:pos x="0" y="141"/>
                </a:cxn>
                <a:cxn ang="0">
                  <a:pos x="0" y="127"/>
                </a:cxn>
                <a:cxn ang="0">
                  <a:pos x="2" y="114"/>
                </a:cxn>
                <a:cxn ang="0">
                  <a:pos x="5" y="99"/>
                </a:cxn>
                <a:cxn ang="0">
                  <a:pos x="11" y="87"/>
                </a:cxn>
                <a:cxn ang="0">
                  <a:pos x="16" y="74"/>
                </a:cxn>
                <a:cxn ang="0">
                  <a:pos x="23" y="63"/>
                </a:cxn>
                <a:cxn ang="0">
                  <a:pos x="33" y="52"/>
                </a:cxn>
                <a:cxn ang="0">
                  <a:pos x="42" y="41"/>
                </a:cxn>
                <a:cxn ang="0">
                  <a:pos x="51" y="32"/>
                </a:cxn>
                <a:cxn ang="0">
                  <a:pos x="62" y="23"/>
                </a:cxn>
                <a:cxn ang="0">
                  <a:pos x="74" y="16"/>
                </a:cxn>
                <a:cxn ang="0">
                  <a:pos x="87" y="11"/>
                </a:cxn>
                <a:cxn ang="0">
                  <a:pos x="100" y="7"/>
                </a:cxn>
                <a:cxn ang="0">
                  <a:pos x="112" y="3"/>
                </a:cxn>
                <a:cxn ang="0">
                  <a:pos x="127" y="0"/>
                </a:cxn>
                <a:cxn ang="0">
                  <a:pos x="141" y="0"/>
                </a:cxn>
                <a:cxn ang="0">
                  <a:pos x="141" y="141"/>
                </a:cxn>
              </a:cxnLst>
              <a:rect l="0" t="0" r="r" b="b"/>
              <a:pathLst>
                <a:path w="284" h="284">
                  <a:moveTo>
                    <a:pt x="141" y="141"/>
                  </a:moveTo>
                  <a:lnTo>
                    <a:pt x="284" y="141"/>
                  </a:lnTo>
                  <a:lnTo>
                    <a:pt x="284" y="141"/>
                  </a:lnTo>
                  <a:lnTo>
                    <a:pt x="283" y="156"/>
                  </a:lnTo>
                  <a:lnTo>
                    <a:pt x="281" y="170"/>
                  </a:lnTo>
                  <a:lnTo>
                    <a:pt x="277" y="185"/>
                  </a:lnTo>
                  <a:lnTo>
                    <a:pt x="274" y="197"/>
                  </a:lnTo>
                  <a:lnTo>
                    <a:pt x="266" y="210"/>
                  </a:lnTo>
                  <a:lnTo>
                    <a:pt x="259" y="221"/>
                  </a:lnTo>
                  <a:lnTo>
                    <a:pt x="252" y="232"/>
                  </a:lnTo>
                  <a:lnTo>
                    <a:pt x="243" y="243"/>
                  </a:lnTo>
                  <a:lnTo>
                    <a:pt x="232" y="252"/>
                  </a:lnTo>
                  <a:lnTo>
                    <a:pt x="221" y="259"/>
                  </a:lnTo>
                  <a:lnTo>
                    <a:pt x="210" y="266"/>
                  </a:lnTo>
                  <a:lnTo>
                    <a:pt x="197" y="273"/>
                  </a:lnTo>
                  <a:lnTo>
                    <a:pt x="185" y="277"/>
                  </a:lnTo>
                  <a:lnTo>
                    <a:pt x="170" y="281"/>
                  </a:lnTo>
                  <a:lnTo>
                    <a:pt x="156" y="283"/>
                  </a:lnTo>
                  <a:lnTo>
                    <a:pt x="141" y="284"/>
                  </a:lnTo>
                  <a:lnTo>
                    <a:pt x="141" y="284"/>
                  </a:lnTo>
                  <a:lnTo>
                    <a:pt x="127" y="283"/>
                  </a:lnTo>
                  <a:lnTo>
                    <a:pt x="112" y="281"/>
                  </a:lnTo>
                  <a:lnTo>
                    <a:pt x="100" y="277"/>
                  </a:lnTo>
                  <a:lnTo>
                    <a:pt x="87" y="273"/>
                  </a:lnTo>
                  <a:lnTo>
                    <a:pt x="74" y="266"/>
                  </a:lnTo>
                  <a:lnTo>
                    <a:pt x="62" y="259"/>
                  </a:lnTo>
                  <a:lnTo>
                    <a:pt x="51" y="252"/>
                  </a:lnTo>
                  <a:lnTo>
                    <a:pt x="42" y="243"/>
                  </a:lnTo>
                  <a:lnTo>
                    <a:pt x="33" y="232"/>
                  </a:lnTo>
                  <a:lnTo>
                    <a:pt x="23" y="221"/>
                  </a:lnTo>
                  <a:lnTo>
                    <a:pt x="16" y="210"/>
                  </a:lnTo>
                  <a:lnTo>
                    <a:pt x="11" y="197"/>
                  </a:lnTo>
                  <a:lnTo>
                    <a:pt x="5" y="185"/>
                  </a:lnTo>
                  <a:lnTo>
                    <a:pt x="2" y="170"/>
                  </a:lnTo>
                  <a:lnTo>
                    <a:pt x="0" y="156"/>
                  </a:lnTo>
                  <a:lnTo>
                    <a:pt x="0" y="141"/>
                  </a:lnTo>
                  <a:lnTo>
                    <a:pt x="0" y="141"/>
                  </a:lnTo>
                  <a:lnTo>
                    <a:pt x="0" y="127"/>
                  </a:lnTo>
                  <a:lnTo>
                    <a:pt x="2" y="114"/>
                  </a:lnTo>
                  <a:lnTo>
                    <a:pt x="5" y="99"/>
                  </a:lnTo>
                  <a:lnTo>
                    <a:pt x="11" y="87"/>
                  </a:lnTo>
                  <a:lnTo>
                    <a:pt x="16" y="74"/>
                  </a:lnTo>
                  <a:lnTo>
                    <a:pt x="23" y="63"/>
                  </a:lnTo>
                  <a:lnTo>
                    <a:pt x="33" y="52"/>
                  </a:lnTo>
                  <a:lnTo>
                    <a:pt x="42" y="41"/>
                  </a:lnTo>
                  <a:lnTo>
                    <a:pt x="51" y="32"/>
                  </a:lnTo>
                  <a:lnTo>
                    <a:pt x="62" y="23"/>
                  </a:lnTo>
                  <a:lnTo>
                    <a:pt x="74" y="16"/>
                  </a:lnTo>
                  <a:lnTo>
                    <a:pt x="87" y="11"/>
                  </a:lnTo>
                  <a:lnTo>
                    <a:pt x="100" y="7"/>
                  </a:lnTo>
                  <a:lnTo>
                    <a:pt x="112" y="3"/>
                  </a:lnTo>
                  <a:lnTo>
                    <a:pt x="127" y="0"/>
                  </a:lnTo>
                  <a:lnTo>
                    <a:pt x="141" y="0"/>
                  </a:lnTo>
                  <a:lnTo>
                    <a:pt x="141" y="14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cs typeface="+mn-ea"/>
                <a:sym typeface="+mn-lt"/>
              </a:endParaRPr>
            </a:p>
          </p:txBody>
        </p:sp>
        <p:sp>
          <p:nvSpPr>
            <p:cNvPr id="9" name="PA-任意多边形 77">
              <a:extLst>
                <a:ext uri="{FF2B5EF4-FFF2-40B4-BE49-F238E27FC236}">
                  <a16:creationId xmlns:a16="http://schemas.microsoft.com/office/drawing/2014/main" id="{68313129-4241-4457-AD39-7478963D45A5}"/>
                </a:ext>
              </a:extLst>
            </p:cNvPr>
            <p:cNvSpPr/>
            <p:nvPr>
              <p:custDataLst>
                <p:tags r:id="Rf8a9cee78cad487c"/>
              </p:custDataLst>
            </p:nvPr>
          </p:nvSpPr>
          <p:spPr bwMode="auto">
            <a:xfrm>
              <a:off x="4260783" y="798258"/>
              <a:ext cx="147420" cy="147420"/>
            </a:xfrm>
            <a:custGeom>
              <a:avLst/>
              <a:gdLst/>
              <a:ahLst/>
              <a:cxnLst>
                <a:cxn ang="0">
                  <a:pos x="0" y="142"/>
                </a:cxn>
                <a:cxn ang="0">
                  <a:pos x="141" y="142"/>
                </a:cxn>
                <a:cxn ang="0">
                  <a:pos x="141" y="142"/>
                </a:cxn>
                <a:cxn ang="0">
                  <a:pos x="141" y="127"/>
                </a:cxn>
                <a:cxn ang="0">
                  <a:pos x="139" y="113"/>
                </a:cxn>
                <a:cxn ang="0">
                  <a:pos x="136" y="100"/>
                </a:cxn>
                <a:cxn ang="0">
                  <a:pos x="130" y="87"/>
                </a:cxn>
                <a:cxn ang="0">
                  <a:pos x="125" y="74"/>
                </a:cxn>
                <a:cxn ang="0">
                  <a:pos x="118" y="62"/>
                </a:cxn>
                <a:cxn ang="0">
                  <a:pos x="109" y="51"/>
                </a:cxn>
                <a:cxn ang="0">
                  <a:pos x="100" y="42"/>
                </a:cxn>
                <a:cxn ang="0">
                  <a:pos x="91" y="33"/>
                </a:cxn>
                <a:cxn ang="0">
                  <a:pos x="80" y="24"/>
                </a:cxn>
                <a:cxn ang="0">
                  <a:pos x="67" y="16"/>
                </a:cxn>
                <a:cxn ang="0">
                  <a:pos x="54" y="11"/>
                </a:cxn>
                <a:cxn ang="0">
                  <a:pos x="42" y="6"/>
                </a:cxn>
                <a:cxn ang="0">
                  <a:pos x="29" y="2"/>
                </a:cxn>
                <a:cxn ang="0">
                  <a:pos x="14" y="0"/>
                </a:cxn>
                <a:cxn ang="0">
                  <a:pos x="0" y="0"/>
                </a:cxn>
                <a:cxn ang="0">
                  <a:pos x="0" y="142"/>
                </a:cxn>
              </a:cxnLst>
              <a:rect l="0" t="0" r="r" b="b"/>
              <a:pathLst>
                <a:path w="141" h="142">
                  <a:moveTo>
                    <a:pt x="0" y="142"/>
                  </a:moveTo>
                  <a:lnTo>
                    <a:pt x="141" y="142"/>
                  </a:lnTo>
                  <a:lnTo>
                    <a:pt x="141" y="142"/>
                  </a:lnTo>
                  <a:lnTo>
                    <a:pt x="141" y="127"/>
                  </a:lnTo>
                  <a:lnTo>
                    <a:pt x="139" y="113"/>
                  </a:lnTo>
                  <a:lnTo>
                    <a:pt x="136" y="100"/>
                  </a:lnTo>
                  <a:lnTo>
                    <a:pt x="130" y="87"/>
                  </a:lnTo>
                  <a:lnTo>
                    <a:pt x="125" y="74"/>
                  </a:lnTo>
                  <a:lnTo>
                    <a:pt x="118" y="62"/>
                  </a:lnTo>
                  <a:lnTo>
                    <a:pt x="109" y="51"/>
                  </a:lnTo>
                  <a:lnTo>
                    <a:pt x="100" y="42"/>
                  </a:lnTo>
                  <a:lnTo>
                    <a:pt x="91" y="33"/>
                  </a:lnTo>
                  <a:lnTo>
                    <a:pt x="80" y="24"/>
                  </a:lnTo>
                  <a:lnTo>
                    <a:pt x="67" y="16"/>
                  </a:lnTo>
                  <a:lnTo>
                    <a:pt x="54" y="11"/>
                  </a:lnTo>
                  <a:lnTo>
                    <a:pt x="42" y="6"/>
                  </a:lnTo>
                  <a:lnTo>
                    <a:pt x="29" y="2"/>
                  </a:lnTo>
                  <a:lnTo>
                    <a:pt x="14" y="0"/>
                  </a:lnTo>
                  <a:lnTo>
                    <a:pt x="0" y="0"/>
                  </a:lnTo>
                  <a:lnTo>
                    <a:pt x="0" y="14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cs typeface="+mn-ea"/>
                <a:sym typeface="+mn-lt"/>
              </a:endParaRPr>
            </a:p>
          </p:txBody>
        </p:sp>
      </p:grpSp>
      <p:grpSp>
        <p:nvGrpSpPr>
          <p:cNvPr id="10" name="PA-组合 2">
            <a:extLst>
              <a:ext uri="{FF2B5EF4-FFF2-40B4-BE49-F238E27FC236}">
                <a16:creationId xmlns:a16="http://schemas.microsoft.com/office/drawing/2014/main" id="{DEF4D182-78E8-41BD-BAD5-F531F43593D0}"/>
              </a:ext>
            </a:extLst>
          </p:cNvPr>
          <p:cNvGrpSpPr/>
          <p:nvPr>
            <p:custDataLst>
              <p:tags r:id="R70e1b6c1ac6b4cda"/>
            </p:custDataLst>
          </p:nvPr>
        </p:nvGrpSpPr>
        <p:grpSpPr>
          <a:xfrm>
            <a:off x="5926136" y="4808767"/>
            <a:ext cx="2401125" cy="1351058"/>
            <a:chOff x="5926136" y="4808767"/>
            <a:chExt cx="2401125" cy="1351058"/>
          </a:xfrm>
        </p:grpSpPr>
        <p:sp>
          <p:nvSpPr>
            <p:cNvPr id="11" name="PA-文本框 6">
              <a:extLst>
                <a:ext uri="{FF2B5EF4-FFF2-40B4-BE49-F238E27FC236}">
                  <a16:creationId xmlns:a16="http://schemas.microsoft.com/office/drawing/2014/main" id="{DDD37915-2C40-4664-918A-C3D0036EFB17}"/>
                </a:ext>
              </a:extLst>
            </p:cNvPr>
            <p:cNvSpPr txBox="1"/>
            <p:nvPr>
              <p:custDataLst>
                <p:tags r:id="R20900a9df1c7491f"/>
              </p:custDataLst>
            </p:nvPr>
          </p:nvSpPr>
          <p:spPr>
            <a:xfrm>
              <a:off x="6096000" y="4808767"/>
              <a:ext cx="1926666" cy="584775"/>
            </a:xfrm>
            <a:prstGeom prst="rect">
              <a:avLst/>
            </a:prstGeom>
            <a:noFill/>
          </p:spPr>
          <p:txBody>
            <a:bodyPr wrap="square" rtlCol="0">
              <a:spAutoFit/>
            </a:bodyPr>
            <a:lstStyle/>
            <a:p>
              <a:pPr algn="ctr"/>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a:p>
              <a:pPr algn="ctr"/>
              <a:r>
                <a:rPr lang="en-US" sz="1600" b="1">
                  <a:solidFill>
                    <a:schemeClr val="accent2"/>
                  </a:solidFill>
                  <a:cs typeface="+mn-ea"/>
                  <a:sym typeface="+mn-lt"/>
                </a:rPr>
                <a:t>OUR COMPANY</a:t>
              </a:r>
            </a:p>
          </p:txBody>
        </p:sp>
        <p:sp>
          <p:nvSpPr>
            <p:cNvPr id="12" name="PA-文本框 42">
              <a:extLst>
                <a:ext uri="{FF2B5EF4-FFF2-40B4-BE49-F238E27FC236}">
                  <a16:creationId xmlns:a16="http://schemas.microsoft.com/office/drawing/2014/main" id="{AC0D6AB3-4956-4E91-9215-C58943B2E0B2}"/>
                </a:ext>
              </a:extLst>
            </p:cNvPr>
            <p:cNvSpPr txBox="1"/>
            <p:nvPr>
              <p:custDataLst>
                <p:tags r:id="R4490455000864c5a"/>
              </p:custDataLst>
            </p:nvPr>
          </p:nvSpPr>
          <p:spPr>
            <a:xfrm>
              <a:off x="5926136" y="5347295"/>
              <a:ext cx="2401125" cy="81253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latin typeface="+mn-lt"/>
                  <a:ea typeface="+mn-ea"/>
                  <a:cs typeface="+mn-ea"/>
                  <a:sym typeface="+mn-lt"/>
                </a:rPr>
                <a:t>此处添加详细文本描述，建议与标题相关并符合整体语言风格，语言描述尽量简洁生动。</a:t>
              </a:r>
              <a:endParaRPr lang="id-ID" sz="1200">
                <a:latin typeface="+mn-lt"/>
                <a:ea typeface="+mn-ea"/>
                <a:cs typeface="+mn-ea"/>
                <a:sym typeface="+mn-lt"/>
              </a:endParaRPr>
            </a:p>
          </p:txBody>
        </p:sp>
      </p:grpSp>
      <p:grpSp>
        <p:nvGrpSpPr>
          <p:cNvPr id="13" name="PA-组合 14">
            <a:extLst>
              <a:ext uri="{FF2B5EF4-FFF2-40B4-BE49-F238E27FC236}">
                <a16:creationId xmlns:a16="http://schemas.microsoft.com/office/drawing/2014/main" id="{BD6447E1-CCCB-4826-AEEB-C5CBB3C3CBA5}"/>
              </a:ext>
            </a:extLst>
          </p:cNvPr>
          <p:cNvGrpSpPr/>
          <p:nvPr>
            <p:custDataLst>
              <p:tags r:id="Rc9b5b44f5c824f27"/>
            </p:custDataLst>
          </p:nvPr>
        </p:nvGrpSpPr>
        <p:grpSpPr>
          <a:xfrm>
            <a:off x="8910118" y="4808767"/>
            <a:ext cx="2401125" cy="1351058"/>
            <a:chOff x="8910118" y="4808767"/>
            <a:chExt cx="2401125" cy="1351058"/>
          </a:xfrm>
        </p:grpSpPr>
        <p:sp>
          <p:nvSpPr>
            <p:cNvPr id="14" name="PA-文本框 6">
              <a:extLst>
                <a:ext uri="{FF2B5EF4-FFF2-40B4-BE49-F238E27FC236}">
                  <a16:creationId xmlns:a16="http://schemas.microsoft.com/office/drawing/2014/main" id="{5711930F-BBB5-4986-9631-A691A888C6BD}"/>
                </a:ext>
              </a:extLst>
            </p:cNvPr>
            <p:cNvSpPr txBox="1"/>
            <p:nvPr>
              <p:custDataLst>
                <p:tags r:id="R73719ff13a8d468e"/>
              </p:custDataLst>
            </p:nvPr>
          </p:nvSpPr>
          <p:spPr>
            <a:xfrm>
              <a:off x="9079982" y="4808767"/>
              <a:ext cx="1926666" cy="584775"/>
            </a:xfrm>
            <a:prstGeom prst="rect">
              <a:avLst/>
            </a:prstGeom>
            <a:noFill/>
          </p:spPr>
          <p:txBody>
            <a:bodyPr wrap="square" rtlCol="0">
              <a:spAutoFit/>
            </a:bodyPr>
            <a:lstStyle/>
            <a:p>
              <a:pPr algn="ctr"/>
              <a:r>
                <a:rPr lang="zh-CN" altLang="en-US" sz="1600" b="1">
                  <a:solidFill>
                    <a:schemeClr val="tx1">
                      <a:lumMod val="75000"/>
                      <a:lumOff val="25000"/>
                    </a:schemeClr>
                  </a:solidFill>
                  <a:cs typeface="+mn-ea"/>
                  <a:sym typeface="+mn-lt"/>
                </a:rPr>
                <a:t>输入您的标题</a:t>
              </a:r>
              <a:endParaRPr lang="en-US" sz="1600" b="1">
                <a:solidFill>
                  <a:schemeClr val="tx1">
                    <a:lumMod val="75000"/>
                    <a:lumOff val="25000"/>
                  </a:schemeClr>
                </a:solidFill>
                <a:cs typeface="+mn-ea"/>
                <a:sym typeface="+mn-lt"/>
              </a:endParaRPr>
            </a:p>
            <a:p>
              <a:pPr algn="ctr"/>
              <a:r>
                <a:rPr lang="en-US" sz="1600" b="1">
                  <a:solidFill>
                    <a:schemeClr val="accent2"/>
                  </a:solidFill>
                  <a:cs typeface="+mn-ea"/>
                  <a:sym typeface="+mn-lt"/>
                </a:rPr>
                <a:t>OUR COMPANY</a:t>
              </a:r>
            </a:p>
          </p:txBody>
        </p:sp>
        <p:sp>
          <p:nvSpPr>
            <p:cNvPr id="15" name="PA-文本框 42">
              <a:extLst>
                <a:ext uri="{FF2B5EF4-FFF2-40B4-BE49-F238E27FC236}">
                  <a16:creationId xmlns:a16="http://schemas.microsoft.com/office/drawing/2014/main" id="{7BD72637-F125-422D-948B-B6E13B4E35DC}"/>
                </a:ext>
              </a:extLst>
            </p:cNvPr>
            <p:cNvSpPr txBox="1"/>
            <p:nvPr>
              <p:custDataLst>
                <p:tags r:id="Rf7703aec4c924e6e"/>
              </p:custDataLst>
            </p:nvPr>
          </p:nvSpPr>
          <p:spPr>
            <a:xfrm>
              <a:off x="8910118" y="5347295"/>
              <a:ext cx="2401125" cy="81253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latin typeface="+mn-lt"/>
                  <a:ea typeface="+mn-ea"/>
                  <a:cs typeface="+mn-ea"/>
                  <a:sym typeface="+mn-lt"/>
                </a:rPr>
                <a:t>此处添加详细文本描述，建议与标题相关并符合整体语言风格，语言描述尽量简洁生动。</a:t>
              </a:r>
              <a:endParaRPr lang="id-ID" sz="1200">
                <a:latin typeface="+mn-lt"/>
                <a:ea typeface="+mn-ea"/>
                <a:cs typeface="+mn-ea"/>
                <a:sym typeface="+mn-lt"/>
              </a:endParaRPr>
            </a:p>
          </p:txBody>
        </p:sp>
      </p:grpSp>
    </p:spTree>
    <p:extLst>
      <p:ext uri="{BB962C8B-B14F-4D97-AF65-F5344CB8AC3E}">
        <p14:creationId xmlns:p14="http://schemas.microsoft.com/office/powerpoint/2010/main" val="36255822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800" fill="hold"/>
                                        <p:tgtEl>
                                          <p:spTgt spid="2"/>
                                        </p:tgtEl>
                                        <p:attrNameLst>
                                          <p:attrName>ppt_x</p:attrName>
                                        </p:attrNameLst>
                                      </p:cBhvr>
                                      <p:tavLst>
                                        <p:tav tm="0">
                                          <p:val>
                                            <p:strVal val="0-#ppt_w/2"/>
                                          </p:val>
                                        </p:tav>
                                        <p:tav tm="100000">
                                          <p:val>
                                            <p:strVal val="#ppt_x"/>
                                          </p:val>
                                        </p:tav>
                                      </p:tavLst>
                                    </p:anim>
                                    <p:anim calcmode="lin" valueType="num">
                                      <p:cBhvr additive="base">
                                        <p:cTn id="8" dur="800" fill="hold"/>
                                        <p:tgtEl>
                                          <p:spTgt spid="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3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47" presetClass="entr" presetSubtype="0" fill="hold" grpId="0" nodeType="withEffect">
                                  <p:stCondLst>
                                    <p:cond delay="5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16" presetClass="entr" presetSubtype="37" fill="hold" grpId="0" nodeType="withEffect">
                                  <p:stCondLst>
                                    <p:cond delay="1100"/>
                                  </p:stCondLst>
                                  <p:childTnLst>
                                    <p:set>
                                      <p:cBhvr>
                                        <p:cTn id="18" dur="1" fill="hold">
                                          <p:stCondLst>
                                            <p:cond delay="0"/>
                                          </p:stCondLst>
                                        </p:cTn>
                                        <p:tgtEl>
                                          <p:spTgt spid="5"/>
                                        </p:tgtEl>
                                        <p:attrNameLst>
                                          <p:attrName>style.visibility</p:attrName>
                                        </p:attrNameLst>
                                      </p:cBhvr>
                                      <p:to>
                                        <p:strVal val="visible"/>
                                      </p:to>
                                    </p:set>
                                    <p:animEffect transition="in" filter="barn(outVertical)">
                                      <p:cBhvr>
                                        <p:cTn id="19" dur="500"/>
                                        <p:tgtEl>
                                          <p:spTgt spid="5"/>
                                        </p:tgtEl>
                                      </p:cBhvr>
                                    </p:animEffect>
                                  </p:childTnLst>
                                </p:cTn>
                              </p:par>
                              <p:par>
                                <p:cTn id="20" presetID="10" presetClass="entr" presetSubtype="0" fill="hold" grpId="0" nodeType="withEffect">
                                  <p:stCondLst>
                                    <p:cond delay="13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par>
                                <p:cTn id="23" presetID="42" presetClass="path" presetSubtype="0" accel="50000" decel="50000" fill="hold" grpId="1" nodeType="withEffect">
                                  <p:stCondLst>
                                    <p:cond delay="1300"/>
                                  </p:stCondLst>
                                  <p:childTnLst>
                                    <p:animMotion origin="layout" path="M 0.03555 -0.04583 L -4.79167E-06 0.00023" pathEditMode="relative" ptsTypes="">
                                      <p:cBhvr>
                                        <p:cTn id="24" dur="1000" fill="hold"/>
                                        <p:tgtEl>
                                          <p:spTgt spid="6"/>
                                        </p:tgtEl>
                                        <p:attrNameLst>
                                          <p:attrName>ppt_x</p:attrName>
                                          <p:attrName>ppt_y</p:attrName>
                                        </p:attrNameLst>
                                      </p:cBhvr>
                                    </p:animMotion>
                                  </p:childTnLst>
                                </p:cTn>
                              </p:par>
                              <p:par>
                                <p:cTn id="25" presetID="22" presetClass="entr" presetSubtype="1" fill="hold" nodeType="withEffect">
                                  <p:stCondLst>
                                    <p:cond delay="210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par>
                                <p:cTn id="28" presetID="10" presetClass="entr" presetSubtype="0" fill="hold" nodeType="withEffect">
                                  <p:stCondLst>
                                    <p:cond delay="25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childTnLst>
                                </p:cTn>
                              </p:par>
                              <p:par>
                                <p:cTn id="31" presetID="42" presetClass="path" presetSubtype="0" accel="50000" decel="50000" fill="hold" nodeType="withEffect">
                                  <p:stCondLst>
                                    <p:cond delay="2500"/>
                                  </p:stCondLst>
                                  <p:childTnLst>
                                    <p:animMotion origin="layout" path="M 0.03555 -0.04583 L -4.79167E-06 0.00023" pathEditMode="relative" ptsTypes="">
                                      <p:cBhvr>
                                        <p:cTn id="32" dur="1000" fill="hold"/>
                                        <p:tgtEl>
                                          <p:spTgt spid="7"/>
                                        </p:tgtEl>
                                        <p:attrNameLst>
                                          <p:attrName>ppt_x</p:attrName>
                                          <p:attrName>ppt_y</p:attrName>
                                        </p:attrNameLst>
                                      </p:cBhvr>
                                    </p:animMotion>
                                  </p:childTnLst>
                                </p:cTn>
                              </p:par>
                              <p:par>
                                <p:cTn id="33" presetID="22" presetClass="entr" presetSubtype="1" fill="hold" nodeType="withEffect">
                                  <p:stCondLst>
                                    <p:cond delay="3300"/>
                                  </p:stCondLst>
                                  <p:childTnLst>
                                    <p:set>
                                      <p:cBhvr>
                                        <p:cTn id="34" dur="1" fill="hold">
                                          <p:stCondLst>
                                            <p:cond delay="0"/>
                                          </p:stCondLst>
                                        </p:cTn>
                                        <p:tgtEl>
                                          <p:spTgt spid="13"/>
                                        </p:tgtEl>
                                        <p:attrNameLst>
                                          <p:attrName>style.visibility</p:attrName>
                                        </p:attrNameLst>
                                      </p:cBhvr>
                                      <p:to>
                                        <p:strVal val="visible"/>
                                      </p:to>
                                    </p:set>
                                    <p:animEffect transition="in" filter="wipe(up)">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animBg="1"/>
      <p:bldP spid="4" grpId="0"/>
      <p:bldP spid="5" grpId="0"/>
      <p:bldP spid="6" grpId="0" animBg="1"/>
      <p:bldP spid="6"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ircle">
            <a:extLst>
              <a:ext uri="{FF2B5EF4-FFF2-40B4-BE49-F238E27FC236}">
                <a16:creationId xmlns:a16="http://schemas.microsoft.com/office/drawing/2014/main" id="{4401C406-961D-B749-A2E1-BEC70174B60B}"/>
              </a:ext>
            </a:extLst>
          </p:cNvPr>
          <p:cNvSpPr/>
          <p:nvPr/>
        </p:nvSpPr>
        <p:spPr>
          <a:xfrm>
            <a:off x="1630654" y="1138502"/>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3" name="矩形 2">
            <a:extLst>
              <a:ext uri="{FF2B5EF4-FFF2-40B4-BE49-F238E27FC236}">
                <a16:creationId xmlns:a16="http://schemas.microsoft.com/office/drawing/2014/main" id="{1E2D89B3-1E4F-4494-AD98-14A14F74E722}"/>
              </a:ext>
            </a:extLst>
          </p:cNvPr>
          <p:cNvSpPr/>
          <p:nvPr/>
        </p:nvSpPr>
        <p:spPr>
          <a:xfrm>
            <a:off x="5857217" y="1932969"/>
            <a:ext cx="2213420" cy="328229"/>
          </a:xfrm>
          <a:prstGeom prst="rect">
            <a:avLst/>
          </a:prstGeom>
        </p:spPr>
        <p:txBody>
          <a:bodyPr wrap="none" lIns="121917" tIns="60959" rIns="121917" bIns="60959">
            <a:spAutoFit/>
          </a:bodyPr>
          <a:lstStyle/>
          <a:p>
            <a:r>
              <a:rPr lang="en-US" altLang="zh-CN" sz="1333" b="1">
                <a:solidFill>
                  <a:schemeClr val="tx1">
                    <a:lumMod val="75000"/>
                    <a:lumOff val="25000"/>
                  </a:schemeClr>
                </a:solidFill>
                <a:cs typeface="+mn-ea"/>
                <a:sym typeface="+mn-lt"/>
              </a:rPr>
              <a:t>ADD YOUR TITLE HERE</a:t>
            </a:r>
            <a:endParaRPr lang="zh-CN" altLang="en-US" sz="1333" b="1">
              <a:solidFill>
                <a:schemeClr val="tx1">
                  <a:lumMod val="75000"/>
                  <a:lumOff val="25000"/>
                </a:schemeClr>
              </a:solidFill>
              <a:cs typeface="+mn-ea"/>
              <a:sym typeface="+mn-lt"/>
            </a:endParaRPr>
          </a:p>
        </p:txBody>
      </p:sp>
      <p:sp>
        <p:nvSpPr>
          <p:cNvPr id="4" name="矩形 3">
            <a:extLst>
              <a:ext uri="{FF2B5EF4-FFF2-40B4-BE49-F238E27FC236}">
                <a16:creationId xmlns:a16="http://schemas.microsoft.com/office/drawing/2014/main" id="{2EA792F8-9C44-45BB-A29D-814FDDD7A743}"/>
              </a:ext>
            </a:extLst>
          </p:cNvPr>
          <p:cNvSpPr/>
          <p:nvPr/>
        </p:nvSpPr>
        <p:spPr>
          <a:xfrm>
            <a:off x="5842000" y="3174058"/>
            <a:ext cx="5493901" cy="702370"/>
          </a:xfrm>
          <a:prstGeom prst="rect">
            <a:avLst/>
          </a:prstGeom>
        </p:spPr>
        <p:txBody>
          <a:bodyPr wrap="square" lIns="121917" tIns="60959" rIns="121917" bIns="60959">
            <a:spAutoFit/>
          </a:bodyPr>
          <a:lstStyle/>
          <a:p>
            <a:pPr>
              <a:lnSpc>
                <a:spcPct val="150000"/>
              </a:lnSpc>
            </a:pPr>
            <a:r>
              <a:rPr lang="zh-CN" altLang="en-US" sz="1333" spc="300">
                <a:solidFill>
                  <a:schemeClr val="bg1">
                    <a:lumMod val="50000"/>
                  </a:schemeClr>
                </a:solidFill>
                <a:cs typeface="+mn-ea"/>
                <a:sym typeface="+mn-lt"/>
              </a:rPr>
              <a:t>点击输入简要文字内容，文字内容需概括精炼，不用多余的文字修饰，言简意赅的说明该项内容</a:t>
            </a:r>
            <a:endParaRPr lang="zh-CN" altLang="en-US" sz="2133">
              <a:solidFill>
                <a:schemeClr val="bg1">
                  <a:lumMod val="50000"/>
                </a:schemeClr>
              </a:solidFill>
              <a:cs typeface="+mn-ea"/>
              <a:sym typeface="+mn-lt"/>
            </a:endParaRPr>
          </a:p>
        </p:txBody>
      </p:sp>
      <p:sp>
        <p:nvSpPr>
          <p:cNvPr id="5" name="Text Box 7">
            <a:extLst>
              <a:ext uri="{FF2B5EF4-FFF2-40B4-BE49-F238E27FC236}">
                <a16:creationId xmlns:a16="http://schemas.microsoft.com/office/drawing/2014/main" id="{3DC72705-4BEA-4546-9FCB-EC297243808D}"/>
              </a:ext>
            </a:extLst>
          </p:cNvPr>
          <p:cNvSpPr txBox="1">
            <a:spLocks noChangeArrowheads="1"/>
          </p:cNvSpPr>
          <p:nvPr/>
        </p:nvSpPr>
        <p:spPr bwMode="auto">
          <a:xfrm>
            <a:off x="2173536" y="1685936"/>
            <a:ext cx="2450670" cy="2441564"/>
          </a:xfrm>
          <a:prstGeom prst="rect">
            <a:avLst/>
          </a:prstGeom>
          <a:noFill/>
          <a:ln w="9525">
            <a:noFill/>
            <a:miter lim="800000"/>
          </a:ln>
        </p:spPr>
        <p:txBody>
          <a:bodyPr wrap="none" lIns="60959" tIns="30479" rIns="60959" bIns="30479">
            <a:spAutoFit/>
          </a:bodyPr>
          <a:lstStyle/>
          <a:p>
            <a:pPr algn="ctr" defTabSz="1088223"/>
            <a:r>
              <a:rPr lang="en-US" altLang="zh-CN" sz="15466" kern="0">
                <a:solidFill>
                  <a:schemeClr val="bg1"/>
                </a:solidFill>
                <a:effectLst>
                  <a:outerShdw blurRad="38100" dist="38100" dir="2700000" algn="tl">
                    <a:srgbClr val="000000">
                      <a:alpha val="43137"/>
                    </a:srgbClr>
                  </a:outerShdw>
                </a:effectLst>
                <a:cs typeface="+mn-ea"/>
                <a:sym typeface="+mn-lt"/>
              </a:rPr>
              <a:t>04</a:t>
            </a:r>
            <a:endParaRPr lang="en-CA" sz="15466" spc="-151">
              <a:solidFill>
                <a:schemeClr val="bg1"/>
              </a:solidFill>
              <a:effectLst>
                <a:outerShdw blurRad="38100" dist="38100" dir="2700000" algn="tl">
                  <a:srgbClr val="000000">
                    <a:alpha val="43137"/>
                  </a:srgbClr>
                </a:outerShdw>
              </a:effectLst>
              <a:cs typeface="+mn-ea"/>
              <a:sym typeface="+mn-lt"/>
            </a:endParaRPr>
          </a:p>
        </p:txBody>
      </p:sp>
      <p:grpSp>
        <p:nvGrpSpPr>
          <p:cNvPr id="6" name="组合 5">
            <a:extLst>
              <a:ext uri="{FF2B5EF4-FFF2-40B4-BE49-F238E27FC236}">
                <a16:creationId xmlns:a16="http://schemas.microsoft.com/office/drawing/2014/main" id="{7848FF5C-5400-46B8-907F-78C57DFC511A}"/>
              </a:ext>
            </a:extLst>
          </p:cNvPr>
          <p:cNvGrpSpPr/>
          <p:nvPr/>
        </p:nvGrpSpPr>
        <p:grpSpPr>
          <a:xfrm rot="10800000" flipH="1">
            <a:off x="-520700" y="4127500"/>
            <a:ext cx="12725400" cy="2730499"/>
            <a:chOff x="2241547" y="-1"/>
            <a:chExt cx="9950451" cy="3972515"/>
          </a:xfrm>
        </p:grpSpPr>
        <p:sp>
          <p:nvSpPr>
            <p:cNvPr id="7" name="Freeform 68">
              <a:extLst>
                <a:ext uri="{FF2B5EF4-FFF2-40B4-BE49-F238E27FC236}">
                  <a16:creationId xmlns:a16="http://schemas.microsoft.com/office/drawing/2014/main" id="{26C57696-D386-4EA9-9227-E71A83A72FFA}"/>
                </a:ext>
              </a:extLst>
            </p:cNvPr>
            <p:cNvSpPr/>
            <p:nvPr userDrawn="1"/>
          </p:nvSpPr>
          <p:spPr bwMode="auto">
            <a:xfrm>
              <a:off x="2241547" y="-1"/>
              <a:ext cx="9950451" cy="3972515"/>
            </a:xfrm>
            <a:custGeom>
              <a:avLst/>
              <a:gdLst>
                <a:gd name="T0" fmla="*/ 1346 w 1346"/>
                <a:gd name="T1" fmla="*/ 352 h 518"/>
                <a:gd name="T2" fmla="*/ 814 w 1346"/>
                <a:gd name="T3" fmla="*/ 346 h 518"/>
                <a:gd name="T4" fmla="*/ 0 w 1346"/>
                <a:gd name="T5" fmla="*/ 0 h 518"/>
                <a:gd name="T6" fmla="*/ 1346 w 1346"/>
                <a:gd name="T7" fmla="*/ 0 h 518"/>
                <a:gd name="T8" fmla="*/ 1346 w 1346"/>
                <a:gd name="T9" fmla="*/ 352 h 518"/>
              </a:gdLst>
              <a:ahLst/>
              <a:cxnLst>
                <a:cxn ang="0">
                  <a:pos x="T0" y="T1"/>
                </a:cxn>
                <a:cxn ang="0">
                  <a:pos x="T2" y="T3"/>
                </a:cxn>
                <a:cxn ang="0">
                  <a:pos x="T4" y="T5"/>
                </a:cxn>
                <a:cxn ang="0">
                  <a:pos x="T6" y="T7"/>
                </a:cxn>
                <a:cxn ang="0">
                  <a:pos x="T8" y="T9"/>
                </a:cxn>
              </a:cxnLst>
              <a:rect l="0" t="0" r="r" b="b"/>
              <a:pathLst>
                <a:path w="1346" h="518">
                  <a:moveTo>
                    <a:pt x="1346" y="352"/>
                  </a:moveTo>
                  <a:cubicBezTo>
                    <a:pt x="1346" y="352"/>
                    <a:pt x="1151" y="518"/>
                    <a:pt x="814" y="346"/>
                  </a:cubicBezTo>
                  <a:cubicBezTo>
                    <a:pt x="576" y="224"/>
                    <a:pt x="312" y="0"/>
                    <a:pt x="0" y="0"/>
                  </a:cubicBezTo>
                  <a:cubicBezTo>
                    <a:pt x="1346" y="0"/>
                    <a:pt x="1346" y="0"/>
                    <a:pt x="1346" y="0"/>
                  </a:cubicBezTo>
                  <a:lnTo>
                    <a:pt x="1346" y="352"/>
                  </a:lnTo>
                  <a:close/>
                </a:path>
              </a:pathLst>
            </a:custGeom>
            <a:gradFill>
              <a:gsLst>
                <a:gs pos="18000">
                  <a:schemeClr val="accent1">
                    <a:lumMod val="60000"/>
                    <a:lumOff val="40000"/>
                  </a:schemeClr>
                </a:gs>
                <a:gs pos="58000">
                  <a:schemeClr val="accent1"/>
                </a:gs>
              </a:gsLst>
              <a:lin ang="18900000" scaled="1"/>
            </a:gradFill>
            <a:ln>
              <a:noFill/>
            </a:ln>
          </p:spPr>
          <p:txBody>
            <a:bodyPr vert="horz" wrap="square" lIns="121920" tIns="60960" rIns="121920" bIns="60960" numCol="1" anchor="t" anchorCtr="0" compatLnSpc="1">
              <a:prstTxWarp prst="textNoShape">
                <a:avLst/>
              </a:prstTxWarp>
            </a:bodyPr>
            <a:lstStyle/>
            <a:p>
              <a:endParaRPr lang="zh-CN" altLang="en-US" sz="2400">
                <a:cs typeface="+mn-ea"/>
                <a:sym typeface="+mn-lt"/>
              </a:endParaRPr>
            </a:p>
          </p:txBody>
        </p:sp>
        <p:sp>
          <p:nvSpPr>
            <p:cNvPr id="8" name="Freeform 69">
              <a:extLst>
                <a:ext uri="{FF2B5EF4-FFF2-40B4-BE49-F238E27FC236}">
                  <a16:creationId xmlns:a16="http://schemas.microsoft.com/office/drawing/2014/main" id="{B8F8B653-5C82-4FAB-977A-095BE661E8A3}"/>
                </a:ext>
              </a:extLst>
            </p:cNvPr>
            <p:cNvSpPr/>
            <p:nvPr userDrawn="1"/>
          </p:nvSpPr>
          <p:spPr bwMode="auto">
            <a:xfrm>
              <a:off x="6162062" y="-1"/>
              <a:ext cx="6029936" cy="2328077"/>
            </a:xfrm>
            <a:custGeom>
              <a:avLst/>
              <a:gdLst>
                <a:gd name="T0" fmla="*/ 773 w 773"/>
                <a:gd name="T1" fmla="*/ 0 h 318"/>
                <a:gd name="T2" fmla="*/ 773 w 773"/>
                <a:gd name="T3" fmla="*/ 316 h 318"/>
                <a:gd name="T4" fmla="*/ 0 w 773"/>
                <a:gd name="T5" fmla="*/ 0 h 318"/>
                <a:gd name="T6" fmla="*/ 773 w 773"/>
                <a:gd name="T7" fmla="*/ 0 h 318"/>
              </a:gdLst>
              <a:ahLst/>
              <a:cxnLst>
                <a:cxn ang="0">
                  <a:pos x="T0" y="T1"/>
                </a:cxn>
                <a:cxn ang="0">
                  <a:pos x="T2" y="T3"/>
                </a:cxn>
                <a:cxn ang="0">
                  <a:pos x="T4" y="T5"/>
                </a:cxn>
                <a:cxn ang="0">
                  <a:pos x="T6" y="T7"/>
                </a:cxn>
              </a:cxnLst>
              <a:rect l="0" t="0" r="r" b="b"/>
              <a:pathLst>
                <a:path w="773" h="318">
                  <a:moveTo>
                    <a:pt x="773" y="0"/>
                  </a:moveTo>
                  <a:cubicBezTo>
                    <a:pt x="773" y="316"/>
                    <a:pt x="773" y="316"/>
                    <a:pt x="773" y="316"/>
                  </a:cubicBezTo>
                  <a:cubicBezTo>
                    <a:pt x="642" y="318"/>
                    <a:pt x="266" y="294"/>
                    <a:pt x="0" y="0"/>
                  </a:cubicBezTo>
                  <a:lnTo>
                    <a:pt x="773" y="0"/>
                  </a:lnTo>
                  <a:close/>
                </a:path>
              </a:pathLst>
            </a:custGeom>
            <a:gradFill flip="none" rotWithShape="1">
              <a:gsLst>
                <a:gs pos="15000">
                  <a:schemeClr val="accent2"/>
                </a:gs>
                <a:gs pos="91000">
                  <a:schemeClr val="accent1"/>
                </a:gs>
              </a:gsLst>
              <a:lin ang="18900000" scaled="1"/>
            </a:gradFill>
            <a:ln>
              <a:noFill/>
            </a:ln>
          </p:spPr>
          <p:txBody>
            <a:bodyPr vert="horz" wrap="square" lIns="121920" tIns="60960" rIns="121920" bIns="60960" numCol="1" anchor="t" anchorCtr="0" compatLnSpc="1">
              <a:prstTxWarp prst="textNoShape">
                <a:avLst/>
              </a:prstTxWarp>
            </a:bodyPr>
            <a:lstStyle/>
            <a:p>
              <a:endParaRPr lang="zh-CN" altLang="en-US" sz="2400">
                <a:cs typeface="+mn-ea"/>
                <a:sym typeface="+mn-lt"/>
              </a:endParaRPr>
            </a:p>
          </p:txBody>
        </p:sp>
      </p:grpSp>
      <p:sp>
        <p:nvSpPr>
          <p:cNvPr id="9" name="文本框 10">
            <a:extLst>
              <a:ext uri="{FF2B5EF4-FFF2-40B4-BE49-F238E27FC236}">
                <a16:creationId xmlns:a16="http://schemas.microsoft.com/office/drawing/2014/main" id="{AA8D6FF0-330A-4EB4-9960-1AE998EE3F97}"/>
              </a:ext>
            </a:extLst>
          </p:cNvPr>
          <p:cNvSpPr txBox="1"/>
          <p:nvPr/>
        </p:nvSpPr>
        <p:spPr bwMode="auto">
          <a:xfrm>
            <a:off x="5858950" y="2358380"/>
            <a:ext cx="4000773" cy="707886"/>
          </a:xfrm>
          <a:prstGeom prst="rect">
            <a:avLst/>
          </a:prstGeom>
          <a:noFill/>
        </p:spPr>
        <p:txBody>
          <a:bodyPr wrap="square" lIns="91440" tIns="45720" rIns="91440" bIns="45720">
            <a:spAutoFit/>
            <a:scene3d>
              <a:camera prst="orthographicFront"/>
              <a:lightRig rig="threePt" dir="t"/>
            </a:scene3d>
            <a:sp3d contourW="12700"/>
          </a:bodyPr>
          <a:lstStyle>
            <a:defPPr>
              <a:defRPr lang="en-US"/>
            </a:defPPr>
            <a:lvl1pPr>
              <a:defRPr sz="2800" b="1" spc="300">
                <a:solidFill>
                  <a:schemeClr val="tx1">
                    <a:lumMod val="85000"/>
                    <a:lumOff val="15000"/>
                  </a:schemeClr>
                </a:solidFill>
                <a:latin typeface="微软雅黑" panose="020F0302020204030204"/>
                <a:ea typeface="微软雅黑"/>
                <a:cs typeface="Segoe UI Light" panose="020B0502040204020203" pitchFamily="34" charset="0"/>
              </a:defRPr>
            </a:lvl1pPr>
          </a:lstStyle>
          <a:p>
            <a:pPr>
              <a:defRPr/>
            </a:pPr>
            <a:r>
              <a:rPr lang="zh-CN" altLang="en-US" sz="4000">
                <a:solidFill>
                  <a:schemeClr val="tx1">
                    <a:lumMod val="75000"/>
                    <a:lumOff val="25000"/>
                  </a:schemeClr>
                </a:solidFill>
                <a:latin typeface="+mn-lt"/>
                <a:ea typeface="+mn-ea"/>
                <a:cs typeface="+mn-ea"/>
                <a:sym typeface="+mn-lt"/>
              </a:rPr>
              <a:t>标题文字添加</a:t>
            </a:r>
          </a:p>
        </p:txBody>
      </p:sp>
      <p:sp>
        <p:nvSpPr>
          <p:cNvPr id="17" name="Circle">
            <a:extLst>
              <a:ext uri="{FF2B5EF4-FFF2-40B4-BE49-F238E27FC236}">
                <a16:creationId xmlns:a16="http://schemas.microsoft.com/office/drawing/2014/main" id="{ACFCBED2-BB80-B747-920D-FBD48E407B3E}"/>
              </a:ext>
            </a:extLst>
          </p:cNvPr>
          <p:cNvSpPr/>
          <p:nvPr/>
        </p:nvSpPr>
        <p:spPr>
          <a:xfrm>
            <a:off x="856099" y="4851137"/>
            <a:ext cx="1076920" cy="1076920"/>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8" name="Circle">
            <a:extLst>
              <a:ext uri="{FF2B5EF4-FFF2-40B4-BE49-F238E27FC236}">
                <a16:creationId xmlns:a16="http://schemas.microsoft.com/office/drawing/2014/main" id="{C62A2372-E1C5-CC4F-A046-0C7458C17B6F}"/>
              </a:ext>
            </a:extLst>
          </p:cNvPr>
          <p:cNvSpPr/>
          <p:nvPr/>
        </p:nvSpPr>
        <p:spPr>
          <a:xfrm>
            <a:off x="1089673" y="452379"/>
            <a:ext cx="362943" cy="362943"/>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9" name="Circle">
            <a:extLst>
              <a:ext uri="{FF2B5EF4-FFF2-40B4-BE49-F238E27FC236}">
                <a16:creationId xmlns:a16="http://schemas.microsoft.com/office/drawing/2014/main" id="{F7CEEFF1-A07D-5543-854B-C7311F49D78A}"/>
              </a:ext>
            </a:extLst>
          </p:cNvPr>
          <p:cNvSpPr/>
          <p:nvPr/>
        </p:nvSpPr>
        <p:spPr>
          <a:xfrm>
            <a:off x="10163150" y="-1439117"/>
            <a:ext cx="4966380" cy="4966380"/>
          </a:xfrm>
          <a:prstGeom prst="ellipse">
            <a:avLst/>
          </a:prstGeom>
          <a:ln w="12700">
            <a:solidFill>
              <a:schemeClr val="bg1">
                <a:lumMod val="65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21" name="Circle">
            <a:extLst>
              <a:ext uri="{FF2B5EF4-FFF2-40B4-BE49-F238E27FC236}">
                <a16:creationId xmlns:a16="http://schemas.microsoft.com/office/drawing/2014/main" id="{C529E2AF-266D-124F-AC19-E59BE1D5E128}"/>
              </a:ext>
            </a:extLst>
          </p:cNvPr>
          <p:cNvSpPr/>
          <p:nvPr/>
        </p:nvSpPr>
        <p:spPr>
          <a:xfrm>
            <a:off x="9957435" y="1138502"/>
            <a:ext cx="411430" cy="411430"/>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Tree>
    <p:extLst>
      <p:ext uri="{BB962C8B-B14F-4D97-AF65-F5344CB8AC3E}">
        <p14:creationId xmlns:p14="http://schemas.microsoft.com/office/powerpoint/2010/main" val="21999808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nodeType="afterGroup">
                            <p:stCondLst>
                              <p:cond delay="500"/>
                            </p:stCondLst>
                            <p:childTnLst>
                              <p:par>
                                <p:cTn id="11" presetID="12" presetClass="entr" presetSubtype="2"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slide(fromRight)">
                                      <p:cBhvr>
                                        <p:cTn id="13" dur="500"/>
                                        <p:tgtEl>
                                          <p:spTgt spid="3"/>
                                        </p:tgtEl>
                                      </p:cBhvr>
                                    </p:animEffect>
                                  </p:childTnLst>
                                </p:cTn>
                              </p:par>
                            </p:childTnLst>
                          </p:cTn>
                        </p:par>
                        <p:par>
                          <p:cTn id="14" fill="hold" nodeType="afterGroup">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par>
                          <p:cTn id="18" fill="hold" nodeType="afterGroup">
                            <p:stCondLst>
                              <p:cond delay="1500"/>
                            </p:stCondLst>
                            <p:childTnLst>
                              <p:par>
                                <p:cTn id="19" presetID="14" presetClass="entr" presetSubtype="1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randombar(horizontal)">
                                      <p:cBhvr>
                                        <p:cTn id="21" dur="500"/>
                                        <p:tgtEl>
                                          <p:spTgt spid="4"/>
                                        </p:tgtEl>
                                      </p:cBhvr>
                                    </p:animEffect>
                                  </p:childTnLst>
                                </p:cTn>
                              </p:par>
                            </p:childTnLst>
                          </p:cTn>
                        </p:par>
                        <p:par>
                          <p:cTn id="22" fill="hold" nodeType="afterGroup">
                            <p:stCondLst>
                              <p:cond delay="2000"/>
                            </p:stCondLst>
                            <p:childTnLst>
                              <p:par>
                                <p:cTn id="23" presetID="31" presetClass="entr" presetSubtype="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1000" fill="hold"/>
                                        <p:tgtEl>
                                          <p:spTgt spid="15"/>
                                        </p:tgtEl>
                                        <p:attrNameLst>
                                          <p:attrName>ppt_w</p:attrName>
                                        </p:attrNameLst>
                                      </p:cBhvr>
                                      <p:tavLst>
                                        <p:tav tm="0">
                                          <p:val>
                                            <p:fltVal val="0"/>
                                          </p:val>
                                        </p:tav>
                                        <p:tav tm="100000">
                                          <p:val>
                                            <p:strVal val="#ppt_w"/>
                                          </p:val>
                                        </p:tav>
                                      </p:tavLst>
                                    </p:anim>
                                    <p:anim calcmode="lin" valueType="num">
                                      <p:cBhvr>
                                        <p:cTn id="26" dur="1000" fill="hold"/>
                                        <p:tgtEl>
                                          <p:spTgt spid="15"/>
                                        </p:tgtEl>
                                        <p:attrNameLst>
                                          <p:attrName>ppt_h</p:attrName>
                                        </p:attrNameLst>
                                      </p:cBhvr>
                                      <p:tavLst>
                                        <p:tav tm="0">
                                          <p:val>
                                            <p:fltVal val="0"/>
                                          </p:val>
                                        </p:tav>
                                        <p:tav tm="100000">
                                          <p:val>
                                            <p:strVal val="#ppt_h"/>
                                          </p:val>
                                        </p:tav>
                                      </p:tavLst>
                                    </p:anim>
                                    <p:anim calcmode="lin" valueType="num">
                                      <p:cBhvr>
                                        <p:cTn id="27" dur="1000" fill="hold"/>
                                        <p:tgtEl>
                                          <p:spTgt spid="15"/>
                                        </p:tgtEl>
                                        <p:attrNameLst>
                                          <p:attrName>style.rotation</p:attrName>
                                        </p:attrNameLst>
                                      </p:cBhvr>
                                      <p:tavLst>
                                        <p:tav tm="0">
                                          <p:val>
                                            <p:fltVal val="90"/>
                                          </p:val>
                                        </p:tav>
                                        <p:tav tm="100000">
                                          <p:val>
                                            <p:fltVal val="0"/>
                                          </p:val>
                                        </p:tav>
                                      </p:tavLst>
                                    </p:anim>
                                    <p:animEffect transition="in" filter="fade">
                                      <p:cBhvr>
                                        <p:cTn id="28" dur="1000"/>
                                        <p:tgtEl>
                                          <p:spTgt spid="15"/>
                                        </p:tgtEl>
                                      </p:cBhvr>
                                    </p:animEffect>
                                  </p:childTnLst>
                                </p:cTn>
                              </p:par>
                            </p:childTnLst>
                          </p:cTn>
                        </p:par>
                        <p:par>
                          <p:cTn id="29" fill="hold" nodeType="afterGroup">
                            <p:stCondLst>
                              <p:cond delay="3000"/>
                            </p:stCondLst>
                            <p:childTnLst>
                              <p:par>
                                <p:cTn id="30" presetID="31" presetClass="entr" presetSubtype="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1000" fill="hold"/>
                                        <p:tgtEl>
                                          <p:spTgt spid="17"/>
                                        </p:tgtEl>
                                        <p:attrNameLst>
                                          <p:attrName>ppt_w</p:attrName>
                                        </p:attrNameLst>
                                      </p:cBhvr>
                                      <p:tavLst>
                                        <p:tav tm="0">
                                          <p:val>
                                            <p:fltVal val="0"/>
                                          </p:val>
                                        </p:tav>
                                        <p:tav tm="100000">
                                          <p:val>
                                            <p:strVal val="#ppt_w"/>
                                          </p:val>
                                        </p:tav>
                                      </p:tavLst>
                                    </p:anim>
                                    <p:anim calcmode="lin" valueType="num">
                                      <p:cBhvr>
                                        <p:cTn id="33" dur="1000" fill="hold"/>
                                        <p:tgtEl>
                                          <p:spTgt spid="17"/>
                                        </p:tgtEl>
                                        <p:attrNameLst>
                                          <p:attrName>ppt_h</p:attrName>
                                        </p:attrNameLst>
                                      </p:cBhvr>
                                      <p:tavLst>
                                        <p:tav tm="0">
                                          <p:val>
                                            <p:fltVal val="0"/>
                                          </p:val>
                                        </p:tav>
                                        <p:tav tm="100000">
                                          <p:val>
                                            <p:strVal val="#ppt_h"/>
                                          </p:val>
                                        </p:tav>
                                      </p:tavLst>
                                    </p:anim>
                                    <p:anim calcmode="lin" valueType="num">
                                      <p:cBhvr>
                                        <p:cTn id="34" dur="1000" fill="hold"/>
                                        <p:tgtEl>
                                          <p:spTgt spid="17"/>
                                        </p:tgtEl>
                                        <p:attrNameLst>
                                          <p:attrName>style.rotation</p:attrName>
                                        </p:attrNameLst>
                                      </p:cBhvr>
                                      <p:tavLst>
                                        <p:tav tm="0">
                                          <p:val>
                                            <p:fltVal val="90"/>
                                          </p:val>
                                        </p:tav>
                                        <p:tav tm="100000">
                                          <p:val>
                                            <p:fltVal val="0"/>
                                          </p:val>
                                        </p:tav>
                                      </p:tavLst>
                                    </p:anim>
                                    <p:animEffect transition="in" filter="fade">
                                      <p:cBhvr>
                                        <p:cTn id="35" dur="1000"/>
                                        <p:tgtEl>
                                          <p:spTgt spid="17"/>
                                        </p:tgtEl>
                                      </p:cBhvr>
                                    </p:animEffect>
                                  </p:childTnLst>
                                </p:cTn>
                              </p:par>
                            </p:childTnLst>
                          </p:cTn>
                        </p:par>
                        <p:par>
                          <p:cTn id="36" fill="hold" nodeType="afterGroup">
                            <p:stCondLst>
                              <p:cond delay="4000"/>
                            </p:stCondLst>
                            <p:childTnLst>
                              <p:par>
                                <p:cTn id="37" presetID="31" presetClass="entr" presetSubtype="0"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p:cTn id="39" dur="1000" fill="hold"/>
                                        <p:tgtEl>
                                          <p:spTgt spid="18"/>
                                        </p:tgtEl>
                                        <p:attrNameLst>
                                          <p:attrName>ppt_w</p:attrName>
                                        </p:attrNameLst>
                                      </p:cBhvr>
                                      <p:tavLst>
                                        <p:tav tm="0">
                                          <p:val>
                                            <p:fltVal val="0"/>
                                          </p:val>
                                        </p:tav>
                                        <p:tav tm="100000">
                                          <p:val>
                                            <p:strVal val="#ppt_w"/>
                                          </p:val>
                                        </p:tav>
                                      </p:tavLst>
                                    </p:anim>
                                    <p:anim calcmode="lin" valueType="num">
                                      <p:cBhvr>
                                        <p:cTn id="40" dur="1000" fill="hold"/>
                                        <p:tgtEl>
                                          <p:spTgt spid="18"/>
                                        </p:tgtEl>
                                        <p:attrNameLst>
                                          <p:attrName>ppt_h</p:attrName>
                                        </p:attrNameLst>
                                      </p:cBhvr>
                                      <p:tavLst>
                                        <p:tav tm="0">
                                          <p:val>
                                            <p:fltVal val="0"/>
                                          </p:val>
                                        </p:tav>
                                        <p:tav tm="100000">
                                          <p:val>
                                            <p:strVal val="#ppt_h"/>
                                          </p:val>
                                        </p:tav>
                                      </p:tavLst>
                                    </p:anim>
                                    <p:anim calcmode="lin" valueType="num">
                                      <p:cBhvr>
                                        <p:cTn id="41" dur="1000" fill="hold"/>
                                        <p:tgtEl>
                                          <p:spTgt spid="18"/>
                                        </p:tgtEl>
                                        <p:attrNameLst>
                                          <p:attrName>style.rotation</p:attrName>
                                        </p:attrNameLst>
                                      </p:cBhvr>
                                      <p:tavLst>
                                        <p:tav tm="0">
                                          <p:val>
                                            <p:fltVal val="90"/>
                                          </p:val>
                                        </p:tav>
                                        <p:tav tm="100000">
                                          <p:val>
                                            <p:fltVal val="0"/>
                                          </p:val>
                                        </p:tav>
                                      </p:tavLst>
                                    </p:anim>
                                    <p:animEffect transition="in" filter="fade">
                                      <p:cBhvr>
                                        <p:cTn id="42" dur="1000"/>
                                        <p:tgtEl>
                                          <p:spTgt spid="18"/>
                                        </p:tgtEl>
                                      </p:cBhvr>
                                    </p:animEffect>
                                  </p:childTnLst>
                                </p:cTn>
                              </p:par>
                            </p:childTnLst>
                          </p:cTn>
                        </p:par>
                      </p:childTnLst>
                    </p:cTn>
                  </p:par>
                  <p:par>
                    <p:cTn id="43" fill="hold" nodeType="clickPar">
                      <p:stCondLst>
                        <p:cond delay="indefinite"/>
                      </p:stCondLst>
                      <p:childTnLst>
                        <p:par>
                          <p:cTn id="44" fill="hold" nodeType="afterGroup">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1000" fill="hold"/>
                                        <p:tgtEl>
                                          <p:spTgt spid="19"/>
                                        </p:tgtEl>
                                        <p:attrNameLst>
                                          <p:attrName>ppt_w</p:attrName>
                                        </p:attrNameLst>
                                      </p:cBhvr>
                                      <p:tavLst>
                                        <p:tav tm="0">
                                          <p:val>
                                            <p:fltVal val="0"/>
                                          </p:val>
                                        </p:tav>
                                        <p:tav tm="100000">
                                          <p:val>
                                            <p:strVal val="#ppt_w"/>
                                          </p:val>
                                        </p:tav>
                                      </p:tavLst>
                                    </p:anim>
                                    <p:anim calcmode="lin" valueType="num">
                                      <p:cBhvr>
                                        <p:cTn id="48" dur="1000" fill="hold"/>
                                        <p:tgtEl>
                                          <p:spTgt spid="19"/>
                                        </p:tgtEl>
                                        <p:attrNameLst>
                                          <p:attrName>ppt_h</p:attrName>
                                        </p:attrNameLst>
                                      </p:cBhvr>
                                      <p:tavLst>
                                        <p:tav tm="0">
                                          <p:val>
                                            <p:fltVal val="0"/>
                                          </p:val>
                                        </p:tav>
                                        <p:tav tm="100000">
                                          <p:val>
                                            <p:strVal val="#ppt_h"/>
                                          </p:val>
                                        </p:tav>
                                      </p:tavLst>
                                    </p:anim>
                                    <p:anim calcmode="lin" valueType="num">
                                      <p:cBhvr>
                                        <p:cTn id="49" dur="1000" fill="hold"/>
                                        <p:tgtEl>
                                          <p:spTgt spid="19"/>
                                        </p:tgtEl>
                                        <p:attrNameLst>
                                          <p:attrName>style.rotation</p:attrName>
                                        </p:attrNameLst>
                                      </p:cBhvr>
                                      <p:tavLst>
                                        <p:tav tm="0">
                                          <p:val>
                                            <p:fltVal val="90"/>
                                          </p:val>
                                        </p:tav>
                                        <p:tav tm="100000">
                                          <p:val>
                                            <p:fltVal val="0"/>
                                          </p:val>
                                        </p:tav>
                                      </p:tavLst>
                                    </p:anim>
                                    <p:animEffect transition="in" filter="fade">
                                      <p:cBhvr>
                                        <p:cTn id="50" dur="1000"/>
                                        <p:tgtEl>
                                          <p:spTgt spid="19"/>
                                        </p:tgtEl>
                                      </p:cBhvr>
                                    </p:animEffect>
                                  </p:childTnLst>
                                </p:cTn>
                              </p:par>
                              <p:par>
                                <p:cTn id="51" presetID="3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p:cTn id="53" dur="1000" fill="hold"/>
                                        <p:tgtEl>
                                          <p:spTgt spid="21"/>
                                        </p:tgtEl>
                                        <p:attrNameLst>
                                          <p:attrName>ppt_w</p:attrName>
                                        </p:attrNameLst>
                                      </p:cBhvr>
                                      <p:tavLst>
                                        <p:tav tm="0">
                                          <p:val>
                                            <p:fltVal val="0"/>
                                          </p:val>
                                        </p:tav>
                                        <p:tav tm="100000">
                                          <p:val>
                                            <p:strVal val="#ppt_w"/>
                                          </p:val>
                                        </p:tav>
                                      </p:tavLst>
                                    </p:anim>
                                    <p:anim calcmode="lin" valueType="num">
                                      <p:cBhvr>
                                        <p:cTn id="54" dur="1000" fill="hold"/>
                                        <p:tgtEl>
                                          <p:spTgt spid="21"/>
                                        </p:tgtEl>
                                        <p:attrNameLst>
                                          <p:attrName>ppt_h</p:attrName>
                                        </p:attrNameLst>
                                      </p:cBhvr>
                                      <p:tavLst>
                                        <p:tav tm="0">
                                          <p:val>
                                            <p:fltVal val="0"/>
                                          </p:val>
                                        </p:tav>
                                        <p:tav tm="100000">
                                          <p:val>
                                            <p:strVal val="#ppt_h"/>
                                          </p:val>
                                        </p:tav>
                                      </p:tavLst>
                                    </p:anim>
                                    <p:anim calcmode="lin" valueType="num">
                                      <p:cBhvr>
                                        <p:cTn id="55" dur="1000" fill="hold"/>
                                        <p:tgtEl>
                                          <p:spTgt spid="21"/>
                                        </p:tgtEl>
                                        <p:attrNameLst>
                                          <p:attrName>style.rotation</p:attrName>
                                        </p:attrNameLst>
                                      </p:cBhvr>
                                      <p:tavLst>
                                        <p:tav tm="0">
                                          <p:val>
                                            <p:fltVal val="90"/>
                                          </p:val>
                                        </p:tav>
                                        <p:tav tm="100000">
                                          <p:val>
                                            <p:fltVal val="0"/>
                                          </p:val>
                                        </p:tav>
                                      </p:tavLst>
                                    </p:anim>
                                    <p:animEffect transition="in" filter="fade">
                                      <p:cBhvr>
                                        <p:cTn id="56"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 grpId="0"/>
      <p:bldP spid="4" grpId="0"/>
      <p:bldP spid="5" grpId="0"/>
      <p:bldP spid="9" grpId="0"/>
      <p:bldP spid="17" grpId="0" animBg="1"/>
      <p:bldP spid="18" grpId="0" animBg="1"/>
      <p:bldP spid="19" grpId="0" animBg="1"/>
      <p:bldP spid="2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49">
            <a:extLst>
              <a:ext uri="{FF2B5EF4-FFF2-40B4-BE49-F238E27FC236}">
                <a16:creationId xmlns:a16="http://schemas.microsoft.com/office/drawing/2014/main" id="{DA65C865-8293-4B0F-90CC-F990DD3A1BB7}"/>
              </a:ext>
            </a:extLst>
          </p:cNvPr>
          <p:cNvGrpSpPr/>
          <p:nvPr/>
        </p:nvGrpSpPr>
        <p:grpSpPr>
          <a:xfrm>
            <a:off x="-1691710" y="-2304740"/>
            <a:ext cx="17955868" cy="13898750"/>
            <a:chOff x="-1691710" y="-2304740"/>
            <a:chExt cx="17955868" cy="13898750"/>
          </a:xfrm>
        </p:grpSpPr>
        <p:sp>
          <p:nvSpPr>
            <p:cNvPr id="51" name="Circle">
              <a:extLst>
                <a:ext uri="{FF2B5EF4-FFF2-40B4-BE49-F238E27FC236}">
                  <a16:creationId xmlns:a16="http://schemas.microsoft.com/office/drawing/2014/main" id="{EBB57C1F-4E19-4BD8-A03D-F815E4C39203}"/>
                </a:ext>
              </a:extLst>
            </p:cNvPr>
            <p:cNvSpPr/>
            <p:nvPr/>
          </p:nvSpPr>
          <p:spPr>
            <a:xfrm>
              <a:off x="4325223" y="-2304740"/>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52" name="Rectangle 19">
              <a:extLst>
                <a:ext uri="{FF2B5EF4-FFF2-40B4-BE49-F238E27FC236}">
                  <a16:creationId xmlns:a16="http://schemas.microsoft.com/office/drawing/2014/main" id="{9607697F-90A5-444B-8658-2C295F0A5254}"/>
                </a:ext>
              </a:extLst>
            </p:cNvPr>
            <p:cNvSpPr/>
            <p:nvPr/>
          </p:nvSpPr>
          <p:spPr>
            <a:xfrm>
              <a:off x="4152214" y="175783"/>
              <a:ext cx="3995676" cy="469633"/>
            </a:xfrm>
            <a:prstGeom prst="rect">
              <a:avLst/>
            </a:prstGeom>
          </p:spPr>
          <p:txBody>
            <a:bodyPr wrap="none" lIns="0" tIns="0" rIns="0" bIns="0">
              <a:noAutofit/>
            </a:bodyPr>
            <a:lstStyle/>
            <a:p>
              <a:pPr algn="ctr"/>
              <a:r>
                <a:rPr lang="zh-CN" altLang="en-US" sz="2000" b="1" spc="1200">
                  <a:solidFill>
                    <a:schemeClr val="bg1"/>
                  </a:solidFill>
                  <a:cs typeface="+mn-ea"/>
                  <a:sym typeface="+mn-lt"/>
                </a:rPr>
                <a:t>输入你的标题</a:t>
              </a:r>
            </a:p>
          </p:txBody>
        </p:sp>
        <p:sp>
          <p:nvSpPr>
            <p:cNvPr id="53" name="Circle">
              <a:extLst>
                <a:ext uri="{FF2B5EF4-FFF2-40B4-BE49-F238E27FC236}">
                  <a16:creationId xmlns:a16="http://schemas.microsoft.com/office/drawing/2014/main" id="{61FD5EE8-34F9-41AC-A9C3-51C5DEA76E2D}"/>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54" name="Circle">
              <a:extLst>
                <a:ext uri="{FF2B5EF4-FFF2-40B4-BE49-F238E27FC236}">
                  <a16:creationId xmlns:a16="http://schemas.microsoft.com/office/drawing/2014/main" id="{F12F0EA0-1C58-4FE6-B291-9EE05F9ED9F7}"/>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55" name="Circle">
              <a:extLst>
                <a:ext uri="{FF2B5EF4-FFF2-40B4-BE49-F238E27FC236}">
                  <a16:creationId xmlns:a16="http://schemas.microsoft.com/office/drawing/2014/main" id="{261430BF-9B9B-4660-9010-46110104752B}"/>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grpSp>
        <p:nvGrpSpPr>
          <p:cNvPr id="56" name="20893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72C80EF5-B816-D84D-B6DD-84A9920FC6B9}"/>
              </a:ext>
            </a:extLst>
          </p:cNvPr>
          <p:cNvGrpSpPr>
            <a:grpSpLocks noChangeAspect="1"/>
          </p:cNvGrpSpPr>
          <p:nvPr>
            <p:custDataLst>
              <p:tags r:id="R803aae7245ec45a0"/>
            </p:custDataLst>
          </p:nvPr>
        </p:nvGrpSpPr>
        <p:grpSpPr>
          <a:xfrm>
            <a:off x="3343081" y="1914797"/>
            <a:ext cx="5493138" cy="3434806"/>
            <a:chOff x="3343081" y="1914797"/>
            <a:chExt cx="5493138" cy="3434806"/>
          </a:xfrm>
        </p:grpSpPr>
        <p:sp>
          <p:nvSpPr>
            <p:cNvPr id="57" name="ïṣliďe">
              <a:extLst>
                <a:ext uri="{FF2B5EF4-FFF2-40B4-BE49-F238E27FC236}">
                  <a16:creationId xmlns:a16="http://schemas.microsoft.com/office/drawing/2014/main" id="{C58CBE58-D390-E842-96FB-1F7B31A183D5}"/>
                </a:ext>
              </a:extLst>
            </p:cNvPr>
            <p:cNvSpPr/>
            <p:nvPr/>
          </p:nvSpPr>
          <p:spPr>
            <a:xfrm>
              <a:off x="3343081" y="3096843"/>
              <a:ext cx="1556262" cy="541051"/>
            </a:xfrm>
            <a:prstGeom prst="roundRect">
              <a:avLst>
                <a:gd name="adj" fmla="val 0"/>
              </a:avLst>
            </a:prstGeom>
            <a:solidFill>
              <a:srgbClr val="FFFFFF"/>
            </a:solidFill>
            <a:ln w="28575">
              <a:solidFill>
                <a:schemeClr val="accent1"/>
              </a:solidFill>
            </a:ln>
          </p:spPr>
          <p:txBody>
            <a:bodyPr lIns="19050" tIns="19050" rIns="19050" bIns="19050" anchor="ctr"/>
            <a:lstStyle/>
            <a:p>
              <a:endParaRPr sz="2000">
                <a:cs typeface="+mn-ea"/>
                <a:sym typeface="+mn-lt"/>
              </a:endParaRPr>
            </a:p>
          </p:txBody>
        </p:sp>
        <p:sp>
          <p:nvSpPr>
            <p:cNvPr id="58" name="íṡļîde">
              <a:extLst>
                <a:ext uri="{FF2B5EF4-FFF2-40B4-BE49-F238E27FC236}">
                  <a16:creationId xmlns:a16="http://schemas.microsoft.com/office/drawing/2014/main" id="{60AD86F3-D904-4C4F-BB24-D5C2DB7244AB}"/>
                </a:ext>
              </a:extLst>
            </p:cNvPr>
            <p:cNvSpPr/>
            <p:nvPr/>
          </p:nvSpPr>
          <p:spPr>
            <a:xfrm>
              <a:off x="4579117" y="4808552"/>
              <a:ext cx="1556262" cy="541051"/>
            </a:xfrm>
            <a:prstGeom prst="roundRect">
              <a:avLst>
                <a:gd name="adj" fmla="val 0"/>
              </a:avLst>
            </a:prstGeom>
            <a:solidFill>
              <a:srgbClr val="FFFFFF"/>
            </a:solidFill>
            <a:ln w="28575">
              <a:solidFill>
                <a:schemeClr val="bg1">
                  <a:lumMod val="75000"/>
                </a:schemeClr>
              </a:solidFill>
            </a:ln>
          </p:spPr>
          <p:txBody>
            <a:bodyPr lIns="19050" tIns="19050" rIns="19050" bIns="19050" anchor="ctr"/>
            <a:lstStyle/>
            <a:p>
              <a:endParaRPr sz="2000">
                <a:cs typeface="+mn-ea"/>
                <a:sym typeface="+mn-lt"/>
              </a:endParaRPr>
            </a:p>
          </p:txBody>
        </p:sp>
        <p:sp>
          <p:nvSpPr>
            <p:cNvPr id="59" name="îṩļîḋe">
              <a:extLst>
                <a:ext uri="{FF2B5EF4-FFF2-40B4-BE49-F238E27FC236}">
                  <a16:creationId xmlns:a16="http://schemas.microsoft.com/office/drawing/2014/main" id="{3F67F4B7-0A32-B14E-B358-BCA22C4EF49C}"/>
                </a:ext>
              </a:extLst>
            </p:cNvPr>
            <p:cNvSpPr/>
            <p:nvPr/>
          </p:nvSpPr>
          <p:spPr>
            <a:xfrm>
              <a:off x="7279957" y="3619844"/>
              <a:ext cx="1556262" cy="541051"/>
            </a:xfrm>
            <a:prstGeom prst="roundRect">
              <a:avLst>
                <a:gd name="adj" fmla="val 0"/>
              </a:avLst>
            </a:prstGeom>
            <a:solidFill>
              <a:srgbClr val="FFFFFF"/>
            </a:solidFill>
            <a:ln w="28575">
              <a:solidFill>
                <a:schemeClr val="accent1"/>
              </a:solidFill>
            </a:ln>
          </p:spPr>
          <p:txBody>
            <a:bodyPr lIns="19050" tIns="19050" rIns="19050" bIns="19050" anchor="ctr"/>
            <a:lstStyle/>
            <a:p>
              <a:endParaRPr sz="2000">
                <a:cs typeface="+mn-ea"/>
                <a:sym typeface="+mn-lt"/>
              </a:endParaRPr>
            </a:p>
          </p:txBody>
        </p:sp>
        <p:sp>
          <p:nvSpPr>
            <p:cNvPr id="60" name="iṣľîḓe">
              <a:extLst>
                <a:ext uri="{FF2B5EF4-FFF2-40B4-BE49-F238E27FC236}">
                  <a16:creationId xmlns:a16="http://schemas.microsoft.com/office/drawing/2014/main" id="{DE9B7989-9B7B-D04E-A675-2986F1DE15E8}"/>
                </a:ext>
              </a:extLst>
            </p:cNvPr>
            <p:cNvSpPr/>
            <p:nvPr/>
          </p:nvSpPr>
          <p:spPr>
            <a:xfrm>
              <a:off x="6053680" y="1914797"/>
              <a:ext cx="1556262" cy="541051"/>
            </a:xfrm>
            <a:prstGeom prst="roundRect">
              <a:avLst>
                <a:gd name="adj" fmla="val 0"/>
              </a:avLst>
            </a:prstGeom>
            <a:solidFill>
              <a:srgbClr val="FFFFFF"/>
            </a:solidFill>
            <a:ln w="28575">
              <a:solidFill>
                <a:schemeClr val="bg1">
                  <a:lumMod val="75000"/>
                </a:schemeClr>
              </a:solidFill>
            </a:ln>
          </p:spPr>
          <p:txBody>
            <a:bodyPr lIns="19050" tIns="19050" rIns="19050" bIns="19050" anchor="ctr"/>
            <a:lstStyle/>
            <a:p>
              <a:endParaRPr sz="2000">
                <a:cs typeface="+mn-ea"/>
                <a:sym typeface="+mn-lt"/>
              </a:endParaRPr>
            </a:p>
          </p:txBody>
        </p:sp>
        <p:sp>
          <p:nvSpPr>
            <p:cNvPr id="61" name="íṧ1ïḍè">
              <a:extLst>
                <a:ext uri="{FF2B5EF4-FFF2-40B4-BE49-F238E27FC236}">
                  <a16:creationId xmlns:a16="http://schemas.microsoft.com/office/drawing/2014/main" id="{360CE3DB-CC00-854B-880D-C2ADF4EECD6F}"/>
                </a:ext>
              </a:extLst>
            </p:cNvPr>
            <p:cNvSpPr/>
            <p:nvPr/>
          </p:nvSpPr>
          <p:spPr>
            <a:xfrm rot="2700000">
              <a:off x="4849718" y="2395420"/>
              <a:ext cx="2479864" cy="2479864"/>
            </a:xfrm>
            <a:prstGeom prst="roundRect">
              <a:avLst>
                <a:gd name="adj" fmla="val 2592"/>
              </a:avLst>
            </a:prstGeom>
            <a:blipFill dpi="0" rotWithShape="0">
              <a:blip r:embed="R099fcbd538ce4dd4"/>
              <a:stretch>
                <a:fillRect l="-16409" r="-33747"/>
              </a:stretch>
            </a:blipFill>
            <a:ln w="63500">
              <a:solidFill>
                <a:schemeClr val="bg1">
                  <a:lumMod val="9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a:endParaRPr b="1">
                <a:solidFill>
                  <a:schemeClr val="lt1"/>
                </a:solidFill>
                <a:cs typeface="+mn-ea"/>
                <a:sym typeface="+mn-lt"/>
              </a:endParaRPr>
            </a:p>
          </p:txBody>
        </p:sp>
        <p:sp>
          <p:nvSpPr>
            <p:cNvPr id="62" name="i$ļïḓe">
              <a:extLst>
                <a:ext uri="{FF2B5EF4-FFF2-40B4-BE49-F238E27FC236}">
                  <a16:creationId xmlns:a16="http://schemas.microsoft.com/office/drawing/2014/main" id="{CC799C89-8D5E-0A42-B6D9-85BD10427A79}"/>
                </a:ext>
              </a:extLst>
            </p:cNvPr>
            <p:cNvSpPr/>
            <p:nvPr/>
          </p:nvSpPr>
          <p:spPr bwMode="auto">
            <a:xfrm>
              <a:off x="8383293" y="3704680"/>
              <a:ext cx="386160" cy="371378"/>
            </a:xfrm>
            <a:custGeom>
              <a:avLst/>
              <a:gdLst>
                <a:gd name="connsiteX0" fmla="*/ 61288 w 609549"/>
                <a:gd name="connsiteY0" fmla="*/ 383285 h 586216"/>
                <a:gd name="connsiteX1" fmla="*/ 71162 w 609549"/>
                <a:gd name="connsiteY1" fmla="*/ 387101 h 586216"/>
                <a:gd name="connsiteX2" fmla="*/ 120018 w 609549"/>
                <a:gd name="connsiteY2" fmla="*/ 435892 h 586216"/>
                <a:gd name="connsiteX3" fmla="*/ 120018 w 609549"/>
                <a:gd name="connsiteY3" fmla="*/ 454200 h 586216"/>
                <a:gd name="connsiteX4" fmla="*/ 56639 w 609549"/>
                <a:gd name="connsiteY4" fmla="*/ 517543 h 586216"/>
                <a:gd name="connsiteX5" fmla="*/ 35592 w 609549"/>
                <a:gd name="connsiteY5" fmla="*/ 513644 h 586216"/>
                <a:gd name="connsiteX6" fmla="*/ 51877 w 609549"/>
                <a:gd name="connsiteY6" fmla="*/ 388099 h 586216"/>
                <a:gd name="connsiteX7" fmla="*/ 61288 w 609549"/>
                <a:gd name="connsiteY7" fmla="*/ 383285 h 586216"/>
                <a:gd name="connsiteX8" fmla="*/ 235245 w 609549"/>
                <a:gd name="connsiteY8" fmla="*/ 302810 h 586216"/>
                <a:gd name="connsiteX9" fmla="*/ 306042 w 609549"/>
                <a:gd name="connsiteY9" fmla="*/ 373466 h 586216"/>
                <a:gd name="connsiteX10" fmla="*/ 258717 w 609549"/>
                <a:gd name="connsiteY10" fmla="*/ 420680 h 586216"/>
                <a:gd name="connsiteX11" fmla="*/ 230246 w 609549"/>
                <a:gd name="connsiteY11" fmla="*/ 550152 h 586216"/>
                <a:gd name="connsiteX12" fmla="*/ 92223 w 609549"/>
                <a:gd name="connsiteY12" fmla="*/ 575305 h 586216"/>
                <a:gd name="connsiteX13" fmla="*/ 88748 w 609549"/>
                <a:gd name="connsiteY13" fmla="*/ 556143 h 586216"/>
                <a:gd name="connsiteX14" fmla="*/ 165115 w 609549"/>
                <a:gd name="connsiteY14" fmla="*/ 479877 h 586216"/>
                <a:gd name="connsiteX15" fmla="*/ 165115 w 609549"/>
                <a:gd name="connsiteY15" fmla="*/ 446308 h 586216"/>
                <a:gd name="connsiteX16" fmla="*/ 88700 w 609549"/>
                <a:gd name="connsiteY16" fmla="*/ 369995 h 586216"/>
                <a:gd name="connsiteX17" fmla="*/ 92128 w 609549"/>
                <a:gd name="connsiteY17" fmla="*/ 350976 h 586216"/>
                <a:gd name="connsiteX18" fmla="*/ 189111 w 609549"/>
                <a:gd name="connsiteY18" fmla="*/ 348884 h 586216"/>
                <a:gd name="connsiteX19" fmla="*/ 257958 w 609549"/>
                <a:gd name="connsiteY19" fmla="*/ 161679 h 586216"/>
                <a:gd name="connsiteX20" fmla="*/ 317251 w 609549"/>
                <a:gd name="connsiteY20" fmla="*/ 220879 h 586216"/>
                <a:gd name="connsiteX21" fmla="*/ 388070 w 609549"/>
                <a:gd name="connsiteY21" fmla="*/ 291586 h 586216"/>
                <a:gd name="connsiteX22" fmla="*/ 604906 w 609549"/>
                <a:gd name="connsiteY22" fmla="*/ 508130 h 586216"/>
                <a:gd name="connsiteX23" fmla="*/ 604906 w 609549"/>
                <a:gd name="connsiteY23" fmla="*/ 530526 h 586216"/>
                <a:gd name="connsiteX24" fmla="*/ 556567 w 609549"/>
                <a:gd name="connsiteY24" fmla="*/ 578789 h 586216"/>
                <a:gd name="connsiteX25" fmla="*/ 545327 w 609549"/>
                <a:gd name="connsiteY25" fmla="*/ 583449 h 586216"/>
                <a:gd name="connsiteX26" fmla="*/ 534135 w 609549"/>
                <a:gd name="connsiteY26" fmla="*/ 578789 h 586216"/>
                <a:gd name="connsiteX27" fmla="*/ 317251 w 609549"/>
                <a:gd name="connsiteY27" fmla="*/ 362293 h 586216"/>
                <a:gd name="connsiteX28" fmla="*/ 246481 w 609549"/>
                <a:gd name="connsiteY28" fmla="*/ 291586 h 586216"/>
                <a:gd name="connsiteX29" fmla="*/ 187140 w 609549"/>
                <a:gd name="connsiteY29" fmla="*/ 232339 h 586216"/>
                <a:gd name="connsiteX30" fmla="*/ 58606 w 609549"/>
                <a:gd name="connsiteY30" fmla="*/ 160814 h 586216"/>
                <a:gd name="connsiteX31" fmla="*/ 126401 w 609549"/>
                <a:gd name="connsiteY31" fmla="*/ 228498 h 586216"/>
                <a:gd name="connsiteX32" fmla="*/ 111975 w 609549"/>
                <a:gd name="connsiteY32" fmla="*/ 242899 h 586216"/>
                <a:gd name="connsiteX33" fmla="*/ 119307 w 609549"/>
                <a:gd name="connsiteY33" fmla="*/ 250219 h 586216"/>
                <a:gd name="connsiteX34" fmla="*/ 119307 w 609549"/>
                <a:gd name="connsiteY34" fmla="*/ 277692 h 586216"/>
                <a:gd name="connsiteX35" fmla="*/ 115641 w 609549"/>
                <a:gd name="connsiteY35" fmla="*/ 281352 h 586216"/>
                <a:gd name="connsiteX36" fmla="*/ 88123 w 609549"/>
                <a:gd name="connsiteY36" fmla="*/ 281352 h 586216"/>
                <a:gd name="connsiteX37" fmla="*/ 5712 w 609549"/>
                <a:gd name="connsiteY37" fmla="*/ 199029 h 586216"/>
                <a:gd name="connsiteX38" fmla="*/ 5712 w 609549"/>
                <a:gd name="connsiteY38" fmla="*/ 171604 h 586216"/>
                <a:gd name="connsiteX39" fmla="*/ 9378 w 609549"/>
                <a:gd name="connsiteY39" fmla="*/ 167944 h 586216"/>
                <a:gd name="connsiteX40" fmla="*/ 36849 w 609549"/>
                <a:gd name="connsiteY40" fmla="*/ 167944 h 586216"/>
                <a:gd name="connsiteX41" fmla="*/ 44180 w 609549"/>
                <a:gd name="connsiteY41" fmla="*/ 175264 h 586216"/>
                <a:gd name="connsiteX42" fmla="*/ 585775 w 609549"/>
                <a:gd name="connsiteY42" fmla="*/ 66370 h 586216"/>
                <a:gd name="connsiteX43" fmla="*/ 595263 w 609549"/>
                <a:gd name="connsiteY43" fmla="*/ 73839 h 586216"/>
                <a:gd name="connsiteX44" fmla="*/ 578978 w 609549"/>
                <a:gd name="connsiteY44" fmla="*/ 199341 h 586216"/>
                <a:gd name="connsiteX45" fmla="*/ 559693 w 609549"/>
                <a:gd name="connsiteY45" fmla="*/ 200387 h 586216"/>
                <a:gd name="connsiteX46" fmla="*/ 510789 w 609549"/>
                <a:gd name="connsiteY46" fmla="*/ 151612 h 586216"/>
                <a:gd name="connsiteX47" fmla="*/ 510789 w 609549"/>
                <a:gd name="connsiteY47" fmla="*/ 133262 h 586216"/>
                <a:gd name="connsiteX48" fmla="*/ 574216 w 609549"/>
                <a:gd name="connsiteY48" fmla="*/ 69988 h 586216"/>
                <a:gd name="connsiteX49" fmla="*/ 585775 w 609549"/>
                <a:gd name="connsiteY49" fmla="*/ 66370 h 586216"/>
                <a:gd name="connsiteX50" fmla="*/ 158702 w 609549"/>
                <a:gd name="connsiteY50" fmla="*/ 26758 h 586216"/>
                <a:gd name="connsiteX51" fmla="*/ 172463 w 609549"/>
                <a:gd name="connsiteY51" fmla="*/ 32464 h 586216"/>
                <a:gd name="connsiteX52" fmla="*/ 179701 w 609549"/>
                <a:gd name="connsiteY52" fmla="*/ 39691 h 586216"/>
                <a:gd name="connsiteX53" fmla="*/ 246935 w 609549"/>
                <a:gd name="connsiteY53" fmla="*/ 106831 h 586216"/>
                <a:gd name="connsiteX54" fmla="*/ 254886 w 609549"/>
                <a:gd name="connsiteY54" fmla="*/ 114819 h 586216"/>
                <a:gd name="connsiteX55" fmla="*/ 257600 w 609549"/>
                <a:gd name="connsiteY55" fmla="*/ 138879 h 586216"/>
                <a:gd name="connsiteX56" fmla="*/ 254886 w 609549"/>
                <a:gd name="connsiteY56" fmla="*/ 142255 h 586216"/>
                <a:gd name="connsiteX57" fmla="*/ 252315 w 609549"/>
                <a:gd name="connsiteY57" fmla="*/ 144823 h 586216"/>
                <a:gd name="connsiteX58" fmla="*/ 246696 w 609549"/>
                <a:gd name="connsiteY58" fmla="*/ 150434 h 586216"/>
                <a:gd name="connsiteX59" fmla="*/ 175892 w 609549"/>
                <a:gd name="connsiteY59" fmla="*/ 221140 h 586216"/>
                <a:gd name="connsiteX60" fmla="*/ 172463 w 609549"/>
                <a:gd name="connsiteY60" fmla="*/ 224611 h 586216"/>
                <a:gd name="connsiteX61" fmla="*/ 170130 w 609549"/>
                <a:gd name="connsiteY61" fmla="*/ 226560 h 586216"/>
                <a:gd name="connsiteX62" fmla="*/ 162274 w 609549"/>
                <a:gd name="connsiteY62" fmla="*/ 229936 h 586216"/>
                <a:gd name="connsiteX63" fmla="*/ 158702 w 609549"/>
                <a:gd name="connsiteY63" fmla="*/ 230269 h 586216"/>
                <a:gd name="connsiteX64" fmla="*/ 144942 w 609549"/>
                <a:gd name="connsiteY64" fmla="*/ 224611 h 586216"/>
                <a:gd name="connsiteX65" fmla="*/ 137609 w 609549"/>
                <a:gd name="connsiteY65" fmla="*/ 217288 h 586216"/>
                <a:gd name="connsiteX66" fmla="*/ 69804 w 609549"/>
                <a:gd name="connsiteY66" fmla="*/ 149578 h 586216"/>
                <a:gd name="connsiteX67" fmla="*/ 62519 w 609549"/>
                <a:gd name="connsiteY67" fmla="*/ 142255 h 586216"/>
                <a:gd name="connsiteX68" fmla="*/ 62519 w 609549"/>
                <a:gd name="connsiteY68" fmla="*/ 114819 h 586216"/>
                <a:gd name="connsiteX69" fmla="*/ 144942 w 609549"/>
                <a:gd name="connsiteY69" fmla="*/ 32464 h 586216"/>
                <a:gd name="connsiteX70" fmla="*/ 158702 w 609549"/>
                <a:gd name="connsiteY70" fmla="*/ 26758 h 586216"/>
                <a:gd name="connsiteX71" fmla="*/ 254809 w 609549"/>
                <a:gd name="connsiteY71" fmla="*/ 6542 h 586216"/>
                <a:gd name="connsiteX72" fmla="*/ 321015 w 609549"/>
                <a:gd name="connsiteY72" fmla="*/ 29913 h 586216"/>
                <a:gd name="connsiteX73" fmla="*/ 260017 w 609549"/>
                <a:gd name="connsiteY73" fmla="*/ 97465 h 586216"/>
                <a:gd name="connsiteX74" fmla="*/ 193067 w 609549"/>
                <a:gd name="connsiteY74" fmla="*/ 30626 h 586216"/>
                <a:gd name="connsiteX75" fmla="*/ 254809 w 609549"/>
                <a:gd name="connsiteY75" fmla="*/ 6542 h 586216"/>
                <a:gd name="connsiteX76" fmla="*/ 503105 w 609549"/>
                <a:gd name="connsiteY76" fmla="*/ 953 h 586216"/>
                <a:gd name="connsiteX77" fmla="*/ 538560 w 609549"/>
                <a:gd name="connsiteY77" fmla="*/ 10911 h 586216"/>
                <a:gd name="connsiteX78" fmla="*/ 542083 w 609549"/>
                <a:gd name="connsiteY78" fmla="*/ 30073 h 586216"/>
                <a:gd name="connsiteX79" fmla="*/ 465709 w 609549"/>
                <a:gd name="connsiteY79" fmla="*/ 106341 h 586216"/>
                <a:gd name="connsiteX80" fmla="*/ 465709 w 609549"/>
                <a:gd name="connsiteY80" fmla="*/ 139911 h 586216"/>
                <a:gd name="connsiteX81" fmla="*/ 542131 w 609549"/>
                <a:gd name="connsiteY81" fmla="*/ 216227 h 586216"/>
                <a:gd name="connsiteX82" fmla="*/ 538655 w 609549"/>
                <a:gd name="connsiteY82" fmla="*/ 235246 h 586216"/>
                <a:gd name="connsiteX83" fmla="*/ 442187 w 609549"/>
                <a:gd name="connsiteY83" fmla="*/ 237528 h 586216"/>
                <a:gd name="connsiteX84" fmla="*/ 399238 w 609549"/>
                <a:gd name="connsiteY84" fmla="*/ 280370 h 586216"/>
                <a:gd name="connsiteX85" fmla="*/ 328482 w 609549"/>
                <a:gd name="connsiteY85" fmla="*/ 209712 h 586216"/>
                <a:gd name="connsiteX86" fmla="*/ 372240 w 609549"/>
                <a:gd name="connsiteY86" fmla="*/ 166015 h 586216"/>
                <a:gd name="connsiteX87" fmla="*/ 400571 w 609549"/>
                <a:gd name="connsiteY87" fmla="*/ 36064 h 586216"/>
                <a:gd name="connsiteX88" fmla="*/ 503105 w 609549"/>
                <a:gd name="connsiteY88" fmla="*/ 953 h 58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609549" h="586216">
                  <a:moveTo>
                    <a:pt x="61288" y="383285"/>
                  </a:moveTo>
                  <a:cubicBezTo>
                    <a:pt x="64829" y="383106"/>
                    <a:pt x="68448" y="384367"/>
                    <a:pt x="71162" y="387101"/>
                  </a:cubicBezTo>
                  <a:lnTo>
                    <a:pt x="120018" y="435892"/>
                  </a:lnTo>
                  <a:cubicBezTo>
                    <a:pt x="125113" y="440933"/>
                    <a:pt x="125113" y="449160"/>
                    <a:pt x="120018" y="454200"/>
                  </a:cubicBezTo>
                  <a:lnTo>
                    <a:pt x="56639" y="517543"/>
                  </a:lnTo>
                  <a:cubicBezTo>
                    <a:pt x="50211" y="523963"/>
                    <a:pt x="39211" y="522013"/>
                    <a:pt x="35592" y="513644"/>
                  </a:cubicBezTo>
                  <a:cubicBezTo>
                    <a:pt x="17783" y="472794"/>
                    <a:pt x="23211" y="424288"/>
                    <a:pt x="51877" y="388099"/>
                  </a:cubicBezTo>
                  <a:cubicBezTo>
                    <a:pt x="54282" y="385079"/>
                    <a:pt x="57746" y="383463"/>
                    <a:pt x="61288" y="383285"/>
                  </a:cubicBezTo>
                  <a:close/>
                  <a:moveTo>
                    <a:pt x="235245" y="302810"/>
                  </a:moveTo>
                  <a:lnTo>
                    <a:pt x="306042" y="373466"/>
                  </a:lnTo>
                  <a:lnTo>
                    <a:pt x="258717" y="420680"/>
                  </a:lnTo>
                  <a:cubicBezTo>
                    <a:pt x="274667" y="464329"/>
                    <a:pt x="265192" y="515300"/>
                    <a:pt x="230246" y="550152"/>
                  </a:cubicBezTo>
                  <a:cubicBezTo>
                    <a:pt x="192919" y="587430"/>
                    <a:pt x="137644" y="595798"/>
                    <a:pt x="92223" y="575305"/>
                  </a:cubicBezTo>
                  <a:cubicBezTo>
                    <a:pt x="84701" y="571882"/>
                    <a:pt x="82892" y="561992"/>
                    <a:pt x="88748" y="556143"/>
                  </a:cubicBezTo>
                  <a:lnTo>
                    <a:pt x="165115" y="479877"/>
                  </a:lnTo>
                  <a:cubicBezTo>
                    <a:pt x="174399" y="470605"/>
                    <a:pt x="174399" y="455580"/>
                    <a:pt x="165115" y="446308"/>
                  </a:cubicBezTo>
                  <a:lnTo>
                    <a:pt x="88700" y="369995"/>
                  </a:lnTo>
                  <a:cubicBezTo>
                    <a:pt x="82844" y="364194"/>
                    <a:pt x="84653" y="354399"/>
                    <a:pt x="92128" y="350976"/>
                  </a:cubicBezTo>
                  <a:cubicBezTo>
                    <a:pt x="122789" y="337092"/>
                    <a:pt x="157973" y="336379"/>
                    <a:pt x="189111" y="348884"/>
                  </a:cubicBezTo>
                  <a:close/>
                  <a:moveTo>
                    <a:pt x="257958" y="161679"/>
                  </a:moveTo>
                  <a:lnTo>
                    <a:pt x="317251" y="220879"/>
                  </a:lnTo>
                  <a:lnTo>
                    <a:pt x="388070" y="291586"/>
                  </a:lnTo>
                  <a:lnTo>
                    <a:pt x="604906" y="508130"/>
                  </a:lnTo>
                  <a:cubicBezTo>
                    <a:pt x="611097" y="514311"/>
                    <a:pt x="611097" y="524344"/>
                    <a:pt x="604906" y="530526"/>
                  </a:cubicBezTo>
                  <a:lnTo>
                    <a:pt x="556567" y="578789"/>
                  </a:lnTo>
                  <a:cubicBezTo>
                    <a:pt x="553471" y="581880"/>
                    <a:pt x="549423" y="583449"/>
                    <a:pt x="545327" y="583449"/>
                  </a:cubicBezTo>
                  <a:cubicBezTo>
                    <a:pt x="541279" y="583449"/>
                    <a:pt x="537231" y="581880"/>
                    <a:pt x="534135" y="578789"/>
                  </a:cubicBezTo>
                  <a:lnTo>
                    <a:pt x="317251" y="362293"/>
                  </a:lnTo>
                  <a:lnTo>
                    <a:pt x="246481" y="291586"/>
                  </a:lnTo>
                  <a:lnTo>
                    <a:pt x="187140" y="232339"/>
                  </a:lnTo>
                  <a:close/>
                  <a:moveTo>
                    <a:pt x="58606" y="160814"/>
                  </a:moveTo>
                  <a:lnTo>
                    <a:pt x="126401" y="228498"/>
                  </a:lnTo>
                  <a:lnTo>
                    <a:pt x="111975" y="242899"/>
                  </a:lnTo>
                  <a:lnTo>
                    <a:pt x="119307" y="250219"/>
                  </a:lnTo>
                  <a:cubicBezTo>
                    <a:pt x="126877" y="257824"/>
                    <a:pt x="126877" y="270087"/>
                    <a:pt x="119307" y="277692"/>
                  </a:cubicBezTo>
                  <a:lnTo>
                    <a:pt x="115641" y="281352"/>
                  </a:lnTo>
                  <a:cubicBezTo>
                    <a:pt x="108024" y="288909"/>
                    <a:pt x="95741" y="288909"/>
                    <a:pt x="88123" y="281352"/>
                  </a:cubicBezTo>
                  <a:lnTo>
                    <a:pt x="5712" y="199029"/>
                  </a:lnTo>
                  <a:cubicBezTo>
                    <a:pt x="-1905" y="191424"/>
                    <a:pt x="-1905" y="179161"/>
                    <a:pt x="5712" y="171604"/>
                  </a:cubicBezTo>
                  <a:lnTo>
                    <a:pt x="9378" y="167944"/>
                  </a:lnTo>
                  <a:cubicBezTo>
                    <a:pt x="16948" y="160339"/>
                    <a:pt x="29231" y="160339"/>
                    <a:pt x="36849" y="167944"/>
                  </a:cubicBezTo>
                  <a:lnTo>
                    <a:pt x="44180" y="175264"/>
                  </a:lnTo>
                  <a:close/>
                  <a:moveTo>
                    <a:pt x="585775" y="66370"/>
                  </a:moveTo>
                  <a:cubicBezTo>
                    <a:pt x="589775" y="67101"/>
                    <a:pt x="593430" y="69680"/>
                    <a:pt x="595263" y="73839"/>
                  </a:cubicBezTo>
                  <a:cubicBezTo>
                    <a:pt x="613072" y="114675"/>
                    <a:pt x="607644" y="163212"/>
                    <a:pt x="578978" y="199341"/>
                  </a:cubicBezTo>
                  <a:cubicBezTo>
                    <a:pt x="574168" y="205379"/>
                    <a:pt x="565121" y="205854"/>
                    <a:pt x="559693" y="200387"/>
                  </a:cubicBezTo>
                  <a:lnTo>
                    <a:pt x="510789" y="151612"/>
                  </a:lnTo>
                  <a:cubicBezTo>
                    <a:pt x="505742" y="146526"/>
                    <a:pt x="505742" y="138349"/>
                    <a:pt x="510789" y="133262"/>
                  </a:cubicBezTo>
                  <a:lnTo>
                    <a:pt x="574216" y="69988"/>
                  </a:lnTo>
                  <a:cubicBezTo>
                    <a:pt x="577430" y="66756"/>
                    <a:pt x="581775" y="65639"/>
                    <a:pt x="585775" y="66370"/>
                  </a:cubicBezTo>
                  <a:close/>
                  <a:moveTo>
                    <a:pt x="158702" y="26758"/>
                  </a:moveTo>
                  <a:cubicBezTo>
                    <a:pt x="163655" y="26758"/>
                    <a:pt x="168654" y="28660"/>
                    <a:pt x="172463" y="32464"/>
                  </a:cubicBezTo>
                  <a:lnTo>
                    <a:pt x="179701" y="39691"/>
                  </a:lnTo>
                  <a:lnTo>
                    <a:pt x="246935" y="106831"/>
                  </a:lnTo>
                  <a:lnTo>
                    <a:pt x="254886" y="114819"/>
                  </a:lnTo>
                  <a:cubicBezTo>
                    <a:pt x="261457" y="121334"/>
                    <a:pt x="262362" y="131414"/>
                    <a:pt x="257600" y="138879"/>
                  </a:cubicBezTo>
                  <a:cubicBezTo>
                    <a:pt x="256839" y="140068"/>
                    <a:pt x="255934" y="141209"/>
                    <a:pt x="254886" y="142255"/>
                  </a:cubicBezTo>
                  <a:lnTo>
                    <a:pt x="252315" y="144823"/>
                  </a:lnTo>
                  <a:lnTo>
                    <a:pt x="246696" y="150434"/>
                  </a:lnTo>
                  <a:lnTo>
                    <a:pt x="175892" y="221140"/>
                  </a:lnTo>
                  <a:lnTo>
                    <a:pt x="172463" y="224611"/>
                  </a:lnTo>
                  <a:cubicBezTo>
                    <a:pt x="171702" y="225324"/>
                    <a:pt x="170940" y="225990"/>
                    <a:pt x="170130" y="226560"/>
                  </a:cubicBezTo>
                  <a:cubicBezTo>
                    <a:pt x="167749" y="228319"/>
                    <a:pt x="165083" y="229413"/>
                    <a:pt x="162274" y="229936"/>
                  </a:cubicBezTo>
                  <a:cubicBezTo>
                    <a:pt x="161083" y="230174"/>
                    <a:pt x="159893" y="230269"/>
                    <a:pt x="158702" y="230269"/>
                  </a:cubicBezTo>
                  <a:cubicBezTo>
                    <a:pt x="153703" y="230269"/>
                    <a:pt x="148751" y="228367"/>
                    <a:pt x="144942" y="224611"/>
                  </a:cubicBezTo>
                  <a:lnTo>
                    <a:pt x="137609" y="217288"/>
                  </a:lnTo>
                  <a:lnTo>
                    <a:pt x="69804" y="149578"/>
                  </a:lnTo>
                  <a:lnTo>
                    <a:pt x="62519" y="142255"/>
                  </a:lnTo>
                  <a:cubicBezTo>
                    <a:pt x="54900" y="134647"/>
                    <a:pt x="54900" y="122380"/>
                    <a:pt x="62519" y="114819"/>
                  </a:cubicBezTo>
                  <a:lnTo>
                    <a:pt x="144942" y="32464"/>
                  </a:lnTo>
                  <a:cubicBezTo>
                    <a:pt x="148751" y="28660"/>
                    <a:pt x="153750" y="26758"/>
                    <a:pt x="158702" y="26758"/>
                  </a:cubicBezTo>
                  <a:close/>
                  <a:moveTo>
                    <a:pt x="254809" y="6542"/>
                  </a:moveTo>
                  <a:cubicBezTo>
                    <a:pt x="277279" y="4029"/>
                    <a:pt x="300492" y="9424"/>
                    <a:pt x="321015" y="29913"/>
                  </a:cubicBezTo>
                  <a:cubicBezTo>
                    <a:pt x="380347" y="89193"/>
                    <a:pt x="337205" y="46124"/>
                    <a:pt x="260017" y="97465"/>
                  </a:cubicBezTo>
                  <a:lnTo>
                    <a:pt x="193067" y="30626"/>
                  </a:lnTo>
                  <a:cubicBezTo>
                    <a:pt x="210614" y="19479"/>
                    <a:pt x="232340" y="9056"/>
                    <a:pt x="254809" y="6542"/>
                  </a:cubicBezTo>
                  <a:close/>
                  <a:moveTo>
                    <a:pt x="503105" y="953"/>
                  </a:moveTo>
                  <a:cubicBezTo>
                    <a:pt x="515252" y="2468"/>
                    <a:pt x="527216" y="5788"/>
                    <a:pt x="538560" y="10911"/>
                  </a:cubicBezTo>
                  <a:cubicBezTo>
                    <a:pt x="546131" y="14334"/>
                    <a:pt x="547940" y="24224"/>
                    <a:pt x="542083" y="30073"/>
                  </a:cubicBezTo>
                  <a:lnTo>
                    <a:pt x="465709" y="106341"/>
                  </a:lnTo>
                  <a:cubicBezTo>
                    <a:pt x="456424" y="115613"/>
                    <a:pt x="456424" y="130639"/>
                    <a:pt x="465709" y="139911"/>
                  </a:cubicBezTo>
                  <a:lnTo>
                    <a:pt x="542131" y="216227"/>
                  </a:lnTo>
                  <a:cubicBezTo>
                    <a:pt x="547940" y="222028"/>
                    <a:pt x="546178" y="231823"/>
                    <a:pt x="538655" y="235246"/>
                  </a:cubicBezTo>
                  <a:cubicBezTo>
                    <a:pt x="508181" y="249035"/>
                    <a:pt x="473184" y="249844"/>
                    <a:pt x="442187" y="237528"/>
                  </a:cubicBezTo>
                  <a:lnTo>
                    <a:pt x="399238" y="280370"/>
                  </a:lnTo>
                  <a:lnTo>
                    <a:pt x="328482" y="209712"/>
                  </a:lnTo>
                  <a:lnTo>
                    <a:pt x="372240" y="166015"/>
                  </a:lnTo>
                  <a:cubicBezTo>
                    <a:pt x="356051" y="122270"/>
                    <a:pt x="365527" y="71060"/>
                    <a:pt x="400571" y="36064"/>
                  </a:cubicBezTo>
                  <a:cubicBezTo>
                    <a:pt x="428569" y="8106"/>
                    <a:pt x="466664" y="-3592"/>
                    <a:pt x="503105" y="953"/>
                  </a:cubicBezTo>
                  <a:close/>
                </a:path>
              </a:pathLst>
            </a:custGeom>
            <a:solidFill>
              <a:schemeClr val="accent1"/>
            </a:solidFill>
            <a:ln>
              <a:noFill/>
            </a:ln>
          </p:spPr>
          <p:txBody>
            <a:bodyPr/>
            <a:lstStyle/>
            <a:p>
              <a:endParaRPr lang="zh-CN" altLang="en-US">
                <a:cs typeface="+mn-ea"/>
                <a:sym typeface="+mn-lt"/>
              </a:endParaRPr>
            </a:p>
          </p:txBody>
        </p:sp>
        <p:sp>
          <p:nvSpPr>
            <p:cNvPr id="63" name="ísḷîdé">
              <a:extLst>
                <a:ext uri="{FF2B5EF4-FFF2-40B4-BE49-F238E27FC236}">
                  <a16:creationId xmlns:a16="http://schemas.microsoft.com/office/drawing/2014/main" id="{CDA79C46-0E3E-1342-A5F4-53FA754C8D7E}"/>
                </a:ext>
              </a:extLst>
            </p:cNvPr>
            <p:cNvSpPr/>
            <p:nvPr/>
          </p:nvSpPr>
          <p:spPr bwMode="auto">
            <a:xfrm>
              <a:off x="3409846" y="3181617"/>
              <a:ext cx="386166" cy="371502"/>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accent1"/>
            </a:solidFill>
            <a:ln>
              <a:noFill/>
            </a:ln>
          </p:spPr>
          <p:txBody>
            <a:bodyPr/>
            <a:lstStyle/>
            <a:p>
              <a:endParaRPr lang="zh-CN" altLang="en-US">
                <a:cs typeface="+mn-ea"/>
                <a:sym typeface="+mn-lt"/>
              </a:endParaRPr>
            </a:p>
          </p:txBody>
        </p:sp>
        <p:sp>
          <p:nvSpPr>
            <p:cNvPr id="64" name="iślîḍè">
              <a:extLst>
                <a:ext uri="{FF2B5EF4-FFF2-40B4-BE49-F238E27FC236}">
                  <a16:creationId xmlns:a16="http://schemas.microsoft.com/office/drawing/2014/main" id="{5C883665-C564-324F-8E9D-4BD5EFF89123}"/>
                </a:ext>
              </a:extLst>
            </p:cNvPr>
            <p:cNvSpPr/>
            <p:nvPr/>
          </p:nvSpPr>
          <p:spPr bwMode="auto">
            <a:xfrm>
              <a:off x="4645882" y="4886358"/>
              <a:ext cx="386162" cy="385438"/>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tx1">
                <a:lumMod val="50000"/>
                <a:lumOff val="50000"/>
              </a:schemeClr>
            </a:solidFill>
            <a:ln>
              <a:noFill/>
            </a:ln>
          </p:spPr>
          <p:txBody>
            <a:bodyPr wrap="square" lIns="91440" tIns="45720" rIns="91440" bIns="45720">
              <a:normAutofit/>
            </a:bodyPr>
            <a:lstStyle/>
            <a:p>
              <a:endParaRPr lang="zh-CN" altLang="en-US">
                <a:cs typeface="+mn-ea"/>
                <a:sym typeface="+mn-lt"/>
              </a:endParaRPr>
            </a:p>
          </p:txBody>
        </p:sp>
        <p:sp>
          <p:nvSpPr>
            <p:cNvPr id="65" name="iṧḻïḓê">
              <a:extLst>
                <a:ext uri="{FF2B5EF4-FFF2-40B4-BE49-F238E27FC236}">
                  <a16:creationId xmlns:a16="http://schemas.microsoft.com/office/drawing/2014/main" id="{FC6231D1-795F-1A4F-A96E-20EAA65E683E}"/>
                </a:ext>
              </a:extLst>
            </p:cNvPr>
            <p:cNvSpPr/>
            <p:nvPr/>
          </p:nvSpPr>
          <p:spPr bwMode="auto">
            <a:xfrm>
              <a:off x="7113884" y="2010297"/>
              <a:ext cx="432476" cy="350050"/>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normAutofit fontScale="925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cs typeface="+mn-ea"/>
                <a:sym typeface="+mn-lt"/>
              </a:endParaRPr>
            </a:p>
          </p:txBody>
        </p:sp>
      </p:grpSp>
      <p:sp>
        <p:nvSpPr>
          <p:cNvPr id="66" name="PA-文本框 6">
            <a:extLst>
              <a:ext uri="{FF2B5EF4-FFF2-40B4-BE49-F238E27FC236}">
                <a16:creationId xmlns:a16="http://schemas.microsoft.com/office/drawing/2014/main" id="{9C3CDDB5-A0E4-2040-8851-0A94C6409388}"/>
              </a:ext>
            </a:extLst>
          </p:cNvPr>
          <p:cNvSpPr txBox="1"/>
          <p:nvPr>
            <p:custDataLst>
              <p:tags r:id="R80b1aac7f45b421d"/>
            </p:custDataLst>
          </p:nvPr>
        </p:nvSpPr>
        <p:spPr>
          <a:xfrm>
            <a:off x="1146358" y="2789066"/>
            <a:ext cx="1926666" cy="307777"/>
          </a:xfrm>
          <a:prstGeom prst="rect">
            <a:avLst/>
          </a:prstGeom>
          <a:noFill/>
        </p:spPr>
        <p:txBody>
          <a:bodyPr wrap="square" rtlCol="0">
            <a:spAutoFit/>
          </a:bodyPr>
          <a:lstStyle/>
          <a:p>
            <a:pPr algn="r"/>
            <a:r>
              <a:rPr lang="zh-CN" altLang="en-US" sz="1400" b="1">
                <a:solidFill>
                  <a:schemeClr val="tx1">
                    <a:lumMod val="75000"/>
                    <a:lumOff val="25000"/>
                  </a:schemeClr>
                </a:solidFill>
                <a:cs typeface="+mn-ea"/>
                <a:sym typeface="+mn-lt"/>
              </a:rPr>
              <a:t>输入您的标题</a:t>
            </a:r>
            <a:endParaRPr lang="en-US" sz="1400" b="1">
              <a:solidFill>
                <a:schemeClr val="tx1">
                  <a:lumMod val="75000"/>
                  <a:lumOff val="25000"/>
                </a:schemeClr>
              </a:solidFill>
              <a:cs typeface="+mn-ea"/>
              <a:sym typeface="+mn-lt"/>
            </a:endParaRPr>
          </a:p>
        </p:txBody>
      </p:sp>
      <p:sp>
        <p:nvSpPr>
          <p:cNvPr id="67" name="PA-文本框 42">
            <a:extLst>
              <a:ext uri="{FF2B5EF4-FFF2-40B4-BE49-F238E27FC236}">
                <a16:creationId xmlns:a16="http://schemas.microsoft.com/office/drawing/2014/main" id="{D09DF8EE-3565-1B4D-BFD2-706BFF5DF72E}"/>
              </a:ext>
            </a:extLst>
          </p:cNvPr>
          <p:cNvSpPr txBox="1"/>
          <p:nvPr>
            <p:custDataLst>
              <p:tags r:id="R334623256ab849ee"/>
            </p:custDataLst>
          </p:nvPr>
        </p:nvSpPr>
        <p:spPr>
          <a:xfrm>
            <a:off x="1146358" y="3096843"/>
            <a:ext cx="1926666" cy="81253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r"/>
            <a:r>
              <a:rPr lang="zh-CN" altLang="en-US" sz="1200">
                <a:solidFill>
                  <a:schemeClr val="bg1">
                    <a:lumMod val="65000"/>
                  </a:schemeClr>
                </a:solidFill>
                <a:latin typeface="+mn-lt"/>
                <a:ea typeface="+mn-ea"/>
                <a:cs typeface="+mn-ea"/>
                <a:sym typeface="+mn-lt"/>
              </a:rPr>
              <a:t>此处添加详细文本描述，建议与标题相关并符合整体语言风格。</a:t>
            </a:r>
            <a:endParaRPr lang="id-ID" sz="1200">
              <a:solidFill>
                <a:schemeClr val="bg1">
                  <a:lumMod val="65000"/>
                </a:schemeClr>
              </a:solidFill>
              <a:latin typeface="+mn-lt"/>
              <a:ea typeface="+mn-ea"/>
              <a:cs typeface="+mn-ea"/>
              <a:sym typeface="+mn-lt"/>
            </a:endParaRPr>
          </a:p>
        </p:txBody>
      </p:sp>
      <p:sp>
        <p:nvSpPr>
          <p:cNvPr id="68" name="PA-文本框 6">
            <a:extLst>
              <a:ext uri="{FF2B5EF4-FFF2-40B4-BE49-F238E27FC236}">
                <a16:creationId xmlns:a16="http://schemas.microsoft.com/office/drawing/2014/main" id="{2BF19AD5-CE82-2F46-87CC-20E12A0B6206}"/>
              </a:ext>
            </a:extLst>
          </p:cNvPr>
          <p:cNvSpPr txBox="1"/>
          <p:nvPr>
            <p:custDataLst>
              <p:tags r:id="R13686d6af80b4659"/>
            </p:custDataLst>
          </p:nvPr>
        </p:nvSpPr>
        <p:spPr>
          <a:xfrm>
            <a:off x="2376073" y="4500775"/>
            <a:ext cx="1926666" cy="307777"/>
          </a:xfrm>
          <a:prstGeom prst="rect">
            <a:avLst/>
          </a:prstGeom>
          <a:noFill/>
        </p:spPr>
        <p:txBody>
          <a:bodyPr wrap="square" rtlCol="0">
            <a:spAutoFit/>
          </a:bodyPr>
          <a:lstStyle/>
          <a:p>
            <a:pPr algn="r"/>
            <a:r>
              <a:rPr lang="zh-CN" altLang="en-US" sz="1400" b="1">
                <a:solidFill>
                  <a:schemeClr val="tx1">
                    <a:lumMod val="75000"/>
                    <a:lumOff val="25000"/>
                  </a:schemeClr>
                </a:solidFill>
                <a:cs typeface="+mn-ea"/>
                <a:sym typeface="+mn-lt"/>
              </a:rPr>
              <a:t>输入您的标题</a:t>
            </a:r>
            <a:endParaRPr lang="en-US" sz="1400" b="1">
              <a:solidFill>
                <a:schemeClr val="tx1">
                  <a:lumMod val="75000"/>
                  <a:lumOff val="25000"/>
                </a:schemeClr>
              </a:solidFill>
              <a:cs typeface="+mn-ea"/>
              <a:sym typeface="+mn-lt"/>
            </a:endParaRPr>
          </a:p>
        </p:txBody>
      </p:sp>
      <p:sp>
        <p:nvSpPr>
          <p:cNvPr id="69" name="PA-文本框 42">
            <a:extLst>
              <a:ext uri="{FF2B5EF4-FFF2-40B4-BE49-F238E27FC236}">
                <a16:creationId xmlns:a16="http://schemas.microsoft.com/office/drawing/2014/main" id="{9C151421-07D9-1D4A-952C-FB7F388E624B}"/>
              </a:ext>
            </a:extLst>
          </p:cNvPr>
          <p:cNvSpPr txBox="1"/>
          <p:nvPr>
            <p:custDataLst>
              <p:tags r:id="R8ff9bd13b0d54b00"/>
            </p:custDataLst>
          </p:nvPr>
        </p:nvSpPr>
        <p:spPr>
          <a:xfrm>
            <a:off x="2376073" y="4808552"/>
            <a:ext cx="1926666" cy="81253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r"/>
            <a:r>
              <a:rPr lang="zh-CN" altLang="en-US" sz="1200">
                <a:solidFill>
                  <a:schemeClr val="bg1">
                    <a:lumMod val="65000"/>
                  </a:schemeClr>
                </a:solidFill>
                <a:latin typeface="+mn-lt"/>
                <a:ea typeface="+mn-ea"/>
                <a:cs typeface="+mn-ea"/>
                <a:sym typeface="+mn-lt"/>
              </a:rPr>
              <a:t>此处添加详细文本描述，建议与标题相关并符合整体语言风格。</a:t>
            </a:r>
            <a:endParaRPr lang="id-ID" sz="1200">
              <a:solidFill>
                <a:schemeClr val="bg1">
                  <a:lumMod val="65000"/>
                </a:schemeClr>
              </a:solidFill>
              <a:latin typeface="+mn-lt"/>
              <a:ea typeface="+mn-ea"/>
              <a:cs typeface="+mn-ea"/>
              <a:sym typeface="+mn-lt"/>
            </a:endParaRPr>
          </a:p>
        </p:txBody>
      </p:sp>
      <p:sp>
        <p:nvSpPr>
          <p:cNvPr id="70" name="PA-文本框 6">
            <a:extLst>
              <a:ext uri="{FF2B5EF4-FFF2-40B4-BE49-F238E27FC236}">
                <a16:creationId xmlns:a16="http://schemas.microsoft.com/office/drawing/2014/main" id="{56A1E924-0481-0E40-B502-7A385B97925F}"/>
              </a:ext>
            </a:extLst>
          </p:cNvPr>
          <p:cNvSpPr txBox="1"/>
          <p:nvPr>
            <p:custDataLst>
              <p:tags r:id="Rf11ce4e51b7544a6"/>
            </p:custDataLst>
          </p:nvPr>
        </p:nvSpPr>
        <p:spPr>
          <a:xfrm>
            <a:off x="7908110" y="1607020"/>
            <a:ext cx="1926666" cy="307777"/>
          </a:xfrm>
          <a:prstGeom prst="rect">
            <a:avLst/>
          </a:prstGeom>
          <a:noFill/>
        </p:spPr>
        <p:txBody>
          <a:bodyPr wrap="square" rtlCol="0">
            <a:spAutoFit/>
          </a:bodyPr>
          <a:lstStyle/>
          <a:p>
            <a:pPr algn="l"/>
            <a:r>
              <a:rPr lang="zh-CN" altLang="en-US" sz="1400" b="1">
                <a:solidFill>
                  <a:schemeClr val="tx1">
                    <a:lumMod val="75000"/>
                    <a:lumOff val="25000"/>
                  </a:schemeClr>
                </a:solidFill>
                <a:cs typeface="+mn-ea"/>
                <a:sym typeface="+mn-lt"/>
              </a:rPr>
              <a:t>输入您的标题</a:t>
            </a:r>
            <a:endParaRPr lang="en-US" sz="1400" b="1">
              <a:solidFill>
                <a:schemeClr val="tx1">
                  <a:lumMod val="75000"/>
                  <a:lumOff val="25000"/>
                </a:schemeClr>
              </a:solidFill>
              <a:cs typeface="+mn-ea"/>
              <a:sym typeface="+mn-lt"/>
            </a:endParaRPr>
          </a:p>
        </p:txBody>
      </p:sp>
      <p:sp>
        <p:nvSpPr>
          <p:cNvPr id="71" name="PA-文本框 42">
            <a:extLst>
              <a:ext uri="{FF2B5EF4-FFF2-40B4-BE49-F238E27FC236}">
                <a16:creationId xmlns:a16="http://schemas.microsoft.com/office/drawing/2014/main" id="{03D2DACE-713F-0F41-9625-766B8ACA304A}"/>
              </a:ext>
            </a:extLst>
          </p:cNvPr>
          <p:cNvSpPr txBox="1"/>
          <p:nvPr>
            <p:custDataLst>
              <p:tags r:id="R9d9dbbe54cd94c4e"/>
            </p:custDataLst>
          </p:nvPr>
        </p:nvSpPr>
        <p:spPr>
          <a:xfrm>
            <a:off x="7908110" y="1914797"/>
            <a:ext cx="1926666" cy="81253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l"/>
            <a:r>
              <a:rPr lang="zh-CN" altLang="en-US" sz="1200">
                <a:solidFill>
                  <a:schemeClr val="bg1">
                    <a:lumMod val="65000"/>
                  </a:schemeClr>
                </a:solidFill>
                <a:latin typeface="+mn-lt"/>
                <a:ea typeface="+mn-ea"/>
                <a:cs typeface="+mn-ea"/>
                <a:sym typeface="+mn-lt"/>
              </a:rPr>
              <a:t>此处添加详细文本描述，建议与标题相关并符合整体语言风格。</a:t>
            </a:r>
            <a:endParaRPr lang="id-ID" sz="1200">
              <a:solidFill>
                <a:schemeClr val="bg1">
                  <a:lumMod val="65000"/>
                </a:schemeClr>
              </a:solidFill>
              <a:latin typeface="+mn-lt"/>
              <a:ea typeface="+mn-ea"/>
              <a:cs typeface="+mn-ea"/>
              <a:sym typeface="+mn-lt"/>
            </a:endParaRPr>
          </a:p>
        </p:txBody>
      </p:sp>
      <p:sp>
        <p:nvSpPr>
          <p:cNvPr id="72" name="PA-文本框 6">
            <a:extLst>
              <a:ext uri="{FF2B5EF4-FFF2-40B4-BE49-F238E27FC236}">
                <a16:creationId xmlns:a16="http://schemas.microsoft.com/office/drawing/2014/main" id="{A50CE133-F64B-504E-A888-05D750F5042A}"/>
              </a:ext>
            </a:extLst>
          </p:cNvPr>
          <p:cNvSpPr txBox="1"/>
          <p:nvPr>
            <p:custDataLst>
              <p:tags r:id="R082aac520ca244ce"/>
            </p:custDataLst>
          </p:nvPr>
        </p:nvSpPr>
        <p:spPr>
          <a:xfrm>
            <a:off x="9109167" y="3330117"/>
            <a:ext cx="1926666" cy="307777"/>
          </a:xfrm>
          <a:prstGeom prst="rect">
            <a:avLst/>
          </a:prstGeom>
          <a:noFill/>
        </p:spPr>
        <p:txBody>
          <a:bodyPr wrap="square" rtlCol="0">
            <a:spAutoFit/>
          </a:bodyPr>
          <a:lstStyle/>
          <a:p>
            <a:pPr algn="l"/>
            <a:r>
              <a:rPr lang="zh-CN" altLang="en-US" sz="1400" b="1">
                <a:solidFill>
                  <a:schemeClr val="tx1">
                    <a:lumMod val="75000"/>
                    <a:lumOff val="25000"/>
                  </a:schemeClr>
                </a:solidFill>
                <a:cs typeface="+mn-ea"/>
                <a:sym typeface="+mn-lt"/>
              </a:rPr>
              <a:t>输入您的标题</a:t>
            </a:r>
            <a:endParaRPr lang="en-US" sz="1400" b="1">
              <a:solidFill>
                <a:schemeClr val="tx1">
                  <a:lumMod val="75000"/>
                  <a:lumOff val="25000"/>
                </a:schemeClr>
              </a:solidFill>
              <a:cs typeface="+mn-ea"/>
              <a:sym typeface="+mn-lt"/>
            </a:endParaRPr>
          </a:p>
        </p:txBody>
      </p:sp>
      <p:sp>
        <p:nvSpPr>
          <p:cNvPr id="73" name="PA-文本框 42">
            <a:extLst>
              <a:ext uri="{FF2B5EF4-FFF2-40B4-BE49-F238E27FC236}">
                <a16:creationId xmlns:a16="http://schemas.microsoft.com/office/drawing/2014/main" id="{207F0B32-DF6E-6E41-A211-CC53409C9379}"/>
              </a:ext>
            </a:extLst>
          </p:cNvPr>
          <p:cNvSpPr txBox="1"/>
          <p:nvPr>
            <p:custDataLst>
              <p:tags r:id="R2edb5a88c9644676"/>
            </p:custDataLst>
          </p:nvPr>
        </p:nvSpPr>
        <p:spPr>
          <a:xfrm>
            <a:off x="9109167" y="3637894"/>
            <a:ext cx="1926666" cy="81253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l"/>
            <a:r>
              <a:rPr lang="zh-CN" altLang="en-US" sz="1200">
                <a:solidFill>
                  <a:schemeClr val="bg1">
                    <a:lumMod val="65000"/>
                  </a:schemeClr>
                </a:solidFill>
                <a:latin typeface="+mn-lt"/>
                <a:ea typeface="+mn-ea"/>
                <a:cs typeface="+mn-ea"/>
                <a:sym typeface="+mn-lt"/>
              </a:rPr>
              <a:t>此处添加详细文本描述，建议与标题相关并符合整体语言风格。</a:t>
            </a:r>
            <a:endParaRPr lang="id-ID" sz="1200">
              <a:solidFill>
                <a:schemeClr val="bg1">
                  <a:lumMod val="65000"/>
                </a:schemeClr>
              </a:solidFill>
              <a:latin typeface="+mn-lt"/>
              <a:ea typeface="+mn-ea"/>
              <a:cs typeface="+mn-ea"/>
              <a:sym typeface="+mn-lt"/>
            </a:endParaRPr>
          </a:p>
        </p:txBody>
      </p:sp>
    </p:spTree>
    <p:extLst>
      <p:ext uri="{BB962C8B-B14F-4D97-AF65-F5344CB8AC3E}">
        <p14:creationId xmlns:p14="http://schemas.microsoft.com/office/powerpoint/2010/main" val="14460257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6" presetClass="entr" presetSubtype="16"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circle(in)">
                                      <p:cBhvr>
                                        <p:cTn id="7" dur="2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a:extLst>
              <a:ext uri="{FF2B5EF4-FFF2-40B4-BE49-F238E27FC236}">
                <a16:creationId xmlns:a16="http://schemas.microsoft.com/office/drawing/2014/main" id="{960B620F-A3D3-4351-89F8-0F75940DE416}"/>
              </a:ext>
            </a:extLst>
          </p:cNvPr>
          <p:cNvGrpSpPr/>
          <p:nvPr/>
        </p:nvGrpSpPr>
        <p:grpSpPr>
          <a:xfrm>
            <a:off x="-1691710" y="-2304740"/>
            <a:ext cx="17955868" cy="13898750"/>
            <a:chOff x="-1691710" y="-2304740"/>
            <a:chExt cx="17955868" cy="13898750"/>
          </a:xfrm>
        </p:grpSpPr>
        <p:sp>
          <p:nvSpPr>
            <p:cNvPr id="40" name="Circle">
              <a:extLst>
                <a:ext uri="{FF2B5EF4-FFF2-40B4-BE49-F238E27FC236}">
                  <a16:creationId xmlns:a16="http://schemas.microsoft.com/office/drawing/2014/main" id="{03B33825-4F08-4836-B3CC-51D78ADC1062}"/>
                </a:ext>
              </a:extLst>
            </p:cNvPr>
            <p:cNvSpPr/>
            <p:nvPr/>
          </p:nvSpPr>
          <p:spPr>
            <a:xfrm>
              <a:off x="4325223" y="-2304740"/>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41" name="Rectangle 19">
              <a:extLst>
                <a:ext uri="{FF2B5EF4-FFF2-40B4-BE49-F238E27FC236}">
                  <a16:creationId xmlns:a16="http://schemas.microsoft.com/office/drawing/2014/main" id="{E2C6EA38-90C8-4046-9C75-601264510C29}"/>
                </a:ext>
              </a:extLst>
            </p:cNvPr>
            <p:cNvSpPr/>
            <p:nvPr/>
          </p:nvSpPr>
          <p:spPr>
            <a:xfrm>
              <a:off x="4152214" y="175783"/>
              <a:ext cx="3995676" cy="469633"/>
            </a:xfrm>
            <a:prstGeom prst="rect">
              <a:avLst/>
            </a:prstGeom>
          </p:spPr>
          <p:txBody>
            <a:bodyPr wrap="none" lIns="0" tIns="0" rIns="0" bIns="0">
              <a:noAutofit/>
            </a:bodyPr>
            <a:lstStyle/>
            <a:p>
              <a:pPr algn="ctr"/>
              <a:r>
                <a:rPr lang="zh-CN" altLang="en-US" sz="2000" b="1" spc="1200">
                  <a:solidFill>
                    <a:schemeClr val="bg1"/>
                  </a:solidFill>
                  <a:cs typeface="+mn-ea"/>
                  <a:sym typeface="+mn-lt"/>
                </a:rPr>
                <a:t>输入你的标题</a:t>
              </a:r>
            </a:p>
          </p:txBody>
        </p:sp>
        <p:sp>
          <p:nvSpPr>
            <p:cNvPr id="42" name="Circle">
              <a:extLst>
                <a:ext uri="{FF2B5EF4-FFF2-40B4-BE49-F238E27FC236}">
                  <a16:creationId xmlns:a16="http://schemas.microsoft.com/office/drawing/2014/main" id="{DE6E6892-1CD9-4F24-A537-02249548A5D9}"/>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43" name="Circle">
              <a:extLst>
                <a:ext uri="{FF2B5EF4-FFF2-40B4-BE49-F238E27FC236}">
                  <a16:creationId xmlns:a16="http://schemas.microsoft.com/office/drawing/2014/main" id="{2F0D8D9C-CE97-4813-8AC0-B9957BFB2A0A}"/>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44" name="Circle">
              <a:extLst>
                <a:ext uri="{FF2B5EF4-FFF2-40B4-BE49-F238E27FC236}">
                  <a16:creationId xmlns:a16="http://schemas.microsoft.com/office/drawing/2014/main" id="{DC34C156-FC1B-4831-B83A-FB45E6E43C3A}"/>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cxnSp>
        <p:nvCxnSpPr>
          <p:cNvPr id="2" name="直接箭头连接符 180">
            <a:extLst>
              <a:ext uri="{FF2B5EF4-FFF2-40B4-BE49-F238E27FC236}">
                <a16:creationId xmlns:a16="http://schemas.microsoft.com/office/drawing/2014/main" id="{D8C3FC29-2BF8-4D53-A4B4-4EA7816931F6}"/>
              </a:ext>
            </a:extLst>
          </p:cNvPr>
          <p:cNvCxnSpPr/>
          <p:nvPr/>
        </p:nvCxnSpPr>
        <p:spPr>
          <a:xfrm>
            <a:off x="-3" y="3429000"/>
            <a:ext cx="12192002" cy="0"/>
          </a:xfrm>
          <a:prstGeom prst="straightConnector1">
            <a:avLst/>
          </a:prstGeom>
          <a:ln w="152400">
            <a:solidFill>
              <a:schemeClr val="bg1">
                <a:lumMod val="50000"/>
                <a:alpha val="53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14F4A798-152A-441D-8519-E56070E4237A}"/>
              </a:ext>
            </a:extLst>
          </p:cNvPr>
          <p:cNvGrpSpPr/>
          <p:nvPr/>
        </p:nvGrpSpPr>
        <p:grpSpPr>
          <a:xfrm>
            <a:off x="1762092" y="3114467"/>
            <a:ext cx="639218" cy="629066"/>
            <a:chOff x="1762551" y="3008791"/>
            <a:chExt cx="639384" cy="629230"/>
          </a:xfrm>
        </p:grpSpPr>
        <p:sp>
          <p:nvSpPr>
            <p:cNvPr id="4" name="Oval 4">
              <a:extLst>
                <a:ext uri="{FF2B5EF4-FFF2-40B4-BE49-F238E27FC236}">
                  <a16:creationId xmlns:a16="http://schemas.microsoft.com/office/drawing/2014/main" id="{FD73D019-74E5-436A-B7D9-1AEEE161F1AF}"/>
                </a:ext>
              </a:extLst>
            </p:cNvPr>
            <p:cNvSpPr/>
            <p:nvPr/>
          </p:nvSpPr>
          <p:spPr>
            <a:xfrm>
              <a:off x="1762551" y="3008791"/>
              <a:ext cx="626458" cy="62923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a:solidFill>
                  <a:schemeClr val="bg1">
                    <a:lumMod val="95000"/>
                  </a:schemeClr>
                </a:solidFill>
                <a:cs typeface="+mn-ea"/>
                <a:sym typeface="+mn-lt"/>
              </a:endParaRPr>
            </a:p>
          </p:txBody>
        </p:sp>
        <p:sp>
          <p:nvSpPr>
            <p:cNvPr id="5" name="Rectangle 4">
              <a:extLst>
                <a:ext uri="{FF2B5EF4-FFF2-40B4-BE49-F238E27FC236}">
                  <a16:creationId xmlns:a16="http://schemas.microsoft.com/office/drawing/2014/main" id="{E2B5F268-8344-4532-87EF-178A52A30F49}"/>
                </a:ext>
              </a:extLst>
            </p:cNvPr>
            <p:cNvSpPr txBox="1">
              <a:spLocks noChangeArrowheads="1"/>
            </p:cNvSpPr>
            <p:nvPr/>
          </p:nvSpPr>
          <p:spPr bwMode="auto">
            <a:xfrm>
              <a:off x="1762551" y="3158908"/>
              <a:ext cx="639384" cy="34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999">
                  <a:latin typeface="+mn-lt"/>
                  <a:ea typeface="+mn-ea"/>
                  <a:cs typeface="+mn-ea"/>
                  <a:sym typeface="+mn-lt"/>
                </a:rPr>
                <a:t>01</a:t>
              </a:r>
              <a:endParaRPr lang="zh-CN" altLang="en-US" sz="1999">
                <a:latin typeface="+mn-lt"/>
                <a:ea typeface="+mn-ea"/>
                <a:cs typeface="+mn-ea"/>
                <a:sym typeface="+mn-lt"/>
              </a:endParaRPr>
            </a:p>
          </p:txBody>
        </p:sp>
      </p:grpSp>
      <p:grpSp>
        <p:nvGrpSpPr>
          <p:cNvPr id="6" name="组合 5">
            <a:extLst>
              <a:ext uri="{FF2B5EF4-FFF2-40B4-BE49-F238E27FC236}">
                <a16:creationId xmlns:a16="http://schemas.microsoft.com/office/drawing/2014/main" id="{A750F48A-C067-4824-8599-9F062CF22A58}"/>
              </a:ext>
            </a:extLst>
          </p:cNvPr>
          <p:cNvGrpSpPr/>
          <p:nvPr/>
        </p:nvGrpSpPr>
        <p:grpSpPr>
          <a:xfrm>
            <a:off x="3337170" y="3102632"/>
            <a:ext cx="639218" cy="629066"/>
            <a:chOff x="3338039" y="2996952"/>
            <a:chExt cx="639384" cy="629230"/>
          </a:xfrm>
        </p:grpSpPr>
        <p:sp>
          <p:nvSpPr>
            <p:cNvPr id="7" name="Oval 4">
              <a:extLst>
                <a:ext uri="{FF2B5EF4-FFF2-40B4-BE49-F238E27FC236}">
                  <a16:creationId xmlns:a16="http://schemas.microsoft.com/office/drawing/2014/main" id="{D20BF9A4-1EE8-4EC7-8778-19F865D189BE}"/>
                </a:ext>
              </a:extLst>
            </p:cNvPr>
            <p:cNvSpPr/>
            <p:nvPr/>
          </p:nvSpPr>
          <p:spPr>
            <a:xfrm>
              <a:off x="3338039" y="2996952"/>
              <a:ext cx="626458" cy="629230"/>
            </a:xfrm>
            <a:prstGeom prst="ellipse">
              <a:avLst/>
            </a:prstGeom>
            <a:solidFill>
              <a:schemeClr val="accent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a:solidFill>
                  <a:schemeClr val="bg1">
                    <a:lumMod val="95000"/>
                  </a:schemeClr>
                </a:solidFill>
                <a:cs typeface="+mn-ea"/>
                <a:sym typeface="+mn-lt"/>
              </a:endParaRPr>
            </a:p>
          </p:txBody>
        </p:sp>
        <p:sp>
          <p:nvSpPr>
            <p:cNvPr id="8" name="Rectangle 4">
              <a:extLst>
                <a:ext uri="{FF2B5EF4-FFF2-40B4-BE49-F238E27FC236}">
                  <a16:creationId xmlns:a16="http://schemas.microsoft.com/office/drawing/2014/main" id="{B8992D6E-7044-4859-9A1F-340B88A71A73}"/>
                </a:ext>
              </a:extLst>
            </p:cNvPr>
            <p:cNvSpPr txBox="1">
              <a:spLocks noChangeArrowheads="1"/>
            </p:cNvSpPr>
            <p:nvPr/>
          </p:nvSpPr>
          <p:spPr bwMode="auto">
            <a:xfrm>
              <a:off x="3338039" y="3147069"/>
              <a:ext cx="639384" cy="34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999">
                  <a:latin typeface="+mn-lt"/>
                  <a:ea typeface="+mn-ea"/>
                  <a:cs typeface="+mn-ea"/>
                  <a:sym typeface="+mn-lt"/>
                </a:rPr>
                <a:t>02</a:t>
              </a:r>
              <a:endParaRPr lang="zh-CN" altLang="en-US" sz="1999">
                <a:latin typeface="+mn-lt"/>
                <a:ea typeface="+mn-ea"/>
                <a:cs typeface="+mn-ea"/>
                <a:sym typeface="+mn-lt"/>
              </a:endParaRPr>
            </a:p>
          </p:txBody>
        </p:sp>
      </p:grpSp>
      <p:grpSp>
        <p:nvGrpSpPr>
          <p:cNvPr id="9" name="组合 8">
            <a:extLst>
              <a:ext uri="{FF2B5EF4-FFF2-40B4-BE49-F238E27FC236}">
                <a16:creationId xmlns:a16="http://schemas.microsoft.com/office/drawing/2014/main" id="{3BD10D6C-D7E7-4EA4-A4E4-F19D6842BB49}"/>
              </a:ext>
            </a:extLst>
          </p:cNvPr>
          <p:cNvGrpSpPr/>
          <p:nvPr/>
        </p:nvGrpSpPr>
        <p:grpSpPr>
          <a:xfrm>
            <a:off x="4929620" y="3121469"/>
            <a:ext cx="639218" cy="629066"/>
            <a:chOff x="4930903" y="3015794"/>
            <a:chExt cx="639384" cy="629230"/>
          </a:xfrm>
        </p:grpSpPr>
        <p:sp>
          <p:nvSpPr>
            <p:cNvPr id="10" name="Oval 4">
              <a:extLst>
                <a:ext uri="{FF2B5EF4-FFF2-40B4-BE49-F238E27FC236}">
                  <a16:creationId xmlns:a16="http://schemas.microsoft.com/office/drawing/2014/main" id="{A0ADACA8-EDF5-43F3-982B-87A3B67D5ECF}"/>
                </a:ext>
              </a:extLst>
            </p:cNvPr>
            <p:cNvSpPr/>
            <p:nvPr/>
          </p:nvSpPr>
          <p:spPr>
            <a:xfrm>
              <a:off x="4930903" y="3015794"/>
              <a:ext cx="626458" cy="62923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a:solidFill>
                  <a:schemeClr val="bg1">
                    <a:lumMod val="95000"/>
                  </a:schemeClr>
                </a:solidFill>
                <a:cs typeface="+mn-ea"/>
                <a:sym typeface="+mn-lt"/>
              </a:endParaRPr>
            </a:p>
          </p:txBody>
        </p:sp>
        <p:sp>
          <p:nvSpPr>
            <p:cNvPr id="11" name="Rectangle 4">
              <a:extLst>
                <a:ext uri="{FF2B5EF4-FFF2-40B4-BE49-F238E27FC236}">
                  <a16:creationId xmlns:a16="http://schemas.microsoft.com/office/drawing/2014/main" id="{F75F267E-8F31-4108-8E92-8B44B8EE236D}"/>
                </a:ext>
              </a:extLst>
            </p:cNvPr>
            <p:cNvSpPr txBox="1">
              <a:spLocks noChangeArrowheads="1"/>
            </p:cNvSpPr>
            <p:nvPr/>
          </p:nvSpPr>
          <p:spPr bwMode="auto">
            <a:xfrm>
              <a:off x="4930903" y="3165911"/>
              <a:ext cx="639384" cy="34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999">
                  <a:latin typeface="+mn-lt"/>
                  <a:ea typeface="+mn-ea"/>
                  <a:cs typeface="+mn-ea"/>
                  <a:sym typeface="+mn-lt"/>
                </a:rPr>
                <a:t>03</a:t>
              </a:r>
              <a:endParaRPr lang="zh-CN" altLang="en-US" sz="1999">
                <a:latin typeface="+mn-lt"/>
                <a:ea typeface="+mn-ea"/>
                <a:cs typeface="+mn-ea"/>
                <a:sym typeface="+mn-lt"/>
              </a:endParaRPr>
            </a:p>
          </p:txBody>
        </p:sp>
      </p:grpSp>
      <p:grpSp>
        <p:nvGrpSpPr>
          <p:cNvPr id="12" name="组合 11">
            <a:extLst>
              <a:ext uri="{FF2B5EF4-FFF2-40B4-BE49-F238E27FC236}">
                <a16:creationId xmlns:a16="http://schemas.microsoft.com/office/drawing/2014/main" id="{CD83656D-3255-4952-8A2A-DA829738926E}"/>
              </a:ext>
            </a:extLst>
          </p:cNvPr>
          <p:cNvGrpSpPr/>
          <p:nvPr/>
        </p:nvGrpSpPr>
        <p:grpSpPr>
          <a:xfrm>
            <a:off x="6441394" y="3121469"/>
            <a:ext cx="639218" cy="629066"/>
            <a:chOff x="6443071" y="3015794"/>
            <a:chExt cx="639384" cy="629230"/>
          </a:xfrm>
        </p:grpSpPr>
        <p:sp>
          <p:nvSpPr>
            <p:cNvPr id="13" name="Oval 4">
              <a:extLst>
                <a:ext uri="{FF2B5EF4-FFF2-40B4-BE49-F238E27FC236}">
                  <a16:creationId xmlns:a16="http://schemas.microsoft.com/office/drawing/2014/main" id="{3F7178BC-E3F2-4B34-8875-229194706E20}"/>
                </a:ext>
              </a:extLst>
            </p:cNvPr>
            <p:cNvSpPr/>
            <p:nvPr/>
          </p:nvSpPr>
          <p:spPr>
            <a:xfrm>
              <a:off x="6443071" y="3015794"/>
              <a:ext cx="626458" cy="629230"/>
            </a:xfrm>
            <a:prstGeom prst="ellipse">
              <a:avLst/>
            </a:prstGeom>
            <a:solidFill>
              <a:schemeClr val="accent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a:solidFill>
                  <a:schemeClr val="bg1">
                    <a:lumMod val="95000"/>
                  </a:schemeClr>
                </a:solidFill>
                <a:cs typeface="+mn-ea"/>
                <a:sym typeface="+mn-lt"/>
              </a:endParaRPr>
            </a:p>
          </p:txBody>
        </p:sp>
        <p:sp>
          <p:nvSpPr>
            <p:cNvPr id="14" name="Rectangle 4">
              <a:extLst>
                <a:ext uri="{FF2B5EF4-FFF2-40B4-BE49-F238E27FC236}">
                  <a16:creationId xmlns:a16="http://schemas.microsoft.com/office/drawing/2014/main" id="{ABA3F83F-4123-4666-8566-14DF093D8D17}"/>
                </a:ext>
              </a:extLst>
            </p:cNvPr>
            <p:cNvSpPr txBox="1">
              <a:spLocks noChangeArrowheads="1"/>
            </p:cNvSpPr>
            <p:nvPr/>
          </p:nvSpPr>
          <p:spPr bwMode="auto">
            <a:xfrm>
              <a:off x="6443071" y="3165911"/>
              <a:ext cx="639384" cy="34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999">
                  <a:latin typeface="+mn-lt"/>
                  <a:ea typeface="+mn-ea"/>
                  <a:cs typeface="+mn-ea"/>
                  <a:sym typeface="+mn-lt"/>
                </a:rPr>
                <a:t>04</a:t>
              </a:r>
              <a:endParaRPr lang="zh-CN" altLang="en-US" sz="1999">
                <a:latin typeface="+mn-lt"/>
                <a:ea typeface="+mn-ea"/>
                <a:cs typeface="+mn-ea"/>
                <a:sym typeface="+mn-lt"/>
              </a:endParaRPr>
            </a:p>
          </p:txBody>
        </p:sp>
      </p:grpSp>
      <p:grpSp>
        <p:nvGrpSpPr>
          <p:cNvPr id="15" name="组合 14">
            <a:extLst>
              <a:ext uri="{FF2B5EF4-FFF2-40B4-BE49-F238E27FC236}">
                <a16:creationId xmlns:a16="http://schemas.microsoft.com/office/drawing/2014/main" id="{3A86BA15-6398-4485-80F7-3E4A22642631}"/>
              </a:ext>
            </a:extLst>
          </p:cNvPr>
          <p:cNvGrpSpPr/>
          <p:nvPr/>
        </p:nvGrpSpPr>
        <p:grpSpPr>
          <a:xfrm>
            <a:off x="8025157" y="3121469"/>
            <a:ext cx="639218" cy="629066"/>
            <a:chOff x="8027247" y="3015794"/>
            <a:chExt cx="639384" cy="629230"/>
          </a:xfrm>
        </p:grpSpPr>
        <p:sp>
          <p:nvSpPr>
            <p:cNvPr id="16" name="Oval 4">
              <a:extLst>
                <a:ext uri="{FF2B5EF4-FFF2-40B4-BE49-F238E27FC236}">
                  <a16:creationId xmlns:a16="http://schemas.microsoft.com/office/drawing/2014/main" id="{6995C009-39CB-4478-AAD0-EA97D1A67709}"/>
                </a:ext>
              </a:extLst>
            </p:cNvPr>
            <p:cNvSpPr/>
            <p:nvPr/>
          </p:nvSpPr>
          <p:spPr>
            <a:xfrm>
              <a:off x="8027247" y="3015794"/>
              <a:ext cx="626458" cy="62923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a:solidFill>
                  <a:schemeClr val="bg1">
                    <a:lumMod val="95000"/>
                  </a:schemeClr>
                </a:solidFill>
                <a:cs typeface="+mn-ea"/>
                <a:sym typeface="+mn-lt"/>
              </a:endParaRPr>
            </a:p>
          </p:txBody>
        </p:sp>
        <p:sp>
          <p:nvSpPr>
            <p:cNvPr id="17" name="Rectangle 4">
              <a:extLst>
                <a:ext uri="{FF2B5EF4-FFF2-40B4-BE49-F238E27FC236}">
                  <a16:creationId xmlns:a16="http://schemas.microsoft.com/office/drawing/2014/main" id="{9DE9D997-66C7-4555-B32A-9EDF427F8DD7}"/>
                </a:ext>
              </a:extLst>
            </p:cNvPr>
            <p:cNvSpPr txBox="1">
              <a:spLocks noChangeArrowheads="1"/>
            </p:cNvSpPr>
            <p:nvPr/>
          </p:nvSpPr>
          <p:spPr bwMode="auto">
            <a:xfrm>
              <a:off x="8027247" y="3165911"/>
              <a:ext cx="639384" cy="34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999">
                  <a:latin typeface="+mn-lt"/>
                  <a:ea typeface="+mn-ea"/>
                  <a:cs typeface="+mn-ea"/>
                  <a:sym typeface="+mn-lt"/>
                </a:rPr>
                <a:t>05</a:t>
              </a:r>
              <a:endParaRPr lang="zh-CN" altLang="en-US" sz="1999">
                <a:latin typeface="+mn-lt"/>
                <a:ea typeface="+mn-ea"/>
                <a:cs typeface="+mn-ea"/>
                <a:sym typeface="+mn-lt"/>
              </a:endParaRPr>
            </a:p>
          </p:txBody>
        </p:sp>
      </p:grpSp>
      <p:grpSp>
        <p:nvGrpSpPr>
          <p:cNvPr id="18" name="组合 17">
            <a:extLst>
              <a:ext uri="{FF2B5EF4-FFF2-40B4-BE49-F238E27FC236}">
                <a16:creationId xmlns:a16="http://schemas.microsoft.com/office/drawing/2014/main" id="{8798938F-B53A-46CC-AD84-F8A1D828354C}"/>
              </a:ext>
            </a:extLst>
          </p:cNvPr>
          <p:cNvGrpSpPr/>
          <p:nvPr/>
        </p:nvGrpSpPr>
        <p:grpSpPr>
          <a:xfrm>
            <a:off x="9639752" y="3155046"/>
            <a:ext cx="639218" cy="629066"/>
            <a:chOff x="9642262" y="3049380"/>
            <a:chExt cx="639384" cy="629230"/>
          </a:xfrm>
        </p:grpSpPr>
        <p:sp>
          <p:nvSpPr>
            <p:cNvPr id="19" name="Oval 4">
              <a:extLst>
                <a:ext uri="{FF2B5EF4-FFF2-40B4-BE49-F238E27FC236}">
                  <a16:creationId xmlns:a16="http://schemas.microsoft.com/office/drawing/2014/main" id="{A6FD7CF6-A584-4984-B2C3-BAACC4DAF3E5}"/>
                </a:ext>
              </a:extLst>
            </p:cNvPr>
            <p:cNvSpPr/>
            <p:nvPr/>
          </p:nvSpPr>
          <p:spPr>
            <a:xfrm>
              <a:off x="9642262" y="3049380"/>
              <a:ext cx="626458" cy="629230"/>
            </a:xfrm>
            <a:prstGeom prst="ellipse">
              <a:avLst/>
            </a:prstGeom>
            <a:solidFill>
              <a:schemeClr val="accent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a:solidFill>
                  <a:schemeClr val="bg1">
                    <a:lumMod val="95000"/>
                  </a:schemeClr>
                </a:solidFill>
                <a:cs typeface="+mn-ea"/>
                <a:sym typeface="+mn-lt"/>
              </a:endParaRPr>
            </a:p>
          </p:txBody>
        </p:sp>
        <p:sp>
          <p:nvSpPr>
            <p:cNvPr id="20" name="Rectangle 4">
              <a:extLst>
                <a:ext uri="{FF2B5EF4-FFF2-40B4-BE49-F238E27FC236}">
                  <a16:creationId xmlns:a16="http://schemas.microsoft.com/office/drawing/2014/main" id="{484ED5FA-390B-4376-B849-70E6A6CBB4AC}"/>
                </a:ext>
              </a:extLst>
            </p:cNvPr>
            <p:cNvSpPr txBox="1">
              <a:spLocks noChangeArrowheads="1"/>
            </p:cNvSpPr>
            <p:nvPr/>
          </p:nvSpPr>
          <p:spPr bwMode="auto">
            <a:xfrm>
              <a:off x="9642262" y="3199497"/>
              <a:ext cx="639384" cy="34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999">
                  <a:latin typeface="+mn-lt"/>
                  <a:ea typeface="+mn-ea"/>
                  <a:cs typeface="+mn-ea"/>
                  <a:sym typeface="+mn-lt"/>
                </a:rPr>
                <a:t>06</a:t>
              </a:r>
              <a:endParaRPr lang="zh-CN" altLang="en-US" sz="1999">
                <a:latin typeface="+mn-lt"/>
                <a:ea typeface="+mn-ea"/>
                <a:cs typeface="+mn-ea"/>
                <a:sym typeface="+mn-lt"/>
              </a:endParaRPr>
            </a:p>
          </p:txBody>
        </p:sp>
      </p:grpSp>
      <p:grpSp>
        <p:nvGrpSpPr>
          <p:cNvPr id="21" name="PA-组合 2">
            <a:extLst>
              <a:ext uri="{FF2B5EF4-FFF2-40B4-BE49-F238E27FC236}">
                <a16:creationId xmlns:a16="http://schemas.microsoft.com/office/drawing/2014/main" id="{6D0628B7-7A53-4E29-899A-B9B5657152AB}"/>
              </a:ext>
            </a:extLst>
          </p:cNvPr>
          <p:cNvGrpSpPr/>
          <p:nvPr>
            <p:custDataLst>
              <p:tags r:id="Ra52242b88ea14ca4"/>
            </p:custDataLst>
          </p:nvPr>
        </p:nvGrpSpPr>
        <p:grpSpPr>
          <a:xfrm>
            <a:off x="4497310" y="4146651"/>
            <a:ext cx="1764604" cy="856838"/>
            <a:chOff x="6619916" y="5035914"/>
            <a:chExt cx="2163559" cy="856838"/>
          </a:xfrm>
        </p:grpSpPr>
        <p:sp>
          <p:nvSpPr>
            <p:cNvPr id="22" name="PA-文本框 6">
              <a:extLst>
                <a:ext uri="{FF2B5EF4-FFF2-40B4-BE49-F238E27FC236}">
                  <a16:creationId xmlns:a16="http://schemas.microsoft.com/office/drawing/2014/main" id="{6FF6379E-DE3A-4446-BEA6-0C80B1544F94}"/>
                </a:ext>
              </a:extLst>
            </p:cNvPr>
            <p:cNvSpPr txBox="1"/>
            <p:nvPr>
              <p:custDataLst>
                <p:tags r:id="R021b0d2a53514042"/>
              </p:custDataLst>
            </p:nvPr>
          </p:nvSpPr>
          <p:spPr>
            <a:xfrm>
              <a:off x="6619916" y="5035914"/>
              <a:ext cx="1926667" cy="338554"/>
            </a:xfrm>
            <a:prstGeom prst="rect">
              <a:avLst/>
            </a:prstGeom>
            <a:noFill/>
          </p:spPr>
          <p:txBody>
            <a:bodyPr wrap="square" rtlCol="0">
              <a:spAutoFit/>
            </a:bodyPr>
            <a:lstStyle/>
            <a:p>
              <a:pPr algn="ctr"/>
              <a:r>
                <a:rPr lang="zh-CN" altLang="en-US" sz="1600" b="1">
                  <a:solidFill>
                    <a:schemeClr val="tx1">
                      <a:lumMod val="65000"/>
                      <a:lumOff val="35000"/>
                    </a:schemeClr>
                  </a:solidFill>
                  <a:cs typeface="+mn-ea"/>
                  <a:sym typeface="+mn-lt"/>
                </a:rPr>
                <a:t>输入您的标题</a:t>
              </a:r>
              <a:endParaRPr lang="en-US" sz="1600" b="1">
                <a:solidFill>
                  <a:schemeClr val="tx1">
                    <a:lumMod val="65000"/>
                    <a:lumOff val="35000"/>
                  </a:schemeClr>
                </a:solidFill>
                <a:cs typeface="+mn-ea"/>
                <a:sym typeface="+mn-lt"/>
              </a:endParaRPr>
            </a:p>
          </p:txBody>
        </p:sp>
        <p:sp>
          <p:nvSpPr>
            <p:cNvPr id="23" name="PA-文本框 42">
              <a:extLst>
                <a:ext uri="{FF2B5EF4-FFF2-40B4-BE49-F238E27FC236}">
                  <a16:creationId xmlns:a16="http://schemas.microsoft.com/office/drawing/2014/main" id="{CA486383-8DFA-4FF3-B9C6-3630956C19B7}"/>
                </a:ext>
              </a:extLst>
            </p:cNvPr>
            <p:cNvSpPr txBox="1"/>
            <p:nvPr>
              <p:custDataLst>
                <p:tags r:id="R3614112f242d4879"/>
              </p:custDataLst>
            </p:nvPr>
          </p:nvSpPr>
          <p:spPr>
            <a:xfrm>
              <a:off x="6619916" y="5343691"/>
              <a:ext cx="2163559" cy="549061"/>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solidFill>
                    <a:schemeClr val="tx1">
                      <a:lumMod val="50000"/>
                      <a:lumOff val="50000"/>
                    </a:schemeClr>
                  </a:solidFill>
                  <a:latin typeface="+mn-lt"/>
                  <a:ea typeface="+mn-ea"/>
                  <a:cs typeface="+mn-ea"/>
                  <a:sym typeface="+mn-lt"/>
                </a:rPr>
                <a:t>此处添加详细文本描述，建议与标题相关。</a:t>
              </a:r>
              <a:endParaRPr lang="id-ID" sz="1200">
                <a:solidFill>
                  <a:schemeClr val="tx1">
                    <a:lumMod val="50000"/>
                    <a:lumOff val="50000"/>
                  </a:schemeClr>
                </a:solidFill>
                <a:latin typeface="+mn-lt"/>
                <a:ea typeface="+mn-ea"/>
                <a:cs typeface="+mn-ea"/>
                <a:sym typeface="+mn-lt"/>
              </a:endParaRPr>
            </a:p>
          </p:txBody>
        </p:sp>
      </p:grpSp>
      <p:grpSp>
        <p:nvGrpSpPr>
          <p:cNvPr id="24" name="PA-组合 2">
            <a:extLst>
              <a:ext uri="{FF2B5EF4-FFF2-40B4-BE49-F238E27FC236}">
                <a16:creationId xmlns:a16="http://schemas.microsoft.com/office/drawing/2014/main" id="{E1A0A328-F9FE-47D0-BCB7-79D28B95205C}"/>
              </a:ext>
            </a:extLst>
          </p:cNvPr>
          <p:cNvGrpSpPr/>
          <p:nvPr>
            <p:custDataLst>
              <p:tags r:id="R2a8ba552808b4c12"/>
            </p:custDataLst>
          </p:nvPr>
        </p:nvGrpSpPr>
        <p:grpSpPr>
          <a:xfrm>
            <a:off x="7462464" y="4146651"/>
            <a:ext cx="1764604" cy="856838"/>
            <a:chOff x="6619916" y="5035914"/>
            <a:chExt cx="2163559" cy="856838"/>
          </a:xfrm>
        </p:grpSpPr>
        <p:sp>
          <p:nvSpPr>
            <p:cNvPr id="25" name="PA-文本框 6">
              <a:extLst>
                <a:ext uri="{FF2B5EF4-FFF2-40B4-BE49-F238E27FC236}">
                  <a16:creationId xmlns:a16="http://schemas.microsoft.com/office/drawing/2014/main" id="{D5DF6720-458A-4D99-9716-F3D3CB4969B3}"/>
                </a:ext>
              </a:extLst>
            </p:cNvPr>
            <p:cNvSpPr txBox="1"/>
            <p:nvPr>
              <p:custDataLst>
                <p:tags r:id="R8b23851dcc044789"/>
              </p:custDataLst>
            </p:nvPr>
          </p:nvSpPr>
          <p:spPr>
            <a:xfrm>
              <a:off x="6619916" y="5035914"/>
              <a:ext cx="1926667" cy="338554"/>
            </a:xfrm>
            <a:prstGeom prst="rect">
              <a:avLst/>
            </a:prstGeom>
            <a:noFill/>
          </p:spPr>
          <p:txBody>
            <a:bodyPr wrap="square" rtlCol="0">
              <a:spAutoFit/>
            </a:bodyPr>
            <a:lstStyle/>
            <a:p>
              <a:pPr algn="ctr"/>
              <a:r>
                <a:rPr lang="zh-CN" altLang="en-US" sz="1600" b="1">
                  <a:solidFill>
                    <a:schemeClr val="tx1">
                      <a:lumMod val="65000"/>
                      <a:lumOff val="35000"/>
                    </a:schemeClr>
                  </a:solidFill>
                  <a:cs typeface="+mn-ea"/>
                  <a:sym typeface="+mn-lt"/>
                </a:rPr>
                <a:t>输入您的标题</a:t>
              </a:r>
              <a:endParaRPr lang="en-US" sz="1600" b="1">
                <a:solidFill>
                  <a:schemeClr val="tx1">
                    <a:lumMod val="65000"/>
                    <a:lumOff val="35000"/>
                  </a:schemeClr>
                </a:solidFill>
                <a:cs typeface="+mn-ea"/>
                <a:sym typeface="+mn-lt"/>
              </a:endParaRPr>
            </a:p>
          </p:txBody>
        </p:sp>
        <p:sp>
          <p:nvSpPr>
            <p:cNvPr id="26" name="PA-文本框 42">
              <a:extLst>
                <a:ext uri="{FF2B5EF4-FFF2-40B4-BE49-F238E27FC236}">
                  <a16:creationId xmlns:a16="http://schemas.microsoft.com/office/drawing/2014/main" id="{07777AC9-424C-42D6-94EB-50FE5A78889A}"/>
                </a:ext>
              </a:extLst>
            </p:cNvPr>
            <p:cNvSpPr txBox="1"/>
            <p:nvPr>
              <p:custDataLst>
                <p:tags r:id="R0e6bfb4b67d840f1"/>
              </p:custDataLst>
            </p:nvPr>
          </p:nvSpPr>
          <p:spPr>
            <a:xfrm>
              <a:off x="6619916" y="5343691"/>
              <a:ext cx="2163559" cy="549061"/>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solidFill>
                    <a:schemeClr val="tx1">
                      <a:lumMod val="50000"/>
                      <a:lumOff val="50000"/>
                    </a:schemeClr>
                  </a:solidFill>
                  <a:latin typeface="+mn-lt"/>
                  <a:ea typeface="+mn-ea"/>
                  <a:cs typeface="+mn-ea"/>
                  <a:sym typeface="+mn-lt"/>
                </a:rPr>
                <a:t>此处添加详细文本描述，建议与标题相关。</a:t>
              </a:r>
              <a:endParaRPr lang="id-ID" sz="1200">
                <a:solidFill>
                  <a:schemeClr val="tx1">
                    <a:lumMod val="50000"/>
                    <a:lumOff val="50000"/>
                  </a:schemeClr>
                </a:solidFill>
                <a:latin typeface="+mn-lt"/>
                <a:ea typeface="+mn-ea"/>
                <a:cs typeface="+mn-ea"/>
                <a:sym typeface="+mn-lt"/>
              </a:endParaRPr>
            </a:p>
          </p:txBody>
        </p:sp>
      </p:grpSp>
      <p:grpSp>
        <p:nvGrpSpPr>
          <p:cNvPr id="27" name="PA-组合 2">
            <a:extLst>
              <a:ext uri="{FF2B5EF4-FFF2-40B4-BE49-F238E27FC236}">
                <a16:creationId xmlns:a16="http://schemas.microsoft.com/office/drawing/2014/main" id="{964C1C7A-24F2-4303-AE75-A85491A9E5C3}"/>
              </a:ext>
            </a:extLst>
          </p:cNvPr>
          <p:cNvGrpSpPr/>
          <p:nvPr>
            <p:custDataLst>
              <p:tags r:id="R09e7d9b69b224bcc"/>
            </p:custDataLst>
          </p:nvPr>
        </p:nvGrpSpPr>
        <p:grpSpPr>
          <a:xfrm>
            <a:off x="2768015" y="2014126"/>
            <a:ext cx="1764604" cy="856838"/>
            <a:chOff x="6619916" y="5035914"/>
            <a:chExt cx="2163559" cy="856838"/>
          </a:xfrm>
        </p:grpSpPr>
        <p:sp>
          <p:nvSpPr>
            <p:cNvPr id="28" name="PA-文本框 6">
              <a:extLst>
                <a:ext uri="{FF2B5EF4-FFF2-40B4-BE49-F238E27FC236}">
                  <a16:creationId xmlns:a16="http://schemas.microsoft.com/office/drawing/2014/main" id="{2D0EAE5A-7DAC-4CE7-B34F-2215933A919E}"/>
                </a:ext>
              </a:extLst>
            </p:cNvPr>
            <p:cNvSpPr txBox="1"/>
            <p:nvPr>
              <p:custDataLst>
                <p:tags r:id="R99aaefbda5dd41d6"/>
              </p:custDataLst>
            </p:nvPr>
          </p:nvSpPr>
          <p:spPr>
            <a:xfrm>
              <a:off x="6619916" y="5035914"/>
              <a:ext cx="1926667" cy="338554"/>
            </a:xfrm>
            <a:prstGeom prst="rect">
              <a:avLst/>
            </a:prstGeom>
            <a:noFill/>
          </p:spPr>
          <p:txBody>
            <a:bodyPr wrap="square" rtlCol="0">
              <a:spAutoFit/>
            </a:bodyPr>
            <a:lstStyle/>
            <a:p>
              <a:pPr algn="ctr"/>
              <a:r>
                <a:rPr lang="zh-CN" altLang="en-US" sz="1600" b="1">
                  <a:solidFill>
                    <a:schemeClr val="tx1">
                      <a:lumMod val="65000"/>
                      <a:lumOff val="35000"/>
                    </a:schemeClr>
                  </a:solidFill>
                  <a:cs typeface="+mn-ea"/>
                  <a:sym typeface="+mn-lt"/>
                </a:rPr>
                <a:t>输入您的标题</a:t>
              </a:r>
              <a:endParaRPr lang="en-US" sz="1600" b="1">
                <a:solidFill>
                  <a:schemeClr val="tx1">
                    <a:lumMod val="65000"/>
                    <a:lumOff val="35000"/>
                  </a:schemeClr>
                </a:solidFill>
                <a:cs typeface="+mn-ea"/>
                <a:sym typeface="+mn-lt"/>
              </a:endParaRPr>
            </a:p>
          </p:txBody>
        </p:sp>
        <p:sp>
          <p:nvSpPr>
            <p:cNvPr id="29" name="PA-文本框 42">
              <a:extLst>
                <a:ext uri="{FF2B5EF4-FFF2-40B4-BE49-F238E27FC236}">
                  <a16:creationId xmlns:a16="http://schemas.microsoft.com/office/drawing/2014/main" id="{8DA04C93-C197-49A5-A321-31700E667706}"/>
                </a:ext>
              </a:extLst>
            </p:cNvPr>
            <p:cNvSpPr txBox="1"/>
            <p:nvPr>
              <p:custDataLst>
                <p:tags r:id="R4e5a3f8d45004b2f"/>
              </p:custDataLst>
            </p:nvPr>
          </p:nvSpPr>
          <p:spPr>
            <a:xfrm>
              <a:off x="6619916" y="5343691"/>
              <a:ext cx="2163559" cy="549061"/>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solidFill>
                    <a:schemeClr val="tx1">
                      <a:lumMod val="50000"/>
                      <a:lumOff val="50000"/>
                    </a:schemeClr>
                  </a:solidFill>
                  <a:latin typeface="+mn-lt"/>
                  <a:ea typeface="+mn-ea"/>
                  <a:cs typeface="+mn-ea"/>
                  <a:sym typeface="+mn-lt"/>
                </a:rPr>
                <a:t>此处添加详细文本描述，建议与标题相关。</a:t>
              </a:r>
              <a:endParaRPr lang="id-ID" sz="1200">
                <a:solidFill>
                  <a:schemeClr val="tx1">
                    <a:lumMod val="50000"/>
                    <a:lumOff val="50000"/>
                  </a:schemeClr>
                </a:solidFill>
                <a:latin typeface="+mn-lt"/>
                <a:ea typeface="+mn-ea"/>
                <a:cs typeface="+mn-ea"/>
                <a:sym typeface="+mn-lt"/>
              </a:endParaRPr>
            </a:p>
          </p:txBody>
        </p:sp>
      </p:grpSp>
      <p:grpSp>
        <p:nvGrpSpPr>
          <p:cNvPr id="30" name="PA-组合 2">
            <a:extLst>
              <a:ext uri="{FF2B5EF4-FFF2-40B4-BE49-F238E27FC236}">
                <a16:creationId xmlns:a16="http://schemas.microsoft.com/office/drawing/2014/main" id="{8A5B31F0-08BB-4EC6-9CCE-9B29BF48D721}"/>
              </a:ext>
            </a:extLst>
          </p:cNvPr>
          <p:cNvGrpSpPr/>
          <p:nvPr>
            <p:custDataLst>
              <p:tags r:id="R99c8e98814ad4433"/>
            </p:custDataLst>
          </p:nvPr>
        </p:nvGrpSpPr>
        <p:grpSpPr>
          <a:xfrm>
            <a:off x="5872239" y="2099213"/>
            <a:ext cx="1764604" cy="856838"/>
            <a:chOff x="6619916" y="5035914"/>
            <a:chExt cx="2163559" cy="856838"/>
          </a:xfrm>
        </p:grpSpPr>
        <p:sp>
          <p:nvSpPr>
            <p:cNvPr id="31" name="PA-文本框 6">
              <a:extLst>
                <a:ext uri="{FF2B5EF4-FFF2-40B4-BE49-F238E27FC236}">
                  <a16:creationId xmlns:a16="http://schemas.microsoft.com/office/drawing/2014/main" id="{8750DFE0-556F-48B3-9032-AF7F384796DB}"/>
                </a:ext>
              </a:extLst>
            </p:cNvPr>
            <p:cNvSpPr txBox="1"/>
            <p:nvPr>
              <p:custDataLst>
                <p:tags r:id="R69b588bb7f494798"/>
              </p:custDataLst>
            </p:nvPr>
          </p:nvSpPr>
          <p:spPr>
            <a:xfrm>
              <a:off x="6619916" y="5035914"/>
              <a:ext cx="1926667" cy="338554"/>
            </a:xfrm>
            <a:prstGeom prst="rect">
              <a:avLst/>
            </a:prstGeom>
            <a:noFill/>
          </p:spPr>
          <p:txBody>
            <a:bodyPr wrap="square" rtlCol="0">
              <a:spAutoFit/>
            </a:bodyPr>
            <a:lstStyle/>
            <a:p>
              <a:pPr algn="ctr"/>
              <a:r>
                <a:rPr lang="zh-CN" altLang="en-US" sz="1600" b="1">
                  <a:solidFill>
                    <a:schemeClr val="tx1">
                      <a:lumMod val="65000"/>
                      <a:lumOff val="35000"/>
                    </a:schemeClr>
                  </a:solidFill>
                  <a:cs typeface="+mn-ea"/>
                  <a:sym typeface="+mn-lt"/>
                </a:rPr>
                <a:t>输入您的标题</a:t>
              </a:r>
              <a:endParaRPr lang="en-US" sz="1600" b="1">
                <a:solidFill>
                  <a:schemeClr val="tx1">
                    <a:lumMod val="65000"/>
                    <a:lumOff val="35000"/>
                  </a:schemeClr>
                </a:solidFill>
                <a:cs typeface="+mn-ea"/>
                <a:sym typeface="+mn-lt"/>
              </a:endParaRPr>
            </a:p>
          </p:txBody>
        </p:sp>
        <p:sp>
          <p:nvSpPr>
            <p:cNvPr id="32" name="PA-文本框 42">
              <a:extLst>
                <a:ext uri="{FF2B5EF4-FFF2-40B4-BE49-F238E27FC236}">
                  <a16:creationId xmlns:a16="http://schemas.microsoft.com/office/drawing/2014/main" id="{74C26AB8-5619-49FB-A0F9-35F8EDEA88C2}"/>
                </a:ext>
              </a:extLst>
            </p:cNvPr>
            <p:cNvSpPr txBox="1"/>
            <p:nvPr>
              <p:custDataLst>
                <p:tags r:id="Rd908c1f3fca649b6"/>
              </p:custDataLst>
            </p:nvPr>
          </p:nvSpPr>
          <p:spPr>
            <a:xfrm>
              <a:off x="6619916" y="5343691"/>
              <a:ext cx="2163559" cy="549061"/>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solidFill>
                    <a:schemeClr val="tx1">
                      <a:lumMod val="50000"/>
                      <a:lumOff val="50000"/>
                    </a:schemeClr>
                  </a:solidFill>
                  <a:latin typeface="+mn-lt"/>
                  <a:ea typeface="+mn-ea"/>
                  <a:cs typeface="+mn-ea"/>
                  <a:sym typeface="+mn-lt"/>
                </a:rPr>
                <a:t>此处添加详细文本描述，建议与标题相关。</a:t>
              </a:r>
              <a:endParaRPr lang="id-ID" sz="1200">
                <a:solidFill>
                  <a:schemeClr val="tx1">
                    <a:lumMod val="50000"/>
                    <a:lumOff val="50000"/>
                  </a:schemeClr>
                </a:solidFill>
                <a:latin typeface="+mn-lt"/>
                <a:ea typeface="+mn-ea"/>
                <a:cs typeface="+mn-ea"/>
                <a:sym typeface="+mn-lt"/>
              </a:endParaRPr>
            </a:p>
          </p:txBody>
        </p:sp>
      </p:grpSp>
      <p:grpSp>
        <p:nvGrpSpPr>
          <p:cNvPr id="33" name="PA-组合 2">
            <a:extLst>
              <a:ext uri="{FF2B5EF4-FFF2-40B4-BE49-F238E27FC236}">
                <a16:creationId xmlns:a16="http://schemas.microsoft.com/office/drawing/2014/main" id="{5722DC26-EE7F-435E-A6A2-07F3CFDB9DAB}"/>
              </a:ext>
            </a:extLst>
          </p:cNvPr>
          <p:cNvGrpSpPr/>
          <p:nvPr>
            <p:custDataLst>
              <p:tags r:id="Rcaab8fc21fa24082"/>
            </p:custDataLst>
          </p:nvPr>
        </p:nvGrpSpPr>
        <p:grpSpPr>
          <a:xfrm>
            <a:off x="955289" y="4146651"/>
            <a:ext cx="1764604" cy="856838"/>
            <a:chOff x="6619916" y="5035914"/>
            <a:chExt cx="2163559" cy="856838"/>
          </a:xfrm>
        </p:grpSpPr>
        <p:sp>
          <p:nvSpPr>
            <p:cNvPr id="34" name="PA-文本框 6">
              <a:extLst>
                <a:ext uri="{FF2B5EF4-FFF2-40B4-BE49-F238E27FC236}">
                  <a16:creationId xmlns:a16="http://schemas.microsoft.com/office/drawing/2014/main" id="{A43FD8A3-0437-46BF-8E99-F8F561331638}"/>
                </a:ext>
              </a:extLst>
            </p:cNvPr>
            <p:cNvSpPr txBox="1"/>
            <p:nvPr>
              <p:custDataLst>
                <p:tags r:id="R02446347f2aa41e7"/>
              </p:custDataLst>
            </p:nvPr>
          </p:nvSpPr>
          <p:spPr>
            <a:xfrm>
              <a:off x="6619916" y="5035914"/>
              <a:ext cx="1926667" cy="338554"/>
            </a:xfrm>
            <a:prstGeom prst="rect">
              <a:avLst/>
            </a:prstGeom>
            <a:noFill/>
          </p:spPr>
          <p:txBody>
            <a:bodyPr wrap="square" rtlCol="0">
              <a:spAutoFit/>
            </a:bodyPr>
            <a:lstStyle/>
            <a:p>
              <a:pPr algn="ctr"/>
              <a:r>
                <a:rPr lang="zh-CN" altLang="en-US" sz="1600" b="1">
                  <a:solidFill>
                    <a:schemeClr val="tx1">
                      <a:lumMod val="65000"/>
                      <a:lumOff val="35000"/>
                    </a:schemeClr>
                  </a:solidFill>
                  <a:cs typeface="+mn-ea"/>
                  <a:sym typeface="+mn-lt"/>
                </a:rPr>
                <a:t>输入您的标题</a:t>
              </a:r>
              <a:endParaRPr lang="en-US" sz="1600" b="1">
                <a:solidFill>
                  <a:schemeClr val="tx1">
                    <a:lumMod val="65000"/>
                    <a:lumOff val="35000"/>
                  </a:schemeClr>
                </a:solidFill>
                <a:cs typeface="+mn-ea"/>
                <a:sym typeface="+mn-lt"/>
              </a:endParaRPr>
            </a:p>
          </p:txBody>
        </p:sp>
        <p:sp>
          <p:nvSpPr>
            <p:cNvPr id="35" name="PA-文本框 42">
              <a:extLst>
                <a:ext uri="{FF2B5EF4-FFF2-40B4-BE49-F238E27FC236}">
                  <a16:creationId xmlns:a16="http://schemas.microsoft.com/office/drawing/2014/main" id="{DA66CEEA-1F70-4AFA-9FDD-6BCB226F6766}"/>
                </a:ext>
              </a:extLst>
            </p:cNvPr>
            <p:cNvSpPr txBox="1"/>
            <p:nvPr>
              <p:custDataLst>
                <p:tags r:id="Re2ff203185874748"/>
              </p:custDataLst>
            </p:nvPr>
          </p:nvSpPr>
          <p:spPr>
            <a:xfrm>
              <a:off x="6619916" y="5343691"/>
              <a:ext cx="2163559" cy="549061"/>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solidFill>
                    <a:schemeClr val="tx1">
                      <a:lumMod val="50000"/>
                      <a:lumOff val="50000"/>
                    </a:schemeClr>
                  </a:solidFill>
                  <a:latin typeface="+mn-lt"/>
                  <a:ea typeface="+mn-ea"/>
                  <a:cs typeface="+mn-ea"/>
                  <a:sym typeface="+mn-lt"/>
                </a:rPr>
                <a:t>此处添加详细文本描述，建议与标题相关。</a:t>
              </a:r>
              <a:endParaRPr lang="id-ID" sz="1200">
                <a:solidFill>
                  <a:schemeClr val="tx1">
                    <a:lumMod val="50000"/>
                    <a:lumOff val="50000"/>
                  </a:schemeClr>
                </a:solidFill>
                <a:latin typeface="+mn-lt"/>
                <a:ea typeface="+mn-ea"/>
                <a:cs typeface="+mn-ea"/>
                <a:sym typeface="+mn-lt"/>
              </a:endParaRPr>
            </a:p>
          </p:txBody>
        </p:sp>
      </p:grpSp>
      <p:grpSp>
        <p:nvGrpSpPr>
          <p:cNvPr id="36" name="PA-组合 2">
            <a:extLst>
              <a:ext uri="{FF2B5EF4-FFF2-40B4-BE49-F238E27FC236}">
                <a16:creationId xmlns:a16="http://schemas.microsoft.com/office/drawing/2014/main" id="{F06D6BE6-E735-4DE7-B96D-5C5AF9BAD550}"/>
              </a:ext>
            </a:extLst>
          </p:cNvPr>
          <p:cNvGrpSpPr/>
          <p:nvPr>
            <p:custDataLst>
              <p:tags r:id="R50751ad6b64e4b46"/>
            </p:custDataLst>
          </p:nvPr>
        </p:nvGrpSpPr>
        <p:grpSpPr>
          <a:xfrm>
            <a:off x="9077059" y="2096042"/>
            <a:ext cx="1764604" cy="856838"/>
            <a:chOff x="6619916" y="5035914"/>
            <a:chExt cx="2163559" cy="856838"/>
          </a:xfrm>
        </p:grpSpPr>
        <p:sp>
          <p:nvSpPr>
            <p:cNvPr id="37" name="PA-文本框 6">
              <a:extLst>
                <a:ext uri="{FF2B5EF4-FFF2-40B4-BE49-F238E27FC236}">
                  <a16:creationId xmlns:a16="http://schemas.microsoft.com/office/drawing/2014/main" id="{F81F6684-0B04-4EC2-9393-3C4B73C01A96}"/>
                </a:ext>
              </a:extLst>
            </p:cNvPr>
            <p:cNvSpPr txBox="1"/>
            <p:nvPr>
              <p:custDataLst>
                <p:tags r:id="R6c6fec98934042ee"/>
              </p:custDataLst>
            </p:nvPr>
          </p:nvSpPr>
          <p:spPr>
            <a:xfrm>
              <a:off x="6619916" y="5035914"/>
              <a:ext cx="1926667" cy="338554"/>
            </a:xfrm>
            <a:prstGeom prst="rect">
              <a:avLst/>
            </a:prstGeom>
            <a:noFill/>
          </p:spPr>
          <p:txBody>
            <a:bodyPr wrap="square" rtlCol="0">
              <a:spAutoFit/>
            </a:bodyPr>
            <a:lstStyle/>
            <a:p>
              <a:pPr algn="ctr"/>
              <a:r>
                <a:rPr lang="zh-CN" altLang="en-US" sz="1600" b="1">
                  <a:solidFill>
                    <a:schemeClr val="tx1">
                      <a:lumMod val="65000"/>
                      <a:lumOff val="35000"/>
                    </a:schemeClr>
                  </a:solidFill>
                  <a:cs typeface="+mn-ea"/>
                  <a:sym typeface="+mn-lt"/>
                </a:rPr>
                <a:t>输入您的标题</a:t>
              </a:r>
              <a:endParaRPr lang="en-US" sz="1600" b="1">
                <a:solidFill>
                  <a:schemeClr val="tx1">
                    <a:lumMod val="65000"/>
                    <a:lumOff val="35000"/>
                  </a:schemeClr>
                </a:solidFill>
                <a:cs typeface="+mn-ea"/>
                <a:sym typeface="+mn-lt"/>
              </a:endParaRPr>
            </a:p>
          </p:txBody>
        </p:sp>
        <p:sp>
          <p:nvSpPr>
            <p:cNvPr id="38" name="PA-文本框 42">
              <a:extLst>
                <a:ext uri="{FF2B5EF4-FFF2-40B4-BE49-F238E27FC236}">
                  <a16:creationId xmlns:a16="http://schemas.microsoft.com/office/drawing/2014/main" id="{A30291D0-29F2-4817-A8FF-45BF09F10D09}"/>
                </a:ext>
              </a:extLst>
            </p:cNvPr>
            <p:cNvSpPr txBox="1"/>
            <p:nvPr>
              <p:custDataLst>
                <p:tags r:id="R3eec9015c9fb4d2c"/>
              </p:custDataLst>
            </p:nvPr>
          </p:nvSpPr>
          <p:spPr>
            <a:xfrm>
              <a:off x="6619916" y="5343691"/>
              <a:ext cx="2163559" cy="549061"/>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a:solidFill>
                    <a:schemeClr val="tx1">
                      <a:lumMod val="50000"/>
                      <a:lumOff val="50000"/>
                    </a:schemeClr>
                  </a:solidFill>
                  <a:latin typeface="+mn-lt"/>
                  <a:ea typeface="+mn-ea"/>
                  <a:cs typeface="+mn-ea"/>
                  <a:sym typeface="+mn-lt"/>
                </a:rPr>
                <a:t>此处添加详细文本描述，建议与标题相关。</a:t>
              </a:r>
              <a:endParaRPr lang="id-ID" sz="1200">
                <a:solidFill>
                  <a:schemeClr val="tx1">
                    <a:lumMod val="50000"/>
                    <a:lumOff val="50000"/>
                  </a:schemeClr>
                </a:solidFill>
                <a:latin typeface="+mn-lt"/>
                <a:ea typeface="+mn-ea"/>
                <a:cs typeface="+mn-ea"/>
                <a:sym typeface="+mn-lt"/>
              </a:endParaRPr>
            </a:p>
          </p:txBody>
        </p:sp>
      </p:grpSp>
    </p:spTree>
    <p:extLst>
      <p:ext uri="{BB962C8B-B14F-4D97-AF65-F5344CB8AC3E}">
        <p14:creationId xmlns:p14="http://schemas.microsoft.com/office/powerpoint/2010/main" val="2516701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4="http://schemas.microsoft.com/office/drawing/2010/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45" presetClass="entr" presetSubtype="0" fill="hold"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750"/>
                                        <p:tgtEl>
                                          <p:spTgt spid="3"/>
                                        </p:tgtEl>
                                      </p:cBhvr>
                                    </p:animEffect>
                                    <p:anim calcmode="lin" valueType="num">
                                      <p:cBhvr>
                                        <p:cTn id="11" dur="1750" fill="hold"/>
                                        <p:tgtEl>
                                          <p:spTgt spid="3"/>
                                        </p:tgtEl>
                                        <p:attrNameLst>
                                          <p:attrName>ppt_w</p:attrName>
                                        </p:attrNameLst>
                                      </p:cBhvr>
                                      <p:tavLst>
                                        <p:tav tm="0" fmla="#ppt_w*sin(2.5*pi*$)">
                                          <p:val>
                                            <p:fltVal val="0"/>
                                          </p:val>
                                        </p:tav>
                                        <p:tav tm="100000">
                                          <p:val>
                                            <p:fltVal val="1"/>
                                          </p:val>
                                        </p:tav>
                                      </p:tavLst>
                                    </p:anim>
                                    <p:anim calcmode="lin" valueType="num">
                                      <p:cBhvr>
                                        <p:cTn id="12" dur="1750" fill="hold"/>
                                        <p:tgtEl>
                                          <p:spTgt spid="3"/>
                                        </p:tgtEl>
                                        <p:attrNameLst>
                                          <p:attrName>ppt_h</p:attrName>
                                        </p:attrNameLst>
                                      </p:cBhvr>
                                      <p:tavLst>
                                        <p:tav tm="0">
                                          <p:val>
                                            <p:strVal val="#ppt_h"/>
                                          </p:val>
                                        </p:tav>
                                        <p:tav tm="100000">
                                          <p:val>
                                            <p:strVal val="#ppt_h"/>
                                          </p:val>
                                        </p:tav>
                                      </p:tavLst>
                                    </p:anim>
                                  </p:childTnLst>
                                </p:cTn>
                              </p:par>
                              <p:par>
                                <p:cTn id="13" presetID="45" presetClass="entr" presetSubtype="0" fill="hold" nodeType="withEffect">
                                  <p:stCondLst>
                                    <p:cond delay="5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750"/>
                                        <p:tgtEl>
                                          <p:spTgt spid="6"/>
                                        </p:tgtEl>
                                      </p:cBhvr>
                                    </p:animEffect>
                                    <p:anim calcmode="lin" valueType="num">
                                      <p:cBhvr>
                                        <p:cTn id="16" dur="1750" fill="hold"/>
                                        <p:tgtEl>
                                          <p:spTgt spid="6"/>
                                        </p:tgtEl>
                                        <p:attrNameLst>
                                          <p:attrName>ppt_w</p:attrName>
                                        </p:attrNameLst>
                                      </p:cBhvr>
                                      <p:tavLst>
                                        <p:tav tm="0" fmla="#ppt_w*sin(2.5*pi*$)">
                                          <p:val>
                                            <p:fltVal val="0"/>
                                          </p:val>
                                        </p:tav>
                                        <p:tav tm="100000">
                                          <p:val>
                                            <p:fltVal val="1"/>
                                          </p:val>
                                        </p:tav>
                                      </p:tavLst>
                                    </p:anim>
                                    <p:anim calcmode="lin" valueType="num">
                                      <p:cBhvr>
                                        <p:cTn id="17" dur="1750" fill="hold"/>
                                        <p:tgtEl>
                                          <p:spTgt spid="6"/>
                                        </p:tgtEl>
                                        <p:attrNameLst>
                                          <p:attrName>ppt_h</p:attrName>
                                        </p:attrNameLst>
                                      </p:cBhvr>
                                      <p:tavLst>
                                        <p:tav tm="0">
                                          <p:val>
                                            <p:strVal val="#ppt_h"/>
                                          </p:val>
                                        </p:tav>
                                        <p:tav tm="100000">
                                          <p:val>
                                            <p:strVal val="#ppt_h"/>
                                          </p:val>
                                        </p:tav>
                                      </p:tavLst>
                                    </p:anim>
                                  </p:childTnLst>
                                </p:cTn>
                              </p:par>
                              <p:par>
                                <p:cTn id="18" presetID="45" presetClass="entr" presetSubtype="0" fill="hold" nodeType="withEffect">
                                  <p:stCondLst>
                                    <p:cond delay="50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750"/>
                                        <p:tgtEl>
                                          <p:spTgt spid="9"/>
                                        </p:tgtEl>
                                      </p:cBhvr>
                                    </p:animEffect>
                                    <p:anim calcmode="lin" valueType="num">
                                      <p:cBhvr>
                                        <p:cTn id="21" dur="1750" fill="hold"/>
                                        <p:tgtEl>
                                          <p:spTgt spid="9"/>
                                        </p:tgtEl>
                                        <p:attrNameLst>
                                          <p:attrName>ppt_w</p:attrName>
                                        </p:attrNameLst>
                                      </p:cBhvr>
                                      <p:tavLst>
                                        <p:tav tm="0" fmla="#ppt_w*sin(2.5*pi*$)">
                                          <p:val>
                                            <p:fltVal val="0"/>
                                          </p:val>
                                        </p:tav>
                                        <p:tav tm="100000">
                                          <p:val>
                                            <p:fltVal val="1"/>
                                          </p:val>
                                        </p:tav>
                                      </p:tavLst>
                                    </p:anim>
                                    <p:anim calcmode="lin" valueType="num">
                                      <p:cBhvr>
                                        <p:cTn id="22" dur="1750" fill="hold"/>
                                        <p:tgtEl>
                                          <p:spTgt spid="9"/>
                                        </p:tgtEl>
                                        <p:attrNameLst>
                                          <p:attrName>ppt_h</p:attrName>
                                        </p:attrNameLst>
                                      </p:cBhvr>
                                      <p:tavLst>
                                        <p:tav tm="0">
                                          <p:val>
                                            <p:strVal val="#ppt_h"/>
                                          </p:val>
                                        </p:tav>
                                        <p:tav tm="100000">
                                          <p:val>
                                            <p:strVal val="#ppt_h"/>
                                          </p:val>
                                        </p:tav>
                                      </p:tavLst>
                                    </p:anim>
                                  </p:childTnLst>
                                </p:cTn>
                              </p:par>
                              <p:par>
                                <p:cTn id="23" presetID="45" presetClass="entr" presetSubtype="0" fill="hold" nodeType="withEffect">
                                  <p:stCondLst>
                                    <p:cond delay="5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1750"/>
                                        <p:tgtEl>
                                          <p:spTgt spid="12"/>
                                        </p:tgtEl>
                                      </p:cBhvr>
                                    </p:animEffect>
                                    <p:anim calcmode="lin" valueType="num">
                                      <p:cBhvr>
                                        <p:cTn id="26" dur="1750" fill="hold"/>
                                        <p:tgtEl>
                                          <p:spTgt spid="12"/>
                                        </p:tgtEl>
                                        <p:attrNameLst>
                                          <p:attrName>ppt_w</p:attrName>
                                        </p:attrNameLst>
                                      </p:cBhvr>
                                      <p:tavLst>
                                        <p:tav tm="0" fmla="#ppt_w*sin(2.5*pi*$)">
                                          <p:val>
                                            <p:fltVal val="0"/>
                                          </p:val>
                                        </p:tav>
                                        <p:tav tm="100000">
                                          <p:val>
                                            <p:fltVal val="1"/>
                                          </p:val>
                                        </p:tav>
                                      </p:tavLst>
                                    </p:anim>
                                    <p:anim calcmode="lin" valueType="num">
                                      <p:cBhvr>
                                        <p:cTn id="27" dur="1750" fill="hold"/>
                                        <p:tgtEl>
                                          <p:spTgt spid="12"/>
                                        </p:tgtEl>
                                        <p:attrNameLst>
                                          <p:attrName>ppt_h</p:attrName>
                                        </p:attrNameLst>
                                      </p:cBhvr>
                                      <p:tavLst>
                                        <p:tav tm="0">
                                          <p:val>
                                            <p:strVal val="#ppt_h"/>
                                          </p:val>
                                        </p:tav>
                                        <p:tav tm="100000">
                                          <p:val>
                                            <p:strVal val="#ppt_h"/>
                                          </p:val>
                                        </p:tav>
                                      </p:tavLst>
                                    </p:anim>
                                  </p:childTnLst>
                                </p:cTn>
                              </p:par>
                              <p:par>
                                <p:cTn id="28" presetID="45" presetClass="entr" presetSubtype="0" fill="hold" nodeType="withEffect">
                                  <p:stCondLst>
                                    <p:cond delay="50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1750"/>
                                        <p:tgtEl>
                                          <p:spTgt spid="15"/>
                                        </p:tgtEl>
                                      </p:cBhvr>
                                    </p:animEffect>
                                    <p:anim calcmode="lin" valueType="num">
                                      <p:cBhvr>
                                        <p:cTn id="31" dur="1750" fill="hold"/>
                                        <p:tgtEl>
                                          <p:spTgt spid="15"/>
                                        </p:tgtEl>
                                        <p:attrNameLst>
                                          <p:attrName>ppt_w</p:attrName>
                                        </p:attrNameLst>
                                      </p:cBhvr>
                                      <p:tavLst>
                                        <p:tav tm="0" fmla="#ppt_w*sin(2.5*pi*$)">
                                          <p:val>
                                            <p:fltVal val="0"/>
                                          </p:val>
                                        </p:tav>
                                        <p:tav tm="100000">
                                          <p:val>
                                            <p:fltVal val="1"/>
                                          </p:val>
                                        </p:tav>
                                      </p:tavLst>
                                    </p:anim>
                                    <p:anim calcmode="lin" valueType="num">
                                      <p:cBhvr>
                                        <p:cTn id="32" dur="1750" fill="hold"/>
                                        <p:tgtEl>
                                          <p:spTgt spid="15"/>
                                        </p:tgtEl>
                                        <p:attrNameLst>
                                          <p:attrName>ppt_h</p:attrName>
                                        </p:attrNameLst>
                                      </p:cBhvr>
                                      <p:tavLst>
                                        <p:tav tm="0">
                                          <p:val>
                                            <p:strVal val="#ppt_h"/>
                                          </p:val>
                                        </p:tav>
                                        <p:tav tm="100000">
                                          <p:val>
                                            <p:strVal val="#ppt_h"/>
                                          </p:val>
                                        </p:tav>
                                      </p:tavLst>
                                    </p:anim>
                                  </p:childTnLst>
                                </p:cTn>
                              </p:par>
                              <p:par>
                                <p:cTn id="33" presetID="45" presetClass="entr" presetSubtype="0" fill="hold" nodeType="withEffect">
                                  <p:stCondLst>
                                    <p:cond delay="50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750"/>
                                        <p:tgtEl>
                                          <p:spTgt spid="18"/>
                                        </p:tgtEl>
                                      </p:cBhvr>
                                    </p:animEffect>
                                    <p:anim calcmode="lin" valueType="num">
                                      <p:cBhvr>
                                        <p:cTn id="36" dur="1750" fill="hold"/>
                                        <p:tgtEl>
                                          <p:spTgt spid="18"/>
                                        </p:tgtEl>
                                        <p:attrNameLst>
                                          <p:attrName>ppt_w</p:attrName>
                                        </p:attrNameLst>
                                      </p:cBhvr>
                                      <p:tavLst>
                                        <p:tav tm="0" fmla="#ppt_w*sin(2.5*pi*$)">
                                          <p:val>
                                            <p:fltVal val="0"/>
                                          </p:val>
                                        </p:tav>
                                        <p:tav tm="100000">
                                          <p:val>
                                            <p:fltVal val="1"/>
                                          </p:val>
                                        </p:tav>
                                      </p:tavLst>
                                    </p:anim>
                                    <p:anim calcmode="lin" valueType="num">
                                      <p:cBhvr>
                                        <p:cTn id="37" dur="1750" fill="hold"/>
                                        <p:tgtEl>
                                          <p:spTgt spid="18"/>
                                        </p:tgtEl>
                                        <p:attrNameLst>
                                          <p:attrName>ppt_h</p:attrName>
                                        </p:attrNameLst>
                                      </p:cBhvr>
                                      <p:tavLst>
                                        <p:tav tm="0">
                                          <p:val>
                                            <p:strVal val="#ppt_h"/>
                                          </p:val>
                                        </p:tav>
                                        <p:tav tm="100000">
                                          <p:val>
                                            <p:strVal val="#ppt_h"/>
                                          </p:val>
                                        </p:tav>
                                      </p:tavLst>
                                    </p:anim>
                                  </p:childTnLst>
                                </p:cTn>
                              </p:par>
                              <p:par>
                                <p:cTn id="38" presetID="22" presetClass="entr" presetSubtype="1"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up)">
                                      <p:cBhvr>
                                        <p:cTn id="40" dur="500"/>
                                        <p:tgtEl>
                                          <p:spTgt spid="21"/>
                                        </p:tgtEl>
                                      </p:cBhvr>
                                    </p:animEffect>
                                  </p:childTnLst>
                                </p:cTn>
                              </p:par>
                              <p:par>
                                <p:cTn id="41" presetID="22" presetClass="entr" presetSubtype="1"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up)">
                                      <p:cBhvr>
                                        <p:cTn id="43" dur="500"/>
                                        <p:tgtEl>
                                          <p:spTgt spid="24"/>
                                        </p:tgtEl>
                                      </p:cBhvr>
                                    </p:animEffect>
                                  </p:childTnLst>
                                </p:cTn>
                              </p:par>
                              <p:par>
                                <p:cTn id="44" presetID="22" presetClass="entr" presetSubtype="1" fill="hold"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up)">
                                      <p:cBhvr>
                                        <p:cTn id="46" dur="500"/>
                                        <p:tgtEl>
                                          <p:spTgt spid="27"/>
                                        </p:tgtEl>
                                      </p:cBhvr>
                                    </p:animEffect>
                                  </p:childTnLst>
                                </p:cTn>
                              </p:par>
                              <p:par>
                                <p:cTn id="47" presetID="22" presetClass="entr" presetSubtype="1"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wipe(up)">
                                      <p:cBhvr>
                                        <p:cTn id="49" dur="500"/>
                                        <p:tgtEl>
                                          <p:spTgt spid="30"/>
                                        </p:tgtEl>
                                      </p:cBhvr>
                                    </p:animEffect>
                                  </p:childTnLst>
                                </p:cTn>
                              </p:par>
                              <p:par>
                                <p:cTn id="50" presetID="22" presetClass="entr" presetSubtype="1"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wipe(up)">
                                      <p:cBhvr>
                                        <p:cTn id="52" dur="500"/>
                                        <p:tgtEl>
                                          <p:spTgt spid="33"/>
                                        </p:tgtEl>
                                      </p:cBhvr>
                                    </p:animEffect>
                                  </p:childTnLst>
                                </p:cTn>
                              </p:par>
                              <p:par>
                                <p:cTn id="53" presetID="22" presetClass="entr" presetSubtype="1" fill="hold"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wipe(up)">
                                      <p:cBhvr>
                                        <p:cTn id="5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768471CE-1A04-4660-8E89-0F1755B2C3D0}"/>
              </a:ext>
            </a:extLst>
          </p:cNvPr>
          <p:cNvGrpSpPr/>
          <p:nvPr/>
        </p:nvGrpSpPr>
        <p:grpSpPr>
          <a:xfrm>
            <a:off x="-1691710" y="2418993"/>
            <a:ext cx="17955868" cy="9175017"/>
            <a:chOff x="-1691710" y="2418993"/>
            <a:chExt cx="17955868" cy="9175017"/>
          </a:xfrm>
        </p:grpSpPr>
        <p:sp>
          <p:nvSpPr>
            <p:cNvPr id="14" name="Circle">
              <a:extLst>
                <a:ext uri="{FF2B5EF4-FFF2-40B4-BE49-F238E27FC236}">
                  <a16:creationId xmlns:a16="http://schemas.microsoft.com/office/drawing/2014/main" id="{0B972D84-A1AE-42FA-A18F-E4DB969B0423}"/>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15" name="Circle">
              <a:extLst>
                <a:ext uri="{FF2B5EF4-FFF2-40B4-BE49-F238E27FC236}">
                  <a16:creationId xmlns:a16="http://schemas.microsoft.com/office/drawing/2014/main" id="{4BEB4F04-4BDB-483A-A66C-0BCBF48A8EBC}"/>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6" name="Circle">
              <a:extLst>
                <a:ext uri="{FF2B5EF4-FFF2-40B4-BE49-F238E27FC236}">
                  <a16:creationId xmlns:a16="http://schemas.microsoft.com/office/drawing/2014/main" id="{8D41C3CA-C8AC-470F-9B5F-573AD106124D}"/>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sp>
        <p:nvSpPr>
          <p:cNvPr id="2" name="矩形 1">
            <a:extLst>
              <a:ext uri="{FF2B5EF4-FFF2-40B4-BE49-F238E27FC236}">
                <a16:creationId xmlns:a16="http://schemas.microsoft.com/office/drawing/2014/main" id="{F6F15176-4FBD-4CBA-8FBD-594440957A79}"/>
              </a:ext>
            </a:extLst>
          </p:cNvPr>
          <p:cNvSpPr/>
          <p:nvPr/>
        </p:nvSpPr>
        <p:spPr>
          <a:xfrm>
            <a:off x="5826125" y="765810"/>
            <a:ext cx="2541270" cy="2541270"/>
          </a:xfrm>
          <a:prstGeom prst="rect">
            <a:avLst/>
          </a:prstGeom>
          <a:blipFill rotWithShape="1">
            <a:blip r:embed="R24f48724483e45e2"/>
            <a:stretch>
              <a:fillRect l="-40001" r="-1015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矩形 2">
            <a:extLst>
              <a:ext uri="{FF2B5EF4-FFF2-40B4-BE49-F238E27FC236}">
                <a16:creationId xmlns:a16="http://schemas.microsoft.com/office/drawing/2014/main" id="{EBF2A862-7910-40F1-8E0B-4FC438C4753F}"/>
              </a:ext>
            </a:extLst>
          </p:cNvPr>
          <p:cNvSpPr/>
          <p:nvPr/>
        </p:nvSpPr>
        <p:spPr>
          <a:xfrm>
            <a:off x="8595995" y="765810"/>
            <a:ext cx="2541270" cy="2541270"/>
          </a:xfrm>
          <a:prstGeom prst="rect">
            <a:avLst/>
          </a:prstGeom>
          <a:blipFill rotWithShape="1">
            <a:blip r:embed="R8245a47112444e0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3">
            <a:extLst>
              <a:ext uri="{FF2B5EF4-FFF2-40B4-BE49-F238E27FC236}">
                <a16:creationId xmlns:a16="http://schemas.microsoft.com/office/drawing/2014/main" id="{6558D42D-6F8E-4AD0-ACBA-7C474D119A75}"/>
              </a:ext>
            </a:extLst>
          </p:cNvPr>
          <p:cNvSpPr/>
          <p:nvPr/>
        </p:nvSpPr>
        <p:spPr>
          <a:xfrm>
            <a:off x="8595995" y="3535680"/>
            <a:ext cx="2541270" cy="2541270"/>
          </a:xfrm>
          <a:prstGeom prst="rect">
            <a:avLst/>
          </a:prstGeom>
          <a:blipFill rotWithShape="1">
            <a:blip r:embed="Rcb3a664766ef4c7d"/>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a:extLst>
              <a:ext uri="{FF2B5EF4-FFF2-40B4-BE49-F238E27FC236}">
                <a16:creationId xmlns:a16="http://schemas.microsoft.com/office/drawing/2014/main" id="{4A47DF7D-7820-410D-9BF0-3600D5618090}"/>
              </a:ext>
            </a:extLst>
          </p:cNvPr>
          <p:cNvSpPr/>
          <p:nvPr/>
        </p:nvSpPr>
        <p:spPr>
          <a:xfrm>
            <a:off x="5826125" y="3535680"/>
            <a:ext cx="2541270" cy="2541270"/>
          </a:xfrm>
          <a:prstGeom prst="rect">
            <a:avLst/>
          </a:prstGeom>
          <a:blipFill rotWithShape="1">
            <a:blip r:embed="R3e95c337a9814f92"/>
            <a:stretch>
              <a:fillRect l="-44778" r="-537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a:extLst>
              <a:ext uri="{FF2B5EF4-FFF2-40B4-BE49-F238E27FC236}">
                <a16:creationId xmlns:a16="http://schemas.microsoft.com/office/drawing/2014/main" id="{E50FCE07-C8AC-48EB-ABC2-47A1FD449066}"/>
              </a:ext>
            </a:extLst>
          </p:cNvPr>
          <p:cNvSpPr/>
          <p:nvPr/>
        </p:nvSpPr>
        <p:spPr>
          <a:xfrm>
            <a:off x="5456421" y="2341185"/>
            <a:ext cx="739408" cy="2175630"/>
          </a:xfrm>
          <a:prstGeom prst="rect">
            <a:avLst/>
          </a:prstGeom>
          <a:gradFill>
            <a:gsLst>
              <a:gs pos="0">
                <a:schemeClr val="accent1"/>
              </a:gs>
              <a:gs pos="100000">
                <a:schemeClr val="accent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PA-文本框 9">
            <a:extLst>
              <a:ext uri="{FF2B5EF4-FFF2-40B4-BE49-F238E27FC236}">
                <a16:creationId xmlns:a16="http://schemas.microsoft.com/office/drawing/2014/main" id="{3D921C20-B37D-49AD-B9AB-A82E765B7A1C}"/>
              </a:ext>
            </a:extLst>
          </p:cNvPr>
          <p:cNvSpPr txBox="1"/>
          <p:nvPr>
            <p:custDataLst>
              <p:tags r:id="R1681ec17433645d7"/>
            </p:custDataLst>
          </p:nvPr>
        </p:nvSpPr>
        <p:spPr>
          <a:xfrm>
            <a:off x="920156" y="3307080"/>
            <a:ext cx="3475011" cy="177279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sz="1400">
                <a:solidFill>
                  <a:schemeClr val="bg1">
                    <a:lumMod val="50000"/>
                  </a:schemeClr>
                </a:solidFill>
                <a:latin typeface="+mn-lt"/>
                <a:ea typeface="+mn-ea"/>
                <a:cs typeface="+mn-ea"/>
                <a:sym typeface="+mn-lt"/>
              </a:rPr>
              <a:t>您的内容打在这里，或者通过复制您的文本后，在此框中选择粘贴，并选择只保留文字。在此录入上述图表的综合描述说明，在此录入上述图综合容表的打在这里，或者通过复制您的文本后，在此框中选择粘贴，并选择只保留文字。</a:t>
            </a:r>
          </a:p>
        </p:txBody>
      </p:sp>
      <p:sp>
        <p:nvSpPr>
          <p:cNvPr id="8" name="PA-任意多边形 55">
            <a:extLst>
              <a:ext uri="{FF2B5EF4-FFF2-40B4-BE49-F238E27FC236}">
                <a16:creationId xmlns:a16="http://schemas.microsoft.com/office/drawing/2014/main" id="{079A91DF-95EE-472F-A275-F73CCC8162F0}"/>
              </a:ext>
            </a:extLst>
          </p:cNvPr>
          <p:cNvSpPr>
            <a:spLocks noEditPoints="1"/>
          </p:cNvSpPr>
          <p:nvPr>
            <p:custDataLst>
              <p:tags r:id="Raacc6b3cfbfe4911"/>
            </p:custDataLst>
          </p:nvPr>
        </p:nvSpPr>
        <p:spPr bwMode="auto">
          <a:xfrm>
            <a:off x="1828874" y="2667176"/>
            <a:ext cx="442928" cy="382068"/>
          </a:xfrm>
          <a:custGeom>
            <a:avLst/>
            <a:gdLst>
              <a:gd name="T0" fmla="*/ 396429 w 256"/>
              <a:gd name="T1" fmla="*/ 358775 h 220"/>
              <a:gd name="T2" fmla="*/ 19496 w 256"/>
              <a:gd name="T3" fmla="*/ 358775 h 220"/>
              <a:gd name="T4" fmla="*/ 0 w 256"/>
              <a:gd name="T5" fmla="*/ 339205 h 220"/>
              <a:gd name="T6" fmla="*/ 0 w 256"/>
              <a:gd name="T7" fmla="*/ 215265 h 220"/>
              <a:gd name="T8" fmla="*/ 0 w 256"/>
              <a:gd name="T9" fmla="*/ 215265 h 220"/>
              <a:gd name="T10" fmla="*/ 1625 w 256"/>
              <a:gd name="T11" fmla="*/ 208742 h 220"/>
              <a:gd name="T12" fmla="*/ 53615 w 256"/>
              <a:gd name="T13" fmla="*/ 71755 h 220"/>
              <a:gd name="T14" fmla="*/ 71487 w 256"/>
              <a:gd name="T15" fmla="*/ 58709 h 220"/>
              <a:gd name="T16" fmla="*/ 103981 w 256"/>
              <a:gd name="T17" fmla="*/ 58709 h 220"/>
              <a:gd name="T18" fmla="*/ 123478 w 256"/>
              <a:gd name="T19" fmla="*/ 58709 h 220"/>
              <a:gd name="T20" fmla="*/ 123478 w 256"/>
              <a:gd name="T21" fmla="*/ 65232 h 220"/>
              <a:gd name="T22" fmla="*/ 141350 w 256"/>
              <a:gd name="T23" fmla="*/ 97848 h 220"/>
              <a:gd name="T24" fmla="*/ 103981 w 256"/>
              <a:gd name="T25" fmla="*/ 97848 h 220"/>
              <a:gd name="T26" fmla="*/ 84485 w 256"/>
              <a:gd name="T27" fmla="*/ 97848 h 220"/>
              <a:gd name="T28" fmla="*/ 47117 w 256"/>
              <a:gd name="T29" fmla="*/ 195695 h 220"/>
              <a:gd name="T30" fmla="*/ 97482 w 256"/>
              <a:gd name="T31" fmla="*/ 195695 h 220"/>
              <a:gd name="T32" fmla="*/ 110480 w 256"/>
              <a:gd name="T33" fmla="*/ 195695 h 220"/>
              <a:gd name="T34" fmla="*/ 129977 w 256"/>
              <a:gd name="T35" fmla="*/ 215265 h 220"/>
              <a:gd name="T36" fmla="*/ 129977 w 256"/>
              <a:gd name="T37" fmla="*/ 234835 h 220"/>
              <a:gd name="T38" fmla="*/ 285948 w 256"/>
              <a:gd name="T39" fmla="*/ 234835 h 220"/>
              <a:gd name="T40" fmla="*/ 285948 w 256"/>
              <a:gd name="T41" fmla="*/ 215265 h 220"/>
              <a:gd name="T42" fmla="*/ 305445 w 256"/>
              <a:gd name="T43" fmla="*/ 195695 h 220"/>
              <a:gd name="T44" fmla="*/ 324941 w 256"/>
              <a:gd name="T45" fmla="*/ 195695 h 220"/>
              <a:gd name="T46" fmla="*/ 368808 w 256"/>
              <a:gd name="T47" fmla="*/ 195695 h 220"/>
              <a:gd name="T48" fmla="*/ 331440 w 256"/>
              <a:gd name="T49" fmla="*/ 97848 h 220"/>
              <a:gd name="T50" fmla="*/ 311944 w 256"/>
              <a:gd name="T51" fmla="*/ 97848 h 220"/>
              <a:gd name="T52" fmla="*/ 274575 w 256"/>
              <a:gd name="T53" fmla="*/ 97848 h 220"/>
              <a:gd name="T54" fmla="*/ 292447 w 256"/>
              <a:gd name="T55" fmla="*/ 65232 h 220"/>
              <a:gd name="T56" fmla="*/ 292447 w 256"/>
              <a:gd name="T57" fmla="*/ 58709 h 220"/>
              <a:gd name="T58" fmla="*/ 311944 w 256"/>
              <a:gd name="T59" fmla="*/ 58709 h 220"/>
              <a:gd name="T60" fmla="*/ 344438 w 256"/>
              <a:gd name="T61" fmla="*/ 58709 h 220"/>
              <a:gd name="T62" fmla="*/ 362310 w 256"/>
              <a:gd name="T63" fmla="*/ 71755 h 220"/>
              <a:gd name="T64" fmla="*/ 414300 w 256"/>
              <a:gd name="T65" fmla="*/ 208742 h 220"/>
              <a:gd name="T66" fmla="*/ 415925 w 256"/>
              <a:gd name="T67" fmla="*/ 215265 h 220"/>
              <a:gd name="T68" fmla="*/ 415925 w 256"/>
              <a:gd name="T69" fmla="*/ 339205 h 220"/>
              <a:gd name="T70" fmla="*/ 396429 w 256"/>
              <a:gd name="T71" fmla="*/ 358775 h 220"/>
              <a:gd name="T72" fmla="*/ 253454 w 256"/>
              <a:gd name="T73" fmla="*/ 84801 h 220"/>
              <a:gd name="T74" fmla="*/ 240457 w 256"/>
              <a:gd name="T75" fmla="*/ 78278 h 220"/>
              <a:gd name="T76" fmla="*/ 227459 w 256"/>
              <a:gd name="T77" fmla="*/ 66863 h 220"/>
              <a:gd name="T78" fmla="*/ 227459 w 256"/>
              <a:gd name="T79" fmla="*/ 143510 h 220"/>
              <a:gd name="T80" fmla="*/ 227459 w 256"/>
              <a:gd name="T81" fmla="*/ 189172 h 220"/>
              <a:gd name="T82" fmla="*/ 207963 w 256"/>
              <a:gd name="T83" fmla="*/ 208742 h 220"/>
              <a:gd name="T84" fmla="*/ 188466 w 256"/>
              <a:gd name="T85" fmla="*/ 189172 h 220"/>
              <a:gd name="T86" fmla="*/ 188466 w 256"/>
              <a:gd name="T87" fmla="*/ 156556 h 220"/>
              <a:gd name="T88" fmla="*/ 188466 w 256"/>
              <a:gd name="T89" fmla="*/ 66863 h 220"/>
              <a:gd name="T90" fmla="*/ 175468 w 256"/>
              <a:gd name="T91" fmla="*/ 78278 h 220"/>
              <a:gd name="T92" fmla="*/ 162471 w 256"/>
              <a:gd name="T93" fmla="*/ 84801 h 220"/>
              <a:gd name="T94" fmla="*/ 142974 w 256"/>
              <a:gd name="T95" fmla="*/ 65232 h 220"/>
              <a:gd name="T96" fmla="*/ 149473 w 256"/>
              <a:gd name="T97" fmla="*/ 52185 h 220"/>
              <a:gd name="T98" fmla="*/ 194965 w 256"/>
              <a:gd name="T99" fmla="*/ 6523 h 220"/>
              <a:gd name="T100" fmla="*/ 207963 w 256"/>
              <a:gd name="T101" fmla="*/ 0 h 220"/>
              <a:gd name="T102" fmla="*/ 220960 w 256"/>
              <a:gd name="T103" fmla="*/ 6523 h 220"/>
              <a:gd name="T104" fmla="*/ 266452 w 256"/>
              <a:gd name="T105" fmla="*/ 52185 h 220"/>
              <a:gd name="T106" fmla="*/ 272951 w 256"/>
              <a:gd name="T107" fmla="*/ 65232 h 220"/>
              <a:gd name="T108" fmla="*/ 253454 w 256"/>
              <a:gd name="T109" fmla="*/ 84801 h 22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56" h="220">
                <a:moveTo>
                  <a:pt x="244" y="220"/>
                </a:moveTo>
                <a:cubicBezTo>
                  <a:pt x="12" y="220"/>
                  <a:pt x="12" y="220"/>
                  <a:pt x="12" y="220"/>
                </a:cubicBezTo>
                <a:cubicBezTo>
                  <a:pt x="5" y="220"/>
                  <a:pt x="0" y="215"/>
                  <a:pt x="0" y="208"/>
                </a:cubicBezTo>
                <a:cubicBezTo>
                  <a:pt x="0" y="132"/>
                  <a:pt x="0" y="132"/>
                  <a:pt x="0" y="132"/>
                </a:cubicBezTo>
                <a:cubicBezTo>
                  <a:pt x="0" y="132"/>
                  <a:pt x="0" y="132"/>
                  <a:pt x="0" y="132"/>
                </a:cubicBezTo>
                <a:cubicBezTo>
                  <a:pt x="0" y="130"/>
                  <a:pt x="0" y="129"/>
                  <a:pt x="1" y="128"/>
                </a:cubicBezTo>
                <a:cubicBezTo>
                  <a:pt x="33" y="44"/>
                  <a:pt x="33" y="44"/>
                  <a:pt x="33" y="44"/>
                </a:cubicBezTo>
                <a:cubicBezTo>
                  <a:pt x="34" y="39"/>
                  <a:pt x="39" y="36"/>
                  <a:pt x="44" y="36"/>
                </a:cubicBezTo>
                <a:cubicBezTo>
                  <a:pt x="64" y="36"/>
                  <a:pt x="64" y="36"/>
                  <a:pt x="64" y="36"/>
                </a:cubicBezTo>
                <a:cubicBezTo>
                  <a:pt x="76" y="36"/>
                  <a:pt x="76" y="36"/>
                  <a:pt x="76" y="36"/>
                </a:cubicBezTo>
                <a:cubicBezTo>
                  <a:pt x="76" y="37"/>
                  <a:pt x="76" y="39"/>
                  <a:pt x="76" y="40"/>
                </a:cubicBezTo>
                <a:cubicBezTo>
                  <a:pt x="76" y="48"/>
                  <a:pt x="80" y="56"/>
                  <a:pt x="87" y="60"/>
                </a:cubicBezTo>
                <a:cubicBezTo>
                  <a:pt x="64" y="60"/>
                  <a:pt x="64" y="60"/>
                  <a:pt x="64" y="60"/>
                </a:cubicBezTo>
                <a:cubicBezTo>
                  <a:pt x="52" y="60"/>
                  <a:pt x="52" y="60"/>
                  <a:pt x="52" y="60"/>
                </a:cubicBezTo>
                <a:cubicBezTo>
                  <a:pt x="29" y="120"/>
                  <a:pt x="29" y="120"/>
                  <a:pt x="29" y="120"/>
                </a:cubicBezTo>
                <a:cubicBezTo>
                  <a:pt x="60" y="120"/>
                  <a:pt x="60" y="120"/>
                  <a:pt x="60" y="120"/>
                </a:cubicBezTo>
                <a:cubicBezTo>
                  <a:pt x="68" y="120"/>
                  <a:pt x="68" y="120"/>
                  <a:pt x="68" y="120"/>
                </a:cubicBezTo>
                <a:cubicBezTo>
                  <a:pt x="75" y="120"/>
                  <a:pt x="80" y="125"/>
                  <a:pt x="80" y="132"/>
                </a:cubicBezTo>
                <a:cubicBezTo>
                  <a:pt x="80" y="144"/>
                  <a:pt x="80" y="144"/>
                  <a:pt x="80" y="144"/>
                </a:cubicBezTo>
                <a:cubicBezTo>
                  <a:pt x="176" y="144"/>
                  <a:pt x="176" y="144"/>
                  <a:pt x="176" y="144"/>
                </a:cubicBezTo>
                <a:cubicBezTo>
                  <a:pt x="176" y="132"/>
                  <a:pt x="176" y="132"/>
                  <a:pt x="176" y="132"/>
                </a:cubicBezTo>
                <a:cubicBezTo>
                  <a:pt x="176" y="125"/>
                  <a:pt x="181" y="120"/>
                  <a:pt x="188" y="120"/>
                </a:cubicBezTo>
                <a:cubicBezTo>
                  <a:pt x="200" y="120"/>
                  <a:pt x="200" y="120"/>
                  <a:pt x="200" y="120"/>
                </a:cubicBezTo>
                <a:cubicBezTo>
                  <a:pt x="227" y="120"/>
                  <a:pt x="227" y="120"/>
                  <a:pt x="227" y="120"/>
                </a:cubicBezTo>
                <a:cubicBezTo>
                  <a:pt x="204" y="60"/>
                  <a:pt x="204" y="60"/>
                  <a:pt x="204" y="60"/>
                </a:cubicBezTo>
                <a:cubicBezTo>
                  <a:pt x="192" y="60"/>
                  <a:pt x="192" y="60"/>
                  <a:pt x="192" y="60"/>
                </a:cubicBezTo>
                <a:cubicBezTo>
                  <a:pt x="169" y="60"/>
                  <a:pt x="169" y="60"/>
                  <a:pt x="169" y="60"/>
                </a:cubicBezTo>
                <a:cubicBezTo>
                  <a:pt x="176" y="56"/>
                  <a:pt x="180" y="48"/>
                  <a:pt x="180" y="40"/>
                </a:cubicBezTo>
                <a:cubicBezTo>
                  <a:pt x="180" y="39"/>
                  <a:pt x="180" y="37"/>
                  <a:pt x="180" y="36"/>
                </a:cubicBezTo>
                <a:cubicBezTo>
                  <a:pt x="192" y="36"/>
                  <a:pt x="192" y="36"/>
                  <a:pt x="192" y="36"/>
                </a:cubicBezTo>
                <a:cubicBezTo>
                  <a:pt x="212" y="36"/>
                  <a:pt x="212" y="36"/>
                  <a:pt x="212" y="36"/>
                </a:cubicBezTo>
                <a:cubicBezTo>
                  <a:pt x="217" y="36"/>
                  <a:pt x="222" y="39"/>
                  <a:pt x="223" y="44"/>
                </a:cubicBezTo>
                <a:cubicBezTo>
                  <a:pt x="255" y="128"/>
                  <a:pt x="255" y="128"/>
                  <a:pt x="255" y="128"/>
                </a:cubicBezTo>
                <a:cubicBezTo>
                  <a:pt x="256" y="129"/>
                  <a:pt x="256" y="130"/>
                  <a:pt x="256" y="132"/>
                </a:cubicBezTo>
                <a:cubicBezTo>
                  <a:pt x="256" y="208"/>
                  <a:pt x="256" y="208"/>
                  <a:pt x="256" y="208"/>
                </a:cubicBezTo>
                <a:cubicBezTo>
                  <a:pt x="256" y="215"/>
                  <a:pt x="251" y="220"/>
                  <a:pt x="244" y="220"/>
                </a:cubicBezTo>
                <a:moveTo>
                  <a:pt x="156" y="52"/>
                </a:moveTo>
                <a:cubicBezTo>
                  <a:pt x="153" y="52"/>
                  <a:pt x="150" y="51"/>
                  <a:pt x="148" y="48"/>
                </a:cubicBezTo>
                <a:cubicBezTo>
                  <a:pt x="140" y="41"/>
                  <a:pt x="140" y="41"/>
                  <a:pt x="140" y="41"/>
                </a:cubicBezTo>
                <a:cubicBezTo>
                  <a:pt x="140" y="88"/>
                  <a:pt x="140" y="88"/>
                  <a:pt x="140" y="88"/>
                </a:cubicBezTo>
                <a:cubicBezTo>
                  <a:pt x="140" y="116"/>
                  <a:pt x="140" y="116"/>
                  <a:pt x="140" y="116"/>
                </a:cubicBezTo>
                <a:cubicBezTo>
                  <a:pt x="140" y="123"/>
                  <a:pt x="135" y="128"/>
                  <a:pt x="128" y="128"/>
                </a:cubicBezTo>
                <a:cubicBezTo>
                  <a:pt x="121" y="128"/>
                  <a:pt x="116" y="123"/>
                  <a:pt x="116" y="116"/>
                </a:cubicBezTo>
                <a:cubicBezTo>
                  <a:pt x="116" y="96"/>
                  <a:pt x="116" y="96"/>
                  <a:pt x="116" y="96"/>
                </a:cubicBezTo>
                <a:cubicBezTo>
                  <a:pt x="116" y="41"/>
                  <a:pt x="116" y="41"/>
                  <a:pt x="116" y="41"/>
                </a:cubicBezTo>
                <a:cubicBezTo>
                  <a:pt x="108" y="48"/>
                  <a:pt x="108" y="48"/>
                  <a:pt x="108" y="48"/>
                </a:cubicBezTo>
                <a:cubicBezTo>
                  <a:pt x="106" y="51"/>
                  <a:pt x="103" y="52"/>
                  <a:pt x="100" y="52"/>
                </a:cubicBezTo>
                <a:cubicBezTo>
                  <a:pt x="93" y="52"/>
                  <a:pt x="88" y="47"/>
                  <a:pt x="88" y="40"/>
                </a:cubicBezTo>
                <a:cubicBezTo>
                  <a:pt x="88" y="37"/>
                  <a:pt x="89" y="34"/>
                  <a:pt x="92" y="32"/>
                </a:cubicBezTo>
                <a:cubicBezTo>
                  <a:pt x="120" y="4"/>
                  <a:pt x="120" y="4"/>
                  <a:pt x="120" y="4"/>
                </a:cubicBezTo>
                <a:cubicBezTo>
                  <a:pt x="122" y="1"/>
                  <a:pt x="125" y="0"/>
                  <a:pt x="128" y="0"/>
                </a:cubicBezTo>
                <a:cubicBezTo>
                  <a:pt x="131" y="0"/>
                  <a:pt x="134" y="1"/>
                  <a:pt x="136" y="4"/>
                </a:cubicBezTo>
                <a:cubicBezTo>
                  <a:pt x="164" y="32"/>
                  <a:pt x="164" y="32"/>
                  <a:pt x="164" y="32"/>
                </a:cubicBezTo>
                <a:cubicBezTo>
                  <a:pt x="167" y="34"/>
                  <a:pt x="168" y="37"/>
                  <a:pt x="168" y="40"/>
                </a:cubicBezTo>
                <a:cubicBezTo>
                  <a:pt x="168" y="47"/>
                  <a:pt x="163" y="52"/>
                  <a:pt x="156" y="52"/>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cs typeface="+mn-ea"/>
              <a:sym typeface="+mn-lt"/>
            </a:endParaRPr>
          </a:p>
        </p:txBody>
      </p:sp>
      <p:sp>
        <p:nvSpPr>
          <p:cNvPr id="9" name="PA-任意多边形 61">
            <a:extLst>
              <a:ext uri="{FF2B5EF4-FFF2-40B4-BE49-F238E27FC236}">
                <a16:creationId xmlns:a16="http://schemas.microsoft.com/office/drawing/2014/main" id="{6FDED5EF-4E95-48E7-A847-1615CCE4542F}"/>
              </a:ext>
            </a:extLst>
          </p:cNvPr>
          <p:cNvSpPr>
            <a:spLocks noEditPoints="1"/>
          </p:cNvSpPr>
          <p:nvPr>
            <p:custDataLst>
              <p:tags r:id="R2442bd6e9d7144a7"/>
            </p:custDataLst>
          </p:nvPr>
        </p:nvSpPr>
        <p:spPr bwMode="auto">
          <a:xfrm>
            <a:off x="1052630" y="2650493"/>
            <a:ext cx="435376" cy="415434"/>
          </a:xfrm>
          <a:custGeom>
            <a:avLst/>
            <a:gdLst>
              <a:gd name="T0" fmla="*/ 415925 w 256"/>
              <a:gd name="T1" fmla="*/ 208197 h 244"/>
              <a:gd name="T2" fmla="*/ 396429 w 256"/>
              <a:gd name="T3" fmla="*/ 227715 h 244"/>
              <a:gd name="T4" fmla="*/ 383431 w 256"/>
              <a:gd name="T5" fmla="*/ 222836 h 244"/>
              <a:gd name="T6" fmla="*/ 383431 w 256"/>
              <a:gd name="T7" fmla="*/ 222836 h 244"/>
              <a:gd name="T8" fmla="*/ 207963 w 256"/>
              <a:gd name="T9" fmla="*/ 47170 h 244"/>
              <a:gd name="T10" fmla="*/ 207963 w 256"/>
              <a:gd name="T11" fmla="*/ 47170 h 244"/>
              <a:gd name="T12" fmla="*/ 207963 w 256"/>
              <a:gd name="T13" fmla="*/ 47170 h 244"/>
              <a:gd name="T14" fmla="*/ 32494 w 256"/>
              <a:gd name="T15" fmla="*/ 222836 h 244"/>
              <a:gd name="T16" fmla="*/ 32494 w 256"/>
              <a:gd name="T17" fmla="*/ 222836 h 244"/>
              <a:gd name="T18" fmla="*/ 19496 w 256"/>
              <a:gd name="T19" fmla="*/ 227715 h 244"/>
              <a:gd name="T20" fmla="*/ 0 w 256"/>
              <a:gd name="T21" fmla="*/ 208197 h 244"/>
              <a:gd name="T22" fmla="*/ 6499 w 256"/>
              <a:gd name="T23" fmla="*/ 193558 h 244"/>
              <a:gd name="T24" fmla="*/ 193340 w 256"/>
              <a:gd name="T25" fmla="*/ 6506 h 244"/>
              <a:gd name="T26" fmla="*/ 207963 w 256"/>
              <a:gd name="T27" fmla="*/ 0 h 244"/>
              <a:gd name="T28" fmla="*/ 207963 w 256"/>
              <a:gd name="T29" fmla="*/ 0 h 244"/>
              <a:gd name="T30" fmla="*/ 209587 w 256"/>
              <a:gd name="T31" fmla="*/ 0 h 244"/>
              <a:gd name="T32" fmla="*/ 209587 w 256"/>
              <a:gd name="T33" fmla="*/ 0 h 244"/>
              <a:gd name="T34" fmla="*/ 209587 w 256"/>
              <a:gd name="T35" fmla="*/ 0 h 244"/>
              <a:gd name="T36" fmla="*/ 209587 w 256"/>
              <a:gd name="T37" fmla="*/ 0 h 244"/>
              <a:gd name="T38" fmla="*/ 222585 w 256"/>
              <a:gd name="T39" fmla="*/ 6506 h 244"/>
              <a:gd name="T40" fmla="*/ 222585 w 256"/>
              <a:gd name="T41" fmla="*/ 6506 h 244"/>
              <a:gd name="T42" fmla="*/ 298946 w 256"/>
              <a:gd name="T43" fmla="*/ 82953 h 244"/>
              <a:gd name="T44" fmla="*/ 298946 w 256"/>
              <a:gd name="T45" fmla="*/ 65061 h 244"/>
              <a:gd name="T46" fmla="*/ 318443 w 256"/>
              <a:gd name="T47" fmla="*/ 45543 h 244"/>
              <a:gd name="T48" fmla="*/ 337939 w 256"/>
              <a:gd name="T49" fmla="*/ 65061 h 244"/>
              <a:gd name="T50" fmla="*/ 337939 w 256"/>
              <a:gd name="T51" fmla="*/ 121990 h 244"/>
              <a:gd name="T52" fmla="*/ 411051 w 256"/>
              <a:gd name="T53" fmla="*/ 195184 h 244"/>
              <a:gd name="T54" fmla="*/ 411051 w 256"/>
              <a:gd name="T55" fmla="*/ 195184 h 244"/>
              <a:gd name="T56" fmla="*/ 415925 w 256"/>
              <a:gd name="T57" fmla="*/ 208197 h 244"/>
              <a:gd name="T58" fmla="*/ 376932 w 256"/>
              <a:gd name="T59" fmla="*/ 240727 h 244"/>
              <a:gd name="T60" fmla="*/ 376932 w 256"/>
              <a:gd name="T61" fmla="*/ 299283 h 244"/>
              <a:gd name="T62" fmla="*/ 376932 w 256"/>
              <a:gd name="T63" fmla="*/ 325307 h 244"/>
              <a:gd name="T64" fmla="*/ 376932 w 256"/>
              <a:gd name="T65" fmla="*/ 377357 h 244"/>
              <a:gd name="T66" fmla="*/ 357436 w 256"/>
              <a:gd name="T67" fmla="*/ 396875 h 244"/>
              <a:gd name="T68" fmla="*/ 318443 w 256"/>
              <a:gd name="T69" fmla="*/ 396875 h 244"/>
              <a:gd name="T70" fmla="*/ 318443 w 256"/>
              <a:gd name="T71" fmla="*/ 240727 h 244"/>
              <a:gd name="T72" fmla="*/ 240457 w 256"/>
              <a:gd name="T73" fmla="*/ 240727 h 244"/>
              <a:gd name="T74" fmla="*/ 240457 w 256"/>
              <a:gd name="T75" fmla="*/ 396875 h 244"/>
              <a:gd name="T76" fmla="*/ 58489 w 256"/>
              <a:gd name="T77" fmla="*/ 396875 h 244"/>
              <a:gd name="T78" fmla="*/ 38993 w 256"/>
              <a:gd name="T79" fmla="*/ 377357 h 244"/>
              <a:gd name="T80" fmla="*/ 38993 w 256"/>
              <a:gd name="T81" fmla="*/ 325307 h 244"/>
              <a:gd name="T82" fmla="*/ 38993 w 256"/>
              <a:gd name="T83" fmla="*/ 299283 h 244"/>
              <a:gd name="T84" fmla="*/ 38993 w 256"/>
              <a:gd name="T85" fmla="*/ 240727 h 244"/>
              <a:gd name="T86" fmla="*/ 207963 w 256"/>
              <a:gd name="T87" fmla="*/ 71568 h 244"/>
              <a:gd name="T88" fmla="*/ 376932 w 256"/>
              <a:gd name="T89" fmla="*/ 240727 h 244"/>
              <a:gd name="T90" fmla="*/ 175468 w 256"/>
              <a:gd name="T91" fmla="*/ 240727 h 244"/>
              <a:gd name="T92" fmla="*/ 97482 w 256"/>
              <a:gd name="T93" fmla="*/ 240727 h 244"/>
              <a:gd name="T94" fmla="*/ 97482 w 256"/>
              <a:gd name="T95" fmla="*/ 318801 h 244"/>
              <a:gd name="T96" fmla="*/ 175468 w 256"/>
              <a:gd name="T97" fmla="*/ 318801 h 244"/>
              <a:gd name="T98" fmla="*/ 175468 w 256"/>
              <a:gd name="T99" fmla="*/ 240727 h 24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56" h="244">
                <a:moveTo>
                  <a:pt x="256" y="128"/>
                </a:moveTo>
                <a:cubicBezTo>
                  <a:pt x="256" y="135"/>
                  <a:pt x="251" y="140"/>
                  <a:pt x="244" y="140"/>
                </a:cubicBezTo>
                <a:cubicBezTo>
                  <a:pt x="241" y="140"/>
                  <a:pt x="238" y="139"/>
                  <a:pt x="236" y="137"/>
                </a:cubicBezTo>
                <a:cubicBezTo>
                  <a:pt x="236" y="137"/>
                  <a:pt x="236" y="137"/>
                  <a:pt x="236" y="137"/>
                </a:cubicBezTo>
                <a:cubicBezTo>
                  <a:pt x="128" y="29"/>
                  <a:pt x="128" y="29"/>
                  <a:pt x="128" y="29"/>
                </a:cubicBezTo>
                <a:cubicBezTo>
                  <a:pt x="128" y="29"/>
                  <a:pt x="128" y="29"/>
                  <a:pt x="128" y="29"/>
                </a:cubicBezTo>
                <a:cubicBezTo>
                  <a:pt x="128" y="29"/>
                  <a:pt x="128" y="29"/>
                  <a:pt x="128" y="29"/>
                </a:cubicBezTo>
                <a:cubicBezTo>
                  <a:pt x="20" y="137"/>
                  <a:pt x="20" y="137"/>
                  <a:pt x="20" y="137"/>
                </a:cubicBezTo>
                <a:cubicBezTo>
                  <a:pt x="20" y="137"/>
                  <a:pt x="20" y="137"/>
                  <a:pt x="20" y="137"/>
                </a:cubicBezTo>
                <a:cubicBezTo>
                  <a:pt x="18" y="139"/>
                  <a:pt x="15" y="140"/>
                  <a:pt x="12" y="140"/>
                </a:cubicBezTo>
                <a:cubicBezTo>
                  <a:pt x="5" y="140"/>
                  <a:pt x="0" y="135"/>
                  <a:pt x="0" y="128"/>
                </a:cubicBezTo>
                <a:cubicBezTo>
                  <a:pt x="0" y="125"/>
                  <a:pt x="1" y="122"/>
                  <a:pt x="4" y="119"/>
                </a:cubicBezTo>
                <a:cubicBezTo>
                  <a:pt x="119" y="4"/>
                  <a:pt x="119" y="4"/>
                  <a:pt x="119" y="4"/>
                </a:cubicBezTo>
                <a:cubicBezTo>
                  <a:pt x="122" y="1"/>
                  <a:pt x="125" y="0"/>
                  <a:pt x="128" y="0"/>
                </a:cubicBezTo>
                <a:cubicBezTo>
                  <a:pt x="128" y="0"/>
                  <a:pt x="128" y="0"/>
                  <a:pt x="128" y="0"/>
                </a:cubicBezTo>
                <a:cubicBezTo>
                  <a:pt x="128" y="0"/>
                  <a:pt x="128" y="0"/>
                  <a:pt x="129" y="0"/>
                </a:cubicBezTo>
                <a:cubicBezTo>
                  <a:pt x="129" y="0"/>
                  <a:pt x="129" y="0"/>
                  <a:pt x="129" y="0"/>
                </a:cubicBezTo>
                <a:cubicBezTo>
                  <a:pt x="129" y="0"/>
                  <a:pt x="129" y="0"/>
                  <a:pt x="129" y="0"/>
                </a:cubicBezTo>
                <a:cubicBezTo>
                  <a:pt x="129" y="0"/>
                  <a:pt x="129" y="0"/>
                  <a:pt x="129" y="0"/>
                </a:cubicBezTo>
                <a:cubicBezTo>
                  <a:pt x="132" y="0"/>
                  <a:pt x="135" y="2"/>
                  <a:pt x="137" y="4"/>
                </a:cubicBezTo>
                <a:cubicBezTo>
                  <a:pt x="137" y="4"/>
                  <a:pt x="137" y="4"/>
                  <a:pt x="137" y="4"/>
                </a:cubicBezTo>
                <a:cubicBezTo>
                  <a:pt x="184" y="51"/>
                  <a:pt x="184" y="51"/>
                  <a:pt x="184" y="51"/>
                </a:cubicBezTo>
                <a:cubicBezTo>
                  <a:pt x="184" y="40"/>
                  <a:pt x="184" y="40"/>
                  <a:pt x="184" y="40"/>
                </a:cubicBezTo>
                <a:cubicBezTo>
                  <a:pt x="184" y="33"/>
                  <a:pt x="189" y="28"/>
                  <a:pt x="196" y="28"/>
                </a:cubicBezTo>
                <a:cubicBezTo>
                  <a:pt x="203" y="28"/>
                  <a:pt x="208" y="33"/>
                  <a:pt x="208" y="40"/>
                </a:cubicBezTo>
                <a:cubicBezTo>
                  <a:pt x="208" y="75"/>
                  <a:pt x="208" y="75"/>
                  <a:pt x="208" y="75"/>
                </a:cubicBezTo>
                <a:cubicBezTo>
                  <a:pt x="253" y="120"/>
                  <a:pt x="253" y="120"/>
                  <a:pt x="253" y="120"/>
                </a:cubicBezTo>
                <a:cubicBezTo>
                  <a:pt x="253" y="120"/>
                  <a:pt x="253" y="120"/>
                  <a:pt x="253" y="120"/>
                </a:cubicBezTo>
                <a:cubicBezTo>
                  <a:pt x="255" y="122"/>
                  <a:pt x="256" y="125"/>
                  <a:pt x="256" y="128"/>
                </a:cubicBezTo>
                <a:moveTo>
                  <a:pt x="232" y="148"/>
                </a:moveTo>
                <a:cubicBezTo>
                  <a:pt x="232" y="184"/>
                  <a:pt x="232" y="184"/>
                  <a:pt x="232" y="184"/>
                </a:cubicBezTo>
                <a:cubicBezTo>
                  <a:pt x="232" y="200"/>
                  <a:pt x="232" y="200"/>
                  <a:pt x="232" y="200"/>
                </a:cubicBezTo>
                <a:cubicBezTo>
                  <a:pt x="232" y="232"/>
                  <a:pt x="232" y="232"/>
                  <a:pt x="232" y="232"/>
                </a:cubicBezTo>
                <a:cubicBezTo>
                  <a:pt x="232" y="239"/>
                  <a:pt x="227" y="244"/>
                  <a:pt x="220" y="244"/>
                </a:cubicBezTo>
                <a:cubicBezTo>
                  <a:pt x="196" y="244"/>
                  <a:pt x="196" y="244"/>
                  <a:pt x="196" y="244"/>
                </a:cubicBezTo>
                <a:cubicBezTo>
                  <a:pt x="196" y="148"/>
                  <a:pt x="196" y="148"/>
                  <a:pt x="196" y="148"/>
                </a:cubicBezTo>
                <a:cubicBezTo>
                  <a:pt x="148" y="148"/>
                  <a:pt x="148" y="148"/>
                  <a:pt x="148" y="148"/>
                </a:cubicBezTo>
                <a:cubicBezTo>
                  <a:pt x="148" y="244"/>
                  <a:pt x="148" y="244"/>
                  <a:pt x="148" y="244"/>
                </a:cubicBezTo>
                <a:cubicBezTo>
                  <a:pt x="36" y="244"/>
                  <a:pt x="36" y="244"/>
                  <a:pt x="36" y="244"/>
                </a:cubicBezTo>
                <a:cubicBezTo>
                  <a:pt x="29" y="244"/>
                  <a:pt x="24" y="239"/>
                  <a:pt x="24" y="232"/>
                </a:cubicBezTo>
                <a:cubicBezTo>
                  <a:pt x="24" y="200"/>
                  <a:pt x="24" y="200"/>
                  <a:pt x="24" y="200"/>
                </a:cubicBezTo>
                <a:cubicBezTo>
                  <a:pt x="24" y="184"/>
                  <a:pt x="24" y="184"/>
                  <a:pt x="24" y="184"/>
                </a:cubicBezTo>
                <a:cubicBezTo>
                  <a:pt x="24" y="148"/>
                  <a:pt x="24" y="148"/>
                  <a:pt x="24" y="148"/>
                </a:cubicBezTo>
                <a:cubicBezTo>
                  <a:pt x="128" y="44"/>
                  <a:pt x="128" y="44"/>
                  <a:pt x="128" y="44"/>
                </a:cubicBezTo>
                <a:lnTo>
                  <a:pt x="232" y="148"/>
                </a:lnTo>
                <a:close/>
                <a:moveTo>
                  <a:pt x="108" y="148"/>
                </a:moveTo>
                <a:cubicBezTo>
                  <a:pt x="60" y="148"/>
                  <a:pt x="60" y="148"/>
                  <a:pt x="60" y="148"/>
                </a:cubicBezTo>
                <a:cubicBezTo>
                  <a:pt x="60" y="196"/>
                  <a:pt x="60" y="196"/>
                  <a:pt x="60" y="196"/>
                </a:cubicBezTo>
                <a:cubicBezTo>
                  <a:pt x="108" y="196"/>
                  <a:pt x="108" y="196"/>
                  <a:pt x="108" y="196"/>
                </a:cubicBezTo>
                <a:lnTo>
                  <a:pt x="108" y="14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cs typeface="+mn-ea"/>
              <a:sym typeface="+mn-lt"/>
            </a:endParaRPr>
          </a:p>
        </p:txBody>
      </p:sp>
      <p:sp>
        <p:nvSpPr>
          <p:cNvPr id="10" name="PA-任意多边形 77">
            <a:extLst>
              <a:ext uri="{FF2B5EF4-FFF2-40B4-BE49-F238E27FC236}">
                <a16:creationId xmlns:a16="http://schemas.microsoft.com/office/drawing/2014/main" id="{99F3D582-76DD-4807-8394-EA4E68F7E21C}"/>
              </a:ext>
            </a:extLst>
          </p:cNvPr>
          <p:cNvSpPr>
            <a:spLocks noEditPoints="1"/>
          </p:cNvSpPr>
          <p:nvPr>
            <p:custDataLst>
              <p:tags r:id="R33320973e1f841dc"/>
            </p:custDataLst>
          </p:nvPr>
        </p:nvSpPr>
        <p:spPr bwMode="auto">
          <a:xfrm>
            <a:off x="2630156" y="2705801"/>
            <a:ext cx="442971" cy="360126"/>
          </a:xfrm>
          <a:custGeom>
            <a:avLst/>
            <a:gdLst>
              <a:gd name="T0" fmla="*/ 396429 w 256"/>
              <a:gd name="T1" fmla="*/ 338138 h 208"/>
              <a:gd name="T2" fmla="*/ 19496 w 256"/>
              <a:gd name="T3" fmla="*/ 338138 h 208"/>
              <a:gd name="T4" fmla="*/ 0 w 256"/>
              <a:gd name="T5" fmla="*/ 318630 h 208"/>
              <a:gd name="T6" fmla="*/ 0 w 256"/>
              <a:gd name="T7" fmla="*/ 58524 h 208"/>
              <a:gd name="T8" fmla="*/ 19496 w 256"/>
              <a:gd name="T9" fmla="*/ 39016 h 208"/>
              <a:gd name="T10" fmla="*/ 102357 w 256"/>
              <a:gd name="T11" fmla="*/ 39016 h 208"/>
              <a:gd name="T12" fmla="*/ 133226 w 256"/>
              <a:gd name="T13" fmla="*/ 8128 h 208"/>
              <a:gd name="T14" fmla="*/ 149473 w 256"/>
              <a:gd name="T15" fmla="*/ 0 h 208"/>
              <a:gd name="T16" fmla="*/ 266452 w 256"/>
              <a:gd name="T17" fmla="*/ 0 h 208"/>
              <a:gd name="T18" fmla="*/ 281074 w 256"/>
              <a:gd name="T19" fmla="*/ 6503 h 208"/>
              <a:gd name="T20" fmla="*/ 281074 w 256"/>
              <a:gd name="T21" fmla="*/ 6503 h 208"/>
              <a:gd name="T22" fmla="*/ 313568 w 256"/>
              <a:gd name="T23" fmla="*/ 39016 h 208"/>
              <a:gd name="T24" fmla="*/ 396429 w 256"/>
              <a:gd name="T25" fmla="*/ 39016 h 208"/>
              <a:gd name="T26" fmla="*/ 415925 w 256"/>
              <a:gd name="T27" fmla="*/ 58524 h 208"/>
              <a:gd name="T28" fmla="*/ 415925 w 256"/>
              <a:gd name="T29" fmla="*/ 318630 h 208"/>
              <a:gd name="T30" fmla="*/ 396429 w 256"/>
              <a:gd name="T31" fmla="*/ 338138 h 208"/>
              <a:gd name="T32" fmla="*/ 207963 w 256"/>
              <a:gd name="T33" fmla="*/ 65027 h 208"/>
              <a:gd name="T34" fmla="*/ 90984 w 256"/>
              <a:gd name="T35" fmla="*/ 182074 h 208"/>
              <a:gd name="T36" fmla="*/ 207963 w 256"/>
              <a:gd name="T37" fmla="*/ 299122 h 208"/>
              <a:gd name="T38" fmla="*/ 324941 w 256"/>
              <a:gd name="T39" fmla="*/ 182074 h 208"/>
              <a:gd name="T40" fmla="*/ 207963 w 256"/>
              <a:gd name="T41" fmla="*/ 65027 h 208"/>
              <a:gd name="T42" fmla="*/ 207963 w 256"/>
              <a:gd name="T43" fmla="*/ 260106 h 208"/>
              <a:gd name="T44" fmla="*/ 129977 w 256"/>
              <a:gd name="T45" fmla="*/ 182074 h 208"/>
              <a:gd name="T46" fmla="*/ 207963 w 256"/>
              <a:gd name="T47" fmla="*/ 104042 h 208"/>
              <a:gd name="T48" fmla="*/ 285948 w 256"/>
              <a:gd name="T49" fmla="*/ 182074 h 208"/>
              <a:gd name="T50" fmla="*/ 207963 w 256"/>
              <a:gd name="T51" fmla="*/ 260106 h 20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56" h="208">
                <a:moveTo>
                  <a:pt x="244" y="208"/>
                </a:moveTo>
                <a:cubicBezTo>
                  <a:pt x="12" y="208"/>
                  <a:pt x="12" y="208"/>
                  <a:pt x="12" y="208"/>
                </a:cubicBezTo>
                <a:cubicBezTo>
                  <a:pt x="5" y="208"/>
                  <a:pt x="0" y="203"/>
                  <a:pt x="0" y="196"/>
                </a:cubicBezTo>
                <a:cubicBezTo>
                  <a:pt x="0" y="36"/>
                  <a:pt x="0" y="36"/>
                  <a:pt x="0" y="36"/>
                </a:cubicBezTo>
                <a:cubicBezTo>
                  <a:pt x="0" y="29"/>
                  <a:pt x="5" y="24"/>
                  <a:pt x="12" y="24"/>
                </a:cubicBezTo>
                <a:cubicBezTo>
                  <a:pt x="63" y="24"/>
                  <a:pt x="63" y="24"/>
                  <a:pt x="63" y="24"/>
                </a:cubicBezTo>
                <a:cubicBezTo>
                  <a:pt x="82" y="5"/>
                  <a:pt x="82" y="5"/>
                  <a:pt x="82" y="5"/>
                </a:cubicBezTo>
                <a:cubicBezTo>
                  <a:pt x="85" y="2"/>
                  <a:pt x="88" y="0"/>
                  <a:pt x="92" y="0"/>
                </a:cubicBezTo>
                <a:cubicBezTo>
                  <a:pt x="164" y="0"/>
                  <a:pt x="164" y="0"/>
                  <a:pt x="164" y="0"/>
                </a:cubicBezTo>
                <a:cubicBezTo>
                  <a:pt x="167" y="0"/>
                  <a:pt x="170" y="1"/>
                  <a:pt x="173" y="4"/>
                </a:cubicBezTo>
                <a:cubicBezTo>
                  <a:pt x="173" y="4"/>
                  <a:pt x="173" y="4"/>
                  <a:pt x="173" y="4"/>
                </a:cubicBezTo>
                <a:cubicBezTo>
                  <a:pt x="193" y="24"/>
                  <a:pt x="193" y="24"/>
                  <a:pt x="193" y="24"/>
                </a:cubicBezTo>
                <a:cubicBezTo>
                  <a:pt x="244" y="24"/>
                  <a:pt x="244" y="24"/>
                  <a:pt x="244" y="24"/>
                </a:cubicBezTo>
                <a:cubicBezTo>
                  <a:pt x="251" y="24"/>
                  <a:pt x="256" y="29"/>
                  <a:pt x="256" y="36"/>
                </a:cubicBezTo>
                <a:cubicBezTo>
                  <a:pt x="256" y="196"/>
                  <a:pt x="256" y="196"/>
                  <a:pt x="256" y="196"/>
                </a:cubicBezTo>
                <a:cubicBezTo>
                  <a:pt x="256" y="203"/>
                  <a:pt x="251" y="208"/>
                  <a:pt x="244" y="208"/>
                </a:cubicBezTo>
                <a:moveTo>
                  <a:pt x="128" y="40"/>
                </a:moveTo>
                <a:cubicBezTo>
                  <a:pt x="88" y="40"/>
                  <a:pt x="56" y="72"/>
                  <a:pt x="56" y="112"/>
                </a:cubicBezTo>
                <a:cubicBezTo>
                  <a:pt x="56" y="152"/>
                  <a:pt x="88" y="184"/>
                  <a:pt x="128" y="184"/>
                </a:cubicBezTo>
                <a:cubicBezTo>
                  <a:pt x="168" y="184"/>
                  <a:pt x="200" y="152"/>
                  <a:pt x="200" y="112"/>
                </a:cubicBezTo>
                <a:cubicBezTo>
                  <a:pt x="200" y="72"/>
                  <a:pt x="168" y="40"/>
                  <a:pt x="128" y="40"/>
                </a:cubicBezTo>
                <a:moveTo>
                  <a:pt x="128" y="160"/>
                </a:moveTo>
                <a:cubicBezTo>
                  <a:pt x="101" y="160"/>
                  <a:pt x="80" y="139"/>
                  <a:pt x="80" y="112"/>
                </a:cubicBezTo>
                <a:cubicBezTo>
                  <a:pt x="80" y="85"/>
                  <a:pt x="101" y="64"/>
                  <a:pt x="128" y="64"/>
                </a:cubicBezTo>
                <a:cubicBezTo>
                  <a:pt x="155" y="64"/>
                  <a:pt x="176" y="85"/>
                  <a:pt x="176" y="112"/>
                </a:cubicBezTo>
                <a:cubicBezTo>
                  <a:pt x="176" y="139"/>
                  <a:pt x="155" y="160"/>
                  <a:pt x="128" y="160"/>
                </a:cubicBezTo>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cs typeface="+mn-ea"/>
              <a:sym typeface="+mn-lt"/>
            </a:endParaRPr>
          </a:p>
        </p:txBody>
      </p:sp>
    </p:spTree>
    <p:extLst>
      <p:ext uri="{BB962C8B-B14F-4D97-AF65-F5344CB8AC3E}">
        <p14:creationId xmlns:p14="http://schemas.microsoft.com/office/powerpoint/2010/main" val="31322370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18" presetClass="entr" presetSubtype="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strips(downRight)">
                                      <p:cBhvr>
                                        <p:cTn id="13" dur="500"/>
                                        <p:tgtEl>
                                          <p:spTgt spid="3"/>
                                        </p:tgtEl>
                                      </p:cBhvr>
                                    </p:animEffect>
                                  </p:childTnLst>
                                </p:cTn>
                              </p:par>
                            </p:childTnLst>
                          </p:cTn>
                        </p:par>
                        <p:par>
                          <p:cTn id="14" fill="hold" nodeType="afterGroup">
                            <p:stCondLst>
                              <p:cond delay="1000"/>
                            </p:stCondLst>
                            <p:childTnLst>
                              <p:par>
                                <p:cTn id="15" presetID="21" presetClass="entr" presetSubtype="1"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heel(1)">
                                      <p:cBhvr>
                                        <p:cTn id="17" dur="500"/>
                                        <p:tgtEl>
                                          <p:spTgt spid="4"/>
                                        </p:tgtEl>
                                      </p:cBhvr>
                                    </p:animEffect>
                                  </p:childTnLst>
                                </p:cTn>
                              </p:par>
                            </p:childTnLst>
                          </p:cTn>
                        </p:par>
                        <p:par>
                          <p:cTn id="18" fill="hold" nodeType="afterGroup">
                            <p:stCondLst>
                              <p:cond delay="1500"/>
                            </p:stCondLst>
                            <p:childTnLst>
                              <p:par>
                                <p:cTn id="19" presetID="14" presetClass="entr" presetSubtype="5"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randombar(vertical)">
                                      <p:cBhvr>
                                        <p:cTn id="21" dur="500"/>
                                        <p:tgtEl>
                                          <p:spTgt spid="5"/>
                                        </p:tgtEl>
                                      </p:cBhvr>
                                    </p:animEffect>
                                  </p:childTnLst>
                                </p:cTn>
                              </p:par>
                              <p:par>
                                <p:cTn id="22" presetID="22" presetClass="entr" presetSubtype="1" fill="hold" grpId="0" nodeType="withEffect">
                                  <p:stCondLst>
                                    <p:cond delay="1400"/>
                                  </p:stCondLst>
                                  <p:childTnLst>
                                    <p:set>
                                      <p:cBhvr>
                                        <p:cTn id="23" dur="1" fill="hold">
                                          <p:stCondLst>
                                            <p:cond delay="0"/>
                                          </p:stCondLst>
                                        </p:cTn>
                                        <p:tgtEl>
                                          <p:spTgt spid="7"/>
                                        </p:tgtEl>
                                        <p:attrNameLst>
                                          <p:attrName>style.visibility</p:attrName>
                                        </p:attrNameLst>
                                      </p:cBhvr>
                                      <p:to>
                                        <p:strVal val="visible"/>
                                      </p:to>
                                    </p:set>
                                    <p:animEffect transition="in" filter="wipe(up)">
                                      <p:cBhvr>
                                        <p:cTn id="24" dur="500"/>
                                        <p:tgtEl>
                                          <p:spTgt spid="7"/>
                                        </p:tgtEl>
                                      </p:cBhvr>
                                    </p:animEffect>
                                  </p:childTnLst>
                                </p:cTn>
                              </p:par>
                              <p:par>
                                <p:cTn id="25" presetID="2" presetClass="entr" presetSubtype="2" decel="100000" fill="hold" grpId="0" nodeType="withEffect">
                                  <p:stCondLst>
                                    <p:cond delay="170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800" fill="hold"/>
                                        <p:tgtEl>
                                          <p:spTgt spid="9"/>
                                        </p:tgtEl>
                                        <p:attrNameLst>
                                          <p:attrName>ppt_x</p:attrName>
                                        </p:attrNameLst>
                                      </p:cBhvr>
                                      <p:tavLst>
                                        <p:tav tm="0">
                                          <p:val>
                                            <p:strVal val="1+#ppt_w/2"/>
                                          </p:val>
                                        </p:tav>
                                        <p:tav tm="100000">
                                          <p:val>
                                            <p:strVal val="#ppt_x"/>
                                          </p:val>
                                        </p:tav>
                                      </p:tavLst>
                                    </p:anim>
                                    <p:anim calcmode="lin" valueType="num">
                                      <p:cBhvr additive="base">
                                        <p:cTn id="28" dur="800" fill="hold"/>
                                        <p:tgtEl>
                                          <p:spTgt spid="9"/>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190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800" fill="hold"/>
                                        <p:tgtEl>
                                          <p:spTgt spid="8"/>
                                        </p:tgtEl>
                                        <p:attrNameLst>
                                          <p:attrName>ppt_x</p:attrName>
                                        </p:attrNameLst>
                                      </p:cBhvr>
                                      <p:tavLst>
                                        <p:tav tm="0">
                                          <p:val>
                                            <p:strVal val="1+#ppt_w/2"/>
                                          </p:val>
                                        </p:tav>
                                        <p:tav tm="100000">
                                          <p:val>
                                            <p:strVal val="#ppt_x"/>
                                          </p:val>
                                        </p:tav>
                                      </p:tavLst>
                                    </p:anim>
                                    <p:anim calcmode="lin" valueType="num">
                                      <p:cBhvr additive="base">
                                        <p:cTn id="32" dur="800" fill="hold"/>
                                        <p:tgtEl>
                                          <p:spTgt spid="8"/>
                                        </p:tgtEl>
                                        <p:attrNameLst>
                                          <p:attrName>ppt_y</p:attrName>
                                        </p:attrNameLst>
                                      </p:cBhvr>
                                      <p:tavLst>
                                        <p:tav tm="0">
                                          <p:val>
                                            <p:strVal val="#ppt_y"/>
                                          </p:val>
                                        </p:tav>
                                        <p:tav tm="100000">
                                          <p:val>
                                            <p:strVal val="#ppt_y"/>
                                          </p:val>
                                        </p:tav>
                                      </p:tavLst>
                                    </p:anim>
                                  </p:childTnLst>
                                </p:cTn>
                              </p:par>
                              <p:par>
                                <p:cTn id="33" presetID="2" presetClass="entr" presetSubtype="2" decel="100000" fill="hold" grpId="0" nodeType="withEffect">
                                  <p:stCondLst>
                                    <p:cond delay="210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800" fill="hold"/>
                                        <p:tgtEl>
                                          <p:spTgt spid="10"/>
                                        </p:tgtEl>
                                        <p:attrNameLst>
                                          <p:attrName>ppt_x</p:attrName>
                                        </p:attrNameLst>
                                      </p:cBhvr>
                                      <p:tavLst>
                                        <p:tav tm="0">
                                          <p:val>
                                            <p:strVal val="1+#ppt_w/2"/>
                                          </p:val>
                                        </p:tav>
                                        <p:tav tm="100000">
                                          <p:val>
                                            <p:strVal val="#ppt_x"/>
                                          </p:val>
                                        </p:tav>
                                      </p:tavLst>
                                    </p:anim>
                                    <p:anim calcmode="lin" valueType="num">
                                      <p:cBhvr additive="base">
                                        <p:cTn id="36" dur="8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bldLvl="0" animBg="1"/>
      <p:bldP spid="7" grpId="0"/>
      <p:bldP spid="8" grpId="0" animBg="1"/>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5D9BC211-8D5D-47D6-8E0A-E84F1D3C7BBC}"/>
              </a:ext>
            </a:extLst>
          </p:cNvPr>
          <p:cNvGrpSpPr/>
          <p:nvPr/>
        </p:nvGrpSpPr>
        <p:grpSpPr>
          <a:xfrm>
            <a:off x="-1691710" y="-2304740"/>
            <a:ext cx="17955868" cy="13898750"/>
            <a:chOff x="-1691710" y="-2304740"/>
            <a:chExt cx="17955868" cy="13898750"/>
          </a:xfrm>
        </p:grpSpPr>
        <p:sp>
          <p:nvSpPr>
            <p:cNvPr id="16" name="Circle">
              <a:extLst>
                <a:ext uri="{FF2B5EF4-FFF2-40B4-BE49-F238E27FC236}">
                  <a16:creationId xmlns:a16="http://schemas.microsoft.com/office/drawing/2014/main" id="{D8B5B409-8242-4201-9E78-E46DE876FF3A}"/>
                </a:ext>
              </a:extLst>
            </p:cNvPr>
            <p:cNvSpPr/>
            <p:nvPr/>
          </p:nvSpPr>
          <p:spPr>
            <a:xfrm>
              <a:off x="4325223" y="-2304740"/>
              <a:ext cx="3536432" cy="353643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7" name="Rectangle 19">
              <a:extLst>
                <a:ext uri="{FF2B5EF4-FFF2-40B4-BE49-F238E27FC236}">
                  <a16:creationId xmlns:a16="http://schemas.microsoft.com/office/drawing/2014/main" id="{9A8E50AA-5F4E-4ECD-A2B7-454E0A90CDC3}"/>
                </a:ext>
              </a:extLst>
            </p:cNvPr>
            <p:cNvSpPr/>
            <p:nvPr/>
          </p:nvSpPr>
          <p:spPr>
            <a:xfrm>
              <a:off x="4152214" y="175783"/>
              <a:ext cx="3995676" cy="469633"/>
            </a:xfrm>
            <a:prstGeom prst="rect">
              <a:avLst/>
            </a:prstGeom>
          </p:spPr>
          <p:txBody>
            <a:bodyPr wrap="none" lIns="0" tIns="0" rIns="0" bIns="0">
              <a:noAutofit/>
            </a:bodyPr>
            <a:lstStyle/>
            <a:p>
              <a:pPr algn="ctr"/>
              <a:r>
                <a:rPr lang="zh-CN" altLang="en-US" sz="2000" b="1" spc="1200">
                  <a:solidFill>
                    <a:schemeClr val="bg1"/>
                  </a:solidFill>
                  <a:cs typeface="+mn-ea"/>
                  <a:sym typeface="+mn-lt"/>
                </a:rPr>
                <a:t>输入你的标题</a:t>
              </a:r>
            </a:p>
          </p:txBody>
        </p:sp>
        <p:sp>
          <p:nvSpPr>
            <p:cNvPr id="18" name="Circle">
              <a:extLst>
                <a:ext uri="{FF2B5EF4-FFF2-40B4-BE49-F238E27FC236}">
                  <a16:creationId xmlns:a16="http://schemas.microsoft.com/office/drawing/2014/main" id="{61E3D805-E700-4BE8-B255-C7E64800A55A}"/>
                </a:ext>
              </a:extLst>
            </p:cNvPr>
            <p:cNvSpPr/>
            <p:nvPr/>
          </p:nvSpPr>
          <p:spPr>
            <a:xfrm>
              <a:off x="11297779" y="4177911"/>
              <a:ext cx="4966380" cy="4966380"/>
            </a:xfrm>
            <a:prstGeom prst="ellipse">
              <a:avLst/>
            </a:prstGeom>
            <a:ln w="12700">
              <a:solidFill>
                <a:schemeClr val="bg1">
                  <a:lumMod val="65000"/>
                  <a:alpha val="30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19" name="Circle">
              <a:extLst>
                <a:ext uri="{FF2B5EF4-FFF2-40B4-BE49-F238E27FC236}">
                  <a16:creationId xmlns:a16="http://schemas.microsoft.com/office/drawing/2014/main" id="{EC5A4E6B-6B91-45E7-80E7-480523F8CA4A}"/>
                </a:ext>
              </a:extLst>
            </p:cNvPr>
            <p:cNvSpPr/>
            <p:nvPr/>
          </p:nvSpPr>
          <p:spPr>
            <a:xfrm>
              <a:off x="11297779" y="5459631"/>
              <a:ext cx="411430" cy="411430"/>
            </a:xfrm>
            <a:prstGeom prst="ellipse">
              <a:avLst/>
            </a:prstGeom>
            <a:gradFill>
              <a:gsLst>
                <a:gs pos="0">
                  <a:schemeClr val="accent1">
                    <a:alpha val="26000"/>
                  </a:schemeClr>
                </a:gs>
                <a:gs pos="100000">
                  <a:schemeClr val="accent2">
                    <a:alpha val="6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20" name="Circle">
              <a:extLst>
                <a:ext uri="{FF2B5EF4-FFF2-40B4-BE49-F238E27FC236}">
                  <a16:creationId xmlns:a16="http://schemas.microsoft.com/office/drawing/2014/main" id="{C6073204-0689-494C-89B4-09C3012326DE}"/>
                </a:ext>
              </a:extLst>
            </p:cNvPr>
            <p:cNvSpPr/>
            <p:nvPr/>
          </p:nvSpPr>
          <p:spPr>
            <a:xfrm>
              <a:off x="-1691710" y="2418993"/>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grpSp>
      <p:sp>
        <p:nvSpPr>
          <p:cNvPr id="2" name="isḷîḍê">
            <a:extLst>
              <a:ext uri="{FF2B5EF4-FFF2-40B4-BE49-F238E27FC236}">
                <a16:creationId xmlns:a16="http://schemas.microsoft.com/office/drawing/2014/main" id="{FB113CDE-DB10-48DE-B4D7-5D2B6153A71D}"/>
              </a:ext>
            </a:extLst>
          </p:cNvPr>
          <p:cNvSpPr/>
          <p:nvPr/>
        </p:nvSpPr>
        <p:spPr>
          <a:xfrm>
            <a:off x="756137" y="2384101"/>
            <a:ext cx="2895600" cy="2895600"/>
          </a:xfrm>
          <a:prstGeom prst="rect">
            <a:avLst/>
          </a:prstGeom>
          <a:gradFill>
            <a:gsLst>
              <a:gs pos="0">
                <a:schemeClr val="accent1"/>
              </a:gs>
              <a:gs pos="100000">
                <a:schemeClr val="accent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t" anchorCtr="1">
            <a:normAutofit/>
          </a:bodyPr>
          <a:lstStyle/>
          <a:p>
            <a:pPr lvl="0" algn="ctr" defTabSz="913765">
              <a:defRPr/>
            </a:pPr>
            <a:endParaRPr lang="zh-CN" altLang="en-US" sz="2800" b="1">
              <a:solidFill>
                <a:schemeClr val="bg1"/>
              </a:solidFill>
              <a:cs typeface="+mn-ea"/>
              <a:sym typeface="+mn-lt"/>
            </a:endParaRPr>
          </a:p>
        </p:txBody>
      </p:sp>
      <p:sp>
        <p:nvSpPr>
          <p:cNvPr id="3" name="î$ļíḋe">
            <a:extLst>
              <a:ext uri="{FF2B5EF4-FFF2-40B4-BE49-F238E27FC236}">
                <a16:creationId xmlns:a16="http://schemas.microsoft.com/office/drawing/2014/main" id="{ACE0FFCC-C496-4768-ABF5-5AB01C80E505}"/>
              </a:ext>
            </a:extLst>
          </p:cNvPr>
          <p:cNvSpPr txBox="1"/>
          <p:nvPr/>
        </p:nvSpPr>
        <p:spPr>
          <a:xfrm>
            <a:off x="1597842" y="3154114"/>
            <a:ext cx="1212191" cy="707886"/>
          </a:xfrm>
          <a:prstGeom prst="rect">
            <a:avLst/>
          </a:prstGeom>
          <a:noFill/>
        </p:spPr>
        <p:txBody>
          <a:bodyPr wrap="none">
            <a:noAutofit/>
          </a:bodyPr>
          <a:lstStyle/>
          <a:p>
            <a:r>
              <a:rPr lang="en-US" altLang="zh-CN" sz="4400" b="1">
                <a:solidFill>
                  <a:schemeClr val="bg1"/>
                </a:solidFill>
                <a:cs typeface="+mn-ea"/>
                <a:sym typeface="+mn-lt"/>
              </a:rPr>
              <a:t>80%</a:t>
            </a:r>
          </a:p>
        </p:txBody>
      </p:sp>
      <p:cxnSp>
        <p:nvCxnSpPr>
          <p:cNvPr id="4" name="直接连接符 9">
            <a:extLst>
              <a:ext uri="{FF2B5EF4-FFF2-40B4-BE49-F238E27FC236}">
                <a16:creationId xmlns:a16="http://schemas.microsoft.com/office/drawing/2014/main" id="{8BE06331-F947-467E-92B4-B9A9BB99D5D7}"/>
              </a:ext>
            </a:extLst>
          </p:cNvPr>
          <p:cNvCxnSpPr/>
          <p:nvPr/>
        </p:nvCxnSpPr>
        <p:spPr>
          <a:xfrm>
            <a:off x="1612645" y="3862000"/>
            <a:ext cx="1182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îṩ1îḑè">
            <a:extLst>
              <a:ext uri="{FF2B5EF4-FFF2-40B4-BE49-F238E27FC236}">
                <a16:creationId xmlns:a16="http://schemas.microsoft.com/office/drawing/2014/main" id="{B720052F-F9AE-4324-91B8-62ECCCBDC802}"/>
              </a:ext>
            </a:extLst>
          </p:cNvPr>
          <p:cNvSpPr/>
          <p:nvPr/>
        </p:nvSpPr>
        <p:spPr bwMode="auto">
          <a:xfrm>
            <a:off x="1055847" y="4059563"/>
            <a:ext cx="2378065" cy="1144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fontScale="95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lnSpc>
                <a:spcPct val="130000"/>
              </a:lnSpc>
            </a:pPr>
            <a:r>
              <a:rPr lang="zh-CN" altLang="en-US" sz="1100">
                <a:solidFill>
                  <a:schemeClr val="bg1"/>
                </a:solidFill>
                <a:cs typeface="+mn-ea"/>
                <a:sym typeface="+mn-lt"/>
              </a:rPr>
              <a:t>单击输入标题内容单击输入标题内容单击输入标题内容单击输入标题内容</a:t>
            </a:r>
          </a:p>
        </p:txBody>
      </p:sp>
      <p:sp>
        <p:nvSpPr>
          <p:cNvPr id="6" name="Text Box 66">
            <a:extLst>
              <a:ext uri="{FF2B5EF4-FFF2-40B4-BE49-F238E27FC236}">
                <a16:creationId xmlns:a16="http://schemas.microsoft.com/office/drawing/2014/main" id="{C1B199BF-61C4-49A2-8313-8D58E121E411}"/>
              </a:ext>
            </a:extLst>
          </p:cNvPr>
          <p:cNvSpPr txBox="1">
            <a:spLocks noChangeArrowheads="1"/>
          </p:cNvSpPr>
          <p:nvPr/>
        </p:nvSpPr>
        <p:spPr bwMode="auto">
          <a:xfrm>
            <a:off x="5455440" y="5042696"/>
            <a:ext cx="1281120" cy="435390"/>
          </a:xfrm>
          <a:prstGeom prst="rect">
            <a:avLst/>
          </a:prstGeom>
          <a:noFill/>
          <a:ln>
            <a:noFill/>
          </a:ln>
          <a:effectLst/>
          <a:extLst>
            <a:ext uri="{909E8E84-426E-40DD-AFC4-6F175D3DCCD1}">
              <a14:hiddenFill xmlns:a14="http://schemas.microsoft.com/office/drawing/2010/main">
                <a:solidFill>
                  <a:srgbClr val="C800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133">
                <a:solidFill>
                  <a:srgbClr val="FFFFFF"/>
                </a:solidFill>
                <a:cs typeface="+mn-ea"/>
                <a:sym typeface="+mn-lt"/>
              </a:rPr>
              <a:t>填加文字</a:t>
            </a:r>
            <a:endParaRPr lang="en-US" altLang="ko-KR" sz="2133">
              <a:solidFill>
                <a:srgbClr val="FFFFFF"/>
              </a:solidFill>
              <a:cs typeface="+mn-ea"/>
              <a:sym typeface="+mn-lt"/>
            </a:endParaRPr>
          </a:p>
        </p:txBody>
      </p:sp>
      <p:grpSp>
        <p:nvGrpSpPr>
          <p:cNvPr id="7" name="组合 6">
            <a:extLst>
              <a:ext uri="{FF2B5EF4-FFF2-40B4-BE49-F238E27FC236}">
                <a16:creationId xmlns:a16="http://schemas.microsoft.com/office/drawing/2014/main" id="{F2F42BA4-E84B-44C3-98E5-DA1ECCD88586}"/>
              </a:ext>
            </a:extLst>
          </p:cNvPr>
          <p:cNvGrpSpPr/>
          <p:nvPr/>
        </p:nvGrpSpPr>
        <p:grpSpPr>
          <a:xfrm>
            <a:off x="4956017" y="4904838"/>
            <a:ext cx="2034036" cy="658564"/>
            <a:chOff x="5641469" y="1367721"/>
            <a:chExt cx="1525527" cy="546192"/>
          </a:xfrm>
          <a:solidFill>
            <a:schemeClr val="accent1"/>
          </a:solidFill>
        </p:grpSpPr>
        <p:sp>
          <p:nvSpPr>
            <p:cNvPr id="8" name="AutoShape 65">
              <a:extLst>
                <a:ext uri="{FF2B5EF4-FFF2-40B4-BE49-F238E27FC236}">
                  <a16:creationId xmlns:a16="http://schemas.microsoft.com/office/drawing/2014/main" id="{8E40A189-D996-4E20-BEEA-A321AF4CA7A6}"/>
                </a:ext>
              </a:extLst>
            </p:cNvPr>
            <p:cNvSpPr>
              <a:spLocks noChangeArrowheads="1"/>
            </p:cNvSpPr>
            <p:nvPr/>
          </p:nvSpPr>
          <p:spPr bwMode="auto">
            <a:xfrm rot="10800000">
              <a:off x="5641469" y="1367721"/>
              <a:ext cx="1525527" cy="546192"/>
            </a:xfrm>
            <a:prstGeom prst="homePlate">
              <a:avLst>
                <a:gd name="adj" fmla="val 43731"/>
              </a:avLst>
            </a:prstGeom>
            <a:gradFill>
              <a:gsLst>
                <a:gs pos="0">
                  <a:schemeClr val="accent1"/>
                </a:gs>
                <a:gs pos="100000">
                  <a:schemeClr val="accent2"/>
                </a:gs>
              </a:gsLst>
              <a:lin ang="3000000" scaled="0"/>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FFFFFF"/>
                </a:solidFill>
                <a:cs typeface="+mn-ea"/>
                <a:sym typeface="+mn-lt"/>
              </a:endParaRPr>
            </a:p>
          </p:txBody>
        </p:sp>
        <p:sp>
          <p:nvSpPr>
            <p:cNvPr id="9" name="Text Box 66">
              <a:extLst>
                <a:ext uri="{FF2B5EF4-FFF2-40B4-BE49-F238E27FC236}">
                  <a16:creationId xmlns:a16="http://schemas.microsoft.com/office/drawing/2014/main" id="{4012ED7B-AB67-4B7D-8EB0-9A1106440DC4}"/>
                </a:ext>
              </a:extLst>
            </p:cNvPr>
            <p:cNvSpPr txBox="1">
              <a:spLocks noChangeArrowheads="1"/>
            </p:cNvSpPr>
            <p:nvPr/>
          </p:nvSpPr>
          <p:spPr bwMode="auto">
            <a:xfrm>
              <a:off x="6039857" y="1498071"/>
              <a:ext cx="960840" cy="361099"/>
            </a:xfrm>
            <a:prstGeom prst="rect">
              <a:avLst/>
            </a:prstGeom>
            <a:no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133">
                  <a:solidFill>
                    <a:srgbClr val="FFFFFF"/>
                  </a:solidFill>
                  <a:cs typeface="+mn-ea"/>
                  <a:sym typeface="+mn-lt"/>
                </a:rPr>
                <a:t>填加文字</a:t>
              </a:r>
              <a:endParaRPr lang="en-US" altLang="ko-KR" sz="2133">
                <a:solidFill>
                  <a:srgbClr val="FFFFFF"/>
                </a:solidFill>
                <a:cs typeface="+mn-ea"/>
                <a:sym typeface="+mn-lt"/>
              </a:endParaRPr>
            </a:p>
          </p:txBody>
        </p:sp>
      </p:grpSp>
      <p:sp>
        <p:nvSpPr>
          <p:cNvPr id="10" name="Text Box 66">
            <a:extLst>
              <a:ext uri="{FF2B5EF4-FFF2-40B4-BE49-F238E27FC236}">
                <a16:creationId xmlns:a16="http://schemas.microsoft.com/office/drawing/2014/main" id="{BE3D0090-B36B-4E0C-9E7A-2249FD038581}"/>
              </a:ext>
            </a:extLst>
          </p:cNvPr>
          <p:cNvSpPr txBox="1">
            <a:spLocks noChangeArrowheads="1"/>
          </p:cNvSpPr>
          <p:nvPr/>
        </p:nvSpPr>
        <p:spPr bwMode="auto">
          <a:xfrm>
            <a:off x="8666000" y="5042696"/>
            <a:ext cx="1281120" cy="435390"/>
          </a:xfrm>
          <a:prstGeom prst="rect">
            <a:avLst/>
          </a:prstGeom>
          <a:noFill/>
          <a:ln>
            <a:noFill/>
          </a:ln>
          <a:effectLst/>
          <a:extLst>
            <a:ext uri="{909E8E84-426E-40DD-AFC4-6F175D3DCCD1}">
              <a14:hiddenFill xmlns:a14="http://schemas.microsoft.com/office/drawing/2010/main">
                <a:solidFill>
                  <a:srgbClr val="C800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133">
                <a:solidFill>
                  <a:srgbClr val="FFFFFF"/>
                </a:solidFill>
                <a:cs typeface="+mn-ea"/>
                <a:sym typeface="+mn-lt"/>
              </a:rPr>
              <a:t>填加文字</a:t>
            </a:r>
            <a:endParaRPr lang="en-US" altLang="ko-KR" sz="2133">
              <a:solidFill>
                <a:srgbClr val="FFFFFF"/>
              </a:solidFill>
              <a:cs typeface="+mn-ea"/>
              <a:sym typeface="+mn-lt"/>
            </a:endParaRPr>
          </a:p>
        </p:txBody>
      </p:sp>
      <p:grpSp>
        <p:nvGrpSpPr>
          <p:cNvPr id="11" name="组合 10">
            <a:extLst>
              <a:ext uri="{FF2B5EF4-FFF2-40B4-BE49-F238E27FC236}">
                <a16:creationId xmlns:a16="http://schemas.microsoft.com/office/drawing/2014/main" id="{ED89A38F-F26F-40F7-B2D8-F8B4241F330A}"/>
              </a:ext>
            </a:extLst>
          </p:cNvPr>
          <p:cNvGrpSpPr/>
          <p:nvPr/>
        </p:nvGrpSpPr>
        <p:grpSpPr>
          <a:xfrm>
            <a:off x="8166577" y="4904838"/>
            <a:ext cx="2034036" cy="658564"/>
            <a:chOff x="5641469" y="1367721"/>
            <a:chExt cx="1525527" cy="546192"/>
          </a:xfrm>
          <a:solidFill>
            <a:schemeClr val="accent1"/>
          </a:solidFill>
        </p:grpSpPr>
        <p:sp>
          <p:nvSpPr>
            <p:cNvPr id="12" name="AutoShape 65">
              <a:extLst>
                <a:ext uri="{FF2B5EF4-FFF2-40B4-BE49-F238E27FC236}">
                  <a16:creationId xmlns:a16="http://schemas.microsoft.com/office/drawing/2014/main" id="{E6F12DAA-6578-400F-A81C-68EF6A391EBB}"/>
                </a:ext>
              </a:extLst>
            </p:cNvPr>
            <p:cNvSpPr>
              <a:spLocks noChangeArrowheads="1"/>
            </p:cNvSpPr>
            <p:nvPr/>
          </p:nvSpPr>
          <p:spPr bwMode="auto">
            <a:xfrm rot="10800000">
              <a:off x="5641469" y="1367721"/>
              <a:ext cx="1525527" cy="546192"/>
            </a:xfrm>
            <a:prstGeom prst="homePlate">
              <a:avLst>
                <a:gd name="adj" fmla="val 43731"/>
              </a:avLst>
            </a:prstGeom>
            <a:gradFill>
              <a:gsLst>
                <a:gs pos="0">
                  <a:schemeClr val="accent1"/>
                </a:gs>
                <a:gs pos="100000">
                  <a:schemeClr val="accent2"/>
                </a:gs>
              </a:gsLst>
              <a:lin ang="3000000" scaled="0"/>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FFFFFF"/>
                </a:solidFill>
                <a:cs typeface="+mn-ea"/>
                <a:sym typeface="+mn-lt"/>
              </a:endParaRPr>
            </a:p>
          </p:txBody>
        </p:sp>
        <p:sp>
          <p:nvSpPr>
            <p:cNvPr id="13" name="Text Box 66">
              <a:extLst>
                <a:ext uri="{FF2B5EF4-FFF2-40B4-BE49-F238E27FC236}">
                  <a16:creationId xmlns:a16="http://schemas.microsoft.com/office/drawing/2014/main" id="{AF40AA05-E989-42EF-B100-F7CE43241485}"/>
                </a:ext>
              </a:extLst>
            </p:cNvPr>
            <p:cNvSpPr txBox="1">
              <a:spLocks noChangeArrowheads="1"/>
            </p:cNvSpPr>
            <p:nvPr/>
          </p:nvSpPr>
          <p:spPr bwMode="auto">
            <a:xfrm>
              <a:off x="6039857" y="1498071"/>
              <a:ext cx="960840" cy="361099"/>
            </a:xfrm>
            <a:prstGeom prst="rect">
              <a:avLst/>
            </a:prstGeom>
            <a:no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133">
                  <a:solidFill>
                    <a:srgbClr val="FFFFFF"/>
                  </a:solidFill>
                  <a:cs typeface="+mn-ea"/>
                  <a:sym typeface="+mn-lt"/>
                </a:rPr>
                <a:t>填加文字</a:t>
              </a:r>
              <a:endParaRPr lang="en-US" altLang="ko-KR" sz="2133">
                <a:solidFill>
                  <a:srgbClr val="FFFFFF"/>
                </a:solidFill>
                <a:cs typeface="+mn-ea"/>
                <a:sym typeface="+mn-lt"/>
              </a:endParaRPr>
            </a:p>
          </p:txBody>
        </p:sp>
      </p:grpSp>
      <p:graphicFrame>
        <p:nvGraphicFramePr>
          <p:cNvPr id="14" name="图表 13" descr="e7d195523061f1c03a90ee8e42cb24248e56383cd534985688F9F494128731F165EE95AB4B0C0A38076AAEA07667B1565C446FC45FF01DFB0E885BCDBDF3A284F3DB14DA61DD97F0BAB2E6C668FB4931659DCAC52277681B35A97A58EB1CDE1A30E511E1F70EEB23193653529328E29B82636547E25AC41088D20F0A52114429D13EF1D12E4FBA26373564D4CAB325C9">
            <a:extLst>
              <a:ext uri="{FF2B5EF4-FFF2-40B4-BE49-F238E27FC236}">
                <a16:creationId xmlns:a16="http://schemas.microsoft.com/office/drawing/2014/main" id="{1149C985-62ED-446F-ADCD-5BFA28B3BF7A}"/>
              </a:ext>
            </a:extLst>
          </p:cNvPr>
          <p:cNvGraphicFramePr/>
          <p:nvPr/>
        </p:nvGraphicFramePr>
        <p:xfrm>
          <a:off x="4704494" y="1527999"/>
          <a:ext cx="6924166" cy="2802821"/>
        </p:xfrm>
        <a:graphic>
          <a:graphicData uri="http://schemas.openxmlformats.org/drawingml/2006/chart">
            <c:chart xmlns:c="http://schemas.openxmlformats.org/drawingml/2006/chart" xmlns:r="http://schemas.openxmlformats.org/officeDocument/2006/relationships" r:id="Rbb3242686dad4fb8"/>
          </a:graphicData>
        </a:graphic>
      </p:graphicFrame>
    </p:spTree>
    <p:extLst>
      <p:ext uri="{BB962C8B-B14F-4D97-AF65-F5344CB8AC3E}">
        <p14:creationId xmlns:p14="http://schemas.microsoft.com/office/powerpoint/2010/main" val="33929584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c="http://schemas.openxmlformats.org/drawingml/2006/chart" xmlns:a14="http://schemas.microsoft.com/office/drawing/2010/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graphicEl>
                                              <a:chart bldStep="ptInSeries"/>
                                            </p:graphicEl>
                                          </p:spTgt>
                                        </p:tgtEl>
                                        <p:attrNameLst>
                                          <p:attrName>style.visibility</p:attrName>
                                        </p:attrNameLst>
                                      </p:cBhvr>
                                      <p:to>
                                        <p:strVal val="visible"/>
                                      </p:to>
                                    </p:set>
                                    <p:anim calcmode="lin" valueType="num">
                                      <p:cBhvr additive="base">
                                        <p:cTn id="7" dur="500" fill="hold"/>
                                        <p:tgtEl>
                                          <p:spTgt spid="14">
                                            <p:graphicEl>
                                              <a:chart bldStep="ptInSeries"/>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
                                            <p:graphicEl>
                                              <a:chart bldStep="ptInSeries"/>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AsOne/>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2CB2A64C-53C0-43F8-8453-D6E00F23C065}"/>
              </a:ext>
            </a:extLst>
          </p:cNvPr>
          <p:cNvSpPr/>
          <p:nvPr/>
        </p:nvSpPr>
        <p:spPr>
          <a:xfrm>
            <a:off x="4102037" y="2187301"/>
            <a:ext cx="3929444" cy="63244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Circle">
            <a:extLst>
              <a:ext uri="{FF2B5EF4-FFF2-40B4-BE49-F238E27FC236}">
                <a16:creationId xmlns:a16="http://schemas.microsoft.com/office/drawing/2014/main" id="{CA7AB2D8-B3D8-2C49-94E8-1DABE6FF085E}"/>
              </a:ext>
            </a:extLst>
          </p:cNvPr>
          <p:cNvSpPr/>
          <p:nvPr/>
        </p:nvSpPr>
        <p:spPr>
          <a:xfrm>
            <a:off x="5478565" y="1848157"/>
            <a:ext cx="9175012" cy="9175017"/>
          </a:xfrm>
          <a:prstGeom prst="ellipse">
            <a:avLst/>
          </a:prstGeom>
          <a:solidFill>
            <a:schemeClr val="bg1">
              <a:lumMod val="95000"/>
              <a:alpha val="29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7" name="Circle">
            <a:extLst>
              <a:ext uri="{FF2B5EF4-FFF2-40B4-BE49-F238E27FC236}">
                <a16:creationId xmlns:a16="http://schemas.microsoft.com/office/drawing/2014/main" id="{D2C6A3EB-9883-124D-8354-91CE1438CE63}"/>
              </a:ext>
            </a:extLst>
          </p:cNvPr>
          <p:cNvSpPr/>
          <p:nvPr/>
        </p:nvSpPr>
        <p:spPr>
          <a:xfrm>
            <a:off x="-2378339" y="3877407"/>
            <a:ext cx="4756678" cy="4756676"/>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8" name="Circle">
            <a:extLst>
              <a:ext uri="{FF2B5EF4-FFF2-40B4-BE49-F238E27FC236}">
                <a16:creationId xmlns:a16="http://schemas.microsoft.com/office/drawing/2014/main" id="{8E202AAD-9CCC-324E-B134-6B8CC79BA8F5}"/>
              </a:ext>
            </a:extLst>
          </p:cNvPr>
          <p:cNvSpPr/>
          <p:nvPr/>
        </p:nvSpPr>
        <p:spPr>
          <a:xfrm>
            <a:off x="-2636640" y="3619104"/>
            <a:ext cx="5273280" cy="5273280"/>
          </a:xfrm>
          <a:prstGeom prst="ellipse">
            <a:avLst/>
          </a:prstGeom>
          <a:ln w="12700">
            <a:solidFill>
              <a:schemeClr val="bg1">
                <a:lumMod val="65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9" name="Circle">
            <a:extLst>
              <a:ext uri="{FF2B5EF4-FFF2-40B4-BE49-F238E27FC236}">
                <a16:creationId xmlns:a16="http://schemas.microsoft.com/office/drawing/2014/main" id="{74BC7569-8284-8F43-B658-A2D402AB3474}"/>
              </a:ext>
            </a:extLst>
          </p:cNvPr>
          <p:cNvSpPr/>
          <p:nvPr/>
        </p:nvSpPr>
        <p:spPr>
          <a:xfrm>
            <a:off x="2283503" y="5025416"/>
            <a:ext cx="276662" cy="276662"/>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2" name="文本框 1">
            <a:extLst>
              <a:ext uri="{FF2B5EF4-FFF2-40B4-BE49-F238E27FC236}">
                <a16:creationId xmlns:a16="http://schemas.microsoft.com/office/drawing/2014/main" id="{22A032D6-2D46-4096-AB34-10C5F342AE00}"/>
              </a:ext>
            </a:extLst>
          </p:cNvPr>
          <p:cNvSpPr txBox="1"/>
          <p:nvPr/>
        </p:nvSpPr>
        <p:spPr>
          <a:xfrm>
            <a:off x="3207101" y="2164041"/>
            <a:ext cx="5719316" cy="1323439"/>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marL="0" marR="0" lvl="0" indent="0" algn="dist" defTabSz="914400" rtl="0" eaLnBrk="1" fontAlgn="auto" latinLnBrk="0" hangingPunct="1">
              <a:lnSpc>
                <a:spcPct val="100000"/>
              </a:lnSpc>
              <a:spcBef>
                <a:spcPct val="0"/>
              </a:spcBef>
              <a:spcAft>
                <a:spcPct val="0"/>
              </a:spcAft>
              <a:buClrTx/>
              <a:buSzTx/>
              <a:buFontTx/>
              <a:buNone/>
              <a:defRPr/>
            </a:pPr>
            <a:r>
              <a:rPr lang="zh-CN" altLang="en-US" sz="8000" b="1">
                <a:solidFill>
                  <a:schemeClr val="tx1">
                    <a:lumMod val="75000"/>
                    <a:lumOff val="25000"/>
                  </a:schemeClr>
                </a:solidFill>
                <a:effectLst>
                  <a:outerShdw blurRad="63500" sx="102000" sy="102000" algn="ctr" rotWithShape="0">
                    <a:schemeClr val="bg1">
                      <a:alpha val="20000"/>
                    </a:schemeClr>
                  </a:outerShdw>
                </a:effectLst>
                <a:cs typeface="+mn-ea"/>
                <a:sym typeface="+mn-lt"/>
              </a:rPr>
              <a:t>谢谢观看</a:t>
            </a:r>
            <a:endParaRPr kumimoji="0" lang="zh-CN" altLang="en-US" sz="8000" b="1" i="0" u="none" strike="noStrike" kern="1200" cap="none" spc="0" normalizeH="0" baseline="0" noProof="0">
              <a:ln>
                <a:noFill/>
              </a:ln>
              <a:solidFill>
                <a:schemeClr val="tx1">
                  <a:lumMod val="75000"/>
                  <a:lumOff val="25000"/>
                </a:schemeClr>
              </a:solidFill>
              <a:effectLst>
                <a:outerShdw blurRad="63500" sx="102000" sy="102000" algn="ctr" rotWithShape="0">
                  <a:schemeClr val="bg1">
                    <a:alpha val="20000"/>
                  </a:schemeClr>
                </a:outerShdw>
              </a:effectLst>
              <a:uLnTx/>
              <a:uFillTx/>
              <a:cs typeface="+mn-ea"/>
              <a:sym typeface="+mn-lt"/>
            </a:endParaRPr>
          </a:p>
        </p:txBody>
      </p:sp>
      <p:sp>
        <p:nvSpPr>
          <p:cNvPr id="3" name="文本框 2">
            <a:extLst>
              <a:ext uri="{FF2B5EF4-FFF2-40B4-BE49-F238E27FC236}">
                <a16:creationId xmlns:a16="http://schemas.microsoft.com/office/drawing/2014/main" id="{AE0B2119-C049-4AE4-854D-E995620009F0}"/>
              </a:ext>
            </a:extLst>
          </p:cNvPr>
          <p:cNvSpPr txBox="1"/>
          <p:nvPr/>
        </p:nvSpPr>
        <p:spPr>
          <a:xfrm>
            <a:off x="3265582" y="3351814"/>
            <a:ext cx="5660836" cy="707886"/>
          </a:xfrm>
          <a:prstGeom prst="rect">
            <a:avLst/>
          </a:prstGeom>
          <a:noFill/>
        </p:spPr>
        <p:txBody>
          <a:bodyPr wrap="square" rtlCol="0">
            <a:spAutoFit/>
          </a:bodyPr>
          <a:lstStyle/>
          <a:p>
            <a:pPr algn="dist"/>
            <a:r>
              <a:rPr lang="en-US" altLang="zh-CN" sz="4000">
                <a:solidFill>
                  <a:schemeClr val="bg1">
                    <a:lumMod val="85000"/>
                  </a:schemeClr>
                </a:solidFill>
                <a:cs typeface="+mn-ea"/>
                <a:sym typeface="+mn-lt"/>
              </a:rPr>
              <a:t>THANK</a:t>
            </a:r>
            <a:r>
              <a:rPr lang="zh-CN" altLang="en-US" sz="4000">
                <a:solidFill>
                  <a:schemeClr val="bg1">
                    <a:lumMod val="85000"/>
                  </a:schemeClr>
                </a:solidFill>
                <a:cs typeface="+mn-ea"/>
                <a:sym typeface="+mn-lt"/>
              </a:rPr>
              <a:t> </a:t>
            </a:r>
            <a:r>
              <a:rPr lang="en-US" altLang="zh-CN" sz="4000">
                <a:solidFill>
                  <a:schemeClr val="bg1">
                    <a:lumMod val="85000"/>
                  </a:schemeClr>
                </a:solidFill>
                <a:cs typeface="+mn-ea"/>
                <a:sym typeface="+mn-lt"/>
              </a:rPr>
              <a:t>YOU</a:t>
            </a:r>
            <a:endParaRPr lang="zh-CN" altLang="en-US" sz="4000">
              <a:solidFill>
                <a:schemeClr val="bg1">
                  <a:lumMod val="85000"/>
                </a:schemeClr>
              </a:solidFill>
              <a:cs typeface="+mn-ea"/>
              <a:sym typeface="+mn-lt"/>
            </a:endParaRPr>
          </a:p>
        </p:txBody>
      </p:sp>
      <p:sp>
        <p:nvSpPr>
          <p:cNvPr id="5" name="矩形: 圆角 6">
            <a:extLst>
              <a:ext uri="{FF2B5EF4-FFF2-40B4-BE49-F238E27FC236}">
                <a16:creationId xmlns:a16="http://schemas.microsoft.com/office/drawing/2014/main" id="{45BC7CB0-3201-4772-B394-01F3093EF163}"/>
              </a:ext>
            </a:extLst>
          </p:cNvPr>
          <p:cNvSpPr/>
          <p:nvPr/>
        </p:nvSpPr>
        <p:spPr>
          <a:xfrm>
            <a:off x="5265123" y="4304069"/>
            <a:ext cx="1603272" cy="443185"/>
          </a:xfrm>
          <a:prstGeom prst="roundRect">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cs typeface="+mn-ea"/>
                <a:sym typeface="+mn-lt"/>
              </a:rPr>
              <a:t>XX</a:t>
            </a:r>
            <a:r>
              <a:rPr lang="en-US" altLang="zh-CN" sz="1400">
                <a:solidFill>
                  <a:schemeClr val="bg1"/>
                </a:solidFill>
                <a:cs typeface="+mn-ea"/>
                <a:sym typeface="+mn-lt"/>
              </a:rPr>
              <a:t>PPT</a:t>
            </a:r>
            <a:endParaRPr lang="zh-CN" altLang="en-US" sz="1400">
              <a:solidFill>
                <a:schemeClr val="bg1"/>
              </a:solidFill>
              <a:cs typeface="+mn-ea"/>
              <a:sym typeface="+mn-lt"/>
            </a:endParaRPr>
          </a:p>
        </p:txBody>
      </p:sp>
      <p:sp>
        <p:nvSpPr>
          <p:cNvPr id="10" name="Circle">
            <a:extLst>
              <a:ext uri="{FF2B5EF4-FFF2-40B4-BE49-F238E27FC236}">
                <a16:creationId xmlns:a16="http://schemas.microsoft.com/office/drawing/2014/main" id="{B690897F-E19B-A141-B443-F20A9D1880C1}"/>
              </a:ext>
            </a:extLst>
          </p:cNvPr>
          <p:cNvSpPr/>
          <p:nvPr/>
        </p:nvSpPr>
        <p:spPr>
          <a:xfrm>
            <a:off x="9306807" y="-1933120"/>
            <a:ext cx="4966380" cy="4966380"/>
          </a:xfrm>
          <a:prstGeom prst="ellipse">
            <a:avLst/>
          </a:prstGeom>
          <a:ln w="12700">
            <a:solidFill>
              <a:schemeClr val="bg1">
                <a:lumMod val="65000"/>
              </a:schemeClr>
            </a:solidFill>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11" name="Circle">
            <a:extLst>
              <a:ext uri="{FF2B5EF4-FFF2-40B4-BE49-F238E27FC236}">
                <a16:creationId xmlns:a16="http://schemas.microsoft.com/office/drawing/2014/main" id="{F9634B96-C333-6541-B9A3-305BF31E6D72}"/>
              </a:ext>
            </a:extLst>
          </p:cNvPr>
          <p:cNvSpPr/>
          <p:nvPr/>
        </p:nvSpPr>
        <p:spPr>
          <a:xfrm>
            <a:off x="10066071" y="-1173856"/>
            <a:ext cx="3447852" cy="3447854"/>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2" name="Circle">
            <a:extLst>
              <a:ext uri="{FF2B5EF4-FFF2-40B4-BE49-F238E27FC236}">
                <a16:creationId xmlns:a16="http://schemas.microsoft.com/office/drawing/2014/main" id="{A81F429A-297C-C247-B8D4-52B9A3A69FA6}"/>
              </a:ext>
            </a:extLst>
          </p:cNvPr>
          <p:cNvSpPr/>
          <p:nvPr/>
        </p:nvSpPr>
        <p:spPr>
          <a:xfrm>
            <a:off x="9143937" y="518393"/>
            <a:ext cx="325740" cy="325740"/>
          </a:xfrm>
          <a:prstGeom prst="ellipse">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400">
              <a:solidFill>
                <a:schemeClr val="bg1"/>
              </a:solidFill>
              <a:cs typeface="+mn-ea"/>
              <a:sym typeface="+mn-lt"/>
            </a:endParaRPr>
          </a:p>
        </p:txBody>
      </p:sp>
      <p:sp>
        <p:nvSpPr>
          <p:cNvPr id="14" name="Circle">
            <a:extLst>
              <a:ext uri="{FF2B5EF4-FFF2-40B4-BE49-F238E27FC236}">
                <a16:creationId xmlns:a16="http://schemas.microsoft.com/office/drawing/2014/main" id="{46D1C636-87A4-5142-9FEC-CB66F0639830}"/>
              </a:ext>
            </a:extLst>
          </p:cNvPr>
          <p:cNvSpPr/>
          <p:nvPr/>
        </p:nvSpPr>
        <p:spPr>
          <a:xfrm>
            <a:off x="-741292" y="-1495921"/>
            <a:ext cx="3377931" cy="3377933"/>
          </a:xfrm>
          <a:prstGeom prst="ellipse">
            <a:avLst/>
          </a:prstGeom>
          <a:solidFill>
            <a:schemeClr val="bg1">
              <a:lumMod val="95000"/>
              <a:alpha val="44000"/>
            </a:schemeClr>
          </a:solidFill>
          <a:ln w="12700">
            <a:miter lim="400000"/>
          </a:ln>
        </p:spPr>
        <p:txBody>
          <a:bodyPr lIns="19050" tIns="19050" rIns="19050" bIns="19050" anchor="ctr"/>
          <a:lstStyle/>
          <a:p>
            <a:pPr marL="0" marR="0" lvl="0" indent="0" algn="ctr" defTabSz="412750" rtl="0" eaLnBrk="1" fontAlgn="auto" latinLnBrk="0" hangingPunct="0">
              <a:lnSpc>
                <a:spcPct val="100000"/>
              </a:lnSpc>
              <a:spcBef>
                <a:spcPct val="0"/>
              </a:spcBef>
              <a:spcAft>
                <a:spcPct val="0"/>
              </a:spcAft>
              <a:buClrTx/>
              <a:buSzTx/>
              <a:buFontTx/>
              <a:buNone/>
              <a:defRPr sz="3000">
                <a:solidFill>
                  <a:srgbClr val="000000"/>
                </a:solidFill>
                <a:latin typeface="Helvetica Light"/>
                <a:ea typeface="Helvetica Light"/>
                <a:cs typeface="Helvetica Light"/>
                <a:sym typeface="Helvetica Light"/>
              </a:defRPr>
            </a:pPr>
            <a:endParaRPr kumimoji="0" sz="1500" b="0" i="0" u="none" strike="noStrike" kern="0" cap="none" spc="0" normalizeH="0" baseline="0" noProof="0">
              <a:ln>
                <a:noFill/>
              </a:ln>
              <a:solidFill>
                <a:srgbClr val="000000"/>
              </a:solidFill>
              <a:effectLst/>
              <a:uLnTx/>
              <a:uFillTx/>
              <a:cs typeface="+mn-ea"/>
              <a:sym typeface="+mn-lt"/>
            </a:endParaRPr>
          </a:p>
        </p:txBody>
      </p:sp>
      <p:sp>
        <p:nvSpPr>
          <p:cNvPr id="16" name="PA-文本框 9">
            <a:extLst>
              <a:ext uri="{FF2B5EF4-FFF2-40B4-BE49-F238E27FC236}">
                <a16:creationId xmlns:a16="http://schemas.microsoft.com/office/drawing/2014/main" id="{E8E29EA5-0AD3-B449-A9E7-37C7EED46547}"/>
              </a:ext>
            </a:extLst>
          </p:cNvPr>
          <p:cNvSpPr txBox="1"/>
          <p:nvPr>
            <p:custDataLst>
              <p:tags r:id="R47e25c475b904170"/>
            </p:custDataLst>
          </p:nvPr>
        </p:nvSpPr>
        <p:spPr>
          <a:xfrm>
            <a:off x="6294119" y="5699509"/>
            <a:ext cx="5303521" cy="549061"/>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r"/>
            <a:r>
              <a:rPr lang="zh-CN" altLang="en-US">
                <a:latin typeface="+mn-lt"/>
                <a:ea typeface="+mn-ea"/>
                <a:cs typeface="+mn-ea"/>
                <a:sym typeface="+mn-lt"/>
              </a:rPr>
              <a:t>您的内容打在这里，或者通过复制您的文本后，在此框中选择粘贴，并选择只保留文字。在此录入上述图表的综合描述说明</a:t>
            </a:r>
          </a:p>
        </p:txBody>
      </p:sp>
    </p:spTree>
    <p:extLst>
      <p:ext uri="{BB962C8B-B14F-4D97-AF65-F5344CB8AC3E}">
        <p14:creationId xmlns:p14="http://schemas.microsoft.com/office/powerpoint/2010/main" val="21501205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down)">
                                      <p:cBhvr>
                                        <p:cTn id="8" dur="500"/>
                                        <p:tgtEl>
                                          <p:spTgt spid="2"/>
                                        </p:tgtEl>
                                      </p:cBhvr>
                                    </p:animEffect>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cond evt="onBegin" delay="0">
                          <p:tn val="13"/>
                        </p:cond>
                      </p:stCondLst>
                      <p:childTnLst>
                        <p:par>
                          <p:cTn id="15" fill="hold" nodeType="after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1000" fill="hold"/>
                                        <p:tgtEl>
                                          <p:spTgt spid="7"/>
                                        </p:tgtEl>
                                        <p:attrNameLst>
                                          <p:attrName>ppt_w</p:attrName>
                                        </p:attrNameLst>
                                      </p:cBhvr>
                                      <p:tavLst>
                                        <p:tav tm="0">
                                          <p:val>
                                            <p:fltVal val="0"/>
                                          </p:val>
                                        </p:tav>
                                        <p:tav tm="100000">
                                          <p:val>
                                            <p:strVal val="#ppt_w"/>
                                          </p:val>
                                        </p:tav>
                                      </p:tavLst>
                                    </p:anim>
                                    <p:anim calcmode="lin" valueType="num">
                                      <p:cBhvr>
                                        <p:cTn id="22" dur="1000" fill="hold"/>
                                        <p:tgtEl>
                                          <p:spTgt spid="7"/>
                                        </p:tgtEl>
                                        <p:attrNameLst>
                                          <p:attrName>ppt_h</p:attrName>
                                        </p:attrNameLst>
                                      </p:cBhvr>
                                      <p:tavLst>
                                        <p:tav tm="0">
                                          <p:val>
                                            <p:fltVal val="0"/>
                                          </p:val>
                                        </p:tav>
                                        <p:tav tm="100000">
                                          <p:val>
                                            <p:strVal val="#ppt_h"/>
                                          </p:val>
                                        </p:tav>
                                      </p:tavLst>
                                    </p:anim>
                                    <p:anim calcmode="lin" valueType="num">
                                      <p:cBhvr>
                                        <p:cTn id="23" dur="1000" fill="hold"/>
                                        <p:tgtEl>
                                          <p:spTgt spid="7"/>
                                        </p:tgtEl>
                                        <p:attrNameLst>
                                          <p:attrName>style.rotation</p:attrName>
                                        </p:attrNameLst>
                                      </p:cBhvr>
                                      <p:tavLst>
                                        <p:tav tm="0">
                                          <p:val>
                                            <p:fltVal val="90"/>
                                          </p:val>
                                        </p:tav>
                                        <p:tav tm="100000">
                                          <p:val>
                                            <p:fltVal val="0"/>
                                          </p:val>
                                        </p:tav>
                                      </p:tavLst>
                                    </p:anim>
                                    <p:animEffect transition="in" filter="fade">
                                      <p:cBhvr>
                                        <p:cTn id="24" dur="1000"/>
                                        <p:tgtEl>
                                          <p:spTgt spid="7"/>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1000" fill="hold"/>
                                        <p:tgtEl>
                                          <p:spTgt spid="8"/>
                                        </p:tgtEl>
                                        <p:attrNameLst>
                                          <p:attrName>ppt_w</p:attrName>
                                        </p:attrNameLst>
                                      </p:cBhvr>
                                      <p:tavLst>
                                        <p:tav tm="0">
                                          <p:val>
                                            <p:fltVal val="0"/>
                                          </p:val>
                                        </p:tav>
                                        <p:tav tm="100000">
                                          <p:val>
                                            <p:strVal val="#ppt_w"/>
                                          </p:val>
                                        </p:tav>
                                      </p:tavLst>
                                    </p:anim>
                                    <p:anim calcmode="lin" valueType="num">
                                      <p:cBhvr>
                                        <p:cTn id="28" dur="1000" fill="hold"/>
                                        <p:tgtEl>
                                          <p:spTgt spid="8"/>
                                        </p:tgtEl>
                                        <p:attrNameLst>
                                          <p:attrName>ppt_h</p:attrName>
                                        </p:attrNameLst>
                                      </p:cBhvr>
                                      <p:tavLst>
                                        <p:tav tm="0">
                                          <p:val>
                                            <p:fltVal val="0"/>
                                          </p:val>
                                        </p:tav>
                                        <p:tav tm="100000">
                                          <p:val>
                                            <p:strVal val="#ppt_h"/>
                                          </p:val>
                                        </p:tav>
                                      </p:tavLst>
                                    </p:anim>
                                    <p:anim calcmode="lin" valueType="num">
                                      <p:cBhvr>
                                        <p:cTn id="29" dur="1000" fill="hold"/>
                                        <p:tgtEl>
                                          <p:spTgt spid="8"/>
                                        </p:tgtEl>
                                        <p:attrNameLst>
                                          <p:attrName>style.rotation</p:attrName>
                                        </p:attrNameLst>
                                      </p:cBhvr>
                                      <p:tavLst>
                                        <p:tav tm="0">
                                          <p:val>
                                            <p:fltVal val="90"/>
                                          </p:val>
                                        </p:tav>
                                        <p:tav tm="100000">
                                          <p:val>
                                            <p:fltVal val="0"/>
                                          </p:val>
                                        </p:tav>
                                      </p:tavLst>
                                    </p:anim>
                                    <p:animEffect transition="in" filter="fade">
                                      <p:cBhvr>
                                        <p:cTn id="30" dur="1000"/>
                                        <p:tgtEl>
                                          <p:spTgt spid="8"/>
                                        </p:tgtEl>
                                      </p:cBhvr>
                                    </p:animEffect>
                                  </p:childTnLst>
                                </p:cTn>
                              </p:par>
                              <p:par>
                                <p:cTn id="31" presetID="3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1000" fill="hold"/>
                                        <p:tgtEl>
                                          <p:spTgt spid="9"/>
                                        </p:tgtEl>
                                        <p:attrNameLst>
                                          <p:attrName>ppt_w</p:attrName>
                                        </p:attrNameLst>
                                      </p:cBhvr>
                                      <p:tavLst>
                                        <p:tav tm="0">
                                          <p:val>
                                            <p:fltVal val="0"/>
                                          </p:val>
                                        </p:tav>
                                        <p:tav tm="100000">
                                          <p:val>
                                            <p:strVal val="#ppt_w"/>
                                          </p:val>
                                        </p:tav>
                                      </p:tavLst>
                                    </p:anim>
                                    <p:anim calcmode="lin" valueType="num">
                                      <p:cBhvr>
                                        <p:cTn id="34" dur="1000" fill="hold"/>
                                        <p:tgtEl>
                                          <p:spTgt spid="9"/>
                                        </p:tgtEl>
                                        <p:attrNameLst>
                                          <p:attrName>ppt_h</p:attrName>
                                        </p:attrNameLst>
                                      </p:cBhvr>
                                      <p:tavLst>
                                        <p:tav tm="0">
                                          <p:val>
                                            <p:fltVal val="0"/>
                                          </p:val>
                                        </p:tav>
                                        <p:tav tm="100000">
                                          <p:val>
                                            <p:strVal val="#ppt_h"/>
                                          </p:val>
                                        </p:tav>
                                      </p:tavLst>
                                    </p:anim>
                                    <p:anim calcmode="lin" valueType="num">
                                      <p:cBhvr>
                                        <p:cTn id="35" dur="1000" fill="hold"/>
                                        <p:tgtEl>
                                          <p:spTgt spid="9"/>
                                        </p:tgtEl>
                                        <p:attrNameLst>
                                          <p:attrName>style.rotation</p:attrName>
                                        </p:attrNameLst>
                                      </p:cBhvr>
                                      <p:tavLst>
                                        <p:tav tm="0">
                                          <p:val>
                                            <p:fltVal val="90"/>
                                          </p:val>
                                        </p:tav>
                                        <p:tav tm="100000">
                                          <p:val>
                                            <p:fltVal val="0"/>
                                          </p:val>
                                        </p:tav>
                                      </p:tavLst>
                                    </p:anim>
                                    <p:animEffect transition="in" filter="fade">
                                      <p:cBhvr>
                                        <p:cTn id="36" dur="1000"/>
                                        <p:tgtEl>
                                          <p:spTgt spid="9"/>
                                        </p:tgtEl>
                                      </p:cBhvr>
                                    </p:animEffect>
                                  </p:childTnLst>
                                </p:cTn>
                              </p:par>
                            </p:childTnLst>
                          </p:cTn>
                        </p:par>
                      </p:childTnLst>
                    </p:cTn>
                  </p:par>
                  <p:par>
                    <p:cTn id="37" fill="hold" nodeType="clickPar">
                      <p:stCondLst>
                        <p:cond delay="indefinite"/>
                        <p:cond evt="onBegin" delay="0">
                          <p:tn val="36"/>
                        </p:cond>
                      </p:stCondLst>
                      <p:childTnLst>
                        <p:par>
                          <p:cTn id="38" fill="hold" nodeType="afterGroup">
                            <p:stCondLst>
                              <p:cond delay="0"/>
                            </p:stCondLst>
                            <p:childTnLst>
                              <p:par>
                                <p:cTn id="39" presetID="3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p:cTn id="41" dur="1000" fill="hold"/>
                                        <p:tgtEl>
                                          <p:spTgt spid="10"/>
                                        </p:tgtEl>
                                        <p:attrNameLst>
                                          <p:attrName>ppt_w</p:attrName>
                                        </p:attrNameLst>
                                      </p:cBhvr>
                                      <p:tavLst>
                                        <p:tav tm="0">
                                          <p:val>
                                            <p:fltVal val="0"/>
                                          </p:val>
                                        </p:tav>
                                        <p:tav tm="100000">
                                          <p:val>
                                            <p:strVal val="#ppt_w"/>
                                          </p:val>
                                        </p:tav>
                                      </p:tavLst>
                                    </p:anim>
                                    <p:anim calcmode="lin" valueType="num">
                                      <p:cBhvr>
                                        <p:cTn id="42" dur="1000" fill="hold"/>
                                        <p:tgtEl>
                                          <p:spTgt spid="10"/>
                                        </p:tgtEl>
                                        <p:attrNameLst>
                                          <p:attrName>ppt_h</p:attrName>
                                        </p:attrNameLst>
                                      </p:cBhvr>
                                      <p:tavLst>
                                        <p:tav tm="0">
                                          <p:val>
                                            <p:fltVal val="0"/>
                                          </p:val>
                                        </p:tav>
                                        <p:tav tm="100000">
                                          <p:val>
                                            <p:strVal val="#ppt_h"/>
                                          </p:val>
                                        </p:tav>
                                      </p:tavLst>
                                    </p:anim>
                                    <p:anim calcmode="lin" valueType="num">
                                      <p:cBhvr>
                                        <p:cTn id="43" dur="1000" fill="hold"/>
                                        <p:tgtEl>
                                          <p:spTgt spid="10"/>
                                        </p:tgtEl>
                                        <p:attrNameLst>
                                          <p:attrName>style.rotation</p:attrName>
                                        </p:attrNameLst>
                                      </p:cBhvr>
                                      <p:tavLst>
                                        <p:tav tm="0">
                                          <p:val>
                                            <p:fltVal val="90"/>
                                          </p:val>
                                        </p:tav>
                                        <p:tav tm="100000">
                                          <p:val>
                                            <p:fltVal val="0"/>
                                          </p:val>
                                        </p:tav>
                                      </p:tavLst>
                                    </p:anim>
                                    <p:animEffect transition="in" filter="fade">
                                      <p:cBhvr>
                                        <p:cTn id="44" dur="1000"/>
                                        <p:tgtEl>
                                          <p:spTgt spid="10"/>
                                        </p:tgtEl>
                                      </p:cBhvr>
                                    </p:animEffect>
                                  </p:childTnLst>
                                </p:cTn>
                              </p:par>
                              <p:par>
                                <p:cTn id="45" presetID="3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p:cTn id="47" dur="1000" fill="hold"/>
                                        <p:tgtEl>
                                          <p:spTgt spid="11"/>
                                        </p:tgtEl>
                                        <p:attrNameLst>
                                          <p:attrName>ppt_w</p:attrName>
                                        </p:attrNameLst>
                                      </p:cBhvr>
                                      <p:tavLst>
                                        <p:tav tm="0">
                                          <p:val>
                                            <p:fltVal val="0"/>
                                          </p:val>
                                        </p:tav>
                                        <p:tav tm="100000">
                                          <p:val>
                                            <p:strVal val="#ppt_w"/>
                                          </p:val>
                                        </p:tav>
                                      </p:tavLst>
                                    </p:anim>
                                    <p:anim calcmode="lin" valueType="num">
                                      <p:cBhvr>
                                        <p:cTn id="48" dur="1000" fill="hold"/>
                                        <p:tgtEl>
                                          <p:spTgt spid="11"/>
                                        </p:tgtEl>
                                        <p:attrNameLst>
                                          <p:attrName>ppt_h</p:attrName>
                                        </p:attrNameLst>
                                      </p:cBhvr>
                                      <p:tavLst>
                                        <p:tav tm="0">
                                          <p:val>
                                            <p:fltVal val="0"/>
                                          </p:val>
                                        </p:tav>
                                        <p:tav tm="100000">
                                          <p:val>
                                            <p:strVal val="#ppt_h"/>
                                          </p:val>
                                        </p:tav>
                                      </p:tavLst>
                                    </p:anim>
                                    <p:anim calcmode="lin" valueType="num">
                                      <p:cBhvr>
                                        <p:cTn id="49" dur="1000" fill="hold"/>
                                        <p:tgtEl>
                                          <p:spTgt spid="11"/>
                                        </p:tgtEl>
                                        <p:attrNameLst>
                                          <p:attrName>style.rotation</p:attrName>
                                        </p:attrNameLst>
                                      </p:cBhvr>
                                      <p:tavLst>
                                        <p:tav tm="0">
                                          <p:val>
                                            <p:fltVal val="90"/>
                                          </p:val>
                                        </p:tav>
                                        <p:tav tm="100000">
                                          <p:val>
                                            <p:fltVal val="0"/>
                                          </p:val>
                                        </p:tav>
                                      </p:tavLst>
                                    </p:anim>
                                    <p:animEffect transition="in" filter="fade">
                                      <p:cBhvr>
                                        <p:cTn id="50" dur="1000"/>
                                        <p:tgtEl>
                                          <p:spTgt spid="11"/>
                                        </p:tgtEl>
                                      </p:cBhvr>
                                    </p:animEffect>
                                  </p:childTnLst>
                                </p:cTn>
                              </p:par>
                              <p:par>
                                <p:cTn id="51" presetID="31"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p:cTn id="53" dur="1000" fill="hold"/>
                                        <p:tgtEl>
                                          <p:spTgt spid="12"/>
                                        </p:tgtEl>
                                        <p:attrNameLst>
                                          <p:attrName>ppt_w</p:attrName>
                                        </p:attrNameLst>
                                      </p:cBhvr>
                                      <p:tavLst>
                                        <p:tav tm="0">
                                          <p:val>
                                            <p:fltVal val="0"/>
                                          </p:val>
                                        </p:tav>
                                        <p:tav tm="100000">
                                          <p:val>
                                            <p:strVal val="#ppt_w"/>
                                          </p:val>
                                        </p:tav>
                                      </p:tavLst>
                                    </p:anim>
                                    <p:anim calcmode="lin" valueType="num">
                                      <p:cBhvr>
                                        <p:cTn id="54" dur="1000" fill="hold"/>
                                        <p:tgtEl>
                                          <p:spTgt spid="12"/>
                                        </p:tgtEl>
                                        <p:attrNameLst>
                                          <p:attrName>ppt_h</p:attrName>
                                        </p:attrNameLst>
                                      </p:cBhvr>
                                      <p:tavLst>
                                        <p:tav tm="0">
                                          <p:val>
                                            <p:fltVal val="0"/>
                                          </p:val>
                                        </p:tav>
                                        <p:tav tm="100000">
                                          <p:val>
                                            <p:strVal val="#ppt_h"/>
                                          </p:val>
                                        </p:tav>
                                      </p:tavLst>
                                    </p:anim>
                                    <p:anim calcmode="lin" valueType="num">
                                      <p:cBhvr>
                                        <p:cTn id="55" dur="1000" fill="hold"/>
                                        <p:tgtEl>
                                          <p:spTgt spid="12"/>
                                        </p:tgtEl>
                                        <p:attrNameLst>
                                          <p:attrName>style.rotation</p:attrName>
                                        </p:attrNameLst>
                                      </p:cBhvr>
                                      <p:tavLst>
                                        <p:tav tm="0">
                                          <p:val>
                                            <p:fltVal val="90"/>
                                          </p:val>
                                        </p:tav>
                                        <p:tav tm="100000">
                                          <p:val>
                                            <p:fltVal val="0"/>
                                          </p:val>
                                        </p:tav>
                                      </p:tavLst>
                                    </p:anim>
                                    <p:animEffect transition="in" filter="fade">
                                      <p:cBhvr>
                                        <p:cTn id="56" dur="1000"/>
                                        <p:tgtEl>
                                          <p:spTgt spid="12"/>
                                        </p:tgtEl>
                                      </p:cBhvr>
                                    </p:animEffect>
                                  </p:childTnLst>
                                </p:cTn>
                              </p:par>
                              <p:par>
                                <p:cTn id="57" presetID="31"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p:cTn id="59" dur="1000" fill="hold"/>
                                        <p:tgtEl>
                                          <p:spTgt spid="13"/>
                                        </p:tgtEl>
                                        <p:attrNameLst>
                                          <p:attrName>ppt_w</p:attrName>
                                        </p:attrNameLst>
                                      </p:cBhvr>
                                      <p:tavLst>
                                        <p:tav tm="0">
                                          <p:val>
                                            <p:fltVal val="0"/>
                                          </p:val>
                                        </p:tav>
                                        <p:tav tm="100000">
                                          <p:val>
                                            <p:strVal val="#ppt_w"/>
                                          </p:val>
                                        </p:tav>
                                      </p:tavLst>
                                    </p:anim>
                                    <p:anim calcmode="lin" valueType="num">
                                      <p:cBhvr>
                                        <p:cTn id="60" dur="1000" fill="hold"/>
                                        <p:tgtEl>
                                          <p:spTgt spid="13"/>
                                        </p:tgtEl>
                                        <p:attrNameLst>
                                          <p:attrName>ppt_h</p:attrName>
                                        </p:attrNameLst>
                                      </p:cBhvr>
                                      <p:tavLst>
                                        <p:tav tm="0">
                                          <p:val>
                                            <p:fltVal val="0"/>
                                          </p:val>
                                        </p:tav>
                                        <p:tav tm="100000">
                                          <p:val>
                                            <p:strVal val="#ppt_h"/>
                                          </p:val>
                                        </p:tav>
                                      </p:tavLst>
                                    </p:anim>
                                    <p:anim calcmode="lin" valueType="num">
                                      <p:cBhvr>
                                        <p:cTn id="61" dur="1000" fill="hold"/>
                                        <p:tgtEl>
                                          <p:spTgt spid="13"/>
                                        </p:tgtEl>
                                        <p:attrNameLst>
                                          <p:attrName>style.rotation</p:attrName>
                                        </p:attrNameLst>
                                      </p:cBhvr>
                                      <p:tavLst>
                                        <p:tav tm="0">
                                          <p:val>
                                            <p:fltVal val="90"/>
                                          </p:val>
                                        </p:tav>
                                        <p:tav tm="100000">
                                          <p:val>
                                            <p:fltVal val="0"/>
                                          </p:val>
                                        </p:tav>
                                      </p:tavLst>
                                    </p:anim>
                                    <p:animEffect transition="in" filter="fade">
                                      <p:cBhvr>
                                        <p:cTn id="62" dur="1000"/>
                                        <p:tgtEl>
                                          <p:spTgt spid="13"/>
                                        </p:tgtEl>
                                      </p:cBhvr>
                                    </p:animEffect>
                                  </p:childTnLst>
                                </p:cTn>
                              </p:par>
                              <p:par>
                                <p:cTn id="63" presetID="31" presetClass="entr" presetSubtype="0" fill="hold" grpId="0" nodeType="withEffect">
                                  <p:stCondLst>
                                    <p:cond delay="0"/>
                                  </p:stCondLst>
                                  <p:childTnLst>
                                    <p:set>
                                      <p:cBhvr>
                                        <p:cTn id="64" dur="1" fill="hold">
                                          <p:stCondLst>
                                            <p:cond delay="0"/>
                                          </p:stCondLst>
                                        </p:cTn>
                                        <p:tgtEl>
                                          <p:spTgt spid="14"/>
                                        </p:tgtEl>
                                        <p:attrNameLst>
                                          <p:attrName>style.visibility</p:attrName>
                                        </p:attrNameLst>
                                      </p:cBhvr>
                                      <p:to>
                                        <p:strVal val="visible"/>
                                      </p:to>
                                    </p:set>
                                    <p:anim calcmode="lin" valueType="num">
                                      <p:cBhvr>
                                        <p:cTn id="65" dur="1000" fill="hold"/>
                                        <p:tgtEl>
                                          <p:spTgt spid="14"/>
                                        </p:tgtEl>
                                        <p:attrNameLst>
                                          <p:attrName>ppt_w</p:attrName>
                                        </p:attrNameLst>
                                      </p:cBhvr>
                                      <p:tavLst>
                                        <p:tav tm="0">
                                          <p:val>
                                            <p:fltVal val="0"/>
                                          </p:val>
                                        </p:tav>
                                        <p:tav tm="100000">
                                          <p:val>
                                            <p:strVal val="#ppt_w"/>
                                          </p:val>
                                        </p:tav>
                                      </p:tavLst>
                                    </p:anim>
                                    <p:anim calcmode="lin" valueType="num">
                                      <p:cBhvr>
                                        <p:cTn id="66" dur="1000" fill="hold"/>
                                        <p:tgtEl>
                                          <p:spTgt spid="14"/>
                                        </p:tgtEl>
                                        <p:attrNameLst>
                                          <p:attrName>ppt_h</p:attrName>
                                        </p:attrNameLst>
                                      </p:cBhvr>
                                      <p:tavLst>
                                        <p:tav tm="0">
                                          <p:val>
                                            <p:fltVal val="0"/>
                                          </p:val>
                                        </p:tav>
                                        <p:tav tm="100000">
                                          <p:val>
                                            <p:strVal val="#ppt_h"/>
                                          </p:val>
                                        </p:tav>
                                      </p:tavLst>
                                    </p:anim>
                                    <p:anim calcmode="lin" valueType="num">
                                      <p:cBhvr>
                                        <p:cTn id="67" dur="1000" fill="hold"/>
                                        <p:tgtEl>
                                          <p:spTgt spid="14"/>
                                        </p:tgtEl>
                                        <p:attrNameLst>
                                          <p:attrName>style.rotation</p:attrName>
                                        </p:attrNameLst>
                                      </p:cBhvr>
                                      <p:tavLst>
                                        <p:tav tm="0">
                                          <p:val>
                                            <p:fltVal val="90"/>
                                          </p:val>
                                        </p:tav>
                                        <p:tav tm="100000">
                                          <p:val>
                                            <p:fltVal val="0"/>
                                          </p:val>
                                        </p:tav>
                                      </p:tavLst>
                                    </p:anim>
                                    <p:animEffect transition="in" filter="fade">
                                      <p:cBhvr>
                                        <p:cTn id="68" dur="1000"/>
                                        <p:tgtEl>
                                          <p:spTgt spid="14"/>
                                        </p:tgtEl>
                                      </p:cBhvr>
                                    </p:animEffect>
                                  </p:childTnLst>
                                </p:cTn>
                              </p:par>
                              <p:par>
                                <p:cTn id="69" presetID="22" presetClass="entr" presetSubtype="1" fill="hold" grpId="0" nodeType="withEffect">
                                  <p:stCondLst>
                                    <p:cond delay="1500"/>
                                  </p:stCondLst>
                                  <p:childTnLst>
                                    <p:set>
                                      <p:cBhvr>
                                        <p:cTn id="70" dur="1" fill="hold">
                                          <p:stCondLst>
                                            <p:cond delay="0"/>
                                          </p:stCondLst>
                                        </p:cTn>
                                        <p:tgtEl>
                                          <p:spTgt spid="16"/>
                                        </p:tgtEl>
                                        <p:attrNameLst>
                                          <p:attrName>style.visibility</p:attrName>
                                        </p:attrNameLst>
                                      </p:cBhvr>
                                      <p:to>
                                        <p:strVal val="visible"/>
                                      </p:to>
                                    </p:set>
                                    <p:animEffect transition="in" filter="wipe(up)">
                                      <p:cBhvr>
                                        <p:cTn id="7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3" grpId="0" animBg="1"/>
      <p:bldP spid="7" grpId="0" animBg="1"/>
      <p:bldP spid="8" grpId="0" animBg="1"/>
      <p:bldP spid="9" grpId="0" animBg="1"/>
      <p:bldP spid="2" grpId="0"/>
      <p:bldP spid="5" grpId="0" animBg="1"/>
      <p:bldP spid="10" grpId="0" animBg="1"/>
      <p:bldP spid="11" grpId="0" animBg="1"/>
      <p:bldP spid="12" grpId="0" animBg="1"/>
      <p:bldP spid="14" grpId="0" animBg="1"/>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bfb892a1f2d04e26">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b1e154437e3e458f">
            <p14:nvContentPartPr>
              <p14:cNvPr id="16" name="墨迹 15"/>
              <p14:cNvContentPartPr/>
              <p14:nvPr/>
            </p14:nvContentPartPr>
            <p14:xfrm>
              <a:off x="2093051" y="-286110"/>
              <a:ext cx="360" cy="360"/>
            </p14:xfrm>
          </p:contentPart>
        </mc:Choice>
        <mc:Fallback>
          <p:pic>
            <p:nvPicPr>
              <p:cNvPr id="16" name="墨迹 15"/>
              <p:cNvPicPr/>
              <p:nvPr/>
            </p:nvPicPr>
            <p:blipFill>
              <a:blip r:embed="R5f912f4f58b242be"/>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35922fdff98b4931">
            <p14:nvContentPartPr>
              <p14:cNvPr id="17" name="墨迹 16"/>
              <p14:cNvContentPartPr/>
              <p14:nvPr/>
            </p14:nvContentPartPr>
            <p14:xfrm>
              <a:off x="822971" y="-489150"/>
              <a:ext cx="360" cy="360"/>
            </p14:xfrm>
          </p:contentPart>
        </mc:Choice>
        <mc:Fallback>
          <p:pic>
            <p:nvPicPr>
              <p:cNvPr id="17" name="墨迹 16"/>
              <p:cNvPicPr/>
              <p:nvPr/>
            </p:nvPicPr>
            <p:blipFill>
              <a:blip r:embed="R5f912f4f58b242be"/>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4a04a339d1d84c95b4fa6a4a325d7707"/>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ab7ca292d50b4851"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6e25747688f843b4"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cf3feb0f6d3d43ba"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186cb88836374aa3">
            <p14:nvContentPartPr>
              <p14:cNvPr id="15" name="墨迹 14"/>
              <p14:cNvContentPartPr/>
              <p14:nvPr/>
            </p14:nvContentPartPr>
            <p14:xfrm>
              <a:off x="5357445" y="1361610"/>
              <a:ext cx="1892160" cy="360"/>
            </p14:xfrm>
          </p:contentPart>
        </mc:Choice>
        <mc:Fallback xmlns="">
          <p:pic>
            <p:nvPicPr>
              <p:cNvPr id="15" name="墨迹 14"/>
            </p:nvPicPr>
            <p:blipFill>
              <a:blip r:embed="Rc9c1eb6868f74673"/>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b4f7beadf40546ec">
            <p14:nvContentPartPr>
              <p14:cNvPr id="16" name="墨迹 15"/>
              <p14:cNvContentPartPr/>
              <p14:nvPr/>
            </p14:nvContentPartPr>
            <p14:xfrm>
              <a:off x="1974990" y="-204574"/>
              <a:ext cx="360" cy="360"/>
            </p14:xfrm>
          </p:contentPart>
        </mc:Choice>
        <mc:Fallback>
          <p:pic>
            <p:nvPicPr>
              <p:cNvPr id="16" name="墨迹 15"/>
              <p:cNvPicPr/>
              <p:nvPr/>
            </p:nvPicPr>
            <p:blipFill>
              <a:blip r:embed="R54e7b78fc6c045cc"/>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f16d3dfc897742ef">
            <p14:nvContentPartPr>
              <p14:cNvPr id="17" name="墨迹 16"/>
              <p14:cNvContentPartPr/>
              <p14:nvPr/>
            </p14:nvContentPartPr>
            <p14:xfrm>
              <a:off x="704910" y="-489150"/>
              <a:ext cx="360" cy="360"/>
            </p14:xfrm>
          </p:contentPart>
        </mc:Choice>
        <mc:Fallback xmlns="">
          <p:pic>
            <p:nvPicPr>
              <p:cNvPr id="17" name="墨迹 16"/>
            </p:nvPicPr>
            <p:blipFill>
              <a:blip r:embed="R7297e66d225a4c27"/>
            </p:blipFill>
            <p:spPr>
              <a:xfrm>
                <a:off x="704910" y="-489150"/>
                <a:ext cx="360" cy="360"/>
              </a:xfrm>
              <a:prstGeom prst="rect"/>
            </p:spPr>
          </p:pic>
        </mc:Fallback>
      </mc:AlternateContent>
      <p:pic>
        <p:nvPicPr>
          <p:cNvPr id="19" name="图片 18"/>
          <p:cNvPicPr>
            <a:picLocks noChangeAspect="1"/>
          </p:cNvPicPr>
          <p:nvPr/>
        </p:nvPicPr>
        <p:blipFill>
          <a:blip r:embed="Rf02e2ad66c3d49d9">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fa6a4c312ead4ea7"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66fd11767729447684c32d6047f38e37"/>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050c0d1756d44c96"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4248e32762214d3a">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db0e82c3b4c7488f">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9dc0739603054418">
            <p14:nvContentPartPr>
              <p14:cNvPr id="8" name="墨迹 7"/>
              <p14:cNvContentPartPr/>
              <p14:nvPr/>
            </p14:nvContentPartPr>
            <p14:xfrm>
              <a:off x="907950" y="-825390"/>
              <a:ext cx="360" cy="360"/>
            </p14:xfrm>
          </p:contentPart>
        </mc:Choice>
        <mc:Fallback xmlns="">
          <p:pic>
            <p:nvPicPr>
              <p:cNvPr id="8" name="墨迹 7"/>
            </p:nvPicPr>
            <p:blipFill>
              <a:blip r:embed="R5cb20a96fef1405a"/>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4bd9bb9146a14ee4">
            <p14:nvContentPartPr>
              <p14:cNvPr id="13" name="墨迹 12"/>
              <p14:cNvContentPartPr/>
              <p14:nvPr/>
            </p14:nvContentPartPr>
            <p14:xfrm>
              <a:off x="1130070" y="-939870"/>
              <a:ext cx="360" cy="360"/>
            </p14:xfrm>
          </p:contentPart>
        </mc:Choice>
        <mc:Fallback xmlns="">
          <p:pic>
            <p:nvPicPr>
              <p:cNvPr id="13" name="墨迹 12"/>
            </p:nvPicPr>
            <p:blipFill>
              <a:blip r:embed="R5cb20a96fef1405a"/>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cc70bf3ada2445e9">
            <p14:nvContentPartPr>
              <p14:cNvPr id="14" name="墨迹 13"/>
              <p14:cNvContentPartPr/>
              <p14:nvPr/>
            </p14:nvContentPartPr>
            <p14:xfrm>
              <a:off x="768270" y="-768510"/>
              <a:ext cx="360" cy="360"/>
            </p14:xfrm>
          </p:contentPart>
        </mc:Choice>
        <mc:Fallback xmlns="">
          <p:pic>
            <p:nvPicPr>
              <p:cNvPr id="14" name="墨迹 13"/>
            </p:nvPicPr>
            <p:blipFill>
              <a:blip r:embed="R5cb20a96fef1405a"/>
            </p:blipFill>
            <p:spPr>
              <a:xfrm>
                <a:off x="768270" y="-768510"/>
                <a:ext cx="360" cy="360"/>
              </a:xfrm>
              <a:prstGeom prst="rect"/>
            </p:spPr>
          </p:pic>
        </mc:Fallback>
      </mc:AlternateContent>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25d3a6caedcd4924a8caba8fec323fa2"/>
              </a:rPr>
              <a:t>部分字体来源于</a:t>
            </a:r>
            <a:r>
              <a:rPr lang="en-US" altLang="zh-CN" dirty="0">
                <a:hlinkClick r:id="R25d3a6caedcd4924a8caba8fec323fa2"/>
              </a:rPr>
              <a:t>100font.com  </a:t>
            </a:r>
            <a:r>
              <a:rPr lang="zh-CN" altLang="en-US" dirty="0">
                <a:hlinkClick r:id="R25d3a6caedcd4924a8caba8fec323fa2"/>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1966760063e14136a750ad9237d02519"/>
              </a:rPr>
              <a:t>部分图标来源于</a:t>
            </a:r>
            <a:r>
              <a:rPr lang="en-US" altLang="zh-CN" dirty="0">
                <a:hlinkClick r:id="R1966760063e14136a750ad9237d02519"/>
              </a:rPr>
              <a:t>Storyset.com </a:t>
            </a:r>
            <a:r>
              <a:rPr lang="zh-CN" altLang="en-US" dirty="0">
                <a:hlinkClick r:id="R1966760063e14136a750ad9237d02519"/>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tags/tag1.xml><?xml version="1.0" encoding="utf-8"?>
<p:tagLst xmlns:a="http://schemas.openxmlformats.org/drawingml/2006/main" xmlns:r="http://schemas.openxmlformats.org/officeDocument/2006/relationships" xmlns:p="http://schemas.openxmlformats.org/presentationml/2006/main">
  <p:tag name="PA" val="v5.1.0"/>
</p:tagLst>
</file>

<file path=ppt/slides/tags/tag2.xml><?xml version="1.0" encoding="utf-8"?>
<p:tagLst xmlns:a="http://schemas.openxmlformats.org/drawingml/2006/main" xmlns:r="http://schemas.openxmlformats.org/officeDocument/2006/relationships" xmlns:p="http://schemas.openxmlformats.org/presentationml/2006/main">
  <p:tag name="ID" val="553512"/>
  <p:tag name="MH" val="20160830110146"/>
  <p:tag name="MH_LIBRARY" val="CONTENTS"/>
  <p:tag name="MH_TYPE" val="OTHERS"/>
</p:tagLst>
</file>

<file path=ppt/slides/tags/tag3.xml><?xml version="1.0" encoding="utf-8"?>
<p:tagLst xmlns:a="http://schemas.openxmlformats.org/drawingml/2006/main" xmlns:r="http://schemas.openxmlformats.org/officeDocument/2006/relationships" xmlns:p="http://schemas.openxmlformats.org/presentationml/2006/main">
  <p:tag name="ID" val="553512"/>
  <p:tag name="MH" val="20160830110146"/>
  <p:tag name="MH_LIBRARY" val="CONTENTS"/>
  <p:tag name="MH_TYPE" val="OTHERS"/>
</p:tagLst>
</file>

<file path=ppt/slides/tags/tag4.xml><?xml version="1.0" encoding="utf-8"?>
<p:tagLst xmlns:a="http://schemas.openxmlformats.org/drawingml/2006/main" xmlns:r="http://schemas.openxmlformats.org/officeDocument/2006/relationships" xmlns:p="http://schemas.openxmlformats.org/presentationml/2006/main">
  <p:tag name="PA" val="v5.1.2"/>
</p:tagLst>
</file>

<file path=ppt/slides/tags/tag5.xml><?xml version="1.0" encoding="utf-8"?>
<p:tagLst xmlns:a="http://schemas.openxmlformats.org/drawingml/2006/main" xmlns:r="http://schemas.openxmlformats.org/officeDocument/2006/relationships" xmlns:p="http://schemas.openxmlformats.org/presentationml/2006/main">
  <p:tag name="PA" val="v5.1.2"/>
</p:tagLst>
</file>

<file path=ppt/slides/tags/tag6.xml><?xml version="1.0" encoding="utf-8"?>
<p:tagLst xmlns:a="http://schemas.openxmlformats.org/drawingml/2006/main" xmlns:r="http://schemas.openxmlformats.org/officeDocument/2006/relationships" xmlns:p="http://schemas.openxmlformats.org/presentationml/2006/main">
  <p:tag name="PA" val="v5.1.2"/>
</p:tagLst>
</file>

<file path=ppt/slides/tags/tag7.xml><?xml version="1.0" encoding="utf-8"?>
<p:tagLst xmlns:a="http://schemas.openxmlformats.org/drawingml/2006/main" xmlns:r="http://schemas.openxmlformats.org/officeDocument/2006/relationships" xmlns:p="http://schemas.openxmlformats.org/presentationml/2006/main">
  <p:tag name="PA" val="v5.1.2"/>
</p:tagLst>
</file>

<file path=ppt/slides/tags/tag8.xml><?xml version="1.0" encoding="utf-8"?>
<p:tagLst xmlns:a="http://schemas.openxmlformats.org/drawingml/2006/main" xmlns:r="http://schemas.openxmlformats.org/officeDocument/2006/relationships" xmlns:p="http://schemas.openxmlformats.org/presentationml/2006/main">
  <p:tag name="PA" val="v5.1.0"/>
</p:tagLst>
</file>

<file path=ppt/slides/tags/tag9.xml><?xml version="1.0" encoding="utf-8"?>
<p:tagLst xmlns:a="http://schemas.openxmlformats.org/drawingml/2006/main" xmlns:r="http://schemas.openxmlformats.org/officeDocument/2006/relationships" xmlns:p="http://schemas.openxmlformats.org/presentationml/2006/main">
  <p:tag name="PA" val="v5.1.0"/>
</p:tagLst>
</file>

<file path=ppt/slides/tags/tag10.xml><?xml version="1.0" encoding="utf-8"?>
<p:tagLst xmlns:a="http://schemas.openxmlformats.org/drawingml/2006/main" xmlns:r="http://schemas.openxmlformats.org/officeDocument/2006/relationships" xmlns:p="http://schemas.openxmlformats.org/presentationml/2006/main">
  <p:tag name="PA" val="v5.1.0"/>
</p:tagLst>
</file>

<file path=ppt/slides/tags/tag11.xml><?xml version="1.0" encoding="utf-8"?>
<p:tagLst xmlns:a="http://schemas.openxmlformats.org/drawingml/2006/main" xmlns:r="http://schemas.openxmlformats.org/officeDocument/2006/relationships" xmlns:p="http://schemas.openxmlformats.org/presentationml/2006/main">
  <p:tag name="PA" val="v5.1.2"/>
</p:tagLst>
</file>

<file path=ppt/slides/tags/tag12.xml><?xml version="1.0" encoding="utf-8"?>
<p:tagLst xmlns:a="http://schemas.openxmlformats.org/drawingml/2006/main" xmlns:r="http://schemas.openxmlformats.org/officeDocument/2006/relationships" xmlns:p="http://schemas.openxmlformats.org/presentationml/2006/main">
  <p:tag name="PA" val="v5.1.2"/>
</p:tagLst>
</file>

<file path=ppt/slides/tags/tag13.xml><?xml version="1.0" encoding="utf-8"?>
<p:tagLst xmlns:a="http://schemas.openxmlformats.org/drawingml/2006/main" xmlns:r="http://schemas.openxmlformats.org/officeDocument/2006/relationships" xmlns:p="http://schemas.openxmlformats.org/presentationml/2006/main">
  <p:tag name="PA" val="v5.1.2"/>
</p:tagLst>
</file>

<file path=ppt/slides/tags/tag14.xml><?xml version="1.0" encoding="utf-8"?>
<p:tagLst xmlns:a="http://schemas.openxmlformats.org/drawingml/2006/main" xmlns:r="http://schemas.openxmlformats.org/officeDocument/2006/relationships" xmlns:p="http://schemas.openxmlformats.org/presentationml/2006/main">
  <p:tag name="PA" val="v5.1.2"/>
</p:tagLst>
</file>

<file path=ppt/slides/tags/tag15.xml><?xml version="1.0" encoding="utf-8"?>
<p:tagLst xmlns:a="http://schemas.openxmlformats.org/drawingml/2006/main" xmlns:r="http://schemas.openxmlformats.org/officeDocument/2006/relationships" xmlns:p="http://schemas.openxmlformats.org/presentationml/2006/main">
  <p:tag name="PA" val="v5.1.2"/>
</p:tagLst>
</file>

<file path=ppt/slides/tags/tag16.xml><?xml version="1.0" encoding="utf-8"?>
<p:tagLst xmlns:a="http://schemas.openxmlformats.org/drawingml/2006/main" xmlns:r="http://schemas.openxmlformats.org/officeDocument/2006/relationships" xmlns:p="http://schemas.openxmlformats.org/presentationml/2006/main">
  <p:tag name="PA" val="v5.1.2"/>
</p:tagLst>
</file>

<file path=ppt/slides/tags/tag17.xml><?xml version="1.0" encoding="utf-8"?>
<p:tagLst xmlns:a="http://schemas.openxmlformats.org/drawingml/2006/main" xmlns:r="http://schemas.openxmlformats.org/officeDocument/2006/relationships" xmlns:p="http://schemas.openxmlformats.org/presentationml/2006/main">
  <p:tag name="PA" val="v5.1.2"/>
</p:tagLst>
</file>

<file path=ppt/slides/tags/tag18.xml><?xml version="1.0" encoding="utf-8"?>
<p:tagLst xmlns:a="http://schemas.openxmlformats.org/drawingml/2006/main" xmlns:r="http://schemas.openxmlformats.org/officeDocument/2006/relationships" xmlns:p="http://schemas.openxmlformats.org/presentationml/2006/main">
  <p:tag name="PA" val="v5.1.2"/>
</p:tagLst>
</file>

<file path=ppt/slides/tags/tag19.xml><?xml version="1.0" encoding="utf-8"?>
<p:tagLst xmlns:a="http://schemas.openxmlformats.org/drawingml/2006/main" xmlns:r="http://schemas.openxmlformats.org/officeDocument/2006/relationships" xmlns:p="http://schemas.openxmlformats.org/presentationml/2006/main">
  <p:tag name="PA" val="v5.1.2"/>
</p:tagLst>
</file>

<file path=ppt/slides/tags/tag20.xml><?xml version="1.0" encoding="utf-8"?>
<p:tagLst xmlns:a="http://schemas.openxmlformats.org/drawingml/2006/main" xmlns:r="http://schemas.openxmlformats.org/officeDocument/2006/relationships" xmlns:p="http://schemas.openxmlformats.org/presentationml/2006/main">
  <p:tag name="PA" val="v5.1.2"/>
</p:tagLst>
</file>

<file path=ppt/slides/tags/tag21.xml><?xml version="1.0" encoding="utf-8"?>
<p:tagLst xmlns:a="http://schemas.openxmlformats.org/drawingml/2006/main" xmlns:r="http://schemas.openxmlformats.org/officeDocument/2006/relationships" xmlns:p="http://schemas.openxmlformats.org/presentationml/2006/main">
  <p:tag name="PA" val="v5.1.2"/>
</p:tagLst>
</file>

<file path=ppt/slides/tags/tag22.xml><?xml version="1.0" encoding="utf-8"?>
<p:tagLst xmlns:a="http://schemas.openxmlformats.org/drawingml/2006/main" xmlns:r="http://schemas.openxmlformats.org/officeDocument/2006/relationships" xmlns:p="http://schemas.openxmlformats.org/presentationml/2006/main">
  <p:tag name="PA" val="v5.1.2"/>
</p:tagLst>
</file>

<file path=ppt/slides/tags/tag23.xml><?xml version="1.0" encoding="utf-8"?>
<p:tagLst xmlns:a="http://schemas.openxmlformats.org/drawingml/2006/main" xmlns:r="http://schemas.openxmlformats.org/officeDocument/2006/relationships" xmlns:p="http://schemas.openxmlformats.org/presentationml/2006/main">
  <p:tag name="PA" val="v5.1.2"/>
</p:tagLst>
</file>

<file path=ppt/slides/tags/tag24.xml><?xml version="1.0" encoding="utf-8"?>
<p:tagLst xmlns:a="http://schemas.openxmlformats.org/drawingml/2006/main" xmlns:r="http://schemas.openxmlformats.org/officeDocument/2006/relationships" xmlns:p="http://schemas.openxmlformats.org/presentationml/2006/main">
  <p:tag name="PA" val="v5.1.2"/>
</p:tagLst>
</file>

<file path=ppt/slides/tags/tag25.xml><?xml version="1.0" encoding="utf-8"?>
<p:tagLst xmlns:a="http://schemas.openxmlformats.org/drawingml/2006/main" xmlns:r="http://schemas.openxmlformats.org/officeDocument/2006/relationships" xmlns:p="http://schemas.openxmlformats.org/presentationml/2006/main">
  <p:tag name="PA" val="v5.1.2"/>
</p:tagLst>
</file>

<file path=ppt/slides/tags/tag26.xml><?xml version="1.0" encoding="utf-8"?>
<p:tagLst xmlns:a="http://schemas.openxmlformats.org/drawingml/2006/main" xmlns:r="http://schemas.openxmlformats.org/officeDocument/2006/relationships" xmlns:p="http://schemas.openxmlformats.org/presentationml/2006/main">
  <p:tag name="PA" val="v5.1.2"/>
</p:tagLst>
</file>

<file path=ppt/slides/tags/tag27.xml><?xml version="1.0" encoding="utf-8"?>
<p:tagLst xmlns:a="http://schemas.openxmlformats.org/drawingml/2006/main" xmlns:r="http://schemas.openxmlformats.org/officeDocument/2006/relationships" xmlns:p="http://schemas.openxmlformats.org/presentationml/2006/main">
  <p:tag name="PA" val="v5.1.2"/>
</p:tagLst>
</file>

<file path=ppt/slides/tags/tag28.xml><?xml version="1.0" encoding="utf-8"?>
<p:tagLst xmlns:a="http://schemas.openxmlformats.org/drawingml/2006/main" xmlns:r="http://schemas.openxmlformats.org/officeDocument/2006/relationships" xmlns:p="http://schemas.openxmlformats.org/presentationml/2006/main">
  <p:tag name="PA" val="v5.1.2"/>
</p:tagLst>
</file>

<file path=ppt/slides/tags/tag29.xml><?xml version="1.0" encoding="utf-8"?>
<p:tagLst xmlns:a="http://schemas.openxmlformats.org/drawingml/2006/main" xmlns:r="http://schemas.openxmlformats.org/officeDocument/2006/relationships" xmlns:p="http://schemas.openxmlformats.org/presentationml/2006/main">
  <p:tag name="PA" val="v5.1.2"/>
</p:tagLst>
</file>

<file path=ppt/slides/tags/tag30.xml><?xml version="1.0" encoding="utf-8"?>
<p:tagLst xmlns:a="http://schemas.openxmlformats.org/drawingml/2006/main" xmlns:r="http://schemas.openxmlformats.org/officeDocument/2006/relationships" xmlns:p="http://schemas.openxmlformats.org/presentationml/2006/main">
  <p:tag name="PA" val="v5.1.2"/>
</p:tagLst>
</file>

<file path=ppt/slides/tags/tag31.xml><?xml version="1.0" encoding="utf-8"?>
<p:tagLst xmlns:a="http://schemas.openxmlformats.org/drawingml/2006/main" xmlns:r="http://schemas.openxmlformats.org/officeDocument/2006/relationships" xmlns:p="http://schemas.openxmlformats.org/presentationml/2006/main">
  <p:tag name="PA" val="v5.1.2"/>
</p:tagLst>
</file>

<file path=ppt/slides/tags/tag32.xml><?xml version="1.0" encoding="utf-8"?>
<p:tagLst xmlns:a="http://schemas.openxmlformats.org/drawingml/2006/main" xmlns:r="http://schemas.openxmlformats.org/officeDocument/2006/relationships" xmlns:p="http://schemas.openxmlformats.org/presentationml/2006/main">
  <p:tag name="PA" val="v5.1.2"/>
</p:tagLst>
</file>

<file path=ppt/slides/tags/tag33.xml><?xml version="1.0" encoding="utf-8"?>
<p:tagLst xmlns:a="http://schemas.openxmlformats.org/drawingml/2006/main" xmlns:r="http://schemas.openxmlformats.org/officeDocument/2006/relationships" xmlns:p="http://schemas.openxmlformats.org/presentationml/2006/main">
  <p:tag name="PA" val="v5.1.0"/>
</p:tagLst>
</file>

<file path=ppt/slides/tags/tag34.xml><?xml version="1.0" encoding="utf-8"?>
<p:tagLst xmlns:a="http://schemas.openxmlformats.org/drawingml/2006/main" xmlns:r="http://schemas.openxmlformats.org/officeDocument/2006/relationships" xmlns:p="http://schemas.openxmlformats.org/presentationml/2006/main">
  <p:tag name="PA" val="v5.1.0"/>
</p:tagLst>
</file>

<file path=ppt/slides/tags/tag35.xml><?xml version="1.0" encoding="utf-8"?>
<p:tagLst xmlns:a="http://schemas.openxmlformats.org/drawingml/2006/main" xmlns:r="http://schemas.openxmlformats.org/officeDocument/2006/relationships" xmlns:p="http://schemas.openxmlformats.org/presentationml/2006/main">
  <p:tag name="PA" val="v5.1.2"/>
</p:tagLst>
</file>

<file path=ppt/slides/tags/tag36.xml><?xml version="1.0" encoding="utf-8"?>
<p:tagLst xmlns:a="http://schemas.openxmlformats.org/drawingml/2006/main" xmlns:r="http://schemas.openxmlformats.org/officeDocument/2006/relationships" xmlns:p="http://schemas.openxmlformats.org/presentationml/2006/main">
  <p:tag name="PA" val="v5.1.2"/>
</p:tagLst>
</file>

<file path=ppt/slides/tags/tag37.xml><?xml version="1.0" encoding="utf-8"?>
<p:tagLst xmlns:a="http://schemas.openxmlformats.org/drawingml/2006/main" xmlns:r="http://schemas.openxmlformats.org/officeDocument/2006/relationships" xmlns:p="http://schemas.openxmlformats.org/presentationml/2006/main">
  <p:tag name="PA" val="v5.1.2"/>
</p:tagLst>
</file>

<file path=ppt/slides/tags/tag38.xml><?xml version="1.0" encoding="utf-8"?>
<p:tagLst xmlns:a="http://schemas.openxmlformats.org/drawingml/2006/main" xmlns:r="http://schemas.openxmlformats.org/officeDocument/2006/relationships" xmlns:p="http://schemas.openxmlformats.org/presentationml/2006/main">
  <p:tag name="PA" val="v5.1.1"/>
</p:tagLst>
</file>

<file path=ppt/slides/tags/tag39.xml><?xml version="1.0" encoding="utf-8"?>
<p:tagLst xmlns:a="http://schemas.openxmlformats.org/drawingml/2006/main" xmlns:r="http://schemas.openxmlformats.org/officeDocument/2006/relationships" xmlns:p="http://schemas.openxmlformats.org/presentationml/2006/main">
  <p:tag name="PA" val="v3.0.0"/>
</p:tagLst>
</file>

<file path=ppt/slides/tags/tag40.xml><?xml version="1.0" encoding="utf-8"?>
<p:tagLst xmlns:a="http://schemas.openxmlformats.org/drawingml/2006/main" xmlns:r="http://schemas.openxmlformats.org/officeDocument/2006/relationships" xmlns:p="http://schemas.openxmlformats.org/presentationml/2006/main">
  <p:tag name="PA" val="v5.1.0"/>
</p:tagLst>
</file>

<file path=ppt/slides/tags/tag41.xml><?xml version="1.0" encoding="utf-8"?>
<p:tagLst xmlns:a="http://schemas.openxmlformats.org/drawingml/2006/main" xmlns:r="http://schemas.openxmlformats.org/officeDocument/2006/relationships" xmlns:p="http://schemas.openxmlformats.org/presentationml/2006/main">
  <p:tag name="ISLIDE.DIAGRAM" val="12f1ddf5-daff-4890-8673-b03081a33126"/>
</p:tagLst>
</file>

<file path=ppt/slides/tags/tag42.xml><?xml version="1.0" encoding="utf-8"?>
<p:tagLst xmlns:a="http://schemas.openxmlformats.org/drawingml/2006/main" xmlns:r="http://schemas.openxmlformats.org/officeDocument/2006/relationships" xmlns:p="http://schemas.openxmlformats.org/presentationml/2006/main">
  <p:tag name="PA" val="v5.1.0"/>
</p:tagLst>
</file>

<file path=ppt/slides/tags/tag43.xml><?xml version="1.0" encoding="utf-8"?>
<p:tagLst xmlns:a="http://schemas.openxmlformats.org/drawingml/2006/main" xmlns:r="http://schemas.openxmlformats.org/officeDocument/2006/relationships" xmlns:p="http://schemas.openxmlformats.org/presentationml/2006/main">
  <p:tag name="PA" val="v5.1.0"/>
</p:tagLst>
</file>

<file path=ppt/slides/tags/tag44.xml><?xml version="1.0" encoding="utf-8"?>
<p:tagLst xmlns:a="http://schemas.openxmlformats.org/drawingml/2006/main" xmlns:r="http://schemas.openxmlformats.org/officeDocument/2006/relationships" xmlns:p="http://schemas.openxmlformats.org/presentationml/2006/main">
  <p:tag name="PA" val="v5.1.2"/>
</p:tagLst>
</file>

<file path=ppt/slides/tags/tag45.xml><?xml version="1.0" encoding="utf-8"?>
<p:tagLst xmlns:a="http://schemas.openxmlformats.org/drawingml/2006/main" xmlns:r="http://schemas.openxmlformats.org/officeDocument/2006/relationships" xmlns:p="http://schemas.openxmlformats.org/presentationml/2006/main">
  <p:tag name="PA" val="v5.1.2"/>
</p:tagLst>
</file>

<file path=ppt/slides/tags/tag46.xml><?xml version="1.0" encoding="utf-8"?>
<p:tagLst xmlns:a="http://schemas.openxmlformats.org/drawingml/2006/main" xmlns:r="http://schemas.openxmlformats.org/officeDocument/2006/relationships" xmlns:p="http://schemas.openxmlformats.org/presentationml/2006/main">
  <p:tag name="PA" val="v5.1.2"/>
</p:tagLst>
</file>

<file path=ppt/slides/tags/tag47.xml><?xml version="1.0" encoding="utf-8"?>
<p:tagLst xmlns:a="http://schemas.openxmlformats.org/drawingml/2006/main" xmlns:r="http://schemas.openxmlformats.org/officeDocument/2006/relationships" xmlns:p="http://schemas.openxmlformats.org/presentationml/2006/main">
  <p:tag name="PA" val="v5.1.2"/>
</p:tagLst>
</file>

<file path=ppt/slides/tags/tag48.xml><?xml version="1.0" encoding="utf-8"?>
<p:tagLst xmlns:a="http://schemas.openxmlformats.org/drawingml/2006/main" xmlns:r="http://schemas.openxmlformats.org/officeDocument/2006/relationships" xmlns:p="http://schemas.openxmlformats.org/presentationml/2006/main">
  <p:tag name="PA" val="v5.1.2"/>
</p:tagLst>
</file>

<file path=ppt/slides/tags/tag49.xml><?xml version="1.0" encoding="utf-8"?>
<p:tagLst xmlns:a="http://schemas.openxmlformats.org/drawingml/2006/main" xmlns:r="http://schemas.openxmlformats.org/officeDocument/2006/relationships" xmlns:p="http://schemas.openxmlformats.org/presentationml/2006/main">
  <p:tag name="PA" val="v5.1.2"/>
</p:tagLst>
</file>

<file path=ppt/slides/tags/tag50.xml><?xml version="1.0" encoding="utf-8"?>
<p:tagLst xmlns:a="http://schemas.openxmlformats.org/drawingml/2006/main" xmlns:r="http://schemas.openxmlformats.org/officeDocument/2006/relationships" xmlns:p="http://schemas.openxmlformats.org/presentationml/2006/main">
  <p:tag name="PA" val="v5.1.2"/>
</p:tagLst>
</file>

<file path=ppt/slides/tags/tag51.xml><?xml version="1.0" encoding="utf-8"?>
<p:tagLst xmlns:a="http://schemas.openxmlformats.org/drawingml/2006/main" xmlns:r="http://schemas.openxmlformats.org/officeDocument/2006/relationships" xmlns:p="http://schemas.openxmlformats.org/presentationml/2006/main">
  <p:tag name="PA" val="v5.1.2"/>
</p:tagLst>
</file>

<file path=ppt/slides/tags/tag52.xml><?xml version="1.0" encoding="utf-8"?>
<p:tagLst xmlns:a="http://schemas.openxmlformats.org/drawingml/2006/main" xmlns:r="http://schemas.openxmlformats.org/officeDocument/2006/relationships" xmlns:p="http://schemas.openxmlformats.org/presentationml/2006/main">
  <p:tag name="PA" val="v5.1.2"/>
</p:tagLst>
</file>

<file path=ppt/slides/tags/tag53.xml><?xml version="1.0" encoding="utf-8"?>
<p:tagLst xmlns:a="http://schemas.openxmlformats.org/drawingml/2006/main" xmlns:r="http://schemas.openxmlformats.org/officeDocument/2006/relationships" xmlns:p="http://schemas.openxmlformats.org/presentationml/2006/main">
  <p:tag name="PA" val="v5.1.2"/>
</p:tagLst>
</file>

<file path=ppt/slides/tags/tag54.xml><?xml version="1.0" encoding="utf-8"?>
<p:tagLst xmlns:a="http://schemas.openxmlformats.org/drawingml/2006/main" xmlns:r="http://schemas.openxmlformats.org/officeDocument/2006/relationships" xmlns:p="http://schemas.openxmlformats.org/presentationml/2006/main">
  <p:tag name="PA" val="v5.1.2"/>
</p:tagLst>
</file>

<file path=ppt/slides/tags/tag55.xml><?xml version="1.0" encoding="utf-8"?>
<p:tagLst xmlns:a="http://schemas.openxmlformats.org/drawingml/2006/main" xmlns:r="http://schemas.openxmlformats.org/officeDocument/2006/relationships" xmlns:p="http://schemas.openxmlformats.org/presentationml/2006/main">
  <p:tag name="PA" val="v5.1.2"/>
</p:tagLst>
</file>

<file path=ppt/slides/tags/tag56.xml><?xml version="1.0" encoding="utf-8"?>
<p:tagLst xmlns:a="http://schemas.openxmlformats.org/drawingml/2006/main" xmlns:r="http://schemas.openxmlformats.org/officeDocument/2006/relationships" xmlns:p="http://schemas.openxmlformats.org/presentationml/2006/main">
  <p:tag name="PA" val="v5.1.1"/>
</p:tagLst>
</file>

<file path=ppt/slides/tags/tag57.xml><?xml version="1.0" encoding="utf-8"?>
<p:tagLst xmlns:a="http://schemas.openxmlformats.org/drawingml/2006/main" xmlns:r="http://schemas.openxmlformats.org/officeDocument/2006/relationships" xmlns:p="http://schemas.openxmlformats.org/presentationml/2006/main">
  <p:tag name="PA" val="v5.1.1"/>
</p:tagLst>
</file>

<file path=ppt/slides/tags/tag58.xml><?xml version="1.0" encoding="utf-8"?>
<p:tagLst xmlns:a="http://schemas.openxmlformats.org/drawingml/2006/main" xmlns:r="http://schemas.openxmlformats.org/officeDocument/2006/relationships" xmlns:p="http://schemas.openxmlformats.org/presentationml/2006/main">
  <p:tag name="PA" val="v5.1.1"/>
</p:tagLst>
</file>

<file path=ppt/slides/tags/tag59.xml><?xml version="1.0" encoding="utf-8"?>
<p:tagLst xmlns:a="http://schemas.openxmlformats.org/drawingml/2006/main" xmlns:r="http://schemas.openxmlformats.org/officeDocument/2006/relationships" xmlns:p="http://schemas.openxmlformats.org/presentationml/2006/main">
  <p:tag name="PA" val="v5.1.1"/>
</p:tagLst>
</file>

<file path=ppt/slides/tags/tag60.xml><?xml version="1.0" encoding="utf-8"?>
<p:tagLst xmlns:a="http://schemas.openxmlformats.org/drawingml/2006/main" xmlns:r="http://schemas.openxmlformats.org/officeDocument/2006/relationships" xmlns:p="http://schemas.openxmlformats.org/presentationml/2006/main">
  <p:tag name="PA" val="v5.1.1"/>
</p:tagLst>
</file>

<file path=ppt/slides/tags/tag61.xml><?xml version="1.0" encoding="utf-8"?>
<p:tagLst xmlns:a="http://schemas.openxmlformats.org/drawingml/2006/main" xmlns:r="http://schemas.openxmlformats.org/officeDocument/2006/relationships" xmlns:p="http://schemas.openxmlformats.org/presentationml/2006/main">
  <p:tag name="PA" val="v5.1.1"/>
</p:tagLst>
</file>

<file path=ppt/slides/tags/tag62.xml><?xml version="1.0" encoding="utf-8"?>
<p:tagLst xmlns:a="http://schemas.openxmlformats.org/drawingml/2006/main" xmlns:r="http://schemas.openxmlformats.org/officeDocument/2006/relationships" xmlns:p="http://schemas.openxmlformats.org/presentationml/2006/main">
  <p:tag name="PA" val="v5.1.0"/>
</p:tagLst>
</file>

<file path=ppt/slides/tags/tag63.xml><?xml version="1.0" encoding="utf-8"?>
<p:tagLst xmlns:a="http://schemas.openxmlformats.org/drawingml/2006/main" xmlns:r="http://schemas.openxmlformats.org/officeDocument/2006/relationships" xmlns:p="http://schemas.openxmlformats.org/presentationml/2006/main">
  <p:tag name="PA" val="v5.1.0"/>
</p:tagLst>
</file>

<file path=ppt/slides/tags/tag64.xml><?xml version="1.0" encoding="utf-8"?>
<p:tagLst xmlns:a="http://schemas.openxmlformats.org/drawingml/2006/main" xmlns:r="http://schemas.openxmlformats.org/officeDocument/2006/relationships" xmlns:p="http://schemas.openxmlformats.org/presentationml/2006/main">
  <p:tag name="PA" val="v5.1.0"/>
</p:tagLst>
</file>

<file path=ppt/slides/tags/tag65.xml><?xml version="1.0" encoding="utf-8"?>
<p:tagLst xmlns:a="http://schemas.openxmlformats.org/drawingml/2006/main" xmlns:r="http://schemas.openxmlformats.org/officeDocument/2006/relationships" xmlns:p="http://schemas.openxmlformats.org/presentationml/2006/main">
  <p:tag name="PA" val="v5.1.0"/>
</p:tagLst>
</file>

<file path=ppt/slides/tags/tag66.xml><?xml version="1.0" encoding="utf-8"?>
<p:tagLst xmlns:a="http://schemas.openxmlformats.org/drawingml/2006/main" xmlns:r="http://schemas.openxmlformats.org/officeDocument/2006/relationships" xmlns:p="http://schemas.openxmlformats.org/presentationml/2006/main">
  <p:tag name="PA" val="v5.1.0"/>
</p:tagLst>
</file>

<file path=ppt/slides/tags/tag67.xml><?xml version="1.0" encoding="utf-8"?>
<p:tagLst xmlns:a="http://schemas.openxmlformats.org/drawingml/2006/main" xmlns:r="http://schemas.openxmlformats.org/officeDocument/2006/relationships" xmlns:p="http://schemas.openxmlformats.org/presentationml/2006/main">
  <p:tag name="PA" val="v5.1.0"/>
</p:tagLst>
</file>

<file path=ppt/slides/tags/tag68.xml><?xml version="1.0" encoding="utf-8"?>
<p:tagLst xmlns:a="http://schemas.openxmlformats.org/drawingml/2006/main" xmlns:r="http://schemas.openxmlformats.org/officeDocument/2006/relationships" xmlns:p="http://schemas.openxmlformats.org/presentationml/2006/main">
  <p:tag name="PA" val="v5.1.0"/>
</p:tagLst>
</file>

<file path=ppt/slides/tags/tag69.xml><?xml version="1.0" encoding="utf-8"?>
<p:tagLst xmlns:a="http://schemas.openxmlformats.org/drawingml/2006/main" xmlns:r="http://schemas.openxmlformats.org/officeDocument/2006/relationships" xmlns:p="http://schemas.openxmlformats.org/presentationml/2006/main">
  <p:tag name="PA" val="v5.1.0"/>
</p:tagLst>
</file>

<file path=ppt/slides/tags/tag70.xml><?xml version="1.0" encoding="utf-8"?>
<p:tagLst xmlns:a="http://schemas.openxmlformats.org/drawingml/2006/main" xmlns:r="http://schemas.openxmlformats.org/officeDocument/2006/relationships" xmlns:p="http://schemas.openxmlformats.org/presentationml/2006/main">
  <p:tag name="PA" val="v5.1.0"/>
</p:tagLst>
</file>

<file path=ppt/slides/tags/tag71.xml><?xml version="1.0" encoding="utf-8"?>
<p:tagLst xmlns:a="http://schemas.openxmlformats.org/drawingml/2006/main" xmlns:r="http://schemas.openxmlformats.org/officeDocument/2006/relationships" xmlns:p="http://schemas.openxmlformats.org/presentationml/2006/main">
  <p:tag name="PA" val="v5.1.0"/>
</p:tagLst>
</file>

<file path=ppt/slides/tags/tag72.xml><?xml version="1.0" encoding="utf-8"?>
<p:tagLst xmlns:a="http://schemas.openxmlformats.org/drawingml/2006/main" xmlns:r="http://schemas.openxmlformats.org/officeDocument/2006/relationships" xmlns:p="http://schemas.openxmlformats.org/presentationml/2006/main">
  <p:tag name="PA" val="v5.1.0"/>
</p:tagLst>
</file>

<file path=ppt/slides/tags/tag73.xml><?xml version="1.0" encoding="utf-8"?>
<p:tagLst xmlns:a="http://schemas.openxmlformats.org/drawingml/2006/main" xmlns:r="http://schemas.openxmlformats.org/officeDocument/2006/relationships" xmlns:p="http://schemas.openxmlformats.org/presentationml/2006/main">
  <p:tag name="PA" val="v5.1.0"/>
</p:tagLst>
</file>

<file path=ppt/slides/tags/tag74.xml><?xml version="1.0" encoding="utf-8"?>
<p:tagLst xmlns:a="http://schemas.openxmlformats.org/drawingml/2006/main" xmlns:r="http://schemas.openxmlformats.org/officeDocument/2006/relationships" xmlns:p="http://schemas.openxmlformats.org/presentationml/2006/main">
  <p:tag name="PA" val="v5.1.0"/>
</p:tagLst>
</file>

<file path=ppt/slides/tags/tag75.xml><?xml version="1.0" encoding="utf-8"?>
<p:tagLst xmlns:a="http://schemas.openxmlformats.org/drawingml/2006/main" xmlns:r="http://schemas.openxmlformats.org/officeDocument/2006/relationships" xmlns:p="http://schemas.openxmlformats.org/presentationml/2006/main">
  <p:tag name="PA" val="v5.1.0"/>
</p:tagLst>
</file>

<file path=ppt/slides/tags/tag76.xml><?xml version="1.0" encoding="utf-8"?>
<p:tagLst xmlns:a="http://schemas.openxmlformats.org/drawingml/2006/main" xmlns:r="http://schemas.openxmlformats.org/officeDocument/2006/relationships" xmlns:p="http://schemas.openxmlformats.org/presentationml/2006/main">
  <p:tag name="ISLIDE.DIAGRAM" val="208932"/>
</p:tagLst>
</file>

<file path=ppt/slides/tags/tag77.xml><?xml version="1.0" encoding="utf-8"?>
<p:tagLst xmlns:a="http://schemas.openxmlformats.org/drawingml/2006/main" xmlns:r="http://schemas.openxmlformats.org/officeDocument/2006/relationships" xmlns:p="http://schemas.openxmlformats.org/presentationml/2006/main">
  <p:tag name="PA" val="v5.1.2"/>
</p:tagLst>
</file>

<file path=ppt/slides/tags/tag78.xml><?xml version="1.0" encoding="utf-8"?>
<p:tagLst xmlns:a="http://schemas.openxmlformats.org/drawingml/2006/main" xmlns:r="http://schemas.openxmlformats.org/officeDocument/2006/relationships" xmlns:p="http://schemas.openxmlformats.org/presentationml/2006/main">
  <p:tag name="PA" val="v5.1.2"/>
</p:tagLst>
</file>

<file path=ppt/slides/tags/tag79.xml><?xml version="1.0" encoding="utf-8"?>
<p:tagLst xmlns:a="http://schemas.openxmlformats.org/drawingml/2006/main" xmlns:r="http://schemas.openxmlformats.org/officeDocument/2006/relationships" xmlns:p="http://schemas.openxmlformats.org/presentationml/2006/main">
  <p:tag name="PA" val="v5.1.2"/>
</p:tagLst>
</file>

<file path=ppt/slides/tags/tag80.xml><?xml version="1.0" encoding="utf-8"?>
<p:tagLst xmlns:a="http://schemas.openxmlformats.org/drawingml/2006/main" xmlns:r="http://schemas.openxmlformats.org/officeDocument/2006/relationships" xmlns:p="http://schemas.openxmlformats.org/presentationml/2006/main">
  <p:tag name="PA" val="v5.1.2"/>
</p:tagLst>
</file>

<file path=ppt/slides/tags/tag81.xml><?xml version="1.0" encoding="utf-8"?>
<p:tagLst xmlns:a="http://schemas.openxmlformats.org/drawingml/2006/main" xmlns:r="http://schemas.openxmlformats.org/officeDocument/2006/relationships" xmlns:p="http://schemas.openxmlformats.org/presentationml/2006/main">
  <p:tag name="PA" val="v5.1.2"/>
</p:tagLst>
</file>

<file path=ppt/slides/tags/tag82.xml><?xml version="1.0" encoding="utf-8"?>
<p:tagLst xmlns:a="http://schemas.openxmlformats.org/drawingml/2006/main" xmlns:r="http://schemas.openxmlformats.org/officeDocument/2006/relationships" xmlns:p="http://schemas.openxmlformats.org/presentationml/2006/main">
  <p:tag name="PA" val="v5.1.2"/>
</p:tagLst>
</file>

<file path=ppt/slides/tags/tag83.xml><?xml version="1.0" encoding="utf-8"?>
<p:tagLst xmlns:a="http://schemas.openxmlformats.org/drawingml/2006/main" xmlns:r="http://schemas.openxmlformats.org/officeDocument/2006/relationships" xmlns:p="http://schemas.openxmlformats.org/presentationml/2006/main">
  <p:tag name="PA" val="v5.1.2"/>
</p:tagLst>
</file>

<file path=ppt/slides/tags/tag84.xml><?xml version="1.0" encoding="utf-8"?>
<p:tagLst xmlns:a="http://schemas.openxmlformats.org/drawingml/2006/main" xmlns:r="http://schemas.openxmlformats.org/officeDocument/2006/relationships" xmlns:p="http://schemas.openxmlformats.org/presentationml/2006/main">
  <p:tag name="PA" val="v5.1.2"/>
</p:tagLst>
</file>

<file path=ppt/slides/tags/tag85.xml><?xml version="1.0" encoding="utf-8"?>
<p:tagLst xmlns:a="http://schemas.openxmlformats.org/drawingml/2006/main" xmlns:r="http://schemas.openxmlformats.org/officeDocument/2006/relationships" xmlns:p="http://schemas.openxmlformats.org/presentationml/2006/main">
  <p:tag name="PA" val="v5.1.0"/>
</p:tagLst>
</file>

<file path=ppt/slides/tags/tag86.xml><?xml version="1.0" encoding="utf-8"?>
<p:tagLst xmlns:a="http://schemas.openxmlformats.org/drawingml/2006/main" xmlns:r="http://schemas.openxmlformats.org/officeDocument/2006/relationships" xmlns:p="http://schemas.openxmlformats.org/presentationml/2006/main">
  <p:tag name="PA" val="v5.1.0"/>
</p:tagLst>
</file>

<file path=ppt/slides/tags/tag87.xml><?xml version="1.0" encoding="utf-8"?>
<p:tagLst xmlns:a="http://schemas.openxmlformats.org/drawingml/2006/main" xmlns:r="http://schemas.openxmlformats.org/officeDocument/2006/relationships" xmlns:p="http://schemas.openxmlformats.org/presentationml/2006/main">
  <p:tag name="PA" val="v5.1.0"/>
</p:tagLst>
</file>

<file path=ppt/slides/tags/tag88.xml><?xml version="1.0" encoding="utf-8"?>
<p:tagLst xmlns:a="http://schemas.openxmlformats.org/drawingml/2006/main" xmlns:r="http://schemas.openxmlformats.org/officeDocument/2006/relationships" xmlns:p="http://schemas.openxmlformats.org/presentationml/2006/main">
  <p:tag name="PA" val="v5.1.0"/>
</p:tagLst>
</file>

<file path=ppt/slides/tags/tag89.xml><?xml version="1.0" encoding="utf-8"?>
<p:tagLst xmlns:a="http://schemas.openxmlformats.org/drawingml/2006/main" xmlns:r="http://schemas.openxmlformats.org/officeDocument/2006/relationships" xmlns:p="http://schemas.openxmlformats.org/presentationml/2006/main">
  <p:tag name="PA" val="v5.1.0"/>
</p:tagLst>
</file>

<file path=ppt/slides/tags/tag90.xml><?xml version="1.0" encoding="utf-8"?>
<p:tagLst xmlns:a="http://schemas.openxmlformats.org/drawingml/2006/main" xmlns:r="http://schemas.openxmlformats.org/officeDocument/2006/relationships" xmlns:p="http://schemas.openxmlformats.org/presentationml/2006/main">
  <p:tag name="PA" val="v5.1.0"/>
</p:tagLst>
</file>

<file path=ppt/slides/tags/tag91.xml><?xml version="1.0" encoding="utf-8"?>
<p:tagLst xmlns:a="http://schemas.openxmlformats.org/drawingml/2006/main" xmlns:r="http://schemas.openxmlformats.org/officeDocument/2006/relationships" xmlns:p="http://schemas.openxmlformats.org/presentationml/2006/main">
  <p:tag name="PA" val="v5.1.0"/>
</p:tagLst>
</file>

<file path=ppt/slides/tags/tag92.xml><?xml version="1.0" encoding="utf-8"?>
<p:tagLst xmlns:a="http://schemas.openxmlformats.org/drawingml/2006/main" xmlns:r="http://schemas.openxmlformats.org/officeDocument/2006/relationships" xmlns:p="http://schemas.openxmlformats.org/presentationml/2006/main">
  <p:tag name="PA" val="v5.1.0"/>
</p:tagLst>
</file>

<file path=ppt/slides/tags/tag93.xml><?xml version="1.0" encoding="utf-8"?>
<p:tagLst xmlns:a="http://schemas.openxmlformats.org/drawingml/2006/main" xmlns:r="http://schemas.openxmlformats.org/officeDocument/2006/relationships" xmlns:p="http://schemas.openxmlformats.org/presentationml/2006/main">
  <p:tag name="PA" val="v5.1.0"/>
</p:tagLst>
</file>

<file path=ppt/slides/tags/tag94.xml><?xml version="1.0" encoding="utf-8"?>
<p:tagLst xmlns:a="http://schemas.openxmlformats.org/drawingml/2006/main" xmlns:r="http://schemas.openxmlformats.org/officeDocument/2006/relationships" xmlns:p="http://schemas.openxmlformats.org/presentationml/2006/main">
  <p:tag name="PA" val="v5.1.0"/>
</p:tagLst>
</file>

<file path=ppt/slides/tags/tag95.xml><?xml version="1.0" encoding="utf-8"?>
<p:tagLst xmlns:a="http://schemas.openxmlformats.org/drawingml/2006/main" xmlns:r="http://schemas.openxmlformats.org/officeDocument/2006/relationships" xmlns:p="http://schemas.openxmlformats.org/presentationml/2006/main">
  <p:tag name="PA" val="v5.1.0"/>
</p:tagLst>
</file>

<file path=ppt/slides/tags/tag96.xml><?xml version="1.0" encoding="utf-8"?>
<p:tagLst xmlns:a="http://schemas.openxmlformats.org/drawingml/2006/main" xmlns:r="http://schemas.openxmlformats.org/officeDocument/2006/relationships" xmlns:p="http://schemas.openxmlformats.org/presentationml/2006/main">
  <p:tag name="PA" val="v5.1.0"/>
</p:tagLst>
</file>

<file path=ppt/slides/tags/tag97.xml><?xml version="1.0" encoding="utf-8"?>
<p:tagLst xmlns:a="http://schemas.openxmlformats.org/drawingml/2006/main" xmlns:r="http://schemas.openxmlformats.org/officeDocument/2006/relationships" xmlns:p="http://schemas.openxmlformats.org/presentationml/2006/main">
  <p:tag name="PA" val="v5.1.0"/>
</p:tagLst>
</file>

<file path=ppt/slides/tags/tag98.xml><?xml version="1.0" encoding="utf-8"?>
<p:tagLst xmlns:a="http://schemas.openxmlformats.org/drawingml/2006/main" xmlns:r="http://schemas.openxmlformats.org/officeDocument/2006/relationships" xmlns:p="http://schemas.openxmlformats.org/presentationml/2006/main">
  <p:tag name="PA" val="v5.1.0"/>
</p:tagLst>
</file>

<file path=ppt/slides/tags/tag99.xml><?xml version="1.0" encoding="utf-8"?>
<p:tagLst xmlns:a="http://schemas.openxmlformats.org/drawingml/2006/main" xmlns:r="http://schemas.openxmlformats.org/officeDocument/2006/relationships" xmlns:p="http://schemas.openxmlformats.org/presentationml/2006/main">
  <p:tag name="PA" val="v5.1.0"/>
</p:tagLst>
</file>

<file path=ppt/slides/tags/tag100.xml><?xml version="1.0" encoding="utf-8"?>
<p:tagLst xmlns:a="http://schemas.openxmlformats.org/drawingml/2006/main" xmlns:r="http://schemas.openxmlformats.org/officeDocument/2006/relationships" xmlns:p="http://schemas.openxmlformats.org/presentationml/2006/main">
  <p:tag name="PA" val="v5.1.0"/>
</p:tagLst>
</file>

<file path=ppt/slides/tags/tag101.xml><?xml version="1.0" encoding="utf-8"?>
<p:tagLst xmlns:a="http://schemas.openxmlformats.org/drawingml/2006/main" xmlns:r="http://schemas.openxmlformats.org/officeDocument/2006/relationships" xmlns:p="http://schemas.openxmlformats.org/presentationml/2006/main">
  <p:tag name="PA" val="v5.1.0"/>
</p:tagLst>
</file>

<file path=ppt/slides/tags/tag102.xml><?xml version="1.0" encoding="utf-8"?>
<p:tagLst xmlns:a="http://schemas.openxmlformats.org/drawingml/2006/main" xmlns:r="http://schemas.openxmlformats.org/officeDocument/2006/relationships" xmlns:p="http://schemas.openxmlformats.org/presentationml/2006/main">
  <p:tag name="PA" val="v5.1.0"/>
</p:tagLst>
</file>

<file path=ppt/slides/tags/tag103.xml><?xml version="1.0" encoding="utf-8"?>
<p:tagLst xmlns:a="http://schemas.openxmlformats.org/drawingml/2006/main" xmlns:r="http://schemas.openxmlformats.org/officeDocument/2006/relationships" xmlns:p="http://schemas.openxmlformats.org/presentationml/2006/main">
  <p:tag name="PA" val="v5.1.0"/>
</p:tagLst>
</file>

<file path=ppt/slides/tags/tag104.xml><?xml version="1.0" encoding="utf-8"?>
<p:tagLst xmlns:a="http://schemas.openxmlformats.org/drawingml/2006/main" xmlns:r="http://schemas.openxmlformats.org/officeDocument/2006/relationships" xmlns:p="http://schemas.openxmlformats.org/presentationml/2006/main">
  <p:tag name="PA" val="v5.1.0"/>
</p:tagLst>
</file>

<file path=ppt/slides/tags/tag105.xml><?xml version="1.0" encoding="utf-8"?>
<p:tagLst xmlns:a="http://schemas.openxmlformats.org/drawingml/2006/main" xmlns:r="http://schemas.openxmlformats.org/officeDocument/2006/relationships" xmlns:p="http://schemas.openxmlformats.org/presentationml/2006/main">
  <p:tag name="PA" val="v5.1.0"/>
</p:tagLst>
</file>

<file path=ppt/slides/tags/tag106.xml><?xml version="1.0" encoding="utf-8"?>
<p:tagLst xmlns:a="http://schemas.openxmlformats.org/drawingml/2006/main" xmlns:r="http://schemas.openxmlformats.org/officeDocument/2006/relationships" xmlns:p="http://schemas.openxmlformats.org/presentationml/2006/main">
  <p:tag name="PA" val="v5.1.0"/>
</p:tagLst>
</file>

<file path=ppt/slides/tags/tag107.xml><?xml version="1.0" encoding="utf-8"?>
<p:tagLst xmlns:a="http://schemas.openxmlformats.org/drawingml/2006/main" xmlns:r="http://schemas.openxmlformats.org/officeDocument/2006/relationships" xmlns:p="http://schemas.openxmlformats.org/presentationml/2006/main">
  <p:tag name="PA" val="v5.1.0"/>
</p:tagLst>
</file>

<file path=docProps/app.xml><?xml version="1.0" encoding="utf-8"?>
<Properties xmlns="http://schemas.openxmlformats.org/officeDocument/2006/extended-properties" xmlns:vt="http://schemas.openxmlformats.org/officeDocument/2006/docPropsVTypes">
  <TotalTime>82</TotalTime>
  <Words>1923</Words>
  <Application>Microsoft Office PowerPoint</Application>
  <PresentationFormat>宽屏</PresentationFormat>
  <Paragraphs>224</Paragraphs>
  <Slides>24</Slides>
  <Notes>24</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24</vt:i4>
      </vt:variant>
    </vt:vector>
  </HeadingPairs>
  <TitlesOfParts>
    <vt:vector size="28" baseType="lpstr">
      <vt:lpstr>等线</vt:lpstr>
      <vt:lpstr>微软雅黑</vt:lpstr>
      <vt:lpstr>Arial</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dc:title>
  <dc:creator>第一PPT</dc:creator>
  <cp:keywords>www.1ppt.com</cp:keywords>
  <dc:description>www.1ppt.com</dc:description>
  <cp:lastModifiedBy>JP Liu</cp:lastModifiedBy>
  <cp:revision>23</cp:revision>
  <dcterms:created xsi:type="dcterms:W3CDTF">2019-04-25T11:35:49Z</dcterms:created>
  <dcterms:modified xsi:type="dcterms:W3CDTF">2025-04-28T04:07:50Z</dcterms:modified>
</cp:coreProperties>
</file>