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png"/>
  <Override PartName="/docProps/core.xml" ContentType="application/vnd.openxmlformats-package.core-properties+xml"/>
  <Override PartName="/docProps/app.xml" ContentType="application/vnd.openxmlformats-officedocument.extended-propertie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Slides/notesSlide1.xml" ContentType="application/vnd.openxmlformats-officedocument.presentationml.notesSlide+xml"/>
  <Override PartName="/ppt/slides/slide5.xml" ContentType="application/vnd.openxmlformats-officedocument.presentationml.slide+xml"/>
  <Override PartName="/ppt/notesSlides/notesSlide2.xml" ContentType="application/vnd.openxmlformats-officedocument.presentationml.notesSlide+xml"/>
  <Override PartName="/ppt/slides/slide6.xml" ContentType="application/vnd.openxmlformats-officedocument.presentationml.slide+xml"/>
  <Override PartName="/ppt/notesSlides/notesSlide3.xml" ContentType="application/vnd.openxmlformats-officedocument.presentationml.notesSlide+xml"/>
  <Override PartName="/ppt/slides/slide7.xml" ContentType="application/vnd.openxmlformats-officedocument.presentationml.slide+xml"/>
  <Override PartName="/ppt/notesSlides/notesSlide4.xml" ContentType="application/vnd.openxmlformats-officedocument.presentationml.notesSlide+xml"/>
  <Override PartName="/ppt/slides/slide8.xml" ContentType="application/vnd.openxmlformats-officedocument.presentationml.slide+xml"/>
  <Override PartName="/ppt/slides/slide9.xml" ContentType="application/vnd.openxmlformats-officedocument.presentationml.slide+xml"/>
  <Override PartName="/ppt/notesSlides/notesSlide5.xml" ContentType="application/vnd.openxmlformats-officedocument.presentationml.notesSlide+xml"/>
  <Override PartName="/ppt/slides/slide10.xml" ContentType="application/vnd.openxmlformats-officedocument.presentationml.slide+xml"/>
  <Override PartName="/ppt/notesSlides/notesSlide6.xml" ContentType="application/vnd.openxmlformats-officedocument.presentationml.notesSlide+xml"/>
  <Override PartName="/ppt/slides/slide11.xml" ContentType="application/vnd.openxmlformats-officedocument.presentationml.slide+xml"/>
  <Override PartName="/ppt/notesSlides/notesSlide7.xml" ContentType="application/vnd.openxmlformats-officedocument.presentationml.notesSlide+xml"/>
  <Override PartName="/ppt/slides/slide12.xml" ContentType="application/vnd.openxmlformats-officedocument.presentationml.slide+xml"/>
  <Override PartName="/ppt/notesSlides/notesSlide8.xml" ContentType="application/vnd.openxmlformats-officedocument.presentationml.notesSlide+xml"/>
  <Override PartName="/ppt/slides/slide13.xml" ContentType="application/vnd.openxmlformats-officedocument.presentationml.slide+xml"/>
  <Override PartName="/ppt/slides/slide14.xml" ContentType="application/vnd.openxmlformats-officedocument.presentationml.slide+xml"/>
  <Override PartName="/ppt/notesSlides/notesSlide9.xml" ContentType="application/vnd.openxmlformats-officedocument.presentationml.notesSlide+xml"/>
  <Override PartName="/ppt/slides/slide15.xml" ContentType="application/vnd.openxmlformats-officedocument.presentationml.slide+xml"/>
  <Override PartName="/ppt/media/image13.bin" ContentType="image/jpeg"/>
  <Override PartName="/ppt/notesSlides/notesSlide10.xml" ContentType="application/vnd.openxmlformats-officedocument.presentationml.notesSlide+xml"/>
  <Override PartName="/ppt/slides/slide16.xml" ContentType="application/vnd.openxmlformats-officedocument.presentationml.slide+xml"/>
  <Override PartName="/ppt/notesSlides/notesSlide11.xml" ContentType="application/vnd.openxmlformats-officedocument.presentationml.notesSlide+xml"/>
  <Override PartName="/ppt/slides/slide17.xml" ContentType="application/vnd.openxmlformats-officedocument.presentationml.slide+xml"/>
  <Override PartName="/ppt/media/image15.bin" ContentType="image/jpeg"/>
  <Override PartName="/ppt/notesSlides/notesSlide12.xml" ContentType="application/vnd.openxmlformats-officedocument.presentationml.notesSlide+xml"/>
  <Override PartName="/ppt/slides/slide18.xml" ContentType="application/vnd.openxmlformats-officedocument.presentationml.slide+xml"/>
  <Override PartName="/ppt/slides/slide19.xml" ContentType="application/vnd.openxmlformats-officedocument.presentationml.slide+xml"/>
  <Override PartName="/ppt/notesSlides/notesSlide13.xml" ContentType="application/vnd.openxmlformats-officedocument.presentationml.notesSlide+xml"/>
  <Override PartName="/ppt/slides/slide20.xml" ContentType="application/vnd.openxmlformats-officedocument.presentationml.slide+xml"/>
  <Override PartName="/ppt/notesSlides/notesSlide14.xml" ContentType="application/vnd.openxmlformats-officedocument.presentationml.notesSlide+xml"/>
  <Override PartName="/ppt/slides/slide21.xml" ContentType="application/vnd.openxmlformats-officedocument.presentationml.slide+xml"/>
  <Override PartName="/ppt/notesSlides/notesSlide15.xml" ContentType="application/vnd.openxmlformats-officedocument.presentationml.notesSlide+xml"/>
  <Override PartName="/ppt/slides/slide22.xml" ContentType="application/vnd.openxmlformats-officedocument.presentationml.slide+xml"/>
  <Override PartName="/ppt/notesSlides/notesSlide16.xml" ContentType="application/vnd.openxmlformats-officedocument.presentationml.notesSlide+xml"/>
  <Override PartName="/ppt/slides/slide23.xml" ContentType="application/vnd.openxmlformats-officedocument.presentationml.slide+xml"/>
  <Override PartName="/ppt/notesSlides/notesSlide17.xml" ContentType="application/vnd.openxmlformats-officedocument.presentationml.notesSlide+xml"/>
  <Override PartName="/ppt/slides/slide24.xml" ContentType="application/vnd.openxmlformats-officedocument.presentationml.slide+xml"/>
  <Override PartName="/ppt/slides/slide25.xml" ContentType="application/vnd.openxmlformats-officedocument.presentationml.slide+xml"/>
  <Override PartName="/ppt/media/image19.bin" ContentType="image/jpeg"/>
  <Override PartName="/ppt/customXML/item.xml" ContentType="application/inkml+xml"/>
  <Override PartName="/ppt/customXML/item2.xml" ContentType="application/inkml+xml"/>
  <Override PartName="/ppt/slides/slide26.xml" ContentType="application/vnd.openxmlformats-officedocument.presentationml.slide+xml"/>
  <Override PartName="/ppt/media/image22.bin" ContentType="image/jpeg"/>
  <Override PartName="/ppt/media/image23.bin" ContentType="image/jpeg"/>
  <Override PartName="/ppt/media/image26.bin" ContentType="image/jpeg"/>
  <Override PartName="/ppt/customXML/item3.xml" ContentType="application/inkml+xml"/>
  <Override PartName="/ppt/customXML/item4.xml" ContentType="application/inkml+xml"/>
  <Override PartName="/ppt/customXML/item5.xml" ContentType="application/inkml+xml"/>
  <Override PartName="/ppt/slides/slide27.xml" ContentType="application/vnd.openxmlformats-officedocument.presentationml.slide+xml"/>
  <Override PartName="/ppt/customXML/item6.xml" ContentType="application/inkml+xml"/>
  <Override PartName="/ppt/customXML/item7.xml" ContentType="application/inkml+xml"/>
  <Override PartName="/ppt/customXML/item8.xml" ContentType="application/inkml+xml"/>
  <Override PartName="/ppt/slides/slide28.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42c0790fa67d48ed" /><Relationship Type="http://schemas.openxmlformats.org/package/2006/relationships/metadata/core-properties" Target="/docProps/core.xml" Id="R5a3906b641754c12" /><Relationship Type="http://schemas.openxmlformats.org/officeDocument/2006/relationships/extended-properties" Target="/docProps/app.xml" Id="R47498365b43e46a8"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76aa4fb5946a4111"/>
  </p:sldMasterIdLst>
  <p:notesMasterIdLst>
    <p:notesMasterId r:id="Rbbe12c9d922d4112"/>
  </p:notesMasterIdLst>
  <p:sldIdLst>
    <p:sldId id="256" r:id="R11949ae42ecf4a1f"/>
    <p:sldId id="257" r:id="R3494b208cf824a59"/>
    <p:sldId id="258" r:id="Rb1dfe06745e24944"/>
    <p:sldId id="259" r:id="Rdf83996e17a84b25"/>
    <p:sldId id="260" r:id="R9e17e625677b4a3a"/>
    <p:sldId id="261" r:id="R7ae3572e24604687"/>
    <p:sldId id="262" r:id="R0f5ca076db574ec2"/>
    <p:sldId id="263" r:id="Rcf41b3cb48ce479a"/>
    <p:sldId id="264" r:id="R458ac17fa6fc4a09"/>
    <p:sldId id="265" r:id="Rd0a596ed215148a9"/>
    <p:sldId id="266" r:id="R7806acc3d4ad42d9"/>
    <p:sldId id="267" r:id="R63f7a8e4806c4cb4"/>
    <p:sldId id="268" r:id="R83228597981c414b"/>
    <p:sldId id="269" r:id="R928bd37ff1a14d51"/>
    <p:sldId id="270" r:id="R2e09095e1650497f"/>
    <p:sldId id="271" r:id="Rcb9af89a7f744636"/>
    <p:sldId id="272" r:id="Rb9c45bb598e24ed0"/>
    <p:sldId id="273" r:id="R2a15939d7f9c40d5"/>
    <p:sldId id="274" r:id="Rccfeec5d0d3f44e3"/>
    <p:sldId id="275" r:id="Rff12918bf0fe4268"/>
    <p:sldId id="276" r:id="R57aa1f53256d4534"/>
    <p:sldId id="277" r:id="Re4167441ed7140d8"/>
    <p:sldId id="278" r:id="R118bec21e6fe400f"/>
    <p:sldId id="279" r:id="Rb1098b7fe61947d0"/>
    <p:sldId id="280" r:id="Ra4e62ab0c94e45f1"/>
    <p:sldId id="281" r:id="R323c6404bbd94fc7"/>
    <p:sldId id="282" r:id="R106ea0577ae3455c"/>
    <p:sldId id="283" r:id="Rc5546254881c42d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A010"/>
    <a:srgbClr val="2DA3DD"/>
    <a:srgbClr val="F5C130"/>
    <a:srgbClr val="F4C11D"/>
    <a:srgbClr val="F2AB0E"/>
    <a:srgbClr val="F4C130"/>
    <a:srgbClr val="F3BB19"/>
    <a:srgbClr val="F2AE18"/>
    <a:srgbClr val="2C6C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583" autoAdjust="0"/>
    <p:restoredTop sz="94660"/>
  </p:normalViewPr>
  <p:slideViewPr>
    <p:cSldViewPr snapToGrid="0">
      <p:cViewPr>
        <p:scale>
          <a:sx n="66" d="100"/>
          <a:sy n="66" d="100"/>
        </p:scale>
        <p:origin x="-2064" y="-1146"/>
      </p:cViewPr>
      <p:guideLst>
        <p:guide orient="horz" pos="2160"/>
        <p:guide pos="3840"/>
      </p:guideLst>
    </p:cSldViewPr>
  </p:slideViewPr>
  <p:notesTextViewPr>
    <p:cViewPr>
      <p:scale>
        <a:sx n="1" d="1"/>
        <a:sy n="1" d="1"/>
      </p:scale>
      <p:origin x="0" y="0"/>
    </p:cViewPr>
  </p:notesTextViewPr>
  <p:notesViewPr>
    <p:cSldViewPr>
      <p:cViewPr>
        <p:scale>
          <a:sx n="1" d="100"/>
          <a:sy n="1" d="100"/>
        </p:scale>
        <p:origin x="0" y="0"/>
      </p:cViewPr>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bbe12c9d922d4112" /><Relationship Type="http://schemas.openxmlformats.org/officeDocument/2006/relationships/presProps" Target="/ppt/presProps.xml" Id="Rc7abfb70324c497a" /><Relationship Type="http://schemas.openxmlformats.org/officeDocument/2006/relationships/viewProps" Target="/ppt/viewProps.xml" Id="R4c96a9ff1e1148a6" /><Relationship Type="http://schemas.openxmlformats.org/officeDocument/2006/relationships/slideMaster" Target="/ppt/slideMasters/slideMaster1.xml" Id="R76aa4fb5946a4111" /><Relationship Type="http://schemas.openxmlformats.org/officeDocument/2006/relationships/theme" Target="/ppt/slideMasters/theme/theme2.xml" Id="Rbee59347fe444fac" /><Relationship Type="http://schemas.openxmlformats.org/officeDocument/2006/relationships/slide" Target="/ppt/slides/slide1.xml" Id="R11949ae42ecf4a1f" /><Relationship Type="http://schemas.openxmlformats.org/officeDocument/2006/relationships/slide" Target="/ppt/slides/slide2.xml" Id="R3494b208cf824a59" /><Relationship Type="http://schemas.openxmlformats.org/officeDocument/2006/relationships/slide" Target="/ppt/slides/slide3.xml" Id="Rb1dfe06745e24944" /><Relationship Type="http://schemas.openxmlformats.org/officeDocument/2006/relationships/slide" Target="/ppt/slides/slide4.xml" Id="Rdf83996e17a84b25" /><Relationship Type="http://schemas.openxmlformats.org/officeDocument/2006/relationships/slide" Target="/ppt/slides/slide5.xml" Id="R9e17e625677b4a3a" /><Relationship Type="http://schemas.openxmlformats.org/officeDocument/2006/relationships/slide" Target="/ppt/slides/slide6.xml" Id="R7ae3572e24604687" /><Relationship Type="http://schemas.openxmlformats.org/officeDocument/2006/relationships/slide" Target="/ppt/slides/slide7.xml" Id="R0f5ca076db574ec2" /><Relationship Type="http://schemas.openxmlformats.org/officeDocument/2006/relationships/slide" Target="/ppt/slides/slide8.xml" Id="Rcf41b3cb48ce479a" /><Relationship Type="http://schemas.openxmlformats.org/officeDocument/2006/relationships/slide" Target="/ppt/slides/slide9.xml" Id="R458ac17fa6fc4a09" /><Relationship Type="http://schemas.openxmlformats.org/officeDocument/2006/relationships/slide" Target="/ppt/slides/slide10.xml" Id="Rd0a596ed215148a9" /><Relationship Type="http://schemas.openxmlformats.org/officeDocument/2006/relationships/slide" Target="/ppt/slides/slide11.xml" Id="R7806acc3d4ad42d9" /><Relationship Type="http://schemas.openxmlformats.org/officeDocument/2006/relationships/slide" Target="/ppt/slides/slide12.xml" Id="R63f7a8e4806c4cb4" /><Relationship Type="http://schemas.openxmlformats.org/officeDocument/2006/relationships/slide" Target="/ppt/slides/slide13.xml" Id="R83228597981c414b" /><Relationship Type="http://schemas.openxmlformats.org/officeDocument/2006/relationships/slide" Target="/ppt/slides/slide14.xml" Id="R928bd37ff1a14d51" /><Relationship Type="http://schemas.openxmlformats.org/officeDocument/2006/relationships/slide" Target="/ppt/slides/slide15.xml" Id="R2e09095e1650497f" /><Relationship Type="http://schemas.openxmlformats.org/officeDocument/2006/relationships/slide" Target="/ppt/slides/slide16.xml" Id="Rcb9af89a7f744636" /><Relationship Type="http://schemas.openxmlformats.org/officeDocument/2006/relationships/slide" Target="/ppt/slides/slide17.xml" Id="Rb9c45bb598e24ed0" /><Relationship Type="http://schemas.openxmlformats.org/officeDocument/2006/relationships/slide" Target="/ppt/slides/slide18.xml" Id="R2a15939d7f9c40d5" /><Relationship Type="http://schemas.openxmlformats.org/officeDocument/2006/relationships/slide" Target="/ppt/slides/slide19.xml" Id="Rccfeec5d0d3f44e3" /><Relationship Type="http://schemas.openxmlformats.org/officeDocument/2006/relationships/slide" Target="/ppt/slides/slide20.xml" Id="Rff12918bf0fe4268" /><Relationship Type="http://schemas.openxmlformats.org/officeDocument/2006/relationships/slide" Target="/ppt/slides/slide21.xml" Id="R57aa1f53256d4534" /><Relationship Type="http://schemas.openxmlformats.org/officeDocument/2006/relationships/slide" Target="/ppt/slides/slide22.xml" Id="Re4167441ed7140d8" /><Relationship Type="http://schemas.openxmlformats.org/officeDocument/2006/relationships/slide" Target="/ppt/slides/slide23.xml" Id="R118bec21e6fe400f" /><Relationship Type="http://schemas.openxmlformats.org/officeDocument/2006/relationships/slide" Target="/ppt/slides/slide24.xml" Id="Rb1098b7fe61947d0" /><Relationship Type="http://schemas.openxmlformats.org/officeDocument/2006/relationships/slide" Target="/ppt/slides/slide25.xml" Id="Ra4e62ab0c94e45f1" /><Relationship Type="http://schemas.openxmlformats.org/officeDocument/2006/relationships/slide" Target="/ppt/slides/slide26.xml" Id="R323c6404bbd94fc7" /><Relationship Type="http://schemas.openxmlformats.org/officeDocument/2006/relationships/slide" Target="/ppt/slides/slide27.xml" Id="R106ea0577ae3455c" /><Relationship Type="http://schemas.openxmlformats.org/officeDocument/2006/relationships/slide" Target="/ppt/slides/slide28.xml" Id="Rc5546254881c42d1"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notesMasters/_rels/notesMaster1.xml.rels>&#65279;<?xml version="1.0" encoding="utf-8"?><Relationships xmlns="http://schemas.openxmlformats.org/package/2006/relationships"><Relationship Type="http://schemas.openxmlformats.org/officeDocument/2006/relationships/theme" Target="/ppt/notesMasters/theme/theme1.xml" Id="R28e8e52e2db44f17"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7FB29E-C0AA-43E9-B7A1-8E8CF4156622}" type="datetimeFigureOut">
              <a:rPr lang="zh-CN" altLang="en-US"/>
              <a:t>2022-06-10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75D8D1-EDD7-46D1-A0D5-9A0DAD0573DD}" type="slidenum">
              <a:rPr lang="zh-CN" altLang="en-US"/>
              <a:t>‹#›</a:t>
            </a:fld>
            <a:endParaRPr lang="zh-CN" altLang="en-US"/>
          </a:p>
        </p:txBody>
      </p:sp>
    </p:spTree>
    <p:extLst>
      <p:ext uri="{BB962C8B-B14F-4D97-AF65-F5344CB8AC3E}">
        <p14:creationId xmlns:p14="http://schemas.microsoft.com/office/powerpoint/2010/main" val="3989928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4.xml" Id="R6394d5c917c74830" /><Relationship Type="http://schemas.openxmlformats.org/officeDocument/2006/relationships/notesMaster" Target="/ppt/notesMasters/notesMaster1.xml" Id="R4ebe68b3943f40f3" /></Relationships>
</file>

<file path=ppt/notesSlides/_rels/notesSlide2.xml.rels>&#65279;<?xml version="1.0" encoding="utf-8"?><Relationships xmlns="http://schemas.openxmlformats.org/package/2006/relationships"><Relationship Type="http://schemas.openxmlformats.org/officeDocument/2006/relationships/slide" Target="/ppt/slides/slide5.xml" Id="Rc501ec5667fa4578" /><Relationship Type="http://schemas.openxmlformats.org/officeDocument/2006/relationships/notesMaster" Target="/ppt/notesMasters/notesMaster1.xml" Id="Ra0f45d37064d48ae" /></Relationships>
</file>

<file path=ppt/notesSlides/_rels/notesSlide3.xml.rels>&#65279;<?xml version="1.0" encoding="utf-8"?><Relationships xmlns="http://schemas.openxmlformats.org/package/2006/relationships"><Relationship Type="http://schemas.openxmlformats.org/officeDocument/2006/relationships/slide" Target="/ppt/slides/slide6.xml" Id="R75e0d6742b614274" /><Relationship Type="http://schemas.openxmlformats.org/officeDocument/2006/relationships/notesMaster" Target="/ppt/notesMasters/notesMaster1.xml" Id="Re71c8fbd72784a92" /></Relationships>
</file>

<file path=ppt/notesSlides/_rels/notesSlide4.xml.rels>&#65279;<?xml version="1.0" encoding="utf-8"?><Relationships xmlns="http://schemas.openxmlformats.org/package/2006/relationships"><Relationship Type="http://schemas.openxmlformats.org/officeDocument/2006/relationships/slide" Target="/ppt/slides/slide7.xml" Id="R40c0d327f7364171" /><Relationship Type="http://schemas.openxmlformats.org/officeDocument/2006/relationships/notesMaster" Target="/ppt/notesMasters/notesMaster1.xml" Id="R832b6b13e4574a26" /></Relationships>
</file>

<file path=ppt/notesSlides/_rels/notesSlide5.xml.rels>&#65279;<?xml version="1.0" encoding="utf-8"?><Relationships xmlns="http://schemas.openxmlformats.org/package/2006/relationships"><Relationship Type="http://schemas.openxmlformats.org/officeDocument/2006/relationships/slide" Target="/ppt/slides/slide9.xml" Id="Rc8951be781bb40f5" /><Relationship Type="http://schemas.openxmlformats.org/officeDocument/2006/relationships/notesMaster" Target="/ppt/notesMasters/notesMaster1.xml" Id="R34123d5722e84b7a" /></Relationships>
</file>

<file path=ppt/notesSlides/_rels/notesSlide6.xml.rels>&#65279;<?xml version="1.0" encoding="utf-8"?><Relationships xmlns="http://schemas.openxmlformats.org/package/2006/relationships"><Relationship Type="http://schemas.openxmlformats.org/officeDocument/2006/relationships/slide" Target="/ppt/slides/slide10.xml" Id="R054973a3f0f545b2" /><Relationship Type="http://schemas.openxmlformats.org/officeDocument/2006/relationships/notesMaster" Target="/ppt/notesMasters/notesMaster1.xml" Id="R4e24b1c5b88d420b" /></Relationships>
</file>

<file path=ppt/notesSlides/_rels/notesSlide7.xml.rels>&#65279;<?xml version="1.0" encoding="utf-8"?><Relationships xmlns="http://schemas.openxmlformats.org/package/2006/relationships"><Relationship Type="http://schemas.openxmlformats.org/officeDocument/2006/relationships/slide" Target="/ppt/slides/slide11.xml" Id="R6aee92d265174fd1" /><Relationship Type="http://schemas.openxmlformats.org/officeDocument/2006/relationships/notesMaster" Target="/ppt/notesMasters/notesMaster1.xml" Id="Rbf02efaed76b4671" /></Relationships>
</file>

<file path=ppt/notesSlides/_rels/notesSlide8.xml.rels>&#65279;<?xml version="1.0" encoding="utf-8"?><Relationships xmlns="http://schemas.openxmlformats.org/package/2006/relationships"><Relationship Type="http://schemas.openxmlformats.org/officeDocument/2006/relationships/slide" Target="/ppt/slides/slide12.xml" Id="R156311b0fa7e49ca" /><Relationship Type="http://schemas.openxmlformats.org/officeDocument/2006/relationships/notesMaster" Target="/ppt/notesMasters/notesMaster1.xml" Id="R5903690759644950" /></Relationships>
</file>

<file path=ppt/notesSlides/_rels/notesSlide9.xml.rels>&#65279;<?xml version="1.0" encoding="utf-8"?><Relationships xmlns="http://schemas.openxmlformats.org/package/2006/relationships"><Relationship Type="http://schemas.openxmlformats.org/officeDocument/2006/relationships/slide" Target="/ppt/slides/slide14.xml" Id="R45747dd107054872" /><Relationship Type="http://schemas.openxmlformats.org/officeDocument/2006/relationships/notesMaster" Target="/ppt/notesMasters/notesMaster1.xml" Id="Rf6ca5e556c194493" /></Relationships>
</file>

<file path=ppt/notesSlides/_rels/notesSlide10.xml.rels>&#65279;<?xml version="1.0" encoding="utf-8"?><Relationships xmlns="http://schemas.openxmlformats.org/package/2006/relationships"><Relationship Type="http://schemas.openxmlformats.org/officeDocument/2006/relationships/slide" Target="/ppt/slides/slide15.xml" Id="R3fac5a90870a427a" /><Relationship Type="http://schemas.openxmlformats.org/officeDocument/2006/relationships/notesMaster" Target="/ppt/notesMasters/notesMaster1.xml" Id="Re173e258be964a19" /></Relationships>
</file>

<file path=ppt/notesSlides/_rels/notesSlide11.xml.rels>&#65279;<?xml version="1.0" encoding="utf-8"?><Relationships xmlns="http://schemas.openxmlformats.org/package/2006/relationships"><Relationship Type="http://schemas.openxmlformats.org/officeDocument/2006/relationships/slide" Target="/ppt/slides/slide16.xml" Id="R904a692038f34f69" /><Relationship Type="http://schemas.openxmlformats.org/officeDocument/2006/relationships/notesMaster" Target="/ppt/notesMasters/notesMaster1.xml" Id="R7470a43398ec4f4c" /></Relationships>
</file>

<file path=ppt/notesSlides/_rels/notesSlide12.xml.rels>&#65279;<?xml version="1.0" encoding="utf-8"?><Relationships xmlns="http://schemas.openxmlformats.org/package/2006/relationships"><Relationship Type="http://schemas.openxmlformats.org/officeDocument/2006/relationships/slide" Target="/ppt/slides/slide17.xml" Id="Ra2af4b8903a84b2b" /><Relationship Type="http://schemas.openxmlformats.org/officeDocument/2006/relationships/notesMaster" Target="/ppt/notesMasters/notesMaster1.xml" Id="R4ba2876e67d74fd8" /></Relationships>
</file>

<file path=ppt/notesSlides/_rels/notesSlide13.xml.rels>&#65279;<?xml version="1.0" encoding="utf-8"?><Relationships xmlns="http://schemas.openxmlformats.org/package/2006/relationships"><Relationship Type="http://schemas.openxmlformats.org/officeDocument/2006/relationships/slide" Target="/ppt/slides/slide19.xml" Id="R7a5362cff6154f08" /><Relationship Type="http://schemas.openxmlformats.org/officeDocument/2006/relationships/notesMaster" Target="/ppt/notesMasters/notesMaster1.xml" Id="R45e8a45840614e66" /></Relationships>
</file>

<file path=ppt/notesSlides/_rels/notesSlide14.xml.rels>&#65279;<?xml version="1.0" encoding="utf-8"?><Relationships xmlns="http://schemas.openxmlformats.org/package/2006/relationships"><Relationship Type="http://schemas.openxmlformats.org/officeDocument/2006/relationships/slide" Target="/ppt/slides/slide20.xml" Id="R818e94cc3aa142a9" /><Relationship Type="http://schemas.openxmlformats.org/officeDocument/2006/relationships/notesMaster" Target="/ppt/notesMasters/notesMaster1.xml" Id="Raaf1df242c294290" /></Relationships>
</file>

<file path=ppt/notesSlides/_rels/notesSlide15.xml.rels>&#65279;<?xml version="1.0" encoding="utf-8"?><Relationships xmlns="http://schemas.openxmlformats.org/package/2006/relationships"><Relationship Type="http://schemas.openxmlformats.org/officeDocument/2006/relationships/slide" Target="/ppt/slides/slide21.xml" Id="Ra420196b70d54db8" /><Relationship Type="http://schemas.openxmlformats.org/officeDocument/2006/relationships/notesMaster" Target="/ppt/notesMasters/notesMaster1.xml" Id="Rfab925ca85984310" /></Relationships>
</file>

<file path=ppt/notesSlides/_rels/notesSlide16.xml.rels>&#65279;<?xml version="1.0" encoding="utf-8"?><Relationships xmlns="http://schemas.openxmlformats.org/package/2006/relationships"><Relationship Type="http://schemas.openxmlformats.org/officeDocument/2006/relationships/slide" Target="/ppt/slides/slide22.xml" Id="R422557907ae34c2b" /><Relationship Type="http://schemas.openxmlformats.org/officeDocument/2006/relationships/notesMaster" Target="/ppt/notesMasters/notesMaster1.xml" Id="R14816603631d40bf" /></Relationships>
</file>

<file path=ppt/notesSlides/_rels/notesSlide17.xml.rels>&#65279;<?xml version="1.0" encoding="utf-8"?><Relationships xmlns="http://schemas.openxmlformats.org/package/2006/relationships"><Relationship Type="http://schemas.openxmlformats.org/officeDocument/2006/relationships/slide" Target="/ppt/slides/slide23.xml" Id="R9aaf7f5e5f2243ca" /><Relationship Type="http://schemas.openxmlformats.org/officeDocument/2006/relationships/notesMaster" Target="/ppt/notesMasters/notesMaster1.xml" Id="R55f54731bea245c3" /></Relationships>
</file>

<file path=ppt/notesSlides/notesSlide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4</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995532626"/>
      </p:ext>
    </p:extLst>
  </p:cSld>
  <p:clrMapOvr>
    <a:masterClrMapping/>
  </p:clrMapOvr>
</p:notes>
</file>

<file path=ppt/notesSlides/notesSlide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55941D-49DC-4EE6-A2EA-ACB1A97A2AC8}" type="slidenum">
              <a:rPr lang="zh-CN" altLang="en-US"/>
              <a:t>5</a:t>
            </a:fld>
            <a:endParaRPr lang="zh-CN" altLang="en-US"/>
          </a:p>
        </p:txBody>
      </p:sp>
    </p:spTree>
    <p:extLst>
      <p:ext uri="{BB962C8B-B14F-4D97-AF65-F5344CB8AC3E}">
        <p14:creationId xmlns:p14="http://schemas.microsoft.com/office/powerpoint/2010/main" val="3052613782"/>
      </p:ext>
    </p:extLst>
  </p:cSld>
  <p:clrMapOvr>
    <a:masterClrMapping/>
  </p:clrMapOvr>
</p:notes>
</file>

<file path=ppt/notesSlides/notesSlide3.xml><?xml version="1.0" encoding="utf-8"?>
<p:notes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p:grpSpPr>
      <p:sp>
        <p:nvSpPr>
          <p:cNvPr id="4915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91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91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300">
                <a:solidFill>
                  <a:schemeClr val="tx1"/>
                </a:solidFill>
                <a:latin typeface="Nexa Light" pitchFamily="50" charset="0"/>
                <a:ea typeface="微软雅黑" panose="020b0503020204020204" pitchFamily="34" charset="-122"/>
              </a:defRPr>
            </a:lvl1pPr>
            <a:lvl2pPr marL="742950" indent="-285750">
              <a:defRPr sz="1300">
                <a:solidFill>
                  <a:schemeClr val="tx1"/>
                </a:solidFill>
                <a:latin typeface="Nexa Light" pitchFamily="50" charset="0"/>
                <a:ea typeface="微软雅黑" panose="020b0503020204020204" pitchFamily="34" charset="-122"/>
              </a:defRPr>
            </a:lvl2pPr>
            <a:lvl3pPr marL="1143000" indent="-228600">
              <a:defRPr sz="1300">
                <a:solidFill>
                  <a:schemeClr val="tx1"/>
                </a:solidFill>
                <a:latin typeface="Nexa Light" pitchFamily="50" charset="0"/>
                <a:ea typeface="微软雅黑" panose="020b0503020204020204" pitchFamily="34" charset="-122"/>
              </a:defRPr>
            </a:lvl3pPr>
            <a:lvl4pPr marL="1600200" indent="-228600">
              <a:defRPr sz="1300">
                <a:solidFill>
                  <a:schemeClr val="tx1"/>
                </a:solidFill>
                <a:latin typeface="Nexa Light" pitchFamily="50" charset="0"/>
                <a:ea typeface="微软雅黑" panose="020b0503020204020204" pitchFamily="34" charset="-122"/>
              </a:defRPr>
            </a:lvl4pPr>
            <a:lvl5pPr marL="2057400" indent="-228600">
              <a:defRPr sz="1300">
                <a:solidFill>
                  <a:schemeClr val="tx1"/>
                </a:solidFill>
                <a:latin typeface="Nexa Light" pitchFamily="50" charset="0"/>
                <a:ea typeface="微软雅黑" panose="020b0503020204020204" pitchFamily="34" charset="-122"/>
              </a:defRPr>
            </a:lvl5pPr>
            <a:lvl6pPr marL="25146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6pPr>
            <a:lvl7pPr marL="29718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7pPr>
            <a:lvl8pPr marL="34290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8pPr>
            <a:lvl9pPr marL="38862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9pPr>
          </a:lstStyle>
          <a:p>
            <a:pPr marL="0" marR="0" lvl="0" indent="0" algn="r" defTabSz="684213" rtl="0" eaLnBrk="1" fontAlgn="base" latinLnBrk="0" hangingPunct="1">
              <a:lnSpc>
                <a:spcPct val="100000"/>
              </a:lnSpc>
              <a:spcBef>
                <a:spcPct val="0"/>
              </a:spcBef>
              <a:spcAft>
                <a:spcPct val="0"/>
              </a:spcAft>
              <a:buClrTx/>
              <a:buSzTx/>
              <a:buFontTx/>
              <a:buNone/>
              <a:defRPr/>
            </a:pPr>
            <a:fld id="{F4D940CB-7070-4D54-9632-592ADC1004EC}" type="slidenum">
              <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684213" rtl="0" eaLnBrk="1" fontAlgn="base" latinLnBrk="0" hangingPunct="1">
                <a:lnSpc>
                  <a:spcPct val="100000"/>
                </a:lnSpc>
                <a:spcBef>
                  <a:spcPct val="0"/>
                </a:spcBef>
                <a:spcAft>
                  <a:spcPct val="0"/>
                </a:spcAft>
                <a:buClrTx/>
                <a:buSzTx/>
                <a:buFontTx/>
                <a:buNone/>
                <a:defRPr/>
              </a:pPr>
              <a:t>6</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040640137"/>
      </p:ext>
    </p:extLst>
  </p:cSld>
  <p:clrMapOvr>
    <a:masterClrMapping/>
  </p:clrMapOvr>
</p:notes>
</file>

<file path=ppt/notesSlides/notesSlide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p:grpSpPr>
      <p:sp>
        <p:nvSpPr>
          <p:cNvPr id="10241" name="幻灯片图像占位符 1"/>
          <p:cNvSpPr>
            <a:spLocks noGrp="1" noRot="1" noChangeAspect="1"/>
          </p:cNvSpPr>
          <p:nvPr>
            <p:ph type="sldImg"/>
          </p:nvPr>
        </p:nvSpPr>
        <p:spPr/>
      </p:sp>
      <p:sp>
        <p:nvSpPr>
          <p:cNvPr id="10242" name="备注占位符 2"/>
          <p:cNvSpPr>
            <a:spLocks noGrp="1"/>
          </p:cNvSpPr>
          <p:nvPr>
            <p:ph type="body" idx="1"/>
          </p:nvPr>
        </p:nvSpPr>
        <p:spPr/>
        <p:txBody>
          <a:bodyPr lIns="91440" tIns="45720" rIns="91440" bIns="45720" anchor="t"/>
          <a:lstStyle/>
          <a:p>
            <a:pPr lvl="0"/>
            <a:endParaRPr lang="zh-CN" altLang="en-US"/>
          </a:p>
        </p:txBody>
      </p:sp>
      <p:sp>
        <p:nvSpPr>
          <p:cNvPr id="10243" name="灯片编号占位符 3"/>
          <p:cNvSpPr>
            <a:spLocks noGrp="1"/>
          </p:cNvSpPr>
          <p:nvPr>
            <p:ph type="sldNum" sz="quarter" idx="10"/>
          </p:nvPr>
        </p:nvSpPr>
        <p:spPr>
          <a:xfrm>
            <a:off x="4024313" y="9720263"/>
            <a:ext cx="3078162" cy="514350"/>
          </a:xfrm>
          <a:prstGeom prst="rect">
            <a:avLst/>
          </a:prstGeom>
          <a:noFill/>
          <a:ln w="9525">
            <a:noFill/>
          </a:ln>
        </p:spPr>
        <p:txBody>
          <a:bodyPr lIns="91440" tIns="45720" rIns="91440" bIns="45720" anchor="b"/>
          <a:lstStyle/>
          <a:p>
            <a:pPr lvl="0" algn="r"/>
            <a:fld id="{9A0DB2DC-4C9A-4742-B13C-FB6460FD3503}" type="slidenum">
              <a:rPr lang="zh-CN" altLang="en-US" sz="1200"/>
              <a:t>7</a:t>
            </a:fld>
          </a:p>
        </p:txBody>
      </p:sp>
    </p:spTree>
    <p:extLst>
      <p:ext uri="{BB962C8B-B14F-4D97-AF65-F5344CB8AC3E}">
        <p14:creationId xmlns:p14="http://schemas.microsoft.com/office/powerpoint/2010/main" val="4101334116"/>
      </p:ext>
    </p:extLst>
  </p:cSld>
  <p:clrMapOvr>
    <a:masterClrMapping/>
  </p:clrMapOvr>
</p:notes>
</file>

<file path=ppt/notesSlides/notesSlide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AB2A0F9D-3357-4A94-85C8-3B842B870DC6}" type="slidenum">
              <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ct val="0"/>
                </a:spcBef>
                <a:spcAft>
                  <a:spcPct val="0"/>
                </a:spcAft>
                <a:buClrTx/>
                <a:buSzTx/>
                <a:buFontTx/>
                <a:buNone/>
                <a:defRPr/>
              </a:pPr>
              <a:t>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67827030"/>
      </p:ext>
    </p:extLst>
  </p:cSld>
  <p:clrMapOvr>
    <a:masterClrMapping/>
  </p:clrMapOvr>
</p:notes>
</file>

<file path=ppt/notesSlides/notesSlide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44CAA79-63ED-4D4C-97FF-23192032DF93}" type="slidenum">
              <a:rPr lang="zh-CN" altLang="en-US"/>
              <a:t>10</a:t>
            </a:fld>
            <a:endParaRPr lang="zh-CN" altLang="en-US"/>
          </a:p>
        </p:txBody>
      </p:sp>
    </p:spTree>
    <p:extLst>
      <p:ext uri="{BB962C8B-B14F-4D97-AF65-F5344CB8AC3E}">
        <p14:creationId xmlns:p14="http://schemas.microsoft.com/office/powerpoint/2010/main" val="4057887964"/>
      </p:ext>
    </p:extLst>
  </p:cSld>
  <p:clrMapOvr>
    <a:masterClrMapping/>
  </p:clrMapOvr>
</p:notes>
</file>

<file path=ppt/notesSlides/notesSlide7.xml><?xml version="1.0" encoding="utf-8"?>
<p:notes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p:grpSpPr>
      <p:sp>
        <p:nvSpPr>
          <p:cNvPr id="4505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300">
                <a:solidFill>
                  <a:schemeClr val="tx1"/>
                </a:solidFill>
                <a:latin typeface="Nexa Light" pitchFamily="50" charset="0"/>
                <a:ea typeface="微软雅黑" panose="020b0503020204020204" pitchFamily="34" charset="-122"/>
              </a:defRPr>
            </a:lvl1pPr>
            <a:lvl2pPr marL="742950" indent="-285750">
              <a:defRPr sz="1300">
                <a:solidFill>
                  <a:schemeClr val="tx1"/>
                </a:solidFill>
                <a:latin typeface="Nexa Light" pitchFamily="50" charset="0"/>
                <a:ea typeface="微软雅黑" panose="020b0503020204020204" pitchFamily="34" charset="-122"/>
              </a:defRPr>
            </a:lvl2pPr>
            <a:lvl3pPr marL="1143000" indent="-228600">
              <a:defRPr sz="1300">
                <a:solidFill>
                  <a:schemeClr val="tx1"/>
                </a:solidFill>
                <a:latin typeface="Nexa Light" pitchFamily="50" charset="0"/>
                <a:ea typeface="微软雅黑" panose="020b0503020204020204" pitchFamily="34" charset="-122"/>
              </a:defRPr>
            </a:lvl3pPr>
            <a:lvl4pPr marL="1600200" indent="-228600">
              <a:defRPr sz="1300">
                <a:solidFill>
                  <a:schemeClr val="tx1"/>
                </a:solidFill>
                <a:latin typeface="Nexa Light" pitchFamily="50" charset="0"/>
                <a:ea typeface="微软雅黑" panose="020b0503020204020204" pitchFamily="34" charset="-122"/>
              </a:defRPr>
            </a:lvl4pPr>
            <a:lvl5pPr marL="2057400" indent="-228600">
              <a:defRPr sz="1300">
                <a:solidFill>
                  <a:schemeClr val="tx1"/>
                </a:solidFill>
                <a:latin typeface="Nexa Light" pitchFamily="50" charset="0"/>
                <a:ea typeface="微软雅黑" panose="020b0503020204020204" pitchFamily="34" charset="-122"/>
              </a:defRPr>
            </a:lvl5pPr>
            <a:lvl6pPr marL="25146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6pPr>
            <a:lvl7pPr marL="29718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7pPr>
            <a:lvl8pPr marL="34290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8pPr>
            <a:lvl9pPr marL="38862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9pPr>
          </a:lstStyle>
          <a:p>
            <a:pPr marL="0" marR="0" lvl="0" indent="0" algn="r" defTabSz="684213" rtl="0" eaLnBrk="1" fontAlgn="base" latinLnBrk="0" hangingPunct="1">
              <a:lnSpc>
                <a:spcPct val="100000"/>
              </a:lnSpc>
              <a:spcBef>
                <a:spcPct val="0"/>
              </a:spcBef>
              <a:spcAft>
                <a:spcPct val="0"/>
              </a:spcAft>
              <a:buClrTx/>
              <a:buSzTx/>
              <a:buFontTx/>
              <a:buNone/>
              <a:defRPr/>
            </a:pPr>
            <a:fld id="{49041ED1-3532-45E4-8B44-3BD3EAE72EC3}" type="slidenum">
              <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684213" rtl="0" eaLnBrk="1" fontAlgn="base" latinLnBrk="0" hangingPunct="1">
                <a:lnSpc>
                  <a:spcPct val="100000"/>
                </a:lnSpc>
                <a:spcBef>
                  <a:spcPct val="0"/>
                </a:spcBef>
                <a:spcAft>
                  <a:spcPct val="0"/>
                </a:spcAft>
                <a:buClrTx/>
                <a:buSzTx/>
                <a:buFontTx/>
                <a:buNone/>
                <a:defRPr/>
              </a:pPr>
              <a:t>11</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808755803"/>
      </p:ext>
    </p:extLst>
  </p:cSld>
  <p:clrMapOvr>
    <a:masterClrMapping/>
  </p:clrMapOvr>
</p:notes>
</file>

<file path=ppt/notesSlides/notesSlide8.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53DB7F-D4F4-4AE4-B28C-F74E3E8373DA}" type="slidenum">
              <a:rPr lang="zh-CN" altLang="en-US"/>
              <a:t>12</a:t>
            </a:fld>
            <a:endParaRPr lang="zh-CN" altLang="en-US"/>
          </a:p>
        </p:txBody>
      </p:sp>
    </p:spTree>
    <p:extLst>
      <p:ext uri="{BB962C8B-B14F-4D97-AF65-F5344CB8AC3E}">
        <p14:creationId xmlns:p14="http://schemas.microsoft.com/office/powerpoint/2010/main" val="853735944"/>
      </p:ext>
    </p:extLst>
  </p:cSld>
  <p:clrMapOvr>
    <a:masterClrMapping/>
  </p:clrMapOvr>
</p:notes>
</file>

<file path=ppt/notesSlides/notesSlide9.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AB2A0F9D-3357-4A94-85C8-3B842B870DC6}" type="slidenum">
              <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ct val="0"/>
                </a:spcBef>
                <a:spcAft>
                  <a:spcPct val="0"/>
                </a:spcAft>
                <a:buClrTx/>
                <a:buSzTx/>
                <a:buFontTx/>
                <a:buNone/>
                <a:defRPr/>
              </a:pPr>
              <a:t>14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84439929"/>
      </p:ext>
    </p:extLst>
  </p:cSld>
  <p:clrMapOvr>
    <a:masterClrMapping/>
  </p:clrMapOvr>
</p:notes>
</file>

<file path=ppt/notesSlides/notesSlide10.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44CAA79-63ED-4D4C-97FF-23192032DF93}" type="slidenum">
              <a:rPr lang="zh-CN" altLang="en-US"/>
              <a:t>15</a:t>
            </a:fld>
            <a:endParaRPr lang="zh-CN" altLang="en-US"/>
          </a:p>
        </p:txBody>
      </p:sp>
    </p:spTree>
    <p:extLst>
      <p:ext uri="{BB962C8B-B14F-4D97-AF65-F5344CB8AC3E}">
        <p14:creationId xmlns:p14="http://schemas.microsoft.com/office/powerpoint/2010/main" val="3145776184"/>
      </p:ext>
    </p:extLst>
  </p:cSld>
  <p:clrMapOvr>
    <a:masterClrMapping/>
  </p:clrMapOvr>
</p:notes>
</file>

<file path=ppt/notesSlides/notesSlide1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AB2A0F9D-3357-4A94-85C8-3B842B870DC6}" type="slidenum">
              <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ct val="0"/>
                </a:spcBef>
                <a:spcAft>
                  <a:spcPct val="0"/>
                </a:spcAft>
                <a:buClrTx/>
                <a:buSzTx/>
                <a:buFontTx/>
                <a:buNone/>
                <a:defRPr/>
              </a:pPr>
              <a:t>16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00586324"/>
      </p:ext>
    </p:extLst>
  </p:cSld>
  <p:clrMapOvr>
    <a:masterClrMapping/>
  </p:clrMapOvr>
</p:notes>
</file>

<file path=ppt/notesSlides/notesSlide1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44CAA79-63ED-4D4C-97FF-23192032DF93}" type="slidenum">
              <a:rPr lang="zh-CN" altLang="en-US"/>
              <a:t>17</a:t>
            </a:fld>
            <a:endParaRPr lang="zh-CN" altLang="en-US"/>
          </a:p>
        </p:txBody>
      </p:sp>
    </p:spTree>
    <p:extLst>
      <p:ext uri="{BB962C8B-B14F-4D97-AF65-F5344CB8AC3E}">
        <p14:creationId xmlns:p14="http://schemas.microsoft.com/office/powerpoint/2010/main" val="665435581"/>
      </p:ext>
    </p:extLst>
  </p:cSld>
  <p:clrMapOvr>
    <a:masterClrMapping/>
  </p:clrMapOvr>
</p:notes>
</file>

<file path=ppt/notesSlides/notesSlide13.xml><?xml version="1.0" encoding="utf-8"?>
<p:notes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p:grpSpPr>
      <p:sp>
        <p:nvSpPr>
          <p:cNvPr id="5427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42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542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300">
                <a:solidFill>
                  <a:schemeClr val="tx1"/>
                </a:solidFill>
                <a:latin typeface="Nexa Light" pitchFamily="50" charset="0"/>
                <a:ea typeface="微软雅黑" panose="020b0503020204020204" pitchFamily="34" charset="-122"/>
              </a:defRPr>
            </a:lvl1pPr>
            <a:lvl2pPr marL="742950" indent="-285750">
              <a:defRPr sz="1300">
                <a:solidFill>
                  <a:schemeClr val="tx1"/>
                </a:solidFill>
                <a:latin typeface="Nexa Light" pitchFamily="50" charset="0"/>
                <a:ea typeface="微软雅黑" panose="020b0503020204020204" pitchFamily="34" charset="-122"/>
              </a:defRPr>
            </a:lvl2pPr>
            <a:lvl3pPr marL="1143000" indent="-228600">
              <a:defRPr sz="1300">
                <a:solidFill>
                  <a:schemeClr val="tx1"/>
                </a:solidFill>
                <a:latin typeface="Nexa Light" pitchFamily="50" charset="0"/>
                <a:ea typeface="微软雅黑" panose="020b0503020204020204" pitchFamily="34" charset="-122"/>
              </a:defRPr>
            </a:lvl3pPr>
            <a:lvl4pPr marL="1600200" indent="-228600">
              <a:defRPr sz="1300">
                <a:solidFill>
                  <a:schemeClr val="tx1"/>
                </a:solidFill>
                <a:latin typeface="Nexa Light" pitchFamily="50" charset="0"/>
                <a:ea typeface="微软雅黑" panose="020b0503020204020204" pitchFamily="34" charset="-122"/>
              </a:defRPr>
            </a:lvl4pPr>
            <a:lvl5pPr marL="2057400" indent="-228600">
              <a:defRPr sz="1300">
                <a:solidFill>
                  <a:schemeClr val="tx1"/>
                </a:solidFill>
                <a:latin typeface="Nexa Light" pitchFamily="50" charset="0"/>
                <a:ea typeface="微软雅黑" panose="020b0503020204020204" pitchFamily="34" charset="-122"/>
              </a:defRPr>
            </a:lvl5pPr>
            <a:lvl6pPr marL="25146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6pPr>
            <a:lvl7pPr marL="29718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7pPr>
            <a:lvl8pPr marL="34290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8pPr>
            <a:lvl9pPr marL="38862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9pPr>
          </a:lstStyle>
          <a:p>
            <a:pPr marL="0" marR="0" lvl="0" indent="0" algn="r" defTabSz="684213" rtl="0" eaLnBrk="1" fontAlgn="base" latinLnBrk="0" hangingPunct="1">
              <a:lnSpc>
                <a:spcPct val="100000"/>
              </a:lnSpc>
              <a:spcBef>
                <a:spcPct val="0"/>
              </a:spcBef>
              <a:spcAft>
                <a:spcPct val="0"/>
              </a:spcAft>
              <a:buClrTx/>
              <a:buSzTx/>
              <a:buFontTx/>
              <a:buNone/>
              <a:defRPr/>
            </a:pPr>
            <a:fld id="{D4FCBDA2-7677-47B2-A5C9-575E05C10C82}" type="slidenum">
              <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684213" rtl="0" eaLnBrk="1" fontAlgn="base" latinLnBrk="0" hangingPunct="1">
                <a:lnSpc>
                  <a:spcPct val="100000"/>
                </a:lnSpc>
                <a:spcBef>
                  <a:spcPct val="0"/>
                </a:spcBef>
                <a:spcAft>
                  <a:spcPct val="0"/>
                </a:spcAft>
                <a:buClrTx/>
                <a:buSzTx/>
                <a:buFontTx/>
                <a:buNone/>
                <a:defRPr/>
              </a:pPr>
              <a:t>19</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074527918"/>
      </p:ext>
    </p:extLst>
  </p:cSld>
  <p:clrMapOvr>
    <a:masterClrMapping/>
  </p:clrMapOvr>
</p:notes>
</file>

<file path=ppt/notesSlides/notesSlide1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1E8F154-D10B-4217-8098-E9B94BCC3F26}" type="slidenum">
              <a:rPr lang="zh-CN" altLang="en-US"/>
              <a:t>20</a:t>
            </a:fld>
            <a:endParaRPr lang="zh-CN" altLang="en-US"/>
          </a:p>
        </p:txBody>
      </p:sp>
    </p:spTree>
    <p:extLst>
      <p:ext uri="{BB962C8B-B14F-4D97-AF65-F5344CB8AC3E}">
        <p14:creationId xmlns:p14="http://schemas.microsoft.com/office/powerpoint/2010/main" val="3049163272"/>
      </p:ext>
    </p:extLst>
  </p:cSld>
  <p:clrMapOvr>
    <a:masterClrMapping/>
  </p:clrMapOvr>
</p:notes>
</file>

<file path=ppt/notesSlides/notesSlide15.xml><?xml version="1.0" encoding="utf-8"?>
<p:notes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xfrm>
      </p:grpSpPr>
      <p:sp>
        <p:nvSpPr>
          <p:cNvPr id="37890" name="幻灯片图像占位符 1"/>
          <p:cNvSpPr>
            <a:spLocks noGrp="1" noRot="1" noChangeAspect="1" noTextEdit="1"/>
          </p:cNvSpPr>
          <p:nvPr>
            <p:ph type="sldImg"/>
          </p:nvPr>
        </p:nvSpPr>
        <p:spPr>
          <a:xfrm>
            <a:off x="684213" y="1141413"/>
            <a:ext cx="5486400" cy="3086100"/>
          </a:xfrm>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noChangeArrowheads="1"/>
          </p:cNvSpPr>
          <p:nvPr>
            <p:ph type="body" idx="1"/>
          </p:nvPr>
        </p:nvSpPr>
        <p:spPr>
          <a:xfrm>
            <a:off x="684213" y="4398963"/>
            <a:ext cx="5486400" cy="3600450"/>
          </a:xfrm>
          <a:noFill/>
          <a:extLst>
            <a:ext uri="{909E8E84-426E-40DD-AFC4-6F175D3DCCD1}">
              <a14:hiddenFill xmlns:a14="http://schemas.microsoft.com/office/drawing/2010/main">
                <a:solidFill>
                  <a:srgbClr val="FFFFFF"/>
                </a:solidFill>
              </a14:hiddenFill>
            </a:ext>
          </a:extLst>
        </p:spPr>
        <p:txBody>
          <a:bodyPr/>
          <a:lstStyle/>
          <a:p>
            <a:pPr eaLnBrk="1" hangingPunct="1">
              <a:spcBef>
                <a:spcPct val="0"/>
              </a:spcBef>
            </a:pPr>
            <a:endParaRPr lang="zh-CN" altLang="en-US"/>
          </a:p>
        </p:txBody>
      </p:sp>
      <p:sp>
        <p:nvSpPr>
          <p:cNvPr id="37892" name="灯片编号占位符 3"/>
          <p:cNvSpPr txBox="1">
            <a:spLocks noGrp="1" noChangeArrowheads="1"/>
          </p:cNvSpPr>
          <p:nvPr/>
        </p:nvSpPr>
        <p:spPr bwMode="auto">
          <a:xfrm>
            <a:off x="3883025" y="8683625"/>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1" hangingPunct="1">
              <a:lnSpc>
                <a:spcPct val="100000"/>
              </a:lnSpc>
              <a:spcBef>
                <a:spcPct val="0"/>
              </a:spcBef>
              <a:spcAft>
                <a:spcPct val="0"/>
              </a:spcAft>
              <a:buClrTx/>
              <a:buSzTx/>
              <a:buFontTx/>
              <a:buNone/>
              <a:defRPr/>
            </a:pPr>
            <a:fld id="{F072CDB6-E1FA-46ED-B4B9-DDF96359B0CB}" type="slidenum">
              <a:rPr kumimoji="0" lang="zh-CN" altLang="en-US" sz="12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1" hangingPunct="1">
                <a:lnSpc>
                  <a:spcPct val="100000"/>
                </a:lnSpc>
                <a:spcBef>
                  <a:spcPct val="0"/>
                </a:spcBef>
                <a:spcAft>
                  <a:spcPct val="0"/>
                </a:spcAft>
                <a:buClrTx/>
                <a:buSzTx/>
                <a:buFontTx/>
                <a:buNone/>
                <a:defRPr/>
              </a:pPr>
              <a:t>21</a:t>
            </a:fld>
            <a:endParaRPr kumimoji="0" lang="zh-CN" altLang="en-US" sz="12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442638703"/>
      </p:ext>
    </p:extLst>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307BE5F-40B3-4EA7-8AD7-8D1ABAFCB6B6}" type="slidenum">
              <a:rPr lang="zh-CN" altLang="en-US"/>
              <a:t>22</a:t>
            </a:fld>
            <a:endParaRPr lang="zh-CN" altLang="en-US"/>
          </a:p>
        </p:txBody>
      </p:sp>
    </p:spTree>
    <p:extLst>
      <p:ext uri="{BB962C8B-B14F-4D97-AF65-F5344CB8AC3E}">
        <p14:creationId xmlns:p14="http://schemas.microsoft.com/office/powerpoint/2010/main" val="3273850391"/>
      </p:ext>
    </p:extLst>
  </p:cSld>
  <p:clrMapOvr>
    <a:masterClrMapping/>
  </p:clrMapOvr>
</p:notes>
</file>

<file path=ppt/notesSlides/notesSlide17.xml><?xml version="1.0" encoding="utf-8"?>
<p:notes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xfrm>
      </p:grpSpPr>
      <p:sp>
        <p:nvSpPr>
          <p:cNvPr id="33794" name="幻灯片图像占位符 1"/>
          <p:cNvSpPr>
            <a:spLocks noGrp="1" noRot="1" noChangeAspect="1" noTextEdit="1"/>
          </p:cNvSpPr>
          <p:nvPr>
            <p:ph type="sldImg"/>
          </p:nvPr>
        </p:nvSpPr>
        <p:spPr>
          <a:xfrm>
            <a:off x="684213" y="1141413"/>
            <a:ext cx="5486400" cy="3086100"/>
          </a:xfrm>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3795" name="备注占位符 2"/>
          <p:cNvSpPr>
            <a:spLocks noGrp="1" noChangeArrowheads="1"/>
          </p:cNvSpPr>
          <p:nvPr>
            <p:ph type="body" idx="1"/>
          </p:nvPr>
        </p:nvSpPr>
        <p:spPr>
          <a:xfrm>
            <a:off x="684213" y="4398963"/>
            <a:ext cx="5486400" cy="3600450"/>
          </a:xfrm>
          <a:noFill/>
          <a:extLst>
            <a:ext uri="{909E8E84-426E-40DD-AFC4-6F175D3DCCD1}">
              <a14:hiddenFill xmlns:a14="http://schemas.microsoft.com/office/drawing/2010/main">
                <a:solidFill>
                  <a:srgbClr val="FFFFFF"/>
                </a:solidFill>
              </a14:hiddenFill>
            </a:ext>
          </a:extLst>
        </p:spPr>
        <p:txBody>
          <a:bodyPr/>
          <a:lstStyle/>
          <a:p>
            <a:pPr eaLnBrk="1" hangingPunct="1">
              <a:spcBef>
                <a:spcPct val="0"/>
              </a:spcBef>
            </a:pPr>
            <a:endParaRPr lang="en-US" altLang="zh-CN"/>
          </a:p>
        </p:txBody>
      </p:sp>
      <p:sp>
        <p:nvSpPr>
          <p:cNvPr id="33796" name="灯片编号占位符 3"/>
          <p:cNvSpPr txBox="1">
            <a:spLocks noGrp="1" noChangeArrowheads="1"/>
          </p:cNvSpPr>
          <p:nvPr/>
        </p:nvSpPr>
        <p:spPr bwMode="auto">
          <a:xfrm>
            <a:off x="3883025" y="8683625"/>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1" hangingPunct="1">
              <a:lnSpc>
                <a:spcPct val="100000"/>
              </a:lnSpc>
              <a:spcBef>
                <a:spcPct val="0"/>
              </a:spcBef>
              <a:spcAft>
                <a:spcPct val="0"/>
              </a:spcAft>
              <a:buClrTx/>
              <a:buSzTx/>
              <a:buFontTx/>
              <a:buNone/>
              <a:defRPr/>
            </a:pPr>
            <a:fld id="{D8A88CB0-5585-4DC3-AF7B-F8B607B001A8}" type="slidenum">
              <a:rPr kumimoji="0" lang="zh-CN" altLang="en-US" sz="12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1" hangingPunct="1">
                <a:lnSpc>
                  <a:spcPct val="100000"/>
                </a:lnSpc>
                <a:spcBef>
                  <a:spcPct val="0"/>
                </a:spcBef>
                <a:spcAft>
                  <a:spcPct val="0"/>
                </a:spcAft>
                <a:buClrTx/>
                <a:buSzTx/>
                <a:buFontTx/>
                <a:buNone/>
                <a:defRPr/>
              </a:pPr>
              <a:t>23</a:t>
            </a:fld>
            <a:endParaRPr kumimoji="0" lang="zh-CN" altLang="en-US" sz="12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044020392"/>
      </p:ext>
    </p:extLst>
  </p:cSld>
  <p:clrMapOvr>
    <a:overrideClrMapping bg1="lt1" tx1="dk1" bg2="lt2" tx2="dk2" accent1="accent1" accent2="accent2" accent3="accent3" accent4="accent4" accent5="accent5" accent6="accent6" hlink="hlink" folHlink="folHlink"/>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a970c458b9490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efa6d504e7409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cdcb2f99f124bb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9785b0540704ed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77c5878ed34bb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7ace64e6df7427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94b3f9d394b479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bdb7a9800e345e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2f0ff06b8d54ed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b15738646e8493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fa198d0ab7c41f0"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c66eb99606054eec"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94f9125d82dd4e78"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b7a65649bf424788"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b06a6402f792459f" /></Relationships>
</file>

<file path=ppt/slideLayouts/_rels/slideLayout16.xml.rels>&#65279;<?xml version="1.0" encoding="utf-8"?><Relationships xmlns="http://schemas.openxmlformats.org/package/2006/relationships"><Relationship Type="http://schemas.openxmlformats.org/officeDocument/2006/relationships/hyperlink" Target="http://www.1ppt.com/moban/" TargetMode="External" Id="Rdacad261b4fc46a2975bf24c13ad8432" /><Relationship Type="http://schemas.openxmlformats.org/officeDocument/2006/relationships/slideMaster" Target="/ppt/slideMasters/slideMaster1.xml" Id="Re8d6330cf8414e9d"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4bfdb8a17afe4aa5"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7a0b815db6f44af3"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a9bb1f248a45491c" /></Relationships>
</file>

<file path=ppt/slideLayouts/slideLayout1.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itle" preserve="1">
  <p:cSld name="标题幻灯片">
    <p:spTree>
      <p:nvGrpSpPr>
        <p:cNvPr id="1" name=""/>
        <p:cNvGrpSpPr/>
        <p:nvPr/>
      </p:nvGrpSpPr>
      <p:grpSpPr>
        <a:xfrm>
          <a:off x="0" y="0"/>
          <a: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7765DF65-A773-430D-AA85-C870612474D7}" type="datetimeFigureOut">
              <a:rPr lang="zh-CN" altLang="en-US"/>
              <a:t>2022-06-10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32F95-20DE-4401-AFEB-6429631221BF}" type="slidenum">
              <a:rPr lang="zh-CN" altLang="en-US"/>
              <a:t>‹#›</a:t>
            </a:fld>
            <a:endParaRPr lang="zh-CN" altLang="en-US"/>
          </a:p>
        </p:txBody>
      </p:sp>
    </p:spTree>
    <p:extLst>
      <p:ext uri="{BB962C8B-B14F-4D97-AF65-F5344CB8AC3E}">
        <p14:creationId xmlns:p14="http://schemas.microsoft.com/office/powerpoint/2010/main" val="1493834796"/>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Layouts/slideLayout2.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picTx" preserve="1">
  <p:cSld name="图片与标题">
    <p:spTree>
      <p:nvGrpSpPr>
        <p:cNvPr id="1" name=""/>
        <p:cNvGrpSpPr/>
        <p:nvPr/>
      </p:nvGrpSpPr>
      <p:grpSpPr>
        <a:xfrm>
          <a:off x="0" y="0"/>
          <a: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7765DF65-A773-430D-AA85-C870612474D7}" type="datetimeFigureOut">
              <a:rPr lang="zh-CN" altLang="en-US"/>
              <a:t>2022-06-10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4D32F95-20DE-4401-AFEB-6429631221BF}" type="slidenum">
              <a:rPr lang="zh-CN" altLang="en-US"/>
              <a:t>‹#›</a:t>
            </a:fld>
            <a:endParaRPr lang="zh-CN" altLang="en-US"/>
          </a:p>
        </p:txBody>
      </p:sp>
    </p:spTree>
    <p:extLst>
      <p:ext uri="{BB962C8B-B14F-4D97-AF65-F5344CB8AC3E}">
        <p14:creationId xmlns:p14="http://schemas.microsoft.com/office/powerpoint/2010/main" val="975923152"/>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Layouts/slideLayout3.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vertTx" preserve="1">
  <p:cSld name="标题和竖排文字">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a:p>
        </p:txBody>
      </p:sp>
      <p:sp>
        <p:nvSpPr>
          <p:cNvPr id="4" name="日期占位符 3"/>
          <p:cNvSpPr>
            <a:spLocks noGrp="1"/>
          </p:cNvSpPr>
          <p:nvPr>
            <p:ph type="dt" sz="half" idx="10"/>
          </p:nvPr>
        </p:nvSpPr>
        <p:spPr/>
        <p:txBody>
          <a:bodyPr/>
          <a:lstStyle/>
          <a:p>
            <a:fld id="{7765DF65-A773-430D-AA85-C870612474D7}" type="datetimeFigureOut">
              <a:rPr lang="zh-CN" altLang="en-US"/>
              <a:t>2022-06-10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32F95-20DE-4401-AFEB-6429631221BF}" type="slidenum">
              <a:rPr lang="zh-CN" altLang="en-US"/>
              <a:t>‹#›</a:t>
            </a:fld>
            <a:endParaRPr lang="zh-CN" altLang="en-US"/>
          </a:p>
        </p:txBody>
      </p:sp>
    </p:spTree>
    <p:extLst>
      <p:ext uri="{BB962C8B-B14F-4D97-AF65-F5344CB8AC3E}">
        <p14:creationId xmlns:p14="http://schemas.microsoft.com/office/powerpoint/2010/main" val="2576639543"/>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Layouts/slideLayout4.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vertTitleAndTx" preserve="1">
  <p:cSld name="竖排标题与文本">
    <p:spTree>
      <p:nvGrpSpPr>
        <p:cNvPr id="1" name=""/>
        <p:cNvGrpSpPr/>
        <p:nvPr/>
      </p:nvGrpSpPr>
      <p:grpSpPr>
        <a:xfrm>
          <a:off x="0" y="0"/>
          <a: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a:p>
        </p:txBody>
      </p:sp>
      <p:sp>
        <p:nvSpPr>
          <p:cNvPr id="4" name="日期占位符 3"/>
          <p:cNvSpPr>
            <a:spLocks noGrp="1"/>
          </p:cNvSpPr>
          <p:nvPr>
            <p:ph type="dt" sz="half" idx="10"/>
          </p:nvPr>
        </p:nvSpPr>
        <p:spPr/>
        <p:txBody>
          <a:bodyPr/>
          <a:lstStyle/>
          <a:p>
            <a:fld id="{7765DF65-A773-430D-AA85-C870612474D7}" type="datetimeFigureOut">
              <a:rPr lang="zh-CN" altLang="en-US"/>
              <a:t>2022-06-10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32F95-20DE-4401-AFEB-6429631221BF}" type="slidenum">
              <a:rPr lang="zh-CN" altLang="en-US"/>
              <a:t>‹#›</a:t>
            </a:fld>
            <a:endParaRPr lang="zh-CN" altLang="en-US"/>
          </a:p>
        </p:txBody>
      </p:sp>
    </p:spTree>
    <p:extLst>
      <p:ext uri="{BB962C8B-B14F-4D97-AF65-F5344CB8AC3E}">
        <p14:creationId xmlns:p14="http://schemas.microsoft.com/office/powerpoint/2010/main" val="4042075849"/>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Layouts/slideLayout5.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userDrawn="1">
  <p:cSld name="3_节标题">
    <p:spTree>
      <p:nvGrpSpPr>
        <p:cNvPr id="1" name=""/>
        <p:cNvGrpSpPr/>
        <p:nvPr/>
      </p:nvGrpSpPr>
      <p:grpSpPr>
        <a:xfrm>
          <a:off x="0" y="0"/>
          <a:ext cx="0" cy="0"/>
        </a:xfrm>
      </p:grpSpPr>
    </p:spTree>
    <p:extLst>
      <p:ext uri="{BB962C8B-B14F-4D97-AF65-F5344CB8AC3E}">
        <p14:creationId xmlns:p14="http://schemas.microsoft.com/office/powerpoint/2010/main" val="1197686309"/>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Layouts/slideLayout6.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userDrawn="1">
  <p:cSld name="1_标题幻灯片">
    <p:spTree>
      <p:nvGrpSpPr>
        <p:cNvPr id="1" name=""/>
        <p:cNvGrpSpPr/>
        <p:nvPr/>
      </p:nvGrpSpPr>
      <p:grpSpPr>
        <a:xfrm>
          <a:off x="0" y="0"/>
          <a:ext cx="0" cy="0"/>
        </a:xfrm>
      </p:grpSpPr>
    </p:spTree>
    <p:extLst>
      <p:ext uri="{BB962C8B-B14F-4D97-AF65-F5344CB8AC3E}">
        <p14:creationId xmlns:p14="http://schemas.microsoft.com/office/powerpoint/2010/main" val="1754637591"/>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Layouts/slideLayout7.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userDrawn="1">
  <p:cSld name="4_自定义版式">
    <p:spTree>
      <p:nvGrpSpPr>
        <p:cNvPr id="1" name=""/>
        <p:cNvGrpSpPr/>
        <p:nvPr/>
      </p:nvGrpSpPr>
      <p:grpSpPr>
        <a:xfrm>
          <a:off x="0" y="0"/>
          <a:ext cx="0" cy="0"/>
        </a:xfrm>
      </p:grpSpPr>
      <p:sp>
        <p:nvSpPr>
          <p:cNvPr id="7" name="图片占位符 6"/>
          <p:cNvSpPr>
            <a:spLocks noGrp="1"/>
          </p:cNvSpPr>
          <p:nvPr>
            <p:ph type="pic" sz="quarter" idx="10"/>
          </p:nvPr>
        </p:nvSpPr>
        <p:spPr>
          <a:xfrm>
            <a:off x="4407512" y="2425700"/>
            <a:ext cx="3352188" cy="1917700"/>
          </a:xfrm>
          <a:custGeom>
            <a:gdLst>
              <a:gd name="connsiteX0" fmla="*/ 0 w 3352188"/>
              <a:gd name="connsiteY0" fmla="*/ 0 h 1917700"/>
              <a:gd name="connsiteX1" fmla="*/ 3352188 w 3352188"/>
              <a:gd name="connsiteY1" fmla="*/ 0 h 1917700"/>
              <a:gd name="connsiteX2" fmla="*/ 3352188 w 3352188"/>
              <a:gd name="connsiteY2" fmla="*/ 1917700 h 1917700"/>
              <a:gd name="connsiteX3" fmla="*/ 0 w 3352188"/>
              <a:gd name="connsiteY3" fmla="*/ 1917700 h 1917700"/>
            </a:gdLst>
            <a:cxnLst>
              <a:cxn ang="0">
                <a:pos x="connsiteX0" y="connsiteY0"/>
              </a:cxn>
              <a:cxn ang="0">
                <a:pos x="connsiteX1" y="connsiteY1"/>
              </a:cxn>
              <a:cxn ang="0">
                <a:pos x="connsiteX2" y="connsiteY2"/>
              </a:cxn>
              <a:cxn ang="0">
                <a:pos x="connsiteX3" y="connsiteY3"/>
              </a:cxn>
            </a:cxnLst>
            <a:rect l="l" t="t" r="r" b="b"/>
            <a:pathLst>
              <a:path w="3352188" h="1917700">
                <a:moveTo>
                  <a:pt x="0" y="0"/>
                </a:moveTo>
                <a:lnTo>
                  <a:pt x="3352188" y="0"/>
                </a:lnTo>
                <a:lnTo>
                  <a:pt x="3352188" y="1917700"/>
                </a:lnTo>
                <a:lnTo>
                  <a:pt x="0" y="1917700"/>
                </a:lnTo>
                <a:close/>
              </a:path>
            </a:pathLst>
          </a:custGeom>
          <a:ln>
            <a:solidFill>
              <a:schemeClr val="tx1"/>
            </a:solidFill>
          </a:ln>
        </p:spPr>
        <p:txBody>
          <a:bodyPr wrap="square">
            <a:noAutofit/>
          </a:bodyPr>
          <a:lstStyle/>
          <a:p>
            <a:endParaRPr lang="zh-CN" altLang="en-US"/>
          </a:p>
        </p:txBody>
      </p:sp>
    </p:spTree>
    <p:extLst>
      <p:ext uri="{BB962C8B-B14F-4D97-AF65-F5344CB8AC3E}">
        <p14:creationId xmlns:p14="http://schemas.microsoft.com/office/powerpoint/2010/main" val="4103795341"/>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Layouts/slideLayout8.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userDrawn="1">
  <p:cSld name="5_自定义版式">
    <p:spTree>
      <p:nvGrpSpPr>
        <p:cNvPr id="1" name=""/>
        <p:cNvGrpSpPr/>
        <p:nvPr/>
      </p:nvGrpSpPr>
      <p:grpSpPr>
        <a:xfrm>
          <a:off x="0" y="0"/>
          <a:ext cx="0" cy="0"/>
        </a:xfrm>
      </p:grpSpPr>
      <p:sp>
        <p:nvSpPr>
          <p:cNvPr id="7" name="图片占位符 6"/>
          <p:cNvSpPr>
            <a:spLocks noGrp="1"/>
          </p:cNvSpPr>
          <p:nvPr>
            <p:ph type="pic" sz="quarter" idx="10"/>
          </p:nvPr>
        </p:nvSpPr>
        <p:spPr>
          <a:xfrm>
            <a:off x="874713" y="1592796"/>
            <a:ext cx="4523842" cy="4523842"/>
          </a:xfrm>
          <a:custGeom>
            <a:gdLst>
              <a:gd name="connsiteX0" fmla="*/ 0 w 4523842"/>
              <a:gd name="connsiteY0" fmla="*/ 0 h 4523842"/>
              <a:gd name="connsiteX1" fmla="*/ 4523842 w 4523842"/>
              <a:gd name="connsiteY1" fmla="*/ 0 h 4523842"/>
              <a:gd name="connsiteX2" fmla="*/ 4523842 w 4523842"/>
              <a:gd name="connsiteY2" fmla="*/ 4523842 h 4523842"/>
              <a:gd name="connsiteX3" fmla="*/ 0 w 4523842"/>
              <a:gd name="connsiteY3" fmla="*/ 4523842 h 4523842"/>
            </a:gdLst>
            <a:cxnLst>
              <a:cxn ang="0">
                <a:pos x="connsiteX0" y="connsiteY0"/>
              </a:cxn>
              <a:cxn ang="0">
                <a:pos x="connsiteX1" y="connsiteY1"/>
              </a:cxn>
              <a:cxn ang="0">
                <a:pos x="connsiteX2" y="connsiteY2"/>
              </a:cxn>
              <a:cxn ang="0">
                <a:pos x="connsiteX3" y="connsiteY3"/>
              </a:cxn>
            </a:cxnLst>
            <a:rect l="l" t="t" r="r" b="b"/>
            <a:pathLst>
              <a:path w="4523842" h="4523842">
                <a:moveTo>
                  <a:pt x="0" y="0"/>
                </a:moveTo>
                <a:lnTo>
                  <a:pt x="4523842" y="0"/>
                </a:lnTo>
                <a:lnTo>
                  <a:pt x="4523842" y="4523842"/>
                </a:lnTo>
                <a:lnTo>
                  <a:pt x="0" y="4523842"/>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810927949"/>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Layouts/slideLayout9.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userDrawn="1">
  <p:cSld name="3_自定义版式">
    <p:spTree>
      <p:nvGrpSpPr>
        <p:cNvPr id="1" name=""/>
        <p:cNvGrpSpPr/>
        <p:nvPr/>
      </p:nvGrpSpPr>
      <p:grpSpPr>
        <a:xfrm>
          <a:off x="0" y="0"/>
          <a:ext cx="0" cy="0"/>
        </a:xfrm>
      </p:grpSpPr>
      <p:sp>
        <p:nvSpPr>
          <p:cNvPr id="7" name="图片占位符 6"/>
          <p:cNvSpPr>
            <a:spLocks noGrp="1"/>
          </p:cNvSpPr>
          <p:nvPr>
            <p:ph type="pic" sz="quarter" idx="10"/>
          </p:nvPr>
        </p:nvSpPr>
        <p:spPr>
          <a:xfrm>
            <a:off x="2114768" y="2366759"/>
            <a:ext cx="2845204" cy="2845206"/>
          </a:xfrm>
          <a:custGeom>
            <a:gdLst>
              <a:gd name="connsiteX0" fmla="*/ 1422602 w 2845204"/>
              <a:gd name="connsiteY0" fmla="*/ 0 h 2845206"/>
              <a:gd name="connsiteX1" fmla="*/ 2845204 w 2845204"/>
              <a:gd name="connsiteY1" fmla="*/ 1422603 h 2845206"/>
              <a:gd name="connsiteX2" fmla="*/ 1422602 w 2845204"/>
              <a:gd name="connsiteY2" fmla="*/ 2845206 h 2845206"/>
              <a:gd name="connsiteX3" fmla="*/ 0 w 2845204"/>
              <a:gd name="connsiteY3" fmla="*/ 1422603 h 2845206"/>
              <a:gd name="connsiteX4" fmla="*/ 1422602 w 2845204"/>
              <a:gd name="connsiteY4" fmla="*/ 0 h 2845206"/>
            </a:gdLst>
            <a:cxnLst>
              <a:cxn ang="0">
                <a:pos x="connsiteX0" y="connsiteY0"/>
              </a:cxn>
              <a:cxn ang="0">
                <a:pos x="connsiteX1" y="connsiteY1"/>
              </a:cxn>
              <a:cxn ang="0">
                <a:pos x="connsiteX2" y="connsiteY2"/>
              </a:cxn>
              <a:cxn ang="0">
                <a:pos x="connsiteX3" y="connsiteY3"/>
              </a:cxn>
              <a:cxn ang="0">
                <a:pos x="connsiteX4" y="connsiteY4"/>
              </a:cxn>
            </a:cxnLst>
            <a:rect l="l" t="t" r="r" b="b"/>
            <a:pathLst>
              <a:path w="2845204" h="2845206">
                <a:moveTo>
                  <a:pt x="1422602" y="0"/>
                </a:moveTo>
                <a:cubicBezTo>
                  <a:pt x="2208283" y="0"/>
                  <a:pt x="2845204" y="636921"/>
                  <a:pt x="2845204" y="1422603"/>
                </a:cubicBezTo>
                <a:cubicBezTo>
                  <a:pt x="2845204" y="2208285"/>
                  <a:pt x="2208283" y="2845206"/>
                  <a:pt x="1422602" y="2845206"/>
                </a:cubicBezTo>
                <a:cubicBezTo>
                  <a:pt x="636921" y="2845206"/>
                  <a:pt x="0" y="2208285"/>
                  <a:pt x="0" y="1422603"/>
                </a:cubicBezTo>
                <a:cubicBezTo>
                  <a:pt x="0" y="636921"/>
                  <a:pt x="636921" y="0"/>
                  <a:pt x="1422602" y="0"/>
                </a:cubicBezTo>
                <a:close/>
              </a:path>
            </a:pathLst>
          </a:custGeom>
        </p:spPr>
        <p:txBody>
          <a:bodyPr wrap="square">
            <a:noAutofit/>
          </a:bodyPr>
          <a:lstStyle/>
          <a:p>
            <a:endParaRPr lang="zh-CN" altLang="en-US"/>
          </a:p>
        </p:txBody>
      </p:sp>
    </p:spTree>
    <p:extLst>
      <p:ext uri="{BB962C8B-B14F-4D97-AF65-F5344CB8AC3E}">
        <p14:creationId xmlns:p14="http://schemas.microsoft.com/office/powerpoint/2010/main" val="2360103832"/>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Layouts/slideLayout10.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userDrawn="1">
  <p:cSld name="8_自定义版式">
    <p:spTree>
      <p:nvGrpSpPr>
        <p:cNvPr id="1" name=""/>
        <p:cNvGrpSpPr/>
        <p:nvPr/>
      </p:nvGrpSpPr>
      <p:grpSpPr>
        <a:xfrm>
          <a:off x="0" y="0"/>
          <a:ext cx="0" cy="0"/>
        </a:xfrm>
      </p:grpSpPr>
      <p:sp>
        <p:nvSpPr>
          <p:cNvPr id="8" name="图片占位符 7"/>
          <p:cNvSpPr>
            <a:spLocks noGrp="1"/>
          </p:cNvSpPr>
          <p:nvPr>
            <p:ph type="pic" sz="quarter" idx="10"/>
          </p:nvPr>
        </p:nvSpPr>
        <p:spPr>
          <a:xfrm>
            <a:off x="2874202" y="4186424"/>
            <a:ext cx="1445384" cy="1445383"/>
          </a:xfrm>
          <a:custGeom>
            <a:gdLst>
              <a:gd name="connsiteX0" fmla="*/ 0 w 1445384"/>
              <a:gd name="connsiteY0" fmla="*/ 0 h 1445383"/>
              <a:gd name="connsiteX1" fmla="*/ 1445384 w 1445384"/>
              <a:gd name="connsiteY1" fmla="*/ 0 h 1445383"/>
              <a:gd name="connsiteX2" fmla="*/ 1445384 w 1445384"/>
              <a:gd name="connsiteY2" fmla="*/ 1445383 h 1445383"/>
              <a:gd name="connsiteX3" fmla="*/ 0 w 1445384"/>
              <a:gd name="connsiteY3" fmla="*/ 1445383 h 1445383"/>
            </a:gdLst>
            <a:cxnLst>
              <a:cxn ang="0">
                <a:pos x="connsiteX0" y="connsiteY0"/>
              </a:cxn>
              <a:cxn ang="0">
                <a:pos x="connsiteX1" y="connsiteY1"/>
              </a:cxn>
              <a:cxn ang="0">
                <a:pos x="connsiteX2" y="connsiteY2"/>
              </a:cxn>
              <a:cxn ang="0">
                <a:pos x="connsiteX3" y="connsiteY3"/>
              </a:cxn>
            </a:cxnLst>
            <a:rect l="l" t="t" r="r" b="b"/>
            <a:pathLst>
              <a:path w="1445384" h="1445383">
                <a:moveTo>
                  <a:pt x="0" y="0"/>
                </a:moveTo>
                <a:lnTo>
                  <a:pt x="1445384" y="0"/>
                </a:lnTo>
                <a:lnTo>
                  <a:pt x="1445384" y="1445383"/>
                </a:lnTo>
                <a:lnTo>
                  <a:pt x="0" y="1445383"/>
                </a:lnTo>
                <a:close/>
              </a:path>
            </a:pathLst>
          </a:custGeom>
        </p:spPr>
        <p:txBody>
          <a:bodyPr wrap="square">
            <a:noAutofit/>
          </a:bodyPr>
          <a:lstStyle/>
          <a:p>
            <a:endParaRPr lang="zh-CN" altLang="en-US"/>
          </a:p>
        </p:txBody>
      </p:sp>
      <p:sp>
        <p:nvSpPr>
          <p:cNvPr id="9" name="图片占位符 8"/>
          <p:cNvSpPr>
            <a:spLocks noGrp="1"/>
          </p:cNvSpPr>
          <p:nvPr>
            <p:ph type="pic" sz="quarter" idx="11"/>
          </p:nvPr>
        </p:nvSpPr>
        <p:spPr>
          <a:xfrm>
            <a:off x="7745414" y="2032001"/>
            <a:ext cx="1445384" cy="1445383"/>
          </a:xfrm>
          <a:custGeom>
            <a:gdLst>
              <a:gd name="connsiteX0" fmla="*/ 0 w 1445384"/>
              <a:gd name="connsiteY0" fmla="*/ 0 h 1445383"/>
              <a:gd name="connsiteX1" fmla="*/ 1445384 w 1445384"/>
              <a:gd name="connsiteY1" fmla="*/ 0 h 1445383"/>
              <a:gd name="connsiteX2" fmla="*/ 1445384 w 1445384"/>
              <a:gd name="connsiteY2" fmla="*/ 1445383 h 1445383"/>
              <a:gd name="connsiteX3" fmla="*/ 0 w 1445384"/>
              <a:gd name="connsiteY3" fmla="*/ 1445383 h 1445383"/>
            </a:gdLst>
            <a:cxnLst>
              <a:cxn ang="0">
                <a:pos x="connsiteX0" y="connsiteY0"/>
              </a:cxn>
              <a:cxn ang="0">
                <a:pos x="connsiteX1" y="connsiteY1"/>
              </a:cxn>
              <a:cxn ang="0">
                <a:pos x="connsiteX2" y="connsiteY2"/>
              </a:cxn>
              <a:cxn ang="0">
                <a:pos x="connsiteX3" y="connsiteY3"/>
              </a:cxn>
            </a:cxnLst>
            <a:rect l="l" t="t" r="r" b="b"/>
            <a:pathLst>
              <a:path w="1445384" h="1445383">
                <a:moveTo>
                  <a:pt x="0" y="0"/>
                </a:moveTo>
                <a:lnTo>
                  <a:pt x="1445384" y="0"/>
                </a:lnTo>
                <a:lnTo>
                  <a:pt x="1445384" y="1445383"/>
                </a:lnTo>
                <a:lnTo>
                  <a:pt x="0" y="1445383"/>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3874319835"/>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Layouts/slideLayout11.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itle">
  <p:cSld name="2_标题幻灯片">
    <p:spTree>
      <p:nvGrpSpPr>
        <p:cNvPr id="1" name=""/>
        <p:cNvGrpSpPr/>
        <p:nvPr/>
      </p:nvGrpSpPr>
      <p:grpSpPr>
        <a:xfrm>
          <a:off x="0" y="0"/>
          <a:ext cx="0" cy="0"/>
        </a:xfrm>
      </p:grpSpPr>
      <p:sp>
        <p:nvSpPr>
          <p:cNvPr id="7" name="椭圆 6"/>
          <p:cNvSpPr/>
          <p:nvPr userDrawn="1"/>
        </p:nvSpPr>
        <p:spPr>
          <a:xfrm>
            <a:off x="-25082" y="383589"/>
            <a:ext cx="678815" cy="704906"/>
          </a:xfrm>
          <a:prstGeom prst="ellipse">
            <a:avLst/>
          </a:prstGeom>
          <a:solidFill>
            <a:srgbClr val="D9D9D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sp>
        <p:nvSpPr>
          <p:cNvPr id="8" name="Oval 58"/>
          <p:cNvSpPr/>
          <p:nvPr userDrawn="1"/>
        </p:nvSpPr>
        <p:spPr>
          <a:xfrm>
            <a:off x="-571817" y="-238125"/>
            <a:ext cx="1083945" cy="1084031"/>
          </a:xfrm>
          <a:prstGeom prst="ellipse">
            <a:avLst/>
          </a:prstGeom>
          <a:solidFill>
            <a:srgbClr val="FFC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en-US" strike="noStrike" noProof="1"/>
          </a:p>
        </p:txBody>
      </p:sp>
    </p:spTree>
    <p:extLst>
      <p:ext uri="{BB962C8B-B14F-4D97-AF65-F5344CB8AC3E}">
        <p14:creationId xmlns:p14="http://schemas.microsoft.com/office/powerpoint/2010/main" val="2291779738"/>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Layouts/slideLayout12.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obj" preserve="1">
  <p:cSld name="标题和内容">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a:p>
        </p:txBody>
      </p:sp>
      <p:sp>
        <p:nvSpPr>
          <p:cNvPr id="4" name="日期占位符 3"/>
          <p:cNvSpPr>
            <a:spLocks noGrp="1"/>
          </p:cNvSpPr>
          <p:nvPr>
            <p:ph type="dt" sz="half" idx="10"/>
          </p:nvPr>
        </p:nvSpPr>
        <p:spPr/>
        <p:txBody>
          <a:bodyPr/>
          <a:lstStyle/>
          <a:p>
            <a:fld id="{7765DF65-A773-430D-AA85-C870612474D7}" type="datetimeFigureOut">
              <a:rPr lang="zh-CN" altLang="en-US"/>
              <a:t>2022-06-10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32F95-20DE-4401-AFEB-6429631221BF}" type="slidenum">
              <a:rPr lang="zh-CN" altLang="en-US"/>
              <a:t>‹#›</a:t>
            </a:fld>
            <a:endParaRPr lang="zh-CN" altLang="en-US"/>
          </a:p>
        </p:txBody>
      </p:sp>
    </p:spTree>
    <p:extLst>
      <p:ext uri="{BB962C8B-B14F-4D97-AF65-F5344CB8AC3E}">
        <p14:creationId xmlns:p14="http://schemas.microsoft.com/office/powerpoint/2010/main" val="1497063369"/>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Layouts/slideLayout13.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secHead" preserve="1">
  <p:cSld name="节标题">
    <p:spTree>
      <p:nvGrpSpPr>
        <p:cNvPr id="1" name=""/>
        <p:cNvGrpSpPr/>
        <p:nvPr/>
      </p:nvGrpSpPr>
      <p:grpSpPr>
        <a:xfrm>
          <a:off x="0" y="0"/>
          <a: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7765DF65-A773-430D-AA85-C870612474D7}" type="datetimeFigureOut">
              <a:rPr lang="zh-CN" altLang="en-US"/>
              <a:t>2022-06-10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32F95-20DE-4401-AFEB-6429631221BF}" type="slidenum">
              <a:rPr lang="zh-CN" altLang="en-US"/>
              <a:t>‹#›</a:t>
            </a:fld>
            <a:endParaRPr lang="zh-CN" altLang="en-US"/>
          </a:p>
        </p:txBody>
      </p:sp>
    </p:spTree>
    <p:extLst>
      <p:ext uri="{BB962C8B-B14F-4D97-AF65-F5344CB8AC3E}">
        <p14:creationId xmlns:p14="http://schemas.microsoft.com/office/powerpoint/2010/main" val="1817281387"/>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Layouts/slideLayout14.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woObj" preserve="1">
  <p:cSld name="两栏内容">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a:p>
        </p:txBody>
      </p:sp>
      <p:sp>
        <p:nvSpPr>
          <p:cNvPr id="5" name="日期占位符 4"/>
          <p:cNvSpPr>
            <a:spLocks noGrp="1"/>
          </p:cNvSpPr>
          <p:nvPr>
            <p:ph type="dt" sz="half" idx="10"/>
          </p:nvPr>
        </p:nvSpPr>
        <p:spPr/>
        <p:txBody>
          <a:bodyPr/>
          <a:lstStyle/>
          <a:p>
            <a:fld id="{7765DF65-A773-430D-AA85-C870612474D7}" type="datetimeFigureOut">
              <a:rPr lang="zh-CN" altLang="en-US"/>
              <a:t>2022-06-10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4D32F95-20DE-4401-AFEB-6429631221BF}" type="slidenum">
              <a:rPr lang="zh-CN" altLang="en-US"/>
              <a:t>‹#›</a:t>
            </a:fld>
            <a:endParaRPr lang="zh-CN" altLang="en-US"/>
          </a:p>
        </p:txBody>
      </p:sp>
    </p:spTree>
    <p:extLst>
      <p:ext uri="{BB962C8B-B14F-4D97-AF65-F5344CB8AC3E}">
        <p14:creationId xmlns:p14="http://schemas.microsoft.com/office/powerpoint/2010/main" val="2815516746"/>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Layouts/slideLayout15.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woTxTwoObj" preserve="1">
  <p:cSld name="比较">
    <p:spTree>
      <p:nvGrpSpPr>
        <p:cNvPr id="1" name=""/>
        <p:cNvGrpSpPr/>
        <p:nvPr/>
      </p:nvGrpSpPr>
      <p:grpSpPr>
        <a:xfrm>
          <a:off x="0" y="0"/>
          <a: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a:p>
        </p:txBody>
      </p:sp>
      <p:sp>
        <p:nvSpPr>
          <p:cNvPr id="7" name="日期占位符 6"/>
          <p:cNvSpPr>
            <a:spLocks noGrp="1"/>
          </p:cNvSpPr>
          <p:nvPr>
            <p:ph type="dt" sz="half" idx="10"/>
          </p:nvPr>
        </p:nvSpPr>
        <p:spPr/>
        <p:txBody>
          <a:bodyPr/>
          <a:lstStyle/>
          <a:p>
            <a:fld id="{7765DF65-A773-430D-AA85-C870612474D7}" type="datetimeFigureOut">
              <a:rPr lang="zh-CN" altLang="en-US"/>
              <a:t>2022-06-10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4D32F95-20DE-4401-AFEB-6429631221BF}" type="slidenum">
              <a:rPr lang="zh-CN" altLang="en-US"/>
              <a:t>‹#›</a:t>
            </a:fld>
            <a:endParaRPr lang="zh-CN" altLang="en-US"/>
          </a:p>
        </p:txBody>
      </p:sp>
    </p:spTree>
    <p:extLst>
      <p:ext uri="{BB962C8B-B14F-4D97-AF65-F5344CB8AC3E}">
        <p14:creationId xmlns:p14="http://schemas.microsoft.com/office/powerpoint/2010/main" val="4252913916"/>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Layouts/slideLayout16.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woTxTwoObj" preserve="1">
  <p:cSld name="1_比较">
    <p:spTree>
      <p:nvGrpSpPr>
        <p:cNvPr id="1" name=""/>
        <p:cNvGrpSpPr/>
        <p:nvPr/>
      </p:nvGrpSpPr>
      <p:grpSpPr>
        <a:xfrm>
          <a:off x="0" y="0"/>
          <a: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a:p>
        </p:txBody>
      </p:sp>
      <p:sp>
        <p:nvSpPr>
          <p:cNvPr id="7" name="日期占位符 6"/>
          <p:cNvSpPr>
            <a:spLocks noGrp="1"/>
          </p:cNvSpPr>
          <p:nvPr>
            <p:ph type="dt" sz="half" idx="10"/>
          </p:nvPr>
        </p:nvSpPr>
        <p:spPr/>
        <p:txBody>
          <a:bodyPr/>
          <a:lstStyle/>
          <a:p>
            <a:fld id="{7765DF65-A773-430D-AA85-C870612474D7}" type="datetimeFigureOut">
              <a:rPr lang="zh-CN" altLang="en-US"/>
              <a:t>2022-06-10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4D32F95-20DE-4401-AFEB-6429631221BF}" type="slidenum">
              <a:rPr lang="zh-CN" altLang="en-US"/>
              <a:t>‹#›</a:t>
            </a:fld>
            <a:endParaRPr lang="zh-CN" altLang="en-US"/>
          </a:p>
        </p:txBody>
      </p:sp>
      <p:sp>
        <p:nvSpPr>
          <p:cNvPr id="11" name="TextBox 10"/>
          <p:cNvSpPr txBox="1"/>
          <p:nvPr userDrawn="1"/>
        </p:nvSpPr>
        <p:spPr>
          <a:xfrm>
            <a:off x="296620" y="6725083"/>
            <a:ext cx="1800200" cy="118430"/>
          </a:xfrm>
          <a:prstGeom prst="rect">
            <a:avLst/>
          </a:prstGeom>
          <a:noFill/>
        </p:spPr>
        <p:txBody>
          <a:bodyPr wrap="square" rtlCol="0">
            <a:spAutoFit/>
          </a:bodyPr>
          <a:lstStyle/>
          <a:p>
            <a:pPr marL="0" marR="0" lvl="0" indent="0" defTabSz="914400" eaLnBrk="1" fontAlgn="auto" latinLnBrk="0" hangingPunct="1">
              <a:lnSpc>
                <a:spcPct val="200000"/>
              </a:lnSpc>
              <a:spcBef>
                <a:spcPct val="0"/>
              </a:spcBef>
              <a:spcAft>
                <a:spcPct val="0"/>
              </a:spcAft>
              <a:buClrTx/>
              <a:buSzTx/>
              <a:buFontTx/>
              <a:buNone/>
              <a:defRPr/>
            </a:pPr>
            <a:r>
              <a:rPr kumimoji="0" lang="en-US" altLang="zh-CN" sz="100" b="0" i="0" u="none" strike="noStrike" kern="0" cap="none" spc="0" normalizeH="0" baseline="0" noProof="0">
                <a:ln>
                  <a:noFill/>
                </a:ln>
                <a:solidFill>
                  <a:prstClr val="black"/>
                </a:solidFill>
                <a:effectLst/>
                <a:uLnTx/>
                <a:uFillTx/>
                <a:hlinkClick r:id="Rdacad261b4fc46a2975bf24c13ad8432"/>
              </a:rPr>
              <a:t>PPT</a:t>
            </a:r>
            <a:r>
              <a:rPr kumimoji="0" lang="zh-CN" altLang="en-US" sz="100" b="0" i="0" u="none" strike="noStrike" kern="0" cap="none" spc="0" normalizeH="0" baseline="0" noProof="0">
                <a:ln>
                  <a:noFill/>
                </a:ln>
                <a:solidFill>
                  <a:prstClr val="black"/>
                </a:solidFill>
                <a:effectLst/>
                <a:uLnTx/>
                <a:uFillTx/>
                <a:hlinkClick r:id="Rdacad261b4fc46a2975bf24c13ad8432"/>
              </a:rPr>
              <a:t>模板</a:t>
            </a:r>
            <a:r>
              <a:rPr kumimoji="0" lang="zh-CN" altLang="en-US" sz="100" b="0" i="0" u="none" strike="noStrike" kern="0" cap="none" spc="0" normalizeH="0" baseline="0" noProof="0">
                <a:ln>
                  <a:noFill/>
                </a:ln>
                <a:solidFill>
                  <a:prstClr val="black"/>
                </a:solidFill>
                <a:effectLst/>
                <a:uLnTx/>
                <a:uFillTx/>
              </a:rPr>
              <a:t> </a:t>
            </a:r>
            <a:r>
              <a:rPr kumimoji="0" lang="en-US" altLang="zh-CN" sz="100" b="0" i="0" u="none" strike="noStrike" kern="0" cap="none" spc="0" normalizeH="0" baseline="0" noProof="0">
                <a:ln>
                  <a:noFill/>
                </a:ln>
                <a:solidFill>
                  <a:prstClr val="black"/>
                </a:solidFill>
                <a:effectLst/>
                <a:uLnTx/>
                <a:uFillTx/>
              </a:rPr>
              <a:t>http://www.1ppt.com/moban/</a:t>
            </a:r>
            <a:r>
              <a:rPr kumimoji="0" lang="zh-CN" altLang="en-US" sz="100" b="0" i="0" u="none" strike="noStrike" kern="0" cap="none" spc="0" normalizeH="0" baseline="0" noProof="0">
                <a:ln>
                  <a:noFill/>
                </a:ln>
                <a:solidFill>
                  <a:prstClr val="black"/>
                </a:solidFill>
                <a:effectLst/>
                <a:uLnTx/>
                <a:uFillTx/>
              </a:rPr>
              <a:t> </a:t>
            </a:r>
            <a:endParaRPr kumimoji="0" lang="en-US" altLang="zh-CN" sz="1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1893481613"/>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Layouts/slideLayout17.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itleOnly" preserve="1">
  <p:cSld name="仅标题">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7765DF65-A773-430D-AA85-C870612474D7}" type="datetimeFigureOut">
              <a:rPr lang="zh-CN" altLang="en-US"/>
              <a:t>2022-06-10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4D32F95-20DE-4401-AFEB-6429631221BF}" type="slidenum">
              <a:rPr lang="zh-CN" altLang="en-US"/>
              <a:t>‹#›</a:t>
            </a:fld>
            <a:endParaRPr lang="zh-CN" altLang="en-US"/>
          </a:p>
        </p:txBody>
      </p:sp>
    </p:spTree>
    <p:extLst>
      <p:ext uri="{BB962C8B-B14F-4D97-AF65-F5344CB8AC3E}">
        <p14:creationId xmlns:p14="http://schemas.microsoft.com/office/powerpoint/2010/main" val="1159605196"/>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Layouts/slideLayout18.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blank" preserve="1">
  <p:cSld name="空白">
    <p:spTree>
      <p:nvGrpSpPr>
        <p:cNvPr id="1" name=""/>
        <p:cNvGrpSpPr/>
        <p:nvPr/>
      </p:nvGrpSpPr>
      <p:grpSpPr>
        <a:xfrm>
          <a:off x="0" y="0"/>
          <a:ext cx="0" cy="0"/>
        </a:xfrm>
      </p:grpSpPr>
      <p:sp>
        <p:nvSpPr>
          <p:cNvPr id="2" name="日期占位符 1"/>
          <p:cNvSpPr>
            <a:spLocks noGrp="1"/>
          </p:cNvSpPr>
          <p:nvPr>
            <p:ph type="dt" sz="half" idx="10"/>
          </p:nvPr>
        </p:nvSpPr>
        <p:spPr/>
        <p:txBody>
          <a:bodyPr/>
          <a:lstStyle/>
          <a:p>
            <a:fld id="{7765DF65-A773-430D-AA85-C870612474D7}" type="datetimeFigureOut">
              <a:rPr lang="zh-CN" altLang="en-US"/>
              <a:t>2022-06-10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4D32F95-20DE-4401-AFEB-6429631221BF}" type="slidenum">
              <a:rPr lang="zh-CN" altLang="en-US"/>
              <a:t>‹#›</a:t>
            </a:fld>
            <a:endParaRPr lang="zh-CN" altLang="en-US"/>
          </a:p>
        </p:txBody>
      </p:sp>
    </p:spTree>
    <p:extLst>
      <p:ext uri="{BB962C8B-B14F-4D97-AF65-F5344CB8AC3E}">
        <p14:creationId xmlns:p14="http://schemas.microsoft.com/office/powerpoint/2010/main" val="4090182155"/>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Layouts/slideLayout19.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objTx" preserve="1">
  <p:cSld name="内容与标题">
    <p:spTree>
      <p:nvGrpSpPr>
        <p:cNvPr id="1" name=""/>
        <p:cNvGrpSpPr/>
        <p:nvPr/>
      </p:nvGrpSpPr>
      <p:grpSpPr>
        <a:xfrm>
          <a:off x="0" y="0"/>
          <a: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7765DF65-A773-430D-AA85-C870612474D7}" type="datetimeFigureOut">
              <a:rPr lang="zh-CN" altLang="en-US"/>
              <a:t>2022-06-10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4D32F95-20DE-4401-AFEB-6429631221BF}" type="slidenum">
              <a:rPr lang="zh-CN" altLang="en-US"/>
              <a:t>‹#›</a:t>
            </a:fld>
            <a:endParaRPr lang="zh-CN" altLang="en-US"/>
          </a:p>
        </p:txBody>
      </p:sp>
    </p:spTree>
    <p:extLst>
      <p:ext uri="{BB962C8B-B14F-4D97-AF65-F5344CB8AC3E}">
        <p14:creationId xmlns:p14="http://schemas.microsoft.com/office/powerpoint/2010/main" val="2159348933"/>
      </p:ext>
    </p:extLst>
  </p:cSld>
  <p:clrMapOvr>
    <a:masterClrMapping/>
  </p:clrMapOvr>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55d82b9334419b" /><Relationship Type="http://schemas.openxmlformats.org/officeDocument/2006/relationships/slideLayout" Target="/ppt/slideLayouts/slideLayout1.xml" Id="R624c57d79dc24811" /><Relationship Type="http://schemas.openxmlformats.org/officeDocument/2006/relationships/slideLayout" Target="/ppt/slideLayouts/slideLayout2.xml" Id="R7e8e7d6d93b045ed" /><Relationship Type="http://schemas.openxmlformats.org/officeDocument/2006/relationships/slideLayout" Target="/ppt/slideLayouts/slideLayout3.xml" Id="Re91ebd8c077047cb" /><Relationship Type="http://schemas.openxmlformats.org/officeDocument/2006/relationships/slideLayout" Target="/ppt/slideLayouts/slideLayout4.xml" Id="R81da5bc0c3db40be" /><Relationship Type="http://schemas.openxmlformats.org/officeDocument/2006/relationships/slideLayout" Target="/ppt/slideLayouts/slideLayout5.xml" Id="R0944f2de995f431f" /><Relationship Type="http://schemas.openxmlformats.org/officeDocument/2006/relationships/slideLayout" Target="/ppt/slideLayouts/slideLayout6.xml" Id="R7a59d5ec4b6e438d" /><Relationship Type="http://schemas.openxmlformats.org/officeDocument/2006/relationships/slideLayout" Target="/ppt/slideLayouts/slideLayout7.xml" Id="R8be719d7f4714b51" /><Relationship Type="http://schemas.openxmlformats.org/officeDocument/2006/relationships/slideLayout" Target="/ppt/slideLayouts/slideLayout8.xml" Id="R5e48d3239a7f4aed" /><Relationship Type="http://schemas.openxmlformats.org/officeDocument/2006/relationships/slideLayout" Target="/ppt/slideLayouts/slideLayout9.xml" Id="R5620cfb715b1444b" /><Relationship Type="http://schemas.openxmlformats.org/officeDocument/2006/relationships/slideLayout" Target="/ppt/slideLayouts/slideLayout10.xml" Id="R123f44e221394586" /><Relationship Type="http://schemas.openxmlformats.org/officeDocument/2006/relationships/slideLayout" Target="/ppt/slideLayouts/slideLayout11.xml" Id="R136cf7a1c4ca471f" /><Relationship Type="http://schemas.openxmlformats.org/officeDocument/2006/relationships/slideLayout" Target="/ppt/slideLayouts/slideLayout12.xml" Id="Re09b427b5f5d4405" /><Relationship Type="http://schemas.openxmlformats.org/officeDocument/2006/relationships/slideLayout" Target="/ppt/slideLayouts/slideLayout13.xml" Id="Re06160da899d4bd6" /><Relationship Type="http://schemas.openxmlformats.org/officeDocument/2006/relationships/slideLayout" Target="/ppt/slideLayouts/slideLayout14.xml" Id="Rfc42a9277acb4dbb" /><Relationship Type="http://schemas.openxmlformats.org/officeDocument/2006/relationships/slideLayout" Target="/ppt/slideLayouts/slideLayout15.xml" Id="R3c5c1fc2bcda4da3" /><Relationship Type="http://schemas.openxmlformats.org/officeDocument/2006/relationships/slideLayout" Target="/ppt/slideLayouts/slideLayout16.xml" Id="R11820a88de804c56" /><Relationship Type="http://schemas.openxmlformats.org/officeDocument/2006/relationships/slideLayout" Target="/ppt/slideLayouts/slideLayout17.xml" Id="Rf7b65be148324a49" /><Relationship Type="http://schemas.openxmlformats.org/officeDocument/2006/relationships/slideLayout" Target="/ppt/slideLayouts/slideLayout18.xml" Id="Ra37e90b59ad2490a" /><Relationship Type="http://schemas.openxmlformats.org/officeDocument/2006/relationships/slideLayout" Target="/ppt/slideLayouts/slideLayout19.xml" Id="Rca5d6dc63301462f" /></Relationships>
</file>

<file path=ppt/slideMasters/slideMaster1.xml><?xml version="1.0" encoding="utf-8"?>
<p:sldMaster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bg>
      <p:bgRef idx="1001">
        <a:schemeClr val="bg1"/>
      </p:bgRef>
    </p:bg>
    <p:spTree>
      <p:nvGrpSpPr>
        <p:cNvPr id="1" name=""/>
        <p:cNvGrpSpPr/>
        <p:nvPr/>
      </p:nvGrpSpPr>
      <p:grpSpPr>
        <a:xfrm>
          <a:off x="0" y="0"/>
          <a: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65DF65-A773-430D-AA85-C870612474D7}" type="datetimeFigureOut">
              <a:rPr lang="zh-CN" altLang="en-US"/>
              <a:t>2022-06-10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D32F95-20DE-4401-AFEB-6429631221BF}" type="slidenum">
              <a:rPr lang="zh-CN" altLang="en-US"/>
              <a:t>‹#›</a:t>
            </a:fld>
            <a:endParaRPr lang="zh-CN" altLang="en-US"/>
          </a:p>
        </p:txBody>
      </p:sp>
    </p:spTree>
    <p:extLst>
      <p:ext uri="{BB962C8B-B14F-4D97-AF65-F5344CB8AC3E}">
        <p14:creationId xmlns:p14="http://schemas.microsoft.com/office/powerpoint/2010/main" val="610636519"/>
      </p:ext>
    </p:extLst>
  </p:cSld>
  <p:clrMap bg1="lt1" tx1="dk1" bg2="lt2" tx2="dk2" accent1="accent1" accent2="accent2" accent3="accent3" accent4="accent4" accent5="accent5" accent6="accent6" hlink="hlink" folHlink="folHlink"/>
  <p:sldLayoutIdLst>
    <p:sldLayoutId id="2147483649" r:id="R624c57d79dc24811"/>
    <p:sldLayoutId id="2147483660" r:id="Re09b427b5f5d4405"/>
    <p:sldLayoutId id="2147483661" r:id="Re06160da899d4bd6"/>
    <p:sldLayoutId id="2147483662" r:id="Rfc42a9277acb4dbb"/>
    <p:sldLayoutId id="2147483663" r:id="R3c5c1fc2bcda4da3"/>
    <p:sldLayoutId id="2147483664" r:id="R11820a88de804c56"/>
    <p:sldLayoutId id="2147483665" r:id="Rf7b65be148324a49"/>
    <p:sldLayoutId id="2147483666" r:id="Ra37e90b59ad2490a"/>
    <p:sldLayoutId id="2147483667" r:id="Rca5d6dc63301462f"/>
    <p:sldLayoutId id="2147483650" r:id="R7e8e7d6d93b045ed"/>
    <p:sldLayoutId id="2147483651" r:id="Re91ebd8c077047cb"/>
    <p:sldLayoutId id="2147483652" r:id="R81da5bc0c3db40be"/>
    <p:sldLayoutId id="2147483653" r:id="R0944f2de995f431f"/>
    <p:sldLayoutId id="2147483654" r:id="R7a59d5ec4b6e438d"/>
    <p:sldLayoutId id="2147483655" r:id="R8be719d7f4714b51"/>
    <p:sldLayoutId id="2147483656" r:id="R5e48d3239a7f4aed"/>
    <p:sldLayoutId id="2147483657" r:id="R5620cfb715b1444b"/>
    <p:sldLayoutId id="2147483658" r:id="R123f44e221394586"/>
    <p:sldLayoutId id="2147483659" r:id="R136cf7a1c4ca471f"/>
  </p:sldLayoutIdLst>
  <mc:AlternateContent xmlns:mc="http://schemas.openxmlformats.org/markup-compatibility/2006">
    <mc:Choice xmlns:p14="http://schemas.microsoft.com/office/powerpoint/2010/main" Requires="p14">
      <p:transition spd="slow" advClick="0" p14:dur="1600">
        <p14:conveyor dir="l"/>
      </p:transition>
    </mc:Choice>
    <mc:Fallback>
      <p:transition spd="slow" advClick="0">
        <p:fade/>
      </p:transition>
    </mc:Fallback>
  </mc:AlternateConten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2.xml><?xml version="1.0" encoding="utf-8"?>
<a:theme xmlns:r="http://schemas.openxmlformats.org/officeDocument/2006/relationships"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x3f2wxae">
      <a:majorFont>
        <a:latin typeface="微软雅黑" panose="020f0302020204030204"/>
        <a:ea typeface="微软雅黑"/>
        <a:cs typeface="Arial"/>
      </a:majorFont>
      <a:minorFont>
        <a:latin typeface="微软雅黑" panose="020f0302020204030204"/>
        <a:ea typeface="微软雅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bin" Id="Rf41e982fa2604249" /><Relationship Type="http://schemas.openxmlformats.org/officeDocument/2006/relationships/slideLayout" Target="/ppt/slideLayouts/slideLayout1.xml" Id="R7f87dcd9f63f4c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aa13043b19fc433f" /></Relationships>
</file>

<file path=ppt/slides/_rels/slide3.xml.rels>&#65279;<?xml version="1.0" encoding="utf-8"?><Relationships xmlns="http://schemas.openxmlformats.org/package/2006/relationships"><Relationship Type="http://schemas.openxmlformats.org/officeDocument/2006/relationships/image" Target="/ppt/media/image2.bin" Id="R88ccd71bd5494048" /><Relationship Type="http://schemas.openxmlformats.org/officeDocument/2006/relationships/slideLayout" Target="/ppt/slideLayouts/slideLayout12.xml" Id="R95ce09d2ff37453c" /></Relationships>
</file>

<file path=ppt/slides/_rels/slide4.xml.rels>&#65279;<?xml version="1.0" encoding="utf-8"?><Relationships xmlns="http://schemas.openxmlformats.org/package/2006/relationships"><Relationship Type="http://schemas.openxmlformats.org/officeDocument/2006/relationships/notesSlide" Target="/ppt/notesSlides/notesSlide1.xml" Id="R632c658f1a504e1b" /><Relationship Type="http://schemas.openxmlformats.org/officeDocument/2006/relationships/slideLayout" Target="/ppt/slideLayouts/slideLayout5.xml" Id="R25b5e3ecf4914bad" /></Relationships>
</file>

<file path=ppt/slides/_rels/slide5.xml.rels>&#65279;<?xml version="1.0" encoding="utf-8"?><Relationships xmlns="http://schemas.openxmlformats.org/package/2006/relationships"><Relationship Type="http://schemas.openxmlformats.org/officeDocument/2006/relationships/image" Target="/ppt/media/image3.bin" Id="R9715c3179537475a" /><Relationship Type="http://schemas.openxmlformats.org/officeDocument/2006/relationships/image" Target="/ppt/media/image4.bin" Id="R341a1ee974ab4e4f" /><Relationship Type="http://schemas.openxmlformats.org/officeDocument/2006/relationships/notesSlide" Target="/ppt/notesSlides/notesSlide2.xml" Id="R66e0d7f03a2f4188" /><Relationship Type="http://schemas.openxmlformats.org/officeDocument/2006/relationships/slideLayout" Target="/ppt/slideLayouts/slideLayout10.xml" Id="R23fd6bfcbf894a31" /></Relationships>
</file>

<file path=ppt/slides/_rels/slide6.xml.rels>&#65279;<?xml version="1.0" encoding="utf-8"?><Relationships xmlns="http://schemas.openxmlformats.org/package/2006/relationships"><Relationship Type="http://schemas.openxmlformats.org/officeDocument/2006/relationships/notesSlide" Target="/ppt/notesSlides/notesSlide3.xml" Id="R88a5a198900347da" /><Relationship Type="http://schemas.openxmlformats.org/officeDocument/2006/relationships/slideLayout" Target="/ppt/slideLayouts/slideLayout5.xml" Id="R3c5ec12a3a9f4feb" /></Relationships>
</file>

<file path=ppt/slides/_rels/slide7.xml.rels>&#65279;<?xml version="1.0" encoding="utf-8"?><Relationships xmlns="http://schemas.openxmlformats.org/package/2006/relationships"><Relationship Type="http://schemas.openxmlformats.org/officeDocument/2006/relationships/image" Target="/ppt/media/image5.bin" Id="Rab9e2d0d395b4d8d" /><Relationship Type="http://schemas.openxmlformats.org/officeDocument/2006/relationships/image" Target="/ppt/media/image6.bin" Id="R36659235e69b4fe2" /><Relationship Type="http://schemas.openxmlformats.org/officeDocument/2006/relationships/notesSlide" Target="/ppt/notesSlides/notesSlide4.xml" Id="R8c72c84ab8f04801" /><Relationship Type="http://schemas.openxmlformats.org/officeDocument/2006/relationships/slideLayout" Target="/ppt/slideLayouts/slideLayout18.xml" Id="Rad66c950b55b4ae7" /></Relationships>
</file>

<file path=ppt/slides/_rels/slide8.xml.rels>&#65279;<?xml version="1.0" encoding="utf-8"?><Relationships xmlns="http://schemas.openxmlformats.org/package/2006/relationships"><Relationship Type="http://schemas.openxmlformats.org/officeDocument/2006/relationships/image" Target="/ppt/media/image2.bin" Id="Rdd843f7ccc924f34" /><Relationship Type="http://schemas.openxmlformats.org/officeDocument/2006/relationships/slideLayout" Target="/ppt/slideLayouts/slideLayout12.xml" Id="R2dcaba789aa4402e" /></Relationships>
</file>

<file path=ppt/slides/_rels/slide9.xml.rels>&#65279;<?xml version="1.0" encoding="utf-8"?><Relationships xmlns="http://schemas.openxmlformats.org/package/2006/relationships"><Relationship Type="http://schemas.openxmlformats.org/officeDocument/2006/relationships/notesSlide" Target="/ppt/notesSlides/notesSlide5.xml" Id="R64fe475de225435b" /><Relationship Type="http://schemas.openxmlformats.org/officeDocument/2006/relationships/slideLayout" Target="/ppt/slideLayouts/slideLayout12.xml" Id="Re31ffe4eb8344537" /></Relationships>
</file>

<file path=ppt/slides/_rels/slide10.xml.rels>&#65279;<?xml version="1.0" encoding="utf-8"?><Relationships xmlns="http://schemas.openxmlformats.org/package/2006/relationships"><Relationship Type="http://schemas.openxmlformats.org/officeDocument/2006/relationships/image" Target="/ppt/media/image7.bin" Id="Raa139737bb014559" /><Relationship Type="http://schemas.openxmlformats.org/officeDocument/2006/relationships/image" Target="/ppt/media/image8.bin" Id="R227e57c22ed14d47" /><Relationship Type="http://schemas.openxmlformats.org/officeDocument/2006/relationships/image" Target="/ppt/media/image9.bin" Id="Rfdaceb29aa244cde" /><Relationship Type="http://schemas.openxmlformats.org/officeDocument/2006/relationships/image" Target="/ppt/media/image10.bin" Id="R21a2188791b245ee" /><Relationship Type="http://schemas.openxmlformats.org/officeDocument/2006/relationships/notesSlide" Target="/ppt/notesSlides/notesSlide6.xml" Id="R5c9e40aae6484100" /><Relationship Type="http://schemas.openxmlformats.org/officeDocument/2006/relationships/slideLayout" Target="/ppt/slideLayouts/slideLayout18.xml" Id="R49b1fb9f9b5f4e1a" /></Relationships>
</file>

<file path=ppt/slides/_rels/slide11.xml.rels>&#65279;<?xml version="1.0" encoding="utf-8"?><Relationships xmlns="http://schemas.openxmlformats.org/package/2006/relationships"><Relationship Type="http://schemas.openxmlformats.org/officeDocument/2006/relationships/notesSlide" Target="/ppt/notesSlides/notesSlide7.xml" Id="Ra46b767c2a4740be" /><Relationship Type="http://schemas.openxmlformats.org/officeDocument/2006/relationships/slideLayout" Target="/ppt/slideLayouts/slideLayout5.xml" Id="Rc1d8edaa8c764aa8" /></Relationships>
</file>

<file path=ppt/slides/_rels/slide12.xml.rels>&#65279;<?xml version="1.0" encoding="utf-8"?><Relationships xmlns="http://schemas.openxmlformats.org/package/2006/relationships"><Relationship Type="http://schemas.openxmlformats.org/officeDocument/2006/relationships/image" Target="/ppt/media/image11.bin" Id="R885ef2b91f52494b" /><Relationship Type="http://schemas.openxmlformats.org/officeDocument/2006/relationships/image" Target="/ppt/media/image12.bin" Id="R7d02360fce484a9c" /><Relationship Type="http://schemas.openxmlformats.org/officeDocument/2006/relationships/notesSlide" Target="/ppt/notesSlides/notesSlide8.xml" Id="Rc358a36047a84f86" /><Relationship Type="http://schemas.openxmlformats.org/officeDocument/2006/relationships/slideLayout" Target="/ppt/slideLayouts/slideLayout18.xml" Id="R56203f723ea540f8" /></Relationships>
</file>

<file path=ppt/slides/_rels/slide13.xml.rels>&#65279;<?xml version="1.0" encoding="utf-8"?><Relationships xmlns="http://schemas.openxmlformats.org/package/2006/relationships"><Relationship Type="http://schemas.openxmlformats.org/officeDocument/2006/relationships/image" Target="/ppt/media/image2.bin" Id="Re4da47e6641a4126" /><Relationship Type="http://schemas.openxmlformats.org/officeDocument/2006/relationships/slideLayout" Target="/ppt/slideLayouts/slideLayout12.xml" Id="R47498531d6974f69" /></Relationships>
</file>

<file path=ppt/slides/_rels/slide14.xml.rels>&#65279;<?xml version="1.0" encoding="utf-8"?><Relationships xmlns="http://schemas.openxmlformats.org/package/2006/relationships"><Relationship Type="http://schemas.openxmlformats.org/officeDocument/2006/relationships/notesSlide" Target="/ppt/notesSlides/notesSlide9.xml" Id="Rc56ce833d49c4f94" /><Relationship Type="http://schemas.openxmlformats.org/officeDocument/2006/relationships/slideLayout" Target="/ppt/slideLayouts/slideLayout6.xml" Id="R5294f1de20ed4a75" /></Relationships>
</file>

<file path=ppt/slides/_rels/slide15.xml.rels>&#65279;<?xml version="1.0" encoding="utf-8"?><Relationships xmlns="http://schemas.openxmlformats.org/package/2006/relationships"><Relationship Type="http://schemas.openxmlformats.org/officeDocument/2006/relationships/image" Target="/ppt/media/image13.bin" Id="Recba246a2c364234" /><Relationship Type="http://schemas.openxmlformats.org/officeDocument/2006/relationships/notesSlide" Target="/ppt/notesSlides/notesSlide10.xml" Id="R7be6f0f494314d66" /><Relationship Type="http://schemas.openxmlformats.org/officeDocument/2006/relationships/slideLayout" Target="/ppt/slideLayouts/slideLayout9.xml" Id="Re83075fbda5b41e8" /></Relationships>
</file>

<file path=ppt/slides/_rels/slide16.xml.rels>&#65279;<?xml version="1.0" encoding="utf-8"?><Relationships xmlns="http://schemas.openxmlformats.org/package/2006/relationships"><Relationship Type="http://schemas.openxmlformats.org/officeDocument/2006/relationships/notesSlide" Target="/ppt/notesSlides/notesSlide11.xml" Id="R5b05644407714618" /><Relationship Type="http://schemas.openxmlformats.org/officeDocument/2006/relationships/slideLayout" Target="/ppt/slideLayouts/slideLayout12.xml" Id="R7f66c76f0daf439f" /></Relationships>
</file>

<file path=ppt/slides/_rels/slide17.xml.rels>&#65279;<?xml version="1.0" encoding="utf-8"?><Relationships xmlns="http://schemas.openxmlformats.org/package/2006/relationships"><Relationship Type="http://schemas.openxmlformats.org/officeDocument/2006/relationships/image" Target="/ppt/media/image14.bin" Id="R4f047bd24a7a4f33" /><Relationship Type="http://schemas.openxmlformats.org/officeDocument/2006/relationships/image" Target="/ppt/media/image15.bin" Id="R0a145fe91eb748af" /><Relationship Type="http://schemas.openxmlformats.org/officeDocument/2006/relationships/notesSlide" Target="/ppt/notesSlides/notesSlide12.xml" Id="Rf9f2b77aca024e51" /><Relationship Type="http://schemas.openxmlformats.org/officeDocument/2006/relationships/slideLayout" Target="/ppt/slideLayouts/slideLayout7.xml" Id="R78e948dcc74441a8" /></Relationships>
</file>

<file path=ppt/slides/_rels/slide18.xml.rels>&#65279;<?xml version="1.0" encoding="utf-8"?><Relationships xmlns="http://schemas.openxmlformats.org/package/2006/relationships"><Relationship Type="http://schemas.openxmlformats.org/officeDocument/2006/relationships/image" Target="/ppt/media/image2.bin" Id="Rdb4123c2ff4f4709" /><Relationship Type="http://schemas.openxmlformats.org/officeDocument/2006/relationships/slideLayout" Target="/ppt/slideLayouts/slideLayout12.xml" Id="Re744dff35b12499f" /></Relationships>
</file>

<file path=ppt/slides/_rels/slide19.xml.rels>&#65279;<?xml version="1.0" encoding="utf-8"?><Relationships xmlns="http://schemas.openxmlformats.org/package/2006/relationships"><Relationship Type="http://schemas.openxmlformats.org/officeDocument/2006/relationships/notesSlide" Target="/ppt/notesSlides/notesSlide13.xml" Id="R7ff478800d264608" /><Relationship Type="http://schemas.openxmlformats.org/officeDocument/2006/relationships/slideLayout" Target="/ppt/slideLayouts/slideLayout5.xml" Id="R6b5028e2eafe43c7" /></Relationships>
</file>

<file path=ppt/slides/_rels/slide20.xml.rels>&#65279;<?xml version="1.0" encoding="utf-8"?><Relationships xmlns="http://schemas.openxmlformats.org/package/2006/relationships"><Relationship Type="http://schemas.openxmlformats.org/officeDocument/2006/relationships/image" Target="/ppt/media/image16.bin" Id="R55a176c454d84892" /><Relationship Type="http://schemas.openxmlformats.org/officeDocument/2006/relationships/notesSlide" Target="/ppt/notesSlides/notesSlide14.xml" Id="R9ec4009c33cd487d" /><Relationship Type="http://schemas.openxmlformats.org/officeDocument/2006/relationships/slideLayout" Target="/ppt/slideLayouts/slideLayout8.xml" Id="R75611c5e172c4c70" /></Relationships>
</file>

<file path=ppt/slides/_rels/slide21.xml.rels>&#65279;<?xml version="1.0" encoding="utf-8"?><Relationships xmlns="http://schemas.openxmlformats.org/package/2006/relationships"><Relationship Type="http://schemas.openxmlformats.org/officeDocument/2006/relationships/notesSlide" Target="/ppt/notesSlides/notesSlide15.xml" Id="R1d516668c53b42fe" /><Relationship Type="http://schemas.openxmlformats.org/officeDocument/2006/relationships/slideLayout" Target="/ppt/slideLayouts/slideLayout5.xml" Id="R03381eb3461143f3" /></Relationships>
</file>

<file path=ppt/slides/_rels/slide22.xml.rels>&#65279;<?xml version="1.0" encoding="utf-8"?><Relationships xmlns="http://schemas.openxmlformats.org/package/2006/relationships"><Relationship Type="http://schemas.openxmlformats.org/officeDocument/2006/relationships/image" Target="/ppt/media/image17.bin" Id="R4e853084b51b4fbb" /><Relationship Type="http://schemas.openxmlformats.org/officeDocument/2006/relationships/image" Target="/ppt/media/image18.bin" Id="Rf6337a8968eb4986" /><Relationship Type="http://schemas.openxmlformats.org/officeDocument/2006/relationships/notesSlide" Target="/ppt/notesSlides/notesSlide16.xml" Id="Rd0ec4099d9194988" /><Relationship Type="http://schemas.openxmlformats.org/officeDocument/2006/relationships/slideLayout" Target="/ppt/slideLayouts/slideLayout18.xml" Id="Rd6089150baf34ef7" /></Relationships>
</file>

<file path=ppt/slides/_rels/slide23.xml.rels>&#65279;<?xml version="1.0" encoding="utf-8"?><Relationships xmlns="http://schemas.openxmlformats.org/package/2006/relationships"><Relationship Type="http://schemas.openxmlformats.org/officeDocument/2006/relationships/notesSlide" Target="/ppt/notesSlides/notesSlide17.xml" Id="R8a6829fef90844dd" /><Relationship Type="http://schemas.openxmlformats.org/officeDocument/2006/relationships/slideLayout" Target="/ppt/slideLayouts/slideLayout5.xml" Id="R62dd300203ec404a" /></Relationships>
</file>

<file path=ppt/slides/_rels/slide24.xml.rels>&#65279;<?xml version="1.0" encoding="utf-8"?><Relationships xmlns="http://schemas.openxmlformats.org/package/2006/relationships"><Relationship Type="http://schemas.openxmlformats.org/officeDocument/2006/relationships/image" Target="/ppt/media/image.bin" Id="R42482eb4782e40c1" /><Relationship Type="http://schemas.openxmlformats.org/officeDocument/2006/relationships/slideLayout" Target="/ppt/slideLayouts/slideLayout1.xml" Id="R826a4382436641c5" /></Relationships>
</file>

<file path=ppt/slides/_rels/slide25.xml.rels>&#65279;<?xml version="1.0" encoding="utf-8"?><Relationships xmlns="http://schemas.openxmlformats.org/package/2006/relationships"><Relationship Type="http://schemas.openxmlformats.org/officeDocument/2006/relationships/hyperlink" Target="https://pptsupermarket.com/customizes" TargetMode="External" Id="R866f29a0ac114d6fbcf5783ca8b79d29" /><Relationship Type="http://schemas.openxmlformats.org/officeDocument/2006/relationships/image" Target="/ppt/media/image19.bin" Id="R43a0528b21534d28" /><Relationship Type="http://schemas.openxmlformats.org/officeDocument/2006/relationships/image" Target="/ppt/media/image20.bin" Id="Rb581903a7f2d4f31" /><Relationship Type="http://schemas.openxmlformats.org/officeDocument/2006/relationships/image" Target="/ppt/media/image21.bin" Id="R56c46cf9b12e4c57" /><Relationship Type="http://schemas.openxmlformats.org/officeDocument/2006/relationships/customXml" Target="/ppt/customXML/item.xml" Id="R7250d513c71e4bd0" /><Relationship Type="http://schemas.openxmlformats.org/officeDocument/2006/relationships/customXml" Target="/ppt/customXML/item2.xml" Id="Re09160f7b9544d95" /><Relationship Type="http://schemas.openxmlformats.org/officeDocument/2006/relationships/slideLayout" Target="/ppt/slideLayouts/slideLayout12.xml" Id="Raf94f953d9db4d9c" /></Relationships>
</file>

<file path=ppt/slides/_rels/slide26.xml.rels>&#65279;<?xml version="1.0" encoding="utf-8"?><Relationships xmlns="http://schemas.openxmlformats.org/package/2006/relationships"><Relationship Type="http://schemas.openxmlformats.org/officeDocument/2006/relationships/hyperlink" Target="https://www.pptsupermarket.com/" TargetMode="External" Id="Refd29e84b97541d3a2822b267e2cc824" /><Relationship Type="http://schemas.openxmlformats.org/officeDocument/2006/relationships/image" Target="/ppt/media/image22.bin" Id="Rae6f689ddcd544ab" /><Relationship Type="http://schemas.openxmlformats.org/officeDocument/2006/relationships/image" Target="/ppt/media/image23.bin" Id="R2bda5237bb1a42ee" /><Relationship Type="http://schemas.openxmlformats.org/officeDocument/2006/relationships/image" Target="/ppt/media/image24.bin" Id="R493b83509cb042e2" /><Relationship Type="http://schemas.openxmlformats.org/officeDocument/2006/relationships/image" Target="/ppt/media/image20.bin" Id="R664453039c014a96" /><Relationship Type="http://schemas.openxmlformats.org/officeDocument/2006/relationships/image" Target="/ppt/media/image25.bin" Id="R7c7f9d7242744f34" /><Relationship Type="http://schemas.openxmlformats.org/officeDocument/2006/relationships/image" Target="/ppt/media/image26.bin" Id="R513f1023c8bb4e00" /><Relationship Type="http://schemas.openxmlformats.org/officeDocument/2006/relationships/image" Target="/ppt/media/image21.bin" Id="R79d41ffbf3b84eba" /><Relationship Type="http://schemas.openxmlformats.org/officeDocument/2006/relationships/customXml" Target="/ppt/customXML/item3.xml" Id="Rc8896e42c6044704" /><Relationship Type="http://schemas.openxmlformats.org/officeDocument/2006/relationships/customXml" Target="/ppt/customXML/item4.xml" Id="Ra129835fc8764ccd" /><Relationship Type="http://schemas.openxmlformats.org/officeDocument/2006/relationships/customXml" Target="/ppt/customXML/item5.xml" Id="Rfec5a154023e49ea" /><Relationship Type="http://schemas.openxmlformats.org/officeDocument/2006/relationships/slideLayout" Target="/ppt/slideLayouts/slideLayout12.xml" Id="R9df1d9c4442f4b4d" /></Relationships>
</file>

<file path=ppt/slides/_rels/slide27.xml.rels>&#65279;<?xml version="1.0" encoding="utf-8"?><Relationships xmlns="http://schemas.openxmlformats.org/package/2006/relationships"><Relationship Type="http://schemas.openxmlformats.org/officeDocument/2006/relationships/image" Target="/ppt/media/image27.bin" Id="R00d06ac6ea564e3a" /><Relationship Type="http://schemas.openxmlformats.org/officeDocument/2006/relationships/image" Target="/ppt/media/image28.bin" Id="R05969bbc81c04ba0" /><Relationship Type="http://schemas.openxmlformats.org/officeDocument/2006/relationships/image" Target="/ppt/media/image26.bin" Id="Red80a63a460a4fd4" /><Relationship Type="http://schemas.openxmlformats.org/officeDocument/2006/relationships/image" Target="/ppt/media/image29.bin" Id="R34def25d330246fa" /><Relationship Type="http://schemas.openxmlformats.org/officeDocument/2006/relationships/customXml" Target="/ppt/customXML/item6.xml" Id="R1893a8983889414e" /><Relationship Type="http://schemas.openxmlformats.org/officeDocument/2006/relationships/customXml" Target="/ppt/customXML/item7.xml" Id="R31c2db9981064105" /><Relationship Type="http://schemas.openxmlformats.org/officeDocument/2006/relationships/customXml" Target="/ppt/customXML/item8.xml" Id="Rb00af4a8babd4e7b" /><Relationship Type="http://schemas.openxmlformats.org/officeDocument/2006/relationships/slideLayout" Target="/ppt/slideLayouts/slideLayout1.xml" Id="R0ee466d3a3d14a34" /></Relationships>
</file>

<file path=ppt/slides/_rels/slide28.xml.rels>&#65279;<?xml version="1.0" encoding="utf-8"?><Relationships xmlns="http://schemas.openxmlformats.org/package/2006/relationships"><Relationship Type="http://schemas.openxmlformats.org/officeDocument/2006/relationships/hyperlink" Target="https://www.100font.com/thread-118.htm" TargetMode="External" Id="Rfefbdd5531a14fecb4781fa39d6ca97c" /><Relationship Type="http://schemas.openxmlformats.org/officeDocument/2006/relationships/hyperlink" Target="https://storyset.com/" TargetMode="External" Id="R680bd0c1702a4153babb6386ce81b921" /><Relationship Type="http://schemas.openxmlformats.org/officeDocument/2006/relationships/slideLayout" Target="/ppt/slideLayouts/slideLayout12.xml" Id="R2c38cebd7d89436a" /></Relationships>
</file>

<file path=ppt/slides/slide1.xml><?xml version="1.0" encoding="utf-8"?>
<p:sld xmlns:a14="http://schemas.microsoft.com/office/drawing/2010/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5" name="圆角矩形 4"/>
          <p:cNvSpPr/>
          <p:nvPr/>
        </p:nvSpPr>
        <p:spPr>
          <a:xfrm rot="18900000">
            <a:off x="7287912" y="2997435"/>
            <a:ext cx="2286506" cy="2286506"/>
          </a:xfrm>
          <a:prstGeom prst="roundRect">
            <a:avLst>
              <a:gd name="adj" fmla="val 12668"/>
            </a:avLst>
          </a:prstGeom>
          <a:gradFill flip="none" rotWithShape="1">
            <a:gsLst>
              <a:gs pos="57000">
                <a:srgbClr val="2DA3DD"/>
              </a:gs>
              <a:gs pos="0">
                <a:srgbClr val="2C6CA7"/>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圆角矩形 5"/>
          <p:cNvSpPr/>
          <p:nvPr/>
        </p:nvSpPr>
        <p:spPr>
          <a:xfrm rot="18900000">
            <a:off x="6399062" y="3748626"/>
            <a:ext cx="400403" cy="400403"/>
          </a:xfrm>
          <a:prstGeom prst="roundRect">
            <a:avLst>
              <a:gd name="adj" fmla="val 12668"/>
            </a:avLst>
          </a:prstGeom>
          <a:gradFill flip="none" rotWithShape="1">
            <a:gsLst>
              <a:gs pos="57000">
                <a:srgbClr val="2DA3DD"/>
              </a:gs>
              <a:gs pos="0">
                <a:srgbClr val="2C6CA7"/>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圆角矩形 6"/>
          <p:cNvSpPr/>
          <p:nvPr/>
        </p:nvSpPr>
        <p:spPr>
          <a:xfrm rot="18900000">
            <a:off x="8667370" y="5634612"/>
            <a:ext cx="787991" cy="787991"/>
          </a:xfrm>
          <a:prstGeom prst="roundRect">
            <a:avLst>
              <a:gd name="adj" fmla="val 12668"/>
            </a:avLst>
          </a:prstGeom>
          <a:gradFill flip="none" rotWithShape="1">
            <a:gsLst>
              <a:gs pos="57000">
                <a:srgbClr val="2DA3DD"/>
              </a:gs>
              <a:gs pos="0">
                <a:srgbClr val="2C6CA7"/>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圆角矩形 7"/>
          <p:cNvSpPr/>
          <p:nvPr/>
        </p:nvSpPr>
        <p:spPr>
          <a:xfrm rot="18900000">
            <a:off x="6781618" y="4569166"/>
            <a:ext cx="322158" cy="322158"/>
          </a:xfrm>
          <a:prstGeom prst="roundRect">
            <a:avLst>
              <a:gd name="adj" fmla="val 12668"/>
            </a:avLst>
          </a:prstGeom>
          <a:gradFill>
            <a:gsLst>
              <a:gs pos="84000">
                <a:srgbClr val="F4C11D"/>
              </a:gs>
              <a:gs pos="0">
                <a:srgbClr val="F2AB0E"/>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圆角矩形 8"/>
          <p:cNvSpPr/>
          <p:nvPr/>
        </p:nvSpPr>
        <p:spPr>
          <a:xfrm rot="18900000">
            <a:off x="9302769" y="1928064"/>
            <a:ext cx="1357558" cy="1357558"/>
          </a:xfrm>
          <a:prstGeom prst="roundRect">
            <a:avLst>
              <a:gd name="adj" fmla="val 12668"/>
            </a:avLst>
          </a:prstGeom>
          <a:gradFill>
            <a:gsLst>
              <a:gs pos="84000">
                <a:srgbClr val="F5C130"/>
              </a:gs>
              <a:gs pos="0">
                <a:srgbClr val="E5A010"/>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圆角矩形 9"/>
          <p:cNvSpPr/>
          <p:nvPr/>
        </p:nvSpPr>
        <p:spPr>
          <a:xfrm rot="18900000">
            <a:off x="10462124" y="1947398"/>
            <a:ext cx="1223153" cy="1223153"/>
          </a:xfrm>
          <a:prstGeom prst="roundRect">
            <a:avLst>
              <a:gd name="adj" fmla="val 12668"/>
            </a:avLst>
          </a:prstGeom>
          <a:gradFill flip="none" rotWithShape="1">
            <a:gsLst>
              <a:gs pos="57000">
                <a:srgbClr val="2DA3DD"/>
              </a:gs>
              <a:gs pos="0">
                <a:srgbClr val="2C6CA7"/>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圆角矩形 10"/>
          <p:cNvSpPr/>
          <p:nvPr/>
        </p:nvSpPr>
        <p:spPr>
          <a:xfrm rot="18900000">
            <a:off x="9176034" y="756807"/>
            <a:ext cx="774808" cy="774808"/>
          </a:xfrm>
          <a:prstGeom prst="roundRect">
            <a:avLst>
              <a:gd name="adj" fmla="val 12668"/>
            </a:avLst>
          </a:prstGeom>
          <a:gradFill flip="none" rotWithShape="1">
            <a:gsLst>
              <a:gs pos="57000">
                <a:srgbClr val="2DA3DD"/>
              </a:gs>
              <a:gs pos="0">
                <a:srgbClr val="2C6CA7"/>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圆角矩形 11"/>
          <p:cNvSpPr/>
          <p:nvPr/>
        </p:nvSpPr>
        <p:spPr>
          <a:xfrm rot="18900000">
            <a:off x="10109536" y="1311154"/>
            <a:ext cx="438483" cy="438483"/>
          </a:xfrm>
          <a:prstGeom prst="roundRect">
            <a:avLst>
              <a:gd name="adj" fmla="val 12668"/>
            </a:avLst>
          </a:prstGeom>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圆角矩形 12"/>
          <p:cNvSpPr/>
          <p:nvPr/>
        </p:nvSpPr>
        <p:spPr>
          <a:xfrm rot="18900000">
            <a:off x="9951642" y="167311"/>
            <a:ext cx="807846" cy="807846"/>
          </a:xfrm>
          <a:prstGeom prst="roundRect">
            <a:avLst>
              <a:gd name="adj" fmla="val 12668"/>
            </a:avLst>
          </a:prstGeom>
          <a:gradFill>
            <a:gsLst>
              <a:gs pos="84000">
                <a:srgbClr val="F5C130"/>
              </a:gs>
              <a:gs pos="0">
                <a:srgbClr val="E5A010"/>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圆角矩形 13"/>
          <p:cNvSpPr/>
          <p:nvPr/>
        </p:nvSpPr>
        <p:spPr>
          <a:xfrm rot="18900000">
            <a:off x="8866330" y="268257"/>
            <a:ext cx="438483" cy="438483"/>
          </a:xfrm>
          <a:prstGeom prst="roundRect">
            <a:avLst>
              <a:gd name="adj" fmla="val 12668"/>
            </a:avLst>
          </a:prstGeom>
          <a:gradFill>
            <a:gsLst>
              <a:gs pos="84000">
                <a:srgbClr val="F4C11D"/>
              </a:gs>
              <a:gs pos="0">
                <a:srgbClr val="F2AB0E"/>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圆角矩形 14"/>
          <p:cNvSpPr/>
          <p:nvPr/>
        </p:nvSpPr>
        <p:spPr>
          <a:xfrm rot="18900000">
            <a:off x="10371706" y="3533646"/>
            <a:ext cx="438483" cy="438483"/>
          </a:xfrm>
          <a:prstGeom prst="roundRect">
            <a:avLst>
              <a:gd name="adj" fmla="val 12668"/>
            </a:avLst>
          </a:prstGeom>
          <a:gradFill>
            <a:gsLst>
              <a:gs pos="84000">
                <a:srgbClr val="F5C130"/>
              </a:gs>
              <a:gs pos="0">
                <a:srgbClr val="E5A010"/>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圆角矩形 15"/>
          <p:cNvSpPr/>
          <p:nvPr/>
        </p:nvSpPr>
        <p:spPr>
          <a:xfrm rot="18900000">
            <a:off x="9806892" y="4513726"/>
            <a:ext cx="751484" cy="539672"/>
          </a:xfrm>
          <a:prstGeom prst="roundRect">
            <a:avLst>
              <a:gd name="adj" fmla="val 12668"/>
            </a:avLst>
          </a:prstGeom>
          <a:gradFill flip="none" rotWithShape="1">
            <a:gsLst>
              <a:gs pos="57000">
                <a:srgbClr val="2DA3DD"/>
              </a:gs>
              <a:gs pos="0">
                <a:srgbClr val="2C6CA7"/>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 name="组合 1"/>
          <p:cNvGrpSpPr/>
          <p:nvPr/>
        </p:nvGrpSpPr>
        <p:grpSpPr>
          <a:xfrm>
            <a:off x="1707170" y="809080"/>
            <a:ext cx="10563040" cy="5848266"/>
            <a:chOff x="1707170" y="809080"/>
            <a:chExt cx="10563040" cy="5848266"/>
          </a:xfrm>
        </p:grpSpPr>
        <p:sp>
          <p:nvSpPr>
            <p:cNvPr id="17" name="圆角矩形 16"/>
            <p:cNvSpPr/>
            <p:nvPr/>
          </p:nvSpPr>
          <p:spPr>
            <a:xfrm rot="18900000">
              <a:off x="10743778" y="5077991"/>
              <a:ext cx="1526432" cy="269457"/>
            </a:xfrm>
            <a:prstGeom prst="roundRect">
              <a:avLst>
                <a:gd name="adj" fmla="val 50000"/>
              </a:avLst>
            </a:prstGeom>
            <a:gradFill>
              <a:gsLst>
                <a:gs pos="84000">
                  <a:srgbClr val="F5C130"/>
                </a:gs>
                <a:gs pos="0">
                  <a:srgbClr val="E5A010"/>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圆角矩形 17"/>
            <p:cNvSpPr/>
            <p:nvPr/>
          </p:nvSpPr>
          <p:spPr>
            <a:xfrm rot="18900000">
              <a:off x="1707170" y="809080"/>
              <a:ext cx="1846983" cy="269457"/>
            </a:xfrm>
            <a:prstGeom prst="roundRect">
              <a:avLst>
                <a:gd name="adj" fmla="val 50000"/>
              </a:avLst>
            </a:prstGeom>
            <a:gradFill flip="none" rotWithShape="1">
              <a:gsLst>
                <a:gs pos="57000">
                  <a:srgbClr val="2DA3DD"/>
                </a:gs>
                <a:gs pos="0">
                  <a:srgbClr val="2C6CA7"/>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圆角矩形 18"/>
            <p:cNvSpPr/>
            <p:nvPr/>
          </p:nvSpPr>
          <p:spPr>
            <a:xfrm rot="18900000">
              <a:off x="1980778" y="6387889"/>
              <a:ext cx="1526432" cy="269457"/>
            </a:xfrm>
            <a:prstGeom prst="roundRect">
              <a:avLst>
                <a:gd name="adj" fmla="val 50000"/>
              </a:avLst>
            </a:prstGeom>
            <a:gradFill>
              <a:gsLst>
                <a:gs pos="84000">
                  <a:srgbClr val="F4C11D"/>
                </a:gs>
                <a:gs pos="0">
                  <a:srgbClr val="F2AB0E"/>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0" name="圆角矩形 19"/>
          <p:cNvSpPr/>
          <p:nvPr/>
        </p:nvSpPr>
        <p:spPr>
          <a:xfrm rot="18900000">
            <a:off x="6683354" y="1239960"/>
            <a:ext cx="3114552" cy="3114552"/>
          </a:xfrm>
          <a:prstGeom prst="roundRect">
            <a:avLst>
              <a:gd name="adj" fmla="val 12668"/>
            </a:avLst>
          </a:prstGeom>
          <a:blipFill>
            <a:blip r:embed="Rf41e982fa2604249">
              <a:extLst>
                <a:ext uri="{28A0092B-C50C-407E-A947-70E740481C1C}">
                  <a14:useLocalDpi xmlns:a14="http://schemas.microsoft.com/office/drawing/2010/main"/>
                </a:ext>
              </a:extLst>
            </a:blip>
            <a:stretch>
              <a:fillRect/>
            </a:stretch>
          </a:blip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789219" y="2033390"/>
            <a:ext cx="5014514" cy="400110"/>
          </a:xfrm>
          <a:prstGeom prst="rect">
            <a:avLst/>
          </a:prstGeom>
          <a:noFill/>
        </p:spPr>
        <p:txBody>
          <a:bodyPr wrap="none" rtlCol="0">
            <a:spAutoFit/>
          </a:bodyPr>
          <a:lstStyle/>
          <a:p>
            <a:pPr algn="dist"/>
            <a:r>
              <a:rPr lang="zh-CN" altLang="en-US" sz="2000">
                <a:cs typeface="+mn-ea"/>
                <a:sym typeface="+mn-lt"/>
              </a:rPr>
              <a:t>商务汇报 </a:t>
            </a:r>
            <a:r>
              <a:rPr lang="en-US" altLang="zh-CN" sz="2000">
                <a:cs typeface="+mn-ea"/>
                <a:sym typeface="+mn-lt"/>
              </a:rPr>
              <a:t>| </a:t>
            </a:r>
            <a:r>
              <a:rPr lang="zh-CN" altLang="en-US" sz="2000">
                <a:cs typeface="+mn-ea"/>
                <a:sym typeface="+mn-lt"/>
              </a:rPr>
              <a:t>计划总结 </a:t>
            </a:r>
            <a:r>
              <a:rPr lang="en-US" altLang="zh-CN" sz="2000">
                <a:cs typeface="+mn-ea"/>
                <a:sym typeface="+mn-lt"/>
              </a:rPr>
              <a:t>| </a:t>
            </a:r>
            <a:r>
              <a:rPr lang="zh-CN" altLang="en-US" sz="2000">
                <a:cs typeface="+mn-ea"/>
                <a:sym typeface="+mn-lt"/>
              </a:rPr>
              <a:t>市场调研 </a:t>
            </a:r>
            <a:r>
              <a:rPr lang="en-US" altLang="zh-CN" sz="2000">
                <a:cs typeface="+mn-ea"/>
                <a:sym typeface="+mn-lt"/>
              </a:rPr>
              <a:t>| </a:t>
            </a:r>
            <a:r>
              <a:rPr lang="zh-CN" altLang="en-US" sz="2000">
                <a:cs typeface="+mn-ea"/>
                <a:sym typeface="+mn-lt"/>
              </a:rPr>
              <a:t>品牌总结</a:t>
            </a:r>
            <a:endParaRPr lang="zh-CN" altLang="en-US" sz="2000">
              <a:cs typeface="+mn-ea"/>
              <a:sym typeface="+mn-lt"/>
            </a:endParaRPr>
          </a:p>
        </p:txBody>
      </p:sp>
      <p:grpSp>
        <p:nvGrpSpPr>
          <p:cNvPr id="26" name="组合 25"/>
          <p:cNvGrpSpPr/>
          <p:nvPr/>
        </p:nvGrpSpPr>
        <p:grpSpPr>
          <a:xfrm>
            <a:off x="624841" y="2488743"/>
            <a:ext cx="5273040" cy="1938992"/>
            <a:chOff x="624841" y="2488743"/>
            <a:chExt cx="5273040" cy="1938992"/>
          </a:xfrm>
        </p:grpSpPr>
        <p:sp>
          <p:nvSpPr>
            <p:cNvPr id="25" name="圆角矩形 24"/>
            <p:cNvSpPr/>
            <p:nvPr/>
          </p:nvSpPr>
          <p:spPr>
            <a:xfrm>
              <a:off x="624841" y="2488743"/>
              <a:ext cx="5273040" cy="1938992"/>
            </a:xfrm>
            <a:prstGeom prst="roundRect">
              <a:avLst/>
            </a:prstGeom>
            <a:gradFill flip="none" rotWithShape="1">
              <a:gsLst>
                <a:gs pos="57000">
                  <a:srgbClr val="2DA3DD"/>
                </a:gs>
                <a:gs pos="0">
                  <a:srgbClr val="2C6CA7"/>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文本框 22"/>
            <p:cNvSpPr txBox="1"/>
            <p:nvPr/>
          </p:nvSpPr>
          <p:spPr>
            <a:xfrm>
              <a:off x="749450" y="2619369"/>
              <a:ext cx="5031858" cy="1569660"/>
            </a:xfrm>
            <a:prstGeom prst="rect">
              <a:avLst/>
            </a:prstGeom>
            <a:noFill/>
          </p:spPr>
          <p:txBody>
            <a:bodyPr wrap="square" rtlCol="0">
              <a:spAutoFit/>
            </a:bodyPr>
            <a:lstStyle/>
            <a:p>
              <a:pPr algn="ctr"/>
              <a:r>
                <a:rPr lang="zh-CN" altLang="en-US" sz="4800">
                  <a:solidFill>
                    <a:schemeClr val="bg1"/>
                  </a:solidFill>
                  <a:latin typeface="+mj-ea"/>
                  <a:ea typeface="+mj-ea"/>
                  <a:cs typeface="+mn-ea"/>
                  <a:sym typeface="+mn-lt"/>
                </a:rPr>
                <a:t>简约蓝黄</a:t>
              </a:r>
              <a:r>
                <a:rPr lang="zh-CN" altLang="en-US" sz="4800">
                  <a:solidFill>
                    <a:schemeClr val="bg1"/>
                  </a:solidFill>
                  <a:latin typeface="+mj-ea"/>
                  <a:ea typeface="+mj-ea"/>
                  <a:cs typeface="+mn-ea"/>
                  <a:sym typeface="+mn-lt"/>
                </a:rPr>
                <a:t>配</a:t>
              </a:r>
              <a:r>
                <a:rPr lang="zh-CN" altLang="en-US" sz="4800">
                  <a:solidFill>
                    <a:schemeClr val="bg1"/>
                  </a:solidFill>
                  <a:latin typeface="+mj-ea"/>
                  <a:ea typeface="+mj-ea"/>
                  <a:cs typeface="+mn-ea"/>
                  <a:sym typeface="+mn-lt"/>
                </a:rPr>
                <a:t>色</a:t>
              </a:r>
              <a:endParaRPr lang="en-US" altLang="zh-CN" sz="4800">
                <a:solidFill>
                  <a:schemeClr val="bg1"/>
                </a:solidFill>
                <a:latin typeface="+mj-ea"/>
                <a:ea typeface="+mj-ea"/>
                <a:cs typeface="+mn-ea"/>
                <a:sym typeface="+mn-lt"/>
              </a:endParaRPr>
            </a:p>
            <a:p>
              <a:pPr algn="ctr"/>
              <a:r>
                <a:rPr lang="zh-CN" altLang="en-US" sz="4800">
                  <a:solidFill>
                    <a:schemeClr val="bg1"/>
                  </a:solidFill>
                  <a:latin typeface="+mj-ea"/>
                  <a:ea typeface="+mj-ea"/>
                  <a:cs typeface="+mn-ea"/>
                  <a:sym typeface="+mn-lt"/>
                </a:rPr>
                <a:t>通用商务</a:t>
              </a:r>
              <a:r>
                <a:rPr lang="en-US" altLang="zh-CN" sz="4800">
                  <a:solidFill>
                    <a:schemeClr val="bg1"/>
                  </a:solidFill>
                  <a:latin typeface="+mj-ea"/>
                  <a:ea typeface="+mj-ea"/>
                  <a:cs typeface="+mn-ea"/>
                  <a:sym typeface="+mn-lt"/>
                </a:rPr>
                <a:t>PPT</a:t>
              </a:r>
              <a:r>
                <a:rPr lang="zh-CN" altLang="en-US" sz="4800">
                  <a:solidFill>
                    <a:schemeClr val="bg1"/>
                  </a:solidFill>
                  <a:latin typeface="+mj-ea"/>
                  <a:ea typeface="+mj-ea"/>
                  <a:cs typeface="+mn-ea"/>
                  <a:sym typeface="+mn-lt"/>
                </a:rPr>
                <a:t>模板</a:t>
              </a:r>
              <a:endParaRPr lang="zh-CN" altLang="en-US" sz="4800">
                <a:solidFill>
                  <a:schemeClr val="bg1"/>
                </a:solidFill>
                <a:latin typeface="+mj-ea"/>
                <a:ea typeface="+mj-ea"/>
                <a:cs typeface="+mn-ea"/>
                <a:sym typeface="+mn-lt"/>
              </a:endParaRPr>
            </a:p>
          </p:txBody>
        </p:sp>
      </p:grpSp>
      <p:sp>
        <p:nvSpPr>
          <p:cNvPr id="24" name="矩形 23"/>
          <p:cNvSpPr/>
          <p:nvPr/>
        </p:nvSpPr>
        <p:spPr>
          <a:xfrm>
            <a:off x="1091165" y="4541407"/>
            <a:ext cx="4284378" cy="461665"/>
          </a:xfrm>
          <a:prstGeom prst="rect">
            <a:avLst/>
          </a:prstGeom>
        </p:spPr>
        <p:txBody>
          <a:bodyPr wrap="none">
            <a:spAutoFit/>
          </a:bodyPr>
          <a:lstStyle/>
          <a:p>
            <a:r>
              <a:rPr lang="en-US" altLang="zh-CN" sz="2400" b="0" i="0">
                <a:solidFill>
                  <a:srgbClr val="333333"/>
                </a:solidFill>
                <a:effectLst/>
                <a:cs typeface="+mn-ea"/>
                <a:sym typeface="+mn-lt"/>
              </a:rPr>
              <a:t>BLUE BUSINESS SUMMARY</a:t>
            </a:r>
            <a:endParaRPr lang="zh-CN" altLang="en-US" sz="2400">
              <a:cs typeface="+mn-ea"/>
              <a:sym typeface="+mn-lt"/>
            </a:endParaRPr>
          </a:p>
        </p:txBody>
      </p:sp>
    </p:spTree>
    <p:extLst>
      <p:ext uri="{BB962C8B-B14F-4D97-AF65-F5344CB8AC3E}">
        <p14:creationId xmlns:p14="http://schemas.microsoft.com/office/powerpoint/2010/main" val="1622755806"/>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50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75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anim calcmode="lin" valueType="num">
                                      <p:cBhvr>
                                        <p:cTn id="28" dur="1000" fill="hold"/>
                                        <p:tgtEl>
                                          <p:spTgt spid="12"/>
                                        </p:tgtEl>
                                        <p:attrNameLst>
                                          <p:attrName>ppt_x</p:attrName>
                                        </p:attrNameLst>
                                      </p:cBhvr>
                                      <p:tavLst>
                                        <p:tav tm="0">
                                          <p:val>
                                            <p:strVal val="#ppt_x"/>
                                          </p:val>
                                        </p:tav>
                                        <p:tav tm="100000">
                                          <p:val>
                                            <p:strVal val="#ppt_x"/>
                                          </p:val>
                                        </p:tav>
                                      </p:tavLst>
                                    </p:anim>
                                    <p:anim calcmode="lin" valueType="num">
                                      <p:cBhvr>
                                        <p:cTn id="29" dur="1000" fill="hold"/>
                                        <p:tgtEl>
                                          <p:spTgt spid="1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5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1000"/>
                                        <p:tgtEl>
                                          <p:spTgt spid="13"/>
                                        </p:tgtEl>
                                      </p:cBhvr>
                                    </p:animEffect>
                                    <p:anim calcmode="lin" valueType="num">
                                      <p:cBhvr>
                                        <p:cTn id="38" dur="1000" fill="hold"/>
                                        <p:tgtEl>
                                          <p:spTgt spid="13"/>
                                        </p:tgtEl>
                                        <p:attrNameLst>
                                          <p:attrName>ppt_x</p:attrName>
                                        </p:attrNameLst>
                                      </p:cBhvr>
                                      <p:tavLst>
                                        <p:tav tm="0">
                                          <p:val>
                                            <p:strVal val="#ppt_x"/>
                                          </p:val>
                                        </p:tav>
                                        <p:tav tm="100000">
                                          <p:val>
                                            <p:strVal val="#ppt_x"/>
                                          </p:val>
                                        </p:tav>
                                      </p:tavLst>
                                    </p:anim>
                                    <p:anim calcmode="lin" valueType="num">
                                      <p:cBhvr>
                                        <p:cTn id="39" dur="1000" fill="hold"/>
                                        <p:tgtEl>
                                          <p:spTgt spid="13"/>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25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1000"/>
                                        <p:tgtEl>
                                          <p:spTgt spid="14"/>
                                        </p:tgtEl>
                                      </p:cBhvr>
                                    </p:animEffect>
                                    <p:anim calcmode="lin" valueType="num">
                                      <p:cBhvr>
                                        <p:cTn id="43" dur="1000" fill="hold"/>
                                        <p:tgtEl>
                                          <p:spTgt spid="14"/>
                                        </p:tgtEl>
                                        <p:attrNameLst>
                                          <p:attrName>ppt_x</p:attrName>
                                        </p:attrNameLst>
                                      </p:cBhvr>
                                      <p:tavLst>
                                        <p:tav tm="0">
                                          <p:val>
                                            <p:strVal val="#ppt_x"/>
                                          </p:val>
                                        </p:tav>
                                        <p:tav tm="100000">
                                          <p:val>
                                            <p:strVal val="#ppt_x"/>
                                          </p:val>
                                        </p:tav>
                                      </p:tavLst>
                                    </p:anim>
                                    <p:anim calcmode="lin" valueType="num">
                                      <p:cBhvr>
                                        <p:cTn id="44" dur="1000" fill="hold"/>
                                        <p:tgtEl>
                                          <p:spTgt spid="14"/>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50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1000"/>
                                        <p:tgtEl>
                                          <p:spTgt spid="6"/>
                                        </p:tgtEl>
                                      </p:cBhvr>
                                    </p:animEffect>
                                    <p:anim calcmode="lin" valueType="num">
                                      <p:cBhvr>
                                        <p:cTn id="48" dur="1000" fill="hold"/>
                                        <p:tgtEl>
                                          <p:spTgt spid="6"/>
                                        </p:tgtEl>
                                        <p:attrNameLst>
                                          <p:attrName>ppt_x</p:attrName>
                                        </p:attrNameLst>
                                      </p:cBhvr>
                                      <p:tavLst>
                                        <p:tav tm="0">
                                          <p:val>
                                            <p:strVal val="#ppt_x"/>
                                          </p:val>
                                        </p:tav>
                                        <p:tav tm="100000">
                                          <p:val>
                                            <p:strVal val="#ppt_x"/>
                                          </p:val>
                                        </p:tav>
                                      </p:tavLst>
                                    </p:anim>
                                    <p:anim calcmode="lin" valueType="num">
                                      <p:cBhvr>
                                        <p:cTn id="49" dur="1000" fill="hold"/>
                                        <p:tgtEl>
                                          <p:spTgt spid="6"/>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1000"/>
                                        <p:tgtEl>
                                          <p:spTgt spid="8"/>
                                        </p:tgtEl>
                                      </p:cBhvr>
                                    </p:animEffect>
                                    <p:anim calcmode="lin" valueType="num">
                                      <p:cBhvr>
                                        <p:cTn id="53" dur="1000" fill="hold"/>
                                        <p:tgtEl>
                                          <p:spTgt spid="8"/>
                                        </p:tgtEl>
                                        <p:attrNameLst>
                                          <p:attrName>ppt_x</p:attrName>
                                        </p:attrNameLst>
                                      </p:cBhvr>
                                      <p:tavLst>
                                        <p:tav tm="0">
                                          <p:val>
                                            <p:strVal val="#ppt_x"/>
                                          </p:val>
                                        </p:tav>
                                        <p:tav tm="100000">
                                          <p:val>
                                            <p:strVal val="#ppt_x"/>
                                          </p:val>
                                        </p:tav>
                                      </p:tavLst>
                                    </p:anim>
                                    <p:anim calcmode="lin" valueType="num">
                                      <p:cBhvr>
                                        <p:cTn id="54" dur="1000" fill="hold"/>
                                        <p:tgtEl>
                                          <p:spTgt spid="8"/>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500"/>
                                  </p:stCondLst>
                                  <p:childTnLst>
                                    <p:set>
                                      <p:cBhvr>
                                        <p:cTn id="56" dur="1" fill="hold">
                                          <p:stCondLst>
                                            <p:cond delay="0"/>
                                          </p:stCondLst>
                                        </p:cTn>
                                        <p:tgtEl>
                                          <p:spTgt spid="7"/>
                                        </p:tgtEl>
                                        <p:attrNameLst>
                                          <p:attrName>style.visibility</p:attrName>
                                        </p:attrNameLst>
                                      </p:cBhvr>
                                      <p:to>
                                        <p:strVal val="visible"/>
                                      </p:to>
                                    </p:set>
                                    <p:animEffect transition="in" filter="fade">
                                      <p:cBhvr>
                                        <p:cTn id="57" dur="1000"/>
                                        <p:tgtEl>
                                          <p:spTgt spid="7"/>
                                        </p:tgtEl>
                                      </p:cBhvr>
                                    </p:animEffect>
                                    <p:anim calcmode="lin" valueType="num">
                                      <p:cBhvr>
                                        <p:cTn id="58" dur="1000" fill="hold"/>
                                        <p:tgtEl>
                                          <p:spTgt spid="7"/>
                                        </p:tgtEl>
                                        <p:attrNameLst>
                                          <p:attrName>ppt_x</p:attrName>
                                        </p:attrNameLst>
                                      </p:cBhvr>
                                      <p:tavLst>
                                        <p:tav tm="0">
                                          <p:val>
                                            <p:strVal val="#ppt_x"/>
                                          </p:val>
                                        </p:tav>
                                        <p:tav tm="100000">
                                          <p:val>
                                            <p:strVal val="#ppt_x"/>
                                          </p:val>
                                        </p:tav>
                                      </p:tavLst>
                                    </p:anim>
                                    <p:anim calcmode="lin" valueType="num">
                                      <p:cBhvr>
                                        <p:cTn id="59" dur="1000" fill="hold"/>
                                        <p:tgtEl>
                                          <p:spTgt spid="7"/>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1000"/>
                                        <p:tgtEl>
                                          <p:spTgt spid="16"/>
                                        </p:tgtEl>
                                      </p:cBhvr>
                                    </p:animEffect>
                                    <p:anim calcmode="lin" valueType="num">
                                      <p:cBhvr>
                                        <p:cTn id="63" dur="1000" fill="hold"/>
                                        <p:tgtEl>
                                          <p:spTgt spid="16"/>
                                        </p:tgtEl>
                                        <p:attrNameLst>
                                          <p:attrName>ppt_x</p:attrName>
                                        </p:attrNameLst>
                                      </p:cBhvr>
                                      <p:tavLst>
                                        <p:tav tm="0">
                                          <p:val>
                                            <p:strVal val="#ppt_x"/>
                                          </p:val>
                                        </p:tav>
                                        <p:tav tm="100000">
                                          <p:val>
                                            <p:strVal val="#ppt_x"/>
                                          </p:val>
                                        </p:tav>
                                      </p:tavLst>
                                    </p:anim>
                                    <p:anim calcmode="lin" valueType="num">
                                      <p:cBhvr>
                                        <p:cTn id="64" dur="100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50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1000"/>
                                        <p:tgtEl>
                                          <p:spTgt spid="15"/>
                                        </p:tgtEl>
                                      </p:cBhvr>
                                    </p:animEffect>
                                    <p:anim calcmode="lin" valueType="num">
                                      <p:cBhvr>
                                        <p:cTn id="68" dur="1000" fill="hold"/>
                                        <p:tgtEl>
                                          <p:spTgt spid="15"/>
                                        </p:tgtEl>
                                        <p:attrNameLst>
                                          <p:attrName>ppt_x</p:attrName>
                                        </p:attrNameLst>
                                      </p:cBhvr>
                                      <p:tavLst>
                                        <p:tav tm="0">
                                          <p:val>
                                            <p:strVal val="#ppt_x"/>
                                          </p:val>
                                        </p:tav>
                                        <p:tav tm="100000">
                                          <p:val>
                                            <p:strVal val="#ppt_x"/>
                                          </p:val>
                                        </p:tav>
                                      </p:tavLst>
                                    </p:anim>
                                    <p:anim calcmode="lin" valueType="num">
                                      <p:cBhvr>
                                        <p:cTn id="69" dur="1000" fill="hold"/>
                                        <p:tgtEl>
                                          <p:spTgt spid="15"/>
                                        </p:tgtEl>
                                        <p:attrNameLst>
                                          <p:attrName>ppt_y</p:attrName>
                                        </p:attrNameLst>
                                      </p:cBhvr>
                                      <p:tavLst>
                                        <p:tav tm="0">
                                          <p:val>
                                            <p:strVal val="#ppt_y+.1"/>
                                          </p:val>
                                        </p:tav>
                                        <p:tav tm="100000">
                                          <p:val>
                                            <p:strVal val="#ppt_y"/>
                                          </p:val>
                                        </p:tav>
                                      </p:tavLst>
                                    </p:anim>
                                  </p:childTnLst>
                                </p:cTn>
                              </p:par>
                            </p:childTnLst>
                          </p:cTn>
                        </p:par>
                        <p:par>
                          <p:cTn id="70" fill="hold" nodeType="afterGroup">
                            <p:stCondLst>
                              <p:cond delay="4750"/>
                            </p:stCondLst>
                            <p:childTnLst>
                              <p:par>
                                <p:cTn id="71" presetID="42" presetClass="entr" presetSubtype="0" fill="hold" nodeType="after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1000"/>
                                        <p:tgtEl>
                                          <p:spTgt spid="26"/>
                                        </p:tgtEl>
                                      </p:cBhvr>
                                    </p:animEffect>
                                    <p:anim calcmode="lin" valueType="num">
                                      <p:cBhvr>
                                        <p:cTn id="74" dur="1000" fill="hold"/>
                                        <p:tgtEl>
                                          <p:spTgt spid="26"/>
                                        </p:tgtEl>
                                        <p:attrNameLst>
                                          <p:attrName>ppt_x</p:attrName>
                                        </p:attrNameLst>
                                      </p:cBhvr>
                                      <p:tavLst>
                                        <p:tav tm="0">
                                          <p:val>
                                            <p:strVal val="#ppt_x"/>
                                          </p:val>
                                        </p:tav>
                                        <p:tav tm="100000">
                                          <p:val>
                                            <p:strVal val="#ppt_x"/>
                                          </p:val>
                                        </p:tav>
                                      </p:tavLst>
                                    </p:anim>
                                    <p:anim calcmode="lin" valueType="num">
                                      <p:cBhvr>
                                        <p:cTn id="75" dur="1000" fill="hold"/>
                                        <p:tgtEl>
                                          <p:spTgt spid="26"/>
                                        </p:tgtEl>
                                        <p:attrNameLst>
                                          <p:attrName>ppt_y</p:attrName>
                                        </p:attrNameLst>
                                      </p:cBhvr>
                                      <p:tavLst>
                                        <p:tav tm="0">
                                          <p:val>
                                            <p:strVal val="#ppt_y+.1"/>
                                          </p:val>
                                        </p:tav>
                                        <p:tav tm="100000">
                                          <p:val>
                                            <p:strVal val="#ppt_y"/>
                                          </p:val>
                                        </p:tav>
                                      </p:tavLst>
                                    </p:anim>
                                  </p:childTnLst>
                                </p:cTn>
                              </p:par>
                            </p:childTnLst>
                          </p:cTn>
                        </p:par>
                        <p:par>
                          <p:cTn id="76" fill="hold" nodeType="afterGroup">
                            <p:stCondLst>
                              <p:cond delay="5750"/>
                            </p:stCondLst>
                            <p:childTnLst>
                              <p:par>
                                <p:cTn id="77" presetID="22" presetClass="entr" presetSubtype="8" fill="hold" grpId="0" nodeType="after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wipe(left)">
                                      <p:cBhvr>
                                        <p:cTn id="79" dur="500"/>
                                        <p:tgtEl>
                                          <p:spTgt spid="22"/>
                                        </p:tgtEl>
                                      </p:cBhvr>
                                    </p:animEffect>
                                  </p:childTnLst>
                                </p:cTn>
                              </p:par>
                            </p:childTnLst>
                          </p:cTn>
                        </p:par>
                        <p:par>
                          <p:cTn id="80" fill="hold" nodeType="afterGroup">
                            <p:stCondLst>
                              <p:cond delay="6250"/>
                            </p:stCondLst>
                            <p:childTnLst>
                              <p:par>
                                <p:cTn id="81" presetID="14" presetClass="entr" presetSubtype="10" fill="hold" grpId="0" nodeType="after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randombar(horizontal)">
                                      <p:cBhvr>
                                        <p:cTn id="83" dur="500"/>
                                        <p:tgtEl>
                                          <p:spTgt spid="24"/>
                                        </p:tgtEl>
                                      </p:cBhvr>
                                    </p:animEffect>
                                  </p:childTnLst>
                                </p:cTn>
                              </p:par>
                            </p:childTnLst>
                          </p:cTn>
                        </p:par>
                        <p:par>
                          <p:cTn id="84" fill="hold" nodeType="afterGroup">
                            <p:stCondLst>
                              <p:cond delay="6750"/>
                            </p:stCondLst>
                            <p:childTnLst>
                              <p:par>
                                <p:cTn id="85" presetID="22" presetClass="entr" presetSubtype="4" fill="hold" nodeType="afterEffect">
                                  <p:stCondLst>
                                    <p:cond delay="0"/>
                                  </p:stCondLst>
                                  <p:childTnLst>
                                    <p:set>
                                      <p:cBhvr>
                                        <p:cTn id="86" dur="1" fill="hold">
                                          <p:stCondLst>
                                            <p:cond delay="0"/>
                                          </p:stCondLst>
                                        </p:cTn>
                                        <p:tgtEl>
                                          <p:spTgt spid="2"/>
                                        </p:tgtEl>
                                        <p:attrNameLst>
                                          <p:attrName>style.visibility</p:attrName>
                                        </p:attrNameLst>
                                      </p:cBhvr>
                                      <p:to>
                                        <p:strVal val="visible"/>
                                      </p:to>
                                    </p:set>
                                    <p:animEffect transition="in" filter="wipe(down)">
                                      <p:cBhvr>
                                        <p:cTn id="8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0" grpId="0" animBg="1"/>
      <p:bldP spid="22" grpId="0"/>
      <p:bldP spid="24" grpId="0"/>
    </p:bldLst>
  </p:timing>
</p:sld>
</file>

<file path=ppt/slides/slide2.xml><?xml version="1.0" encoding="utf-8"?>
<p:sld xmlns:a16="http://schemas.microsoft.com/office/drawing/2014/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6" name="任意多边形 5"/>
          <p:cNvSpPr/>
          <p:nvPr/>
        </p:nvSpPr>
        <p:spPr>
          <a:xfrm>
            <a:off x="0" y="0"/>
            <a:ext cx="4089012" cy="6858000"/>
          </a:xfrm>
          <a:custGeom>
            <a:gdLst>
              <a:gd name="connsiteX0" fmla="*/ 0 w 4089012"/>
              <a:gd name="connsiteY0" fmla="*/ 0 h 6858000"/>
              <a:gd name="connsiteX1" fmla="*/ 4089012 w 4089012"/>
              <a:gd name="connsiteY1" fmla="*/ 0 h 6858000"/>
              <a:gd name="connsiteX2" fmla="*/ 1852459 w 4089012"/>
              <a:gd name="connsiteY2" fmla="*/ 6858000 h 6858000"/>
              <a:gd name="connsiteX3" fmla="*/ 0 w 4089012"/>
              <a:gd name="connsiteY3" fmla="*/ 6858000 h 6858000"/>
            </a:gdLst>
            <a:cxnLst>
              <a:cxn ang="0">
                <a:pos x="connsiteX0" y="connsiteY0"/>
              </a:cxn>
              <a:cxn ang="0">
                <a:pos x="connsiteX1" y="connsiteY1"/>
              </a:cxn>
              <a:cxn ang="0">
                <a:pos x="connsiteX2" y="connsiteY2"/>
              </a:cxn>
              <a:cxn ang="0">
                <a:pos x="connsiteX3" y="connsiteY3"/>
              </a:cxn>
            </a:cxnLst>
            <a:rect l="l" t="t" r="r" b="b"/>
            <a:pathLst>
              <a:path w="4089012" h="6858000">
                <a:moveTo>
                  <a:pt x="0" y="0"/>
                </a:moveTo>
                <a:lnTo>
                  <a:pt x="4089012" y="0"/>
                </a:lnTo>
                <a:lnTo>
                  <a:pt x="1852459" y="6858000"/>
                </a:lnTo>
                <a:lnTo>
                  <a:pt x="0" y="6858000"/>
                </a:lnTo>
                <a:close/>
              </a:path>
            </a:pathLst>
          </a:custGeom>
          <a:solidFill>
            <a:srgbClr val="2DA3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圆角矩形 6"/>
          <p:cNvSpPr/>
          <p:nvPr/>
        </p:nvSpPr>
        <p:spPr>
          <a:xfrm rot="2700000">
            <a:off x="1800517" y="2183168"/>
            <a:ext cx="2491664" cy="2491664"/>
          </a:xfrm>
          <a:prstGeom prst="roundRect">
            <a:avLst>
              <a:gd name="adj" fmla="val 14919"/>
            </a:avLst>
          </a:prstGeom>
          <a:gradFill>
            <a:gsLst>
              <a:gs pos="84000">
                <a:srgbClr val="F5C130"/>
              </a:gs>
              <a:gs pos="0">
                <a:srgbClr val="E5A010"/>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圆角矩形 7"/>
          <p:cNvSpPr/>
          <p:nvPr/>
        </p:nvSpPr>
        <p:spPr>
          <a:xfrm rot="2700000">
            <a:off x="3628457" y="969208"/>
            <a:ext cx="921108" cy="921108"/>
          </a:xfrm>
          <a:prstGeom prst="roundRect">
            <a:avLst>
              <a:gd name="adj" fmla="val 14919"/>
            </a:avLst>
          </a:prstGeom>
          <a:gradFill flip="none" rotWithShape="1">
            <a:gsLst>
              <a:gs pos="57000">
                <a:srgbClr val="2DA3DD"/>
              </a:gs>
              <a:gs pos="0">
                <a:srgbClr val="2C6CA7"/>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圆角矩形 8"/>
          <p:cNvSpPr/>
          <p:nvPr/>
        </p:nvSpPr>
        <p:spPr>
          <a:xfrm rot="2700000">
            <a:off x="4486298" y="3881555"/>
            <a:ext cx="643849" cy="643849"/>
          </a:xfrm>
          <a:prstGeom prst="roundRect">
            <a:avLst>
              <a:gd name="adj" fmla="val 14919"/>
            </a:avLst>
          </a:prstGeom>
          <a:gradFill flip="none" rotWithShape="1">
            <a:gsLst>
              <a:gs pos="57000">
                <a:srgbClr val="2DA3DD"/>
              </a:gs>
              <a:gs pos="0">
                <a:srgbClr val="2C6CA7"/>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圆角矩形 9"/>
          <p:cNvSpPr/>
          <p:nvPr/>
        </p:nvSpPr>
        <p:spPr>
          <a:xfrm rot="2700000">
            <a:off x="671895" y="3938977"/>
            <a:ext cx="921108" cy="921108"/>
          </a:xfrm>
          <a:prstGeom prst="roundRect">
            <a:avLst>
              <a:gd name="adj" fmla="val 14919"/>
            </a:avLst>
          </a:prstGeom>
          <a:gradFill flip="none" rotWithShape="1">
            <a:gsLst>
              <a:gs pos="57000">
                <a:srgbClr val="2DA3DD"/>
              </a:gs>
              <a:gs pos="0">
                <a:srgbClr val="2C6CA7"/>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圆角矩形 10"/>
          <p:cNvSpPr/>
          <p:nvPr/>
        </p:nvSpPr>
        <p:spPr>
          <a:xfrm rot="2700000">
            <a:off x="958377" y="2210254"/>
            <a:ext cx="623696" cy="623696"/>
          </a:xfrm>
          <a:prstGeom prst="roundRect">
            <a:avLst>
              <a:gd name="adj" fmla="val 14919"/>
            </a:avLst>
          </a:prstGeom>
          <a:gradFill>
            <a:gsLst>
              <a:gs pos="84000">
                <a:srgbClr val="F5C130"/>
              </a:gs>
              <a:gs pos="0">
                <a:srgbClr val="E5A010"/>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4" name="组合 13"/>
          <p:cNvGrpSpPr/>
          <p:nvPr/>
        </p:nvGrpSpPr>
        <p:grpSpPr>
          <a:xfrm>
            <a:off x="1927279" y="2544844"/>
            <a:ext cx="2234330" cy="1496490"/>
            <a:chOff x="2022944" y="2721114"/>
            <a:chExt cx="2234330" cy="1496490"/>
          </a:xfrm>
        </p:grpSpPr>
        <p:sp>
          <p:nvSpPr>
            <p:cNvPr id="12" name="文本框 11"/>
            <p:cNvSpPr txBox="1"/>
            <p:nvPr/>
          </p:nvSpPr>
          <p:spPr>
            <a:xfrm>
              <a:off x="2022944" y="3632829"/>
              <a:ext cx="2234330" cy="584775"/>
            </a:xfrm>
            <a:prstGeom prst="rect">
              <a:avLst/>
            </a:prstGeom>
            <a:noFill/>
          </p:spPr>
          <p:txBody>
            <a:bodyPr wrap="none" rtlCol="0">
              <a:spAutoFit/>
            </a:bodyPr>
            <a:lstStyle/>
            <a:p>
              <a:r>
                <a:rPr lang="en-US" altLang="zh-CN" sz="3200" b="1">
                  <a:solidFill>
                    <a:schemeClr val="bg1"/>
                  </a:solidFill>
                  <a:cs typeface="+mn-ea"/>
                  <a:sym typeface="+mn-lt"/>
                </a:rPr>
                <a:t>CONTENT</a:t>
              </a:r>
              <a:endParaRPr lang="zh-CN" altLang="en-US" sz="3200" b="1">
                <a:solidFill>
                  <a:schemeClr val="bg1"/>
                </a:solidFill>
                <a:cs typeface="+mn-ea"/>
                <a:sym typeface="+mn-lt"/>
              </a:endParaRPr>
            </a:p>
          </p:txBody>
        </p:sp>
        <p:sp>
          <p:nvSpPr>
            <p:cNvPr id="13" name="文本框 12"/>
            <p:cNvSpPr txBox="1"/>
            <p:nvPr/>
          </p:nvSpPr>
          <p:spPr>
            <a:xfrm>
              <a:off x="2183245" y="2721114"/>
              <a:ext cx="1877437" cy="1107996"/>
            </a:xfrm>
            <a:prstGeom prst="rect">
              <a:avLst/>
            </a:prstGeom>
            <a:noFill/>
          </p:spPr>
          <p:txBody>
            <a:bodyPr wrap="none" rtlCol="0">
              <a:spAutoFit/>
            </a:bodyPr>
            <a:lstStyle/>
            <a:p>
              <a:r>
                <a:rPr lang="zh-CN" altLang="en-US" sz="6600" b="1">
                  <a:solidFill>
                    <a:schemeClr val="bg1"/>
                  </a:solidFill>
                  <a:cs typeface="+mn-ea"/>
                  <a:sym typeface="+mn-lt"/>
                </a:rPr>
                <a:t>目录</a:t>
              </a:r>
              <a:endParaRPr lang="zh-CN" altLang="en-US" sz="6600" b="1">
                <a:solidFill>
                  <a:schemeClr val="bg1"/>
                </a:solidFill>
                <a:cs typeface="+mn-ea"/>
                <a:sym typeface="+mn-lt"/>
              </a:endParaRPr>
            </a:p>
          </p:txBody>
        </p:sp>
      </p:grpSp>
      <p:sp>
        <p:nvSpPr>
          <p:cNvPr id="15" name="椭圆 14">
            <a:extLst>
              <a:ext uri="{FF2B5EF4-FFF2-40B4-BE49-F238E27FC236}">
                <a16:creationId xmlns:a16="http://schemas.microsoft.com/office/drawing/2014/main" id="{51A1AE71-C0F1-41DC-8D0E-59AFC2D74FE8}"/>
              </a:ext>
            </a:extLst>
          </p:cNvPr>
          <p:cNvSpPr/>
          <p:nvPr/>
        </p:nvSpPr>
        <p:spPr>
          <a:xfrm>
            <a:off x="5821683" y="1308715"/>
            <a:ext cx="548633" cy="548633"/>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6" name="椭圆 15">
            <a:extLst>
              <a:ext uri="{FF2B5EF4-FFF2-40B4-BE49-F238E27FC236}">
                <a16:creationId xmlns:a16="http://schemas.microsoft.com/office/drawing/2014/main" id="{BB511C8F-4AB3-4C8D-817C-8EA0B671C714}"/>
              </a:ext>
            </a:extLst>
          </p:cNvPr>
          <p:cNvSpPr/>
          <p:nvPr/>
        </p:nvSpPr>
        <p:spPr>
          <a:xfrm>
            <a:off x="5821683" y="5251050"/>
            <a:ext cx="548633" cy="548633"/>
          </a:xfrm>
          <a:prstGeom prst="ellipse">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7" name="椭圆 16">
            <a:extLst>
              <a:ext uri="{FF2B5EF4-FFF2-40B4-BE49-F238E27FC236}">
                <a16:creationId xmlns:a16="http://schemas.microsoft.com/office/drawing/2014/main" id="{5935469D-6B18-4E62-A3B5-8BE8CAF2467B}"/>
              </a:ext>
            </a:extLst>
          </p:cNvPr>
          <p:cNvSpPr/>
          <p:nvPr/>
        </p:nvSpPr>
        <p:spPr>
          <a:xfrm>
            <a:off x="5821683" y="3967804"/>
            <a:ext cx="548633" cy="548633"/>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8" name="椭圆 17">
            <a:extLst>
              <a:ext uri="{FF2B5EF4-FFF2-40B4-BE49-F238E27FC236}">
                <a16:creationId xmlns:a16="http://schemas.microsoft.com/office/drawing/2014/main" id="{E0D4E5E2-08AF-4B73-B39A-AF312AB70839}"/>
              </a:ext>
            </a:extLst>
          </p:cNvPr>
          <p:cNvSpPr/>
          <p:nvPr/>
        </p:nvSpPr>
        <p:spPr>
          <a:xfrm>
            <a:off x="5821683" y="2649835"/>
            <a:ext cx="548633" cy="548633"/>
          </a:xfrm>
          <a:prstGeom prst="ellipse">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grpSp>
        <p:nvGrpSpPr>
          <p:cNvPr id="19" name="组合 18">
            <a:extLst>
              <a:ext uri="{FF2B5EF4-FFF2-40B4-BE49-F238E27FC236}">
                <a16:creationId xmlns:a16="http://schemas.microsoft.com/office/drawing/2014/main" id="{FC6D4E9F-DBDD-49E3-93DE-C6C0EFA8B0D6}"/>
              </a:ext>
            </a:extLst>
          </p:cNvPr>
          <p:cNvGrpSpPr/>
          <p:nvPr/>
        </p:nvGrpSpPr>
        <p:grpSpPr>
          <a:xfrm>
            <a:off x="6781790" y="1112520"/>
            <a:ext cx="4526287" cy="924683"/>
            <a:chOff x="1082681" y="2658703"/>
            <a:chExt cx="4526287" cy="924683"/>
          </a:xfrm>
        </p:grpSpPr>
        <p:sp>
          <p:nvSpPr>
            <p:cNvPr id="20" name="TextBox 39">
              <a:extLst>
                <a:ext uri="{FF2B5EF4-FFF2-40B4-BE49-F238E27FC236}">
                  <a16:creationId xmlns:a16="http://schemas.microsoft.com/office/drawing/2014/main" id="{D547C18B-71F2-4BE5-8CDC-007EB6DE5C9B}"/>
                </a:ext>
              </a:extLst>
            </p:cNvPr>
            <p:cNvSpPr txBox="1"/>
            <p:nvPr/>
          </p:nvSpPr>
          <p:spPr>
            <a:xfrm>
              <a:off x="1082682" y="2658703"/>
              <a:ext cx="1467068" cy="477054"/>
            </a:xfrm>
            <a:prstGeom prst="rect">
              <a:avLst/>
            </a:prstGeom>
            <a:noFill/>
          </p:spPr>
          <p:txBody>
            <a:bodyPr wrap="none" rtlCol="0">
              <a:spAutoFit/>
            </a:bodyPr>
            <a:lstStyle/>
            <a:p>
              <a:r>
                <a:rPr lang="zh-CN" altLang="en-US" sz="2500">
                  <a:cs typeface="+mn-ea"/>
                  <a:sym typeface="+mn-lt"/>
                </a:rPr>
                <a:t>添加标题</a:t>
              </a:r>
              <a:endParaRPr lang="zh-CN" altLang="en-US" sz="2500">
                <a:cs typeface="+mn-ea"/>
                <a:sym typeface="+mn-lt"/>
              </a:endParaRPr>
            </a:p>
          </p:txBody>
        </p:sp>
        <p:sp>
          <p:nvSpPr>
            <p:cNvPr id="21" name="TextBox 40">
              <a:extLst>
                <a:ext uri="{FF2B5EF4-FFF2-40B4-BE49-F238E27FC236}">
                  <a16:creationId xmlns:a16="http://schemas.microsoft.com/office/drawing/2014/main" id="{65EEDB4A-63F6-461B-A462-7FD311473016}"/>
                </a:ext>
              </a:extLst>
            </p:cNvPr>
            <p:cNvSpPr txBox="1"/>
            <p:nvPr/>
          </p:nvSpPr>
          <p:spPr>
            <a:xfrm>
              <a:off x="1082681" y="3165195"/>
              <a:ext cx="4526287" cy="418191"/>
            </a:xfrm>
            <a:prstGeom prst="rect">
              <a:avLst/>
            </a:prstGeom>
            <a:noFill/>
          </p:spPr>
          <p:txBody>
            <a:bodyPr wrap="square" rtlCol="0">
              <a:spAutoFit/>
            </a:bodyPr>
            <a:lstStyle/>
            <a:p>
              <a:pPr>
                <a:lnSpc>
                  <a:spcPct val="150000"/>
                </a:lnSpc>
              </a:pPr>
              <a:r>
                <a:rPr lang="zh-CN" altLang="en-US" sz="1600">
                  <a:solidFill>
                    <a:schemeClr val="tx1">
                      <a:lumMod val="85000"/>
                      <a:lumOff val="15000"/>
                    </a:schemeClr>
                  </a:solidFill>
                  <a:cs typeface="+mn-ea"/>
                  <a:sym typeface="+mn-lt"/>
                </a:rPr>
                <a:t>单击此处添加文字阐述，添加简短问题说明文字</a:t>
              </a:r>
            </a:p>
          </p:txBody>
        </p:sp>
      </p:grpSp>
      <p:grpSp>
        <p:nvGrpSpPr>
          <p:cNvPr id="22" name="组合 21">
            <a:extLst>
              <a:ext uri="{FF2B5EF4-FFF2-40B4-BE49-F238E27FC236}">
                <a16:creationId xmlns:a16="http://schemas.microsoft.com/office/drawing/2014/main" id="{4F965B4E-B8E5-40BF-A413-52110E37A0F6}"/>
              </a:ext>
            </a:extLst>
          </p:cNvPr>
          <p:cNvGrpSpPr/>
          <p:nvPr/>
        </p:nvGrpSpPr>
        <p:grpSpPr>
          <a:xfrm>
            <a:off x="6781790" y="2429683"/>
            <a:ext cx="4526287" cy="924683"/>
            <a:chOff x="1082681" y="2658703"/>
            <a:chExt cx="4526287" cy="924683"/>
          </a:xfrm>
        </p:grpSpPr>
        <p:sp>
          <p:nvSpPr>
            <p:cNvPr id="23" name="TextBox 39">
              <a:extLst>
                <a:ext uri="{FF2B5EF4-FFF2-40B4-BE49-F238E27FC236}">
                  <a16:creationId xmlns:a16="http://schemas.microsoft.com/office/drawing/2014/main" id="{13BA7577-60ED-48F9-BAB1-0446A56603B2}"/>
                </a:ext>
              </a:extLst>
            </p:cNvPr>
            <p:cNvSpPr txBox="1"/>
            <p:nvPr/>
          </p:nvSpPr>
          <p:spPr>
            <a:xfrm>
              <a:off x="1082682" y="2658703"/>
              <a:ext cx="1467068" cy="477054"/>
            </a:xfrm>
            <a:prstGeom prst="rect">
              <a:avLst/>
            </a:prstGeom>
            <a:noFill/>
          </p:spPr>
          <p:txBody>
            <a:bodyPr wrap="none" rtlCol="0">
              <a:spAutoFit/>
            </a:bodyPr>
            <a:lstStyle/>
            <a:p>
              <a:r>
                <a:rPr lang="zh-CN" altLang="en-US" sz="2500">
                  <a:cs typeface="+mn-ea"/>
                  <a:sym typeface="+mn-lt"/>
                </a:rPr>
                <a:t>添加标题</a:t>
              </a:r>
            </a:p>
          </p:txBody>
        </p:sp>
        <p:sp>
          <p:nvSpPr>
            <p:cNvPr id="24" name="TextBox 40">
              <a:extLst>
                <a:ext uri="{FF2B5EF4-FFF2-40B4-BE49-F238E27FC236}">
                  <a16:creationId xmlns:a16="http://schemas.microsoft.com/office/drawing/2014/main" id="{28270A0D-24F0-43F5-B6BA-F59798A3403F}"/>
                </a:ext>
              </a:extLst>
            </p:cNvPr>
            <p:cNvSpPr txBox="1"/>
            <p:nvPr/>
          </p:nvSpPr>
          <p:spPr>
            <a:xfrm>
              <a:off x="1082681" y="3165195"/>
              <a:ext cx="4526287" cy="418191"/>
            </a:xfrm>
            <a:prstGeom prst="rect">
              <a:avLst/>
            </a:prstGeom>
            <a:noFill/>
          </p:spPr>
          <p:txBody>
            <a:bodyPr wrap="square" rtlCol="0">
              <a:spAutoFit/>
            </a:bodyPr>
            <a:lstStyle/>
            <a:p>
              <a:pPr>
                <a:lnSpc>
                  <a:spcPct val="150000"/>
                </a:lnSpc>
              </a:pPr>
              <a:r>
                <a:rPr lang="zh-CN" altLang="en-US" sz="1600">
                  <a:solidFill>
                    <a:schemeClr val="tx1">
                      <a:lumMod val="85000"/>
                      <a:lumOff val="15000"/>
                    </a:schemeClr>
                  </a:solidFill>
                  <a:cs typeface="+mn-ea"/>
                  <a:sym typeface="+mn-lt"/>
                </a:rPr>
                <a:t>单击此处添加文字阐述，添加简短问题说明文字</a:t>
              </a:r>
            </a:p>
          </p:txBody>
        </p:sp>
      </p:grpSp>
      <p:grpSp>
        <p:nvGrpSpPr>
          <p:cNvPr id="25" name="组合 24">
            <a:extLst>
              <a:ext uri="{FF2B5EF4-FFF2-40B4-BE49-F238E27FC236}">
                <a16:creationId xmlns:a16="http://schemas.microsoft.com/office/drawing/2014/main" id="{D50AD1CA-28FD-4059-B617-2791162968C2}"/>
              </a:ext>
            </a:extLst>
          </p:cNvPr>
          <p:cNvGrpSpPr/>
          <p:nvPr/>
        </p:nvGrpSpPr>
        <p:grpSpPr>
          <a:xfrm>
            <a:off x="6781790" y="3797201"/>
            <a:ext cx="4526287" cy="924683"/>
            <a:chOff x="1082681" y="2658703"/>
            <a:chExt cx="4526287" cy="924683"/>
          </a:xfrm>
        </p:grpSpPr>
        <p:sp>
          <p:nvSpPr>
            <p:cNvPr id="26" name="TextBox 39">
              <a:extLst>
                <a:ext uri="{FF2B5EF4-FFF2-40B4-BE49-F238E27FC236}">
                  <a16:creationId xmlns:a16="http://schemas.microsoft.com/office/drawing/2014/main" id="{892E7E04-54FD-493C-914F-A0162975B2DC}"/>
                </a:ext>
              </a:extLst>
            </p:cNvPr>
            <p:cNvSpPr txBox="1"/>
            <p:nvPr/>
          </p:nvSpPr>
          <p:spPr>
            <a:xfrm>
              <a:off x="1082682" y="2658703"/>
              <a:ext cx="1467068" cy="477054"/>
            </a:xfrm>
            <a:prstGeom prst="rect">
              <a:avLst/>
            </a:prstGeom>
            <a:noFill/>
          </p:spPr>
          <p:txBody>
            <a:bodyPr wrap="none" rtlCol="0">
              <a:spAutoFit/>
            </a:bodyPr>
            <a:lstStyle/>
            <a:p>
              <a:r>
                <a:rPr lang="zh-CN" altLang="en-US" sz="2500">
                  <a:cs typeface="+mn-ea"/>
                  <a:sym typeface="+mn-lt"/>
                </a:rPr>
                <a:t>添加标题</a:t>
              </a:r>
            </a:p>
          </p:txBody>
        </p:sp>
        <p:sp>
          <p:nvSpPr>
            <p:cNvPr id="27" name="TextBox 40">
              <a:extLst>
                <a:ext uri="{FF2B5EF4-FFF2-40B4-BE49-F238E27FC236}">
                  <a16:creationId xmlns:a16="http://schemas.microsoft.com/office/drawing/2014/main" id="{C364676D-D08C-4726-9406-E24C3D94EA84}"/>
                </a:ext>
              </a:extLst>
            </p:cNvPr>
            <p:cNvSpPr txBox="1"/>
            <p:nvPr/>
          </p:nvSpPr>
          <p:spPr>
            <a:xfrm>
              <a:off x="1082681" y="3165195"/>
              <a:ext cx="4526287" cy="418191"/>
            </a:xfrm>
            <a:prstGeom prst="rect">
              <a:avLst/>
            </a:prstGeom>
            <a:noFill/>
          </p:spPr>
          <p:txBody>
            <a:bodyPr wrap="square" rtlCol="0">
              <a:spAutoFit/>
            </a:bodyPr>
            <a:lstStyle/>
            <a:p>
              <a:pPr>
                <a:lnSpc>
                  <a:spcPct val="150000"/>
                </a:lnSpc>
              </a:pPr>
              <a:r>
                <a:rPr lang="zh-CN" altLang="en-US" sz="1600">
                  <a:solidFill>
                    <a:schemeClr val="tx1">
                      <a:lumMod val="85000"/>
                      <a:lumOff val="15000"/>
                    </a:schemeClr>
                  </a:solidFill>
                  <a:cs typeface="+mn-ea"/>
                  <a:sym typeface="+mn-lt"/>
                </a:rPr>
                <a:t>单击此处添加文字阐述，添加简短问题说明文字</a:t>
              </a:r>
            </a:p>
          </p:txBody>
        </p:sp>
      </p:grpSp>
      <p:grpSp>
        <p:nvGrpSpPr>
          <p:cNvPr id="28" name="组合 27">
            <a:extLst>
              <a:ext uri="{FF2B5EF4-FFF2-40B4-BE49-F238E27FC236}">
                <a16:creationId xmlns:a16="http://schemas.microsoft.com/office/drawing/2014/main" id="{D4361A0F-6C97-4008-87AD-55C000EC9A33}"/>
              </a:ext>
            </a:extLst>
          </p:cNvPr>
          <p:cNvGrpSpPr/>
          <p:nvPr/>
        </p:nvGrpSpPr>
        <p:grpSpPr>
          <a:xfrm>
            <a:off x="6781790" y="5101062"/>
            <a:ext cx="4526287" cy="924683"/>
            <a:chOff x="1082681" y="2658703"/>
            <a:chExt cx="4526287" cy="924683"/>
          </a:xfrm>
        </p:grpSpPr>
        <p:sp>
          <p:nvSpPr>
            <p:cNvPr id="29" name="TextBox 39">
              <a:extLst>
                <a:ext uri="{FF2B5EF4-FFF2-40B4-BE49-F238E27FC236}">
                  <a16:creationId xmlns:a16="http://schemas.microsoft.com/office/drawing/2014/main" id="{F5AA8C04-434E-4D2B-AC45-196098E319BE}"/>
                </a:ext>
              </a:extLst>
            </p:cNvPr>
            <p:cNvSpPr txBox="1"/>
            <p:nvPr/>
          </p:nvSpPr>
          <p:spPr>
            <a:xfrm>
              <a:off x="1082682" y="2658703"/>
              <a:ext cx="1467068" cy="477054"/>
            </a:xfrm>
            <a:prstGeom prst="rect">
              <a:avLst/>
            </a:prstGeom>
            <a:noFill/>
          </p:spPr>
          <p:txBody>
            <a:bodyPr wrap="none" rtlCol="0">
              <a:spAutoFit/>
            </a:bodyPr>
            <a:lstStyle/>
            <a:p>
              <a:r>
                <a:rPr lang="zh-CN" altLang="en-US" sz="2500">
                  <a:cs typeface="+mn-ea"/>
                  <a:sym typeface="+mn-lt"/>
                </a:rPr>
                <a:t>添加标题</a:t>
              </a:r>
            </a:p>
          </p:txBody>
        </p:sp>
        <p:sp>
          <p:nvSpPr>
            <p:cNvPr id="30" name="TextBox 40">
              <a:extLst>
                <a:ext uri="{FF2B5EF4-FFF2-40B4-BE49-F238E27FC236}">
                  <a16:creationId xmlns:a16="http://schemas.microsoft.com/office/drawing/2014/main" id="{69A9F074-F405-4945-BB2D-8A74840DDDD3}"/>
                </a:ext>
              </a:extLst>
            </p:cNvPr>
            <p:cNvSpPr txBox="1"/>
            <p:nvPr/>
          </p:nvSpPr>
          <p:spPr>
            <a:xfrm>
              <a:off x="1082681" y="3165195"/>
              <a:ext cx="4526287" cy="418191"/>
            </a:xfrm>
            <a:prstGeom prst="rect">
              <a:avLst/>
            </a:prstGeom>
            <a:noFill/>
          </p:spPr>
          <p:txBody>
            <a:bodyPr wrap="square" rtlCol="0">
              <a:spAutoFit/>
            </a:bodyPr>
            <a:lstStyle/>
            <a:p>
              <a:pPr>
                <a:lnSpc>
                  <a:spcPct val="150000"/>
                </a:lnSpc>
              </a:pPr>
              <a:r>
                <a:rPr lang="zh-CN" altLang="en-US" sz="1600">
                  <a:solidFill>
                    <a:schemeClr val="tx1">
                      <a:lumMod val="85000"/>
                      <a:lumOff val="15000"/>
                    </a:schemeClr>
                  </a:solidFill>
                  <a:cs typeface="+mn-ea"/>
                  <a:sym typeface="+mn-lt"/>
                </a:rPr>
                <a:t>单击此处添加文字阐述，添加简短问题说明文字</a:t>
              </a:r>
            </a:p>
          </p:txBody>
        </p:sp>
      </p:grpSp>
    </p:spTree>
    <p:extLst>
      <p:ext uri="{BB962C8B-B14F-4D97-AF65-F5344CB8AC3E}">
        <p14:creationId xmlns:p14="http://schemas.microsoft.com/office/powerpoint/2010/main" val="1964131946"/>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par>
                          <p:cTn id="8" fill="hold" nodeType="afterGroup">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anim calcmode="lin" valueType="num">
                                      <p:cBhvr>
                                        <p:cTn id="12" dur="1000" fill="hold"/>
                                        <p:tgtEl>
                                          <p:spTgt spid="7"/>
                                        </p:tgtEl>
                                        <p:attrNameLst>
                                          <p:attrName>ppt_x</p:attrName>
                                        </p:attrNameLst>
                                      </p:cBhvr>
                                      <p:tavLst>
                                        <p:tav tm="0">
                                          <p:val>
                                            <p:strVal val="#ppt_x"/>
                                          </p:val>
                                        </p:tav>
                                        <p:tav tm="100000">
                                          <p:val>
                                            <p:strVal val="#ppt_x"/>
                                          </p:val>
                                        </p:tav>
                                      </p:tavLst>
                                    </p:anim>
                                    <p:anim calcmode="lin" valueType="num">
                                      <p:cBhvr>
                                        <p:cTn id="13" dur="1000" fill="hold"/>
                                        <p:tgtEl>
                                          <p:spTgt spid="7"/>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1000"/>
                                        <p:tgtEl>
                                          <p:spTgt spid="14"/>
                                        </p:tgtEl>
                                      </p:cBhvr>
                                    </p:animEffect>
                                    <p:anim calcmode="lin" valueType="num">
                                      <p:cBhvr>
                                        <p:cTn id="17" dur="1000" fill="hold"/>
                                        <p:tgtEl>
                                          <p:spTgt spid="14"/>
                                        </p:tgtEl>
                                        <p:attrNameLst>
                                          <p:attrName>ppt_x</p:attrName>
                                        </p:attrNameLst>
                                      </p:cBhvr>
                                      <p:tavLst>
                                        <p:tav tm="0">
                                          <p:val>
                                            <p:strVal val="#ppt_x"/>
                                          </p:val>
                                        </p:tav>
                                        <p:tav tm="100000">
                                          <p:val>
                                            <p:strVal val="#ppt_x"/>
                                          </p:val>
                                        </p:tav>
                                      </p:tavLst>
                                    </p:anim>
                                    <p:anim calcmode="lin" valueType="num">
                                      <p:cBhvr>
                                        <p:cTn id="18" dur="1000" fill="hold"/>
                                        <p:tgtEl>
                                          <p:spTgt spid="14"/>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anim calcmode="lin" valueType="num">
                                      <p:cBhvr>
                                        <p:cTn id="27" dur="1000" fill="hold"/>
                                        <p:tgtEl>
                                          <p:spTgt spid="11"/>
                                        </p:tgtEl>
                                        <p:attrNameLst>
                                          <p:attrName>ppt_x</p:attrName>
                                        </p:attrNameLst>
                                      </p:cBhvr>
                                      <p:tavLst>
                                        <p:tav tm="0">
                                          <p:val>
                                            <p:strVal val="#ppt_x"/>
                                          </p:val>
                                        </p:tav>
                                        <p:tav tm="100000">
                                          <p:val>
                                            <p:strVal val="#ppt_x"/>
                                          </p:val>
                                        </p:tav>
                                      </p:tavLst>
                                    </p:anim>
                                    <p:anim calcmode="lin" valueType="num">
                                      <p:cBhvr>
                                        <p:cTn id="28" dur="1000" fill="hold"/>
                                        <p:tgtEl>
                                          <p:spTgt spid="11"/>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0"/>
                                        <p:tgtEl>
                                          <p:spTgt spid="9"/>
                                        </p:tgtEl>
                                      </p:cBhvr>
                                    </p:animEffect>
                                    <p:anim calcmode="lin" valueType="num">
                                      <p:cBhvr>
                                        <p:cTn id="37" dur="1000" fill="hold"/>
                                        <p:tgtEl>
                                          <p:spTgt spid="9"/>
                                        </p:tgtEl>
                                        <p:attrNameLst>
                                          <p:attrName>ppt_x</p:attrName>
                                        </p:attrNameLst>
                                      </p:cBhvr>
                                      <p:tavLst>
                                        <p:tav tm="0">
                                          <p:val>
                                            <p:strVal val="#ppt_x"/>
                                          </p:val>
                                        </p:tav>
                                        <p:tav tm="100000">
                                          <p:val>
                                            <p:strVal val="#ppt_x"/>
                                          </p:val>
                                        </p:tav>
                                      </p:tavLst>
                                    </p:anim>
                                    <p:anim calcmode="lin" valueType="num">
                                      <p:cBhvr>
                                        <p:cTn id="38" dur="1000" fill="hold"/>
                                        <p:tgtEl>
                                          <p:spTgt spid="9"/>
                                        </p:tgtEl>
                                        <p:attrNameLst>
                                          <p:attrName>ppt_y</p:attrName>
                                        </p:attrNameLst>
                                      </p:cBhvr>
                                      <p:tavLst>
                                        <p:tav tm="0">
                                          <p:val>
                                            <p:strVal val="#ppt_y+.1"/>
                                          </p:val>
                                        </p:tav>
                                        <p:tav tm="100000">
                                          <p:val>
                                            <p:strVal val="#ppt_y"/>
                                          </p:val>
                                        </p:tav>
                                      </p:tavLst>
                                    </p:anim>
                                  </p:childTnLst>
                                </p:cTn>
                              </p:par>
                            </p:childTnLst>
                          </p:cTn>
                        </p:par>
                        <p:par>
                          <p:cTn id="39" fill="hold" nodeType="afterGroup">
                            <p:stCondLst>
                              <p:cond delay="1500"/>
                            </p:stCondLst>
                            <p:childTnLst>
                              <p:par>
                                <p:cTn id="40" presetID="2" presetClass="entr" presetSubtype="8"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750" fill="hold"/>
                                        <p:tgtEl>
                                          <p:spTgt spid="15"/>
                                        </p:tgtEl>
                                        <p:attrNameLst>
                                          <p:attrName>ppt_x</p:attrName>
                                        </p:attrNameLst>
                                      </p:cBhvr>
                                      <p:tavLst>
                                        <p:tav tm="0">
                                          <p:val>
                                            <p:strVal val="0-#ppt_w/2"/>
                                          </p:val>
                                        </p:tav>
                                        <p:tav tm="100000">
                                          <p:val>
                                            <p:strVal val="#ppt_x"/>
                                          </p:val>
                                        </p:tav>
                                      </p:tavLst>
                                    </p:anim>
                                    <p:anim calcmode="lin" valueType="num">
                                      <p:cBhvr additive="base">
                                        <p:cTn id="43" dur="750" fill="hold"/>
                                        <p:tgtEl>
                                          <p:spTgt spid="15"/>
                                        </p:tgtEl>
                                        <p:attrNameLst>
                                          <p:attrName>ppt_y</p:attrName>
                                        </p:attrNameLst>
                                      </p:cBhvr>
                                      <p:tavLst>
                                        <p:tav tm="0">
                                          <p:val>
                                            <p:strVal val="#ppt_y"/>
                                          </p:val>
                                        </p:tav>
                                        <p:tav tm="100000">
                                          <p:val>
                                            <p:strVal val="#ppt_y"/>
                                          </p:val>
                                        </p:tav>
                                      </p:tavLst>
                                    </p:anim>
                                  </p:childTnLst>
                                </p:cTn>
                              </p:par>
                              <p:par>
                                <p:cTn id="44" presetID="2" presetClass="entr" presetSubtype="8" fill="hold" grpId="0" nodeType="withEffect">
                                  <p:stCondLst>
                                    <p:cond delay="250"/>
                                  </p:stCondLst>
                                  <p:childTnLst>
                                    <p:set>
                                      <p:cBhvr>
                                        <p:cTn id="45" dur="1" fill="hold">
                                          <p:stCondLst>
                                            <p:cond delay="0"/>
                                          </p:stCondLst>
                                        </p:cTn>
                                        <p:tgtEl>
                                          <p:spTgt spid="18"/>
                                        </p:tgtEl>
                                        <p:attrNameLst>
                                          <p:attrName>style.visibility</p:attrName>
                                        </p:attrNameLst>
                                      </p:cBhvr>
                                      <p:to>
                                        <p:strVal val="visible"/>
                                      </p:to>
                                    </p:set>
                                    <p:anim calcmode="lin" valueType="num">
                                      <p:cBhvr additive="base">
                                        <p:cTn id="46" dur="750" fill="hold"/>
                                        <p:tgtEl>
                                          <p:spTgt spid="18"/>
                                        </p:tgtEl>
                                        <p:attrNameLst>
                                          <p:attrName>ppt_x</p:attrName>
                                        </p:attrNameLst>
                                      </p:cBhvr>
                                      <p:tavLst>
                                        <p:tav tm="0">
                                          <p:val>
                                            <p:strVal val="0-#ppt_w/2"/>
                                          </p:val>
                                        </p:tav>
                                        <p:tav tm="100000">
                                          <p:val>
                                            <p:strVal val="#ppt_x"/>
                                          </p:val>
                                        </p:tav>
                                      </p:tavLst>
                                    </p:anim>
                                    <p:anim calcmode="lin" valueType="num">
                                      <p:cBhvr additive="base">
                                        <p:cTn id="47" dur="750" fill="hold"/>
                                        <p:tgtEl>
                                          <p:spTgt spid="18"/>
                                        </p:tgtEl>
                                        <p:attrNameLst>
                                          <p:attrName>ppt_y</p:attrName>
                                        </p:attrNameLst>
                                      </p:cBhvr>
                                      <p:tavLst>
                                        <p:tav tm="0">
                                          <p:val>
                                            <p:strVal val="#ppt_y"/>
                                          </p:val>
                                        </p:tav>
                                        <p:tav tm="100000">
                                          <p:val>
                                            <p:strVal val="#ppt_y"/>
                                          </p:val>
                                        </p:tav>
                                      </p:tavLst>
                                    </p:anim>
                                  </p:childTnLst>
                                </p:cTn>
                              </p:par>
                              <p:par>
                                <p:cTn id="48" presetID="2" presetClass="entr" presetSubtype="8" fill="hold" grpId="0" nodeType="withEffect">
                                  <p:stCondLst>
                                    <p:cond delay="500"/>
                                  </p:stCondLst>
                                  <p:childTnLst>
                                    <p:set>
                                      <p:cBhvr>
                                        <p:cTn id="49" dur="1" fill="hold">
                                          <p:stCondLst>
                                            <p:cond delay="0"/>
                                          </p:stCondLst>
                                        </p:cTn>
                                        <p:tgtEl>
                                          <p:spTgt spid="17"/>
                                        </p:tgtEl>
                                        <p:attrNameLst>
                                          <p:attrName>style.visibility</p:attrName>
                                        </p:attrNameLst>
                                      </p:cBhvr>
                                      <p:to>
                                        <p:strVal val="visible"/>
                                      </p:to>
                                    </p:set>
                                    <p:anim calcmode="lin" valueType="num">
                                      <p:cBhvr additive="base">
                                        <p:cTn id="50" dur="750" fill="hold"/>
                                        <p:tgtEl>
                                          <p:spTgt spid="17"/>
                                        </p:tgtEl>
                                        <p:attrNameLst>
                                          <p:attrName>ppt_x</p:attrName>
                                        </p:attrNameLst>
                                      </p:cBhvr>
                                      <p:tavLst>
                                        <p:tav tm="0">
                                          <p:val>
                                            <p:strVal val="0-#ppt_w/2"/>
                                          </p:val>
                                        </p:tav>
                                        <p:tav tm="100000">
                                          <p:val>
                                            <p:strVal val="#ppt_x"/>
                                          </p:val>
                                        </p:tav>
                                      </p:tavLst>
                                    </p:anim>
                                    <p:anim calcmode="lin" valueType="num">
                                      <p:cBhvr additive="base">
                                        <p:cTn id="51" dur="750" fill="hold"/>
                                        <p:tgtEl>
                                          <p:spTgt spid="17"/>
                                        </p:tgtEl>
                                        <p:attrNameLst>
                                          <p:attrName>ppt_y</p:attrName>
                                        </p:attrNameLst>
                                      </p:cBhvr>
                                      <p:tavLst>
                                        <p:tav tm="0">
                                          <p:val>
                                            <p:strVal val="#ppt_y"/>
                                          </p:val>
                                        </p:tav>
                                        <p:tav tm="100000">
                                          <p:val>
                                            <p:strVal val="#ppt_y"/>
                                          </p:val>
                                        </p:tav>
                                      </p:tavLst>
                                    </p:anim>
                                  </p:childTnLst>
                                </p:cTn>
                              </p:par>
                              <p:par>
                                <p:cTn id="52" presetID="2" presetClass="entr" presetSubtype="8" fill="hold" grpId="0" nodeType="withEffect">
                                  <p:stCondLst>
                                    <p:cond delay="75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750" fill="hold"/>
                                        <p:tgtEl>
                                          <p:spTgt spid="16"/>
                                        </p:tgtEl>
                                        <p:attrNameLst>
                                          <p:attrName>ppt_x</p:attrName>
                                        </p:attrNameLst>
                                      </p:cBhvr>
                                      <p:tavLst>
                                        <p:tav tm="0">
                                          <p:val>
                                            <p:strVal val="0-#ppt_w/2"/>
                                          </p:val>
                                        </p:tav>
                                        <p:tav tm="100000">
                                          <p:val>
                                            <p:strVal val="#ppt_x"/>
                                          </p:val>
                                        </p:tav>
                                      </p:tavLst>
                                    </p:anim>
                                    <p:anim calcmode="lin" valueType="num">
                                      <p:cBhvr additive="base">
                                        <p:cTn id="55" dur="750" fill="hold"/>
                                        <p:tgtEl>
                                          <p:spTgt spid="16"/>
                                        </p:tgtEl>
                                        <p:attrNameLst>
                                          <p:attrName>ppt_y</p:attrName>
                                        </p:attrNameLst>
                                      </p:cBhvr>
                                      <p:tavLst>
                                        <p:tav tm="0">
                                          <p:val>
                                            <p:strVal val="#ppt_y"/>
                                          </p:val>
                                        </p:tav>
                                        <p:tav tm="100000">
                                          <p:val>
                                            <p:strVal val="#ppt_y"/>
                                          </p:val>
                                        </p:tav>
                                      </p:tavLst>
                                    </p:anim>
                                  </p:childTnLst>
                                </p:cTn>
                              </p:par>
                            </p:childTnLst>
                          </p:cTn>
                        </p:par>
                        <p:par>
                          <p:cTn id="56" fill="hold" nodeType="afterGroup">
                            <p:stCondLst>
                              <p:cond delay="3750"/>
                            </p:stCondLst>
                            <p:childTnLst>
                              <p:par>
                                <p:cTn id="57" presetID="22" presetClass="entr" presetSubtype="8" fill="hold"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wipe(left)">
                                      <p:cBhvr>
                                        <p:cTn id="59" dur="750"/>
                                        <p:tgtEl>
                                          <p:spTgt spid="19"/>
                                        </p:tgtEl>
                                      </p:cBhvr>
                                    </p:animEffect>
                                  </p:childTnLst>
                                </p:cTn>
                              </p:par>
                              <p:par>
                                <p:cTn id="60" presetID="22" presetClass="entr" presetSubtype="8"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wipe(left)">
                                      <p:cBhvr>
                                        <p:cTn id="62" dur="750"/>
                                        <p:tgtEl>
                                          <p:spTgt spid="22"/>
                                        </p:tgtEl>
                                      </p:cBhvr>
                                    </p:animEffect>
                                  </p:childTnLst>
                                </p:cTn>
                              </p:par>
                              <p:par>
                                <p:cTn id="63" presetID="22" presetClass="entr" presetSubtype="8" fill="hold"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wipe(left)">
                                      <p:cBhvr>
                                        <p:cTn id="65" dur="750"/>
                                        <p:tgtEl>
                                          <p:spTgt spid="25"/>
                                        </p:tgtEl>
                                      </p:cBhvr>
                                    </p:animEffect>
                                  </p:childTnLst>
                                </p:cTn>
                              </p:par>
                              <p:par>
                                <p:cTn id="66" presetID="22" presetClass="entr" presetSubtype="8"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wipe(left)">
                                      <p:cBhvr>
                                        <p:cTn id="68" dur="7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5" grpId="0" animBg="1"/>
      <p:bldP spid="16" grpId="0" animBg="1"/>
      <p:bldP spid="17" grpId="0" animBg="1"/>
      <p:bldP spid="18" grpId="0" animBg="1"/>
    </p:bldLst>
  </p:timing>
</p:sld>
</file>

<file path=ppt/slides/slide3.xml><?xml version="1.0" encoding="utf-8"?>
<p:sld xmlns:a14="http://schemas.microsoft.com/office/drawing/2010/main" xmlns:a16="http://schemas.microsoft.com/office/drawing/2014/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grpSp>
        <p:nvGrpSpPr>
          <p:cNvPr id="6" name="组合 5"/>
          <p:cNvGrpSpPr/>
          <p:nvPr/>
        </p:nvGrpSpPr>
        <p:grpSpPr>
          <a:xfrm>
            <a:off x="7394087" y="-697439"/>
            <a:ext cx="7477466" cy="7477466"/>
            <a:chOff x="6814967" y="-697439"/>
            <a:chExt cx="7477466" cy="7477466"/>
          </a:xfrm>
        </p:grpSpPr>
        <p:sp>
          <p:nvSpPr>
            <p:cNvPr id="4" name="圆角矩形 3"/>
            <p:cNvSpPr/>
            <p:nvPr/>
          </p:nvSpPr>
          <p:spPr>
            <a:xfrm rot="18900000">
              <a:off x="6814967" y="-697439"/>
              <a:ext cx="7477466" cy="7477466"/>
            </a:xfrm>
            <a:prstGeom prst="roundRect">
              <a:avLst>
                <a:gd name="adj" fmla="val 10718"/>
              </a:avLst>
            </a:prstGeom>
            <a:blipFill>
              <a:blip r:embed="R88ccd71bd5494048">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圆角矩形 4"/>
            <p:cNvSpPr/>
            <p:nvPr/>
          </p:nvSpPr>
          <p:spPr>
            <a:xfrm rot="18900000">
              <a:off x="6814967" y="-697439"/>
              <a:ext cx="7477466" cy="7477466"/>
            </a:xfrm>
            <a:prstGeom prst="roundRect">
              <a:avLst>
                <a:gd name="adj" fmla="val 10718"/>
              </a:avLst>
            </a:prstGeom>
            <a:solidFill>
              <a:srgbClr val="2DA3DD">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7" name="文本框 6"/>
          <p:cNvSpPr txBox="1"/>
          <p:nvPr/>
        </p:nvSpPr>
        <p:spPr>
          <a:xfrm>
            <a:off x="3270858" y="1377366"/>
            <a:ext cx="2584362" cy="1862048"/>
          </a:xfrm>
          <a:prstGeom prst="rect">
            <a:avLst/>
          </a:prstGeom>
          <a:noFill/>
        </p:spPr>
        <p:txBody>
          <a:bodyPr wrap="none" rtlCol="0">
            <a:spAutoFit/>
          </a:bodyPr>
          <a:lstStyle/>
          <a:p>
            <a:r>
              <a:rPr lang="en-US" altLang="zh-CN" sz="11500" spc="100">
                <a:solidFill>
                  <a:schemeClr val="tx1">
                    <a:lumMod val="75000"/>
                    <a:lumOff val="25000"/>
                  </a:schemeClr>
                </a:solidFill>
                <a:cs typeface="+mn-ea"/>
                <a:sym typeface="+mn-lt"/>
              </a:rPr>
              <a:t>/</a:t>
            </a:r>
            <a:r>
              <a:rPr lang="en-US" altLang="zh-CN" sz="11500" spc="100">
                <a:solidFill>
                  <a:schemeClr val="tx1">
                    <a:lumMod val="75000"/>
                    <a:lumOff val="25000"/>
                  </a:schemeClr>
                </a:solidFill>
                <a:cs typeface="+mn-ea"/>
                <a:sym typeface="+mn-lt"/>
              </a:rPr>
              <a:t>01</a:t>
            </a:r>
            <a:endParaRPr lang="zh-CN" altLang="en-US" sz="11500" spc="100">
              <a:solidFill>
                <a:schemeClr val="tx1">
                  <a:lumMod val="75000"/>
                  <a:lumOff val="25000"/>
                </a:schemeClr>
              </a:solidFill>
              <a:cs typeface="+mn-ea"/>
              <a:sym typeface="+mn-lt"/>
            </a:endParaRPr>
          </a:p>
        </p:txBody>
      </p:sp>
      <p:sp>
        <p:nvSpPr>
          <p:cNvPr id="8" name="矩形 7">
            <a:extLst>
              <a:ext uri="{FF2B5EF4-FFF2-40B4-BE49-F238E27FC236}">
                <a16:creationId xmlns:a16="http://schemas.microsoft.com/office/drawing/2014/main" id="{A58E9339-1B74-40B6-B2A5-3FFDE0CA7831}"/>
              </a:ext>
            </a:extLst>
          </p:cNvPr>
          <p:cNvSpPr/>
          <p:nvPr/>
        </p:nvSpPr>
        <p:spPr>
          <a:xfrm>
            <a:off x="1244528" y="3883199"/>
            <a:ext cx="4402805" cy="874407"/>
          </a:xfrm>
          <a:prstGeom prst="rect">
            <a:avLst/>
          </a:prstGeom>
        </p:spPr>
        <p:txBody>
          <a:bodyPr wrap="square">
            <a:spAutoFit/>
          </a:bodyPr>
          <a:lstStyle/>
          <a:p>
            <a:pPr algn="r">
              <a:lnSpc>
                <a:spcPct val="150000"/>
              </a:lnSpc>
            </a:pPr>
            <a:r>
              <a:rPr lang="zh-CN" altLang="en-US">
                <a:solidFill>
                  <a:schemeClr val="tx1">
                    <a:lumMod val="85000"/>
                    <a:lumOff val="15000"/>
                  </a:schemeClr>
                </a:solidFill>
                <a:cs typeface="+mn-ea"/>
                <a:sym typeface="+mn-lt"/>
              </a:rPr>
              <a:t>单击此处添加文字阐述，添加简短问题说明文字，具体添加文字在此处添加单击</a:t>
            </a:r>
          </a:p>
        </p:txBody>
      </p:sp>
      <p:sp>
        <p:nvSpPr>
          <p:cNvPr id="9" name="TextBox 7">
            <a:extLst>
              <a:ext uri="{FF2B5EF4-FFF2-40B4-BE49-F238E27FC236}">
                <a16:creationId xmlns:a16="http://schemas.microsoft.com/office/drawing/2014/main" id="{BDE0C5CE-00B3-4265-A611-DD8B2D85C94A}"/>
              </a:ext>
            </a:extLst>
          </p:cNvPr>
          <p:cNvSpPr txBox="1"/>
          <p:nvPr/>
        </p:nvSpPr>
        <p:spPr>
          <a:xfrm>
            <a:off x="649739" y="2991242"/>
            <a:ext cx="4997594" cy="830997"/>
          </a:xfrm>
          <a:prstGeom prst="rect">
            <a:avLst/>
          </a:prstGeom>
          <a:noFill/>
        </p:spPr>
        <p:txBody>
          <a:bodyPr wrap="square" rtlCol="0">
            <a:spAutoFit/>
          </a:bodyPr>
          <a:lstStyle/>
          <a:p>
            <a:pPr algn="r"/>
            <a:r>
              <a:rPr lang="zh-CN" altLang="en-US" sz="4800" b="1">
                <a:solidFill>
                  <a:srgbClr val="2DA3DD"/>
                </a:solidFill>
                <a:cs typeface="+mn-ea"/>
                <a:sym typeface="+mn-lt"/>
              </a:rPr>
              <a:t>XX章标题内容</a:t>
            </a:r>
          </a:p>
        </p:txBody>
      </p:sp>
    </p:spTree>
    <p:extLst>
      <p:ext uri="{BB962C8B-B14F-4D97-AF65-F5344CB8AC3E}">
        <p14:creationId xmlns:p14="http://schemas.microsoft.com/office/powerpoint/2010/main" val="1416550367"/>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1"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par>
                          <p:cTn id="11" fill="hold" nodeType="afterGroup">
                            <p:stCondLst>
                              <p:cond delay="1000"/>
                            </p:stCondLst>
                            <p:childTnLst>
                              <p:par>
                                <p:cTn id="12" presetID="42"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par>
                          <p:cTn id="17" fill="hold" nodeType="afterGroup">
                            <p:stCondLst>
                              <p:cond delay="2000"/>
                            </p:stCondLst>
                            <p:childTnLst>
                              <p:par>
                                <p:cTn id="18" presetID="42"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par>
                          <p:cTn id="23" fill="hold" nodeType="afterGroup">
                            <p:stCondLst>
                              <p:cond delay="3000"/>
                            </p:stCondLst>
                            <p:childTnLst>
                              <p:par>
                                <p:cTn id="24" presetID="22" presetClass="entr" presetSubtype="2" fill="hold" nodeType="afterEffect">
                                  <p:stCondLst>
                                    <p:cond delay="0"/>
                                  </p:stCondLst>
                                  <p:childTnLst>
                                    <p:set>
                                      <p:cBhvr>
                                        <p:cTn id="25" dur="1" fill="hold">
                                          <p:stCondLst>
                                            <p:cond delay="0"/>
                                          </p:stCondLst>
                                        </p:cTn>
                                        <p:tgtEl>
                                          <p:spTgt spid="8">
                                            <p:txEl>
                                              <p:pRg st="0" end="0"/>
                                            </p:txEl>
                                          </p:spTgt>
                                        </p:tgtEl>
                                        <p:attrNameLst>
                                          <p:attrName>style.visibility</p:attrName>
                                        </p:attrNameLst>
                                      </p:cBhvr>
                                      <p:to>
                                        <p:strVal val="visible"/>
                                      </p:to>
                                    </p:set>
                                    <p:animEffect transition="in" filter="wipe(right)">
                                      <p:cBhvr>
                                        <p:cTn id="26"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4.xml><?xml version="1.0" encoding="utf-8"?>
<p:sld xmlns:a14="http://schemas.microsoft.com/office/drawing/2010/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grpSp>
        <p:nvGrpSpPr>
          <p:cNvPr id="2" name="组合 31"/>
          <p:cNvGrpSpPr/>
          <p:nvPr/>
        </p:nvGrpSpPr>
        <p:grpSpPr>
          <a:xfrm>
            <a:off x="8053282" y="3429000"/>
            <a:ext cx="396853" cy="396853"/>
            <a:chExt cx="812800" cy="812800"/>
          </a:xfrm>
        </p:grpSpPr>
        <p:sp>
          <p:nvSpPr>
            <p:cNvPr id="10284" name="椭圆 32"/>
            <p:cNvSpPr>
              <a:spLocks noChangeArrowheads="1"/>
            </p:cNvSpPr>
            <p:nvPr/>
          </p:nvSpPr>
          <p:spPr bwMode="auto">
            <a:xfrm>
              <a:off x="0" y="0"/>
              <a:ext cx="812800" cy="812800"/>
            </a:xfrm>
            <a:prstGeom prst="ellipse">
              <a:avLst/>
            </a:prstGeom>
            <a:gradFill>
              <a:gsLst>
                <a:gs pos="84000">
                  <a:srgbClr val="F5C130"/>
                </a:gs>
                <a:gs pos="0">
                  <a:srgbClr val="E5A010"/>
                </a:gs>
              </a:gsLst>
              <a:lin ang="18900000" scaled="1"/>
            </a:gradFill>
            <a:ln>
              <a:noFill/>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0285" name="任意多边形 33"/>
            <p:cNvSpPr/>
            <p:nvPr/>
          </p:nvSpPr>
          <p:spPr bwMode="auto">
            <a:xfrm rot="5400000">
              <a:off x="120456" y="120456"/>
              <a:ext cx="571888" cy="571888"/>
            </a:xfrm>
            <a:custGeom>
              <a:gdLst>
                <a:gd name="T0" fmla="*/ 0 w 692642"/>
                <a:gd name="T1" fmla="*/ 194932 h 692642"/>
                <a:gd name="T2" fmla="*/ 38476 w 692642"/>
                <a:gd name="T3" fmla="*/ 156456 h 692642"/>
                <a:gd name="T4" fmla="*/ 156457 w 692642"/>
                <a:gd name="T5" fmla="*/ 156456 h 692642"/>
                <a:gd name="T6" fmla="*/ 156457 w 692642"/>
                <a:gd name="T7" fmla="*/ 38476 h 692642"/>
                <a:gd name="T8" fmla="*/ 194933 w 692642"/>
                <a:gd name="T9" fmla="*/ 0 h 692642"/>
                <a:gd name="T10" fmla="*/ 233409 w 692642"/>
                <a:gd name="T11" fmla="*/ 38476 h 692642"/>
                <a:gd name="T12" fmla="*/ 233409 w 692642"/>
                <a:gd name="T13" fmla="*/ 156457 h 692642"/>
                <a:gd name="T14" fmla="*/ 351390 w 692642"/>
                <a:gd name="T15" fmla="*/ 156457 h 692642"/>
                <a:gd name="T16" fmla="*/ 389866 w 692642"/>
                <a:gd name="T17" fmla="*/ 194933 h 692642"/>
                <a:gd name="T18" fmla="*/ 389865 w 692642"/>
                <a:gd name="T19" fmla="*/ 194932 h 692642"/>
                <a:gd name="T20" fmla="*/ 351389 w 692642"/>
                <a:gd name="T21" fmla="*/ 233409 h 692642"/>
                <a:gd name="T22" fmla="*/ 233409 w 692642"/>
                <a:gd name="T23" fmla="*/ 233409 h 692642"/>
                <a:gd name="T24" fmla="*/ 233409 w 692642"/>
                <a:gd name="T25" fmla="*/ 351390 h 692642"/>
                <a:gd name="T26" fmla="*/ 194932 w 692642"/>
                <a:gd name="T27" fmla="*/ 389866 h 692642"/>
                <a:gd name="T28" fmla="*/ 194933 w 692642"/>
                <a:gd name="T29" fmla="*/ 389865 h 692642"/>
                <a:gd name="T30" fmla="*/ 156457 w 692642"/>
                <a:gd name="T31" fmla="*/ 351389 h 692642"/>
                <a:gd name="T32" fmla="*/ 156457 w 692642"/>
                <a:gd name="T33" fmla="*/ 233409 h 692642"/>
                <a:gd name="T34" fmla="*/ 38476 w 692642"/>
                <a:gd name="T35" fmla="*/ 233409 h 692642"/>
                <a:gd name="T36" fmla="*/ 0 w 692642"/>
                <a:gd name="T37" fmla="*/ 194932 h 6926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92642"/>
                <a:gd name="T58" fmla="*/ 0 h 692642"/>
                <a:gd name="T59" fmla="*/ 692642 w 692642"/>
                <a:gd name="T60" fmla="*/ 692642 h 692642"/>
              </a:gd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92642" h="692642">
                  <a:moveTo>
                    <a:pt x="0" y="346320"/>
                  </a:moveTo>
                  <a:cubicBezTo>
                    <a:pt x="0" y="308567"/>
                    <a:pt x="30604" y="277963"/>
                    <a:pt x="68357" y="277963"/>
                  </a:cubicBezTo>
                  <a:lnTo>
                    <a:pt x="277964" y="277963"/>
                  </a:lnTo>
                  <a:lnTo>
                    <a:pt x="277964" y="68357"/>
                  </a:lnTo>
                  <a:cubicBezTo>
                    <a:pt x="277964" y="30604"/>
                    <a:pt x="308568" y="0"/>
                    <a:pt x="346321" y="0"/>
                  </a:cubicBezTo>
                  <a:cubicBezTo>
                    <a:pt x="384074" y="0"/>
                    <a:pt x="414678" y="30604"/>
                    <a:pt x="414678" y="68357"/>
                  </a:cubicBezTo>
                  <a:lnTo>
                    <a:pt x="414678" y="277964"/>
                  </a:lnTo>
                  <a:lnTo>
                    <a:pt x="624285" y="277964"/>
                  </a:lnTo>
                  <a:cubicBezTo>
                    <a:pt x="662038" y="277964"/>
                    <a:pt x="692642" y="308568"/>
                    <a:pt x="692642" y="346321"/>
                  </a:cubicBezTo>
                  <a:lnTo>
                    <a:pt x="692641" y="346320"/>
                  </a:lnTo>
                  <a:cubicBezTo>
                    <a:pt x="692641" y="384073"/>
                    <a:pt x="662037" y="414677"/>
                    <a:pt x="624284" y="414677"/>
                  </a:cubicBezTo>
                  <a:lnTo>
                    <a:pt x="414677" y="414677"/>
                  </a:lnTo>
                  <a:lnTo>
                    <a:pt x="414677" y="624285"/>
                  </a:lnTo>
                  <a:cubicBezTo>
                    <a:pt x="414677" y="662038"/>
                    <a:pt x="384073" y="692642"/>
                    <a:pt x="346320" y="692642"/>
                  </a:cubicBezTo>
                  <a:lnTo>
                    <a:pt x="346321" y="692641"/>
                  </a:lnTo>
                  <a:cubicBezTo>
                    <a:pt x="308568" y="692641"/>
                    <a:pt x="277964" y="662037"/>
                    <a:pt x="277964" y="624284"/>
                  </a:cubicBezTo>
                  <a:lnTo>
                    <a:pt x="277964" y="414677"/>
                  </a:lnTo>
                  <a:lnTo>
                    <a:pt x="68357" y="414677"/>
                  </a:lnTo>
                  <a:cubicBezTo>
                    <a:pt x="30604" y="414677"/>
                    <a:pt x="0" y="384073"/>
                    <a:pt x="0" y="34632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defTabSz="866952" fontAlgn="base">
                <a:spcBef>
                  <a:spcPct val="0"/>
                </a:spcBef>
                <a:spcAft>
                  <a:spcPct val="0"/>
                </a:spcAft>
              </a:pPr>
              <a:endParaRPr lang="zh-CN" altLang="en-US" sz="1707">
                <a:solidFill>
                  <a:prstClr val="black"/>
                </a:solidFill>
                <a:cs typeface="+mn-ea"/>
                <a:sym typeface="+mn-lt"/>
              </a:endParaRPr>
            </a:p>
          </p:txBody>
        </p:sp>
      </p:grpSp>
      <p:grpSp>
        <p:nvGrpSpPr>
          <p:cNvPr id="3" name="组合 34"/>
          <p:cNvGrpSpPr/>
          <p:nvPr/>
        </p:nvGrpSpPr>
        <p:grpSpPr>
          <a:xfrm>
            <a:off x="3786315" y="3429000"/>
            <a:ext cx="396853" cy="396853"/>
            <a:chExt cx="812800" cy="812800"/>
          </a:xfrm>
        </p:grpSpPr>
        <p:sp>
          <p:nvSpPr>
            <p:cNvPr id="10282" name="椭圆 35"/>
            <p:cNvSpPr>
              <a:spLocks noChangeArrowheads="1"/>
            </p:cNvSpPr>
            <p:nvPr/>
          </p:nvSpPr>
          <p:spPr bwMode="auto">
            <a:xfrm>
              <a:off x="0" y="0"/>
              <a:ext cx="812800" cy="812800"/>
            </a:xfrm>
            <a:prstGeom prst="ellipse">
              <a:avLst/>
            </a:prstGeom>
            <a:gradFill>
              <a:gsLst>
                <a:gs pos="84000">
                  <a:srgbClr val="F5C130"/>
                </a:gs>
                <a:gs pos="0">
                  <a:srgbClr val="E5A010"/>
                </a:gs>
              </a:gsLst>
              <a:lin ang="18900000" scaled="1"/>
            </a:gradFill>
            <a:ln>
              <a:noFill/>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0283" name="任意多边形 36"/>
            <p:cNvSpPr/>
            <p:nvPr/>
          </p:nvSpPr>
          <p:spPr bwMode="auto">
            <a:xfrm rot="5400000">
              <a:off x="120456" y="120456"/>
              <a:ext cx="571888" cy="571888"/>
            </a:xfrm>
            <a:custGeom>
              <a:gdLst>
                <a:gd name="T0" fmla="*/ 0 w 692642"/>
                <a:gd name="T1" fmla="*/ 194932 h 692642"/>
                <a:gd name="T2" fmla="*/ 38476 w 692642"/>
                <a:gd name="T3" fmla="*/ 156456 h 692642"/>
                <a:gd name="T4" fmla="*/ 156457 w 692642"/>
                <a:gd name="T5" fmla="*/ 156456 h 692642"/>
                <a:gd name="T6" fmla="*/ 156457 w 692642"/>
                <a:gd name="T7" fmla="*/ 38476 h 692642"/>
                <a:gd name="T8" fmla="*/ 194933 w 692642"/>
                <a:gd name="T9" fmla="*/ 0 h 692642"/>
                <a:gd name="T10" fmla="*/ 233409 w 692642"/>
                <a:gd name="T11" fmla="*/ 38476 h 692642"/>
                <a:gd name="T12" fmla="*/ 233409 w 692642"/>
                <a:gd name="T13" fmla="*/ 156457 h 692642"/>
                <a:gd name="T14" fmla="*/ 351390 w 692642"/>
                <a:gd name="T15" fmla="*/ 156457 h 692642"/>
                <a:gd name="T16" fmla="*/ 389866 w 692642"/>
                <a:gd name="T17" fmla="*/ 194933 h 692642"/>
                <a:gd name="T18" fmla="*/ 389865 w 692642"/>
                <a:gd name="T19" fmla="*/ 194932 h 692642"/>
                <a:gd name="T20" fmla="*/ 351389 w 692642"/>
                <a:gd name="T21" fmla="*/ 233409 h 692642"/>
                <a:gd name="T22" fmla="*/ 233409 w 692642"/>
                <a:gd name="T23" fmla="*/ 233409 h 692642"/>
                <a:gd name="T24" fmla="*/ 233409 w 692642"/>
                <a:gd name="T25" fmla="*/ 351390 h 692642"/>
                <a:gd name="T26" fmla="*/ 194932 w 692642"/>
                <a:gd name="T27" fmla="*/ 389866 h 692642"/>
                <a:gd name="T28" fmla="*/ 194933 w 692642"/>
                <a:gd name="T29" fmla="*/ 389865 h 692642"/>
                <a:gd name="T30" fmla="*/ 156457 w 692642"/>
                <a:gd name="T31" fmla="*/ 351389 h 692642"/>
                <a:gd name="T32" fmla="*/ 156457 w 692642"/>
                <a:gd name="T33" fmla="*/ 233409 h 692642"/>
                <a:gd name="T34" fmla="*/ 38476 w 692642"/>
                <a:gd name="T35" fmla="*/ 233409 h 692642"/>
                <a:gd name="T36" fmla="*/ 0 w 692642"/>
                <a:gd name="T37" fmla="*/ 194932 h 6926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92642"/>
                <a:gd name="T58" fmla="*/ 0 h 692642"/>
                <a:gd name="T59" fmla="*/ 692642 w 692642"/>
                <a:gd name="T60" fmla="*/ 692642 h 692642"/>
              </a:gd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92642" h="692642">
                  <a:moveTo>
                    <a:pt x="0" y="346320"/>
                  </a:moveTo>
                  <a:cubicBezTo>
                    <a:pt x="0" y="308567"/>
                    <a:pt x="30604" y="277963"/>
                    <a:pt x="68357" y="277963"/>
                  </a:cubicBezTo>
                  <a:lnTo>
                    <a:pt x="277964" y="277963"/>
                  </a:lnTo>
                  <a:lnTo>
                    <a:pt x="277964" y="68357"/>
                  </a:lnTo>
                  <a:cubicBezTo>
                    <a:pt x="277964" y="30604"/>
                    <a:pt x="308568" y="0"/>
                    <a:pt x="346321" y="0"/>
                  </a:cubicBezTo>
                  <a:cubicBezTo>
                    <a:pt x="384074" y="0"/>
                    <a:pt x="414678" y="30604"/>
                    <a:pt x="414678" y="68357"/>
                  </a:cubicBezTo>
                  <a:lnTo>
                    <a:pt x="414678" y="277964"/>
                  </a:lnTo>
                  <a:lnTo>
                    <a:pt x="624285" y="277964"/>
                  </a:lnTo>
                  <a:cubicBezTo>
                    <a:pt x="662038" y="277964"/>
                    <a:pt x="692642" y="308568"/>
                    <a:pt x="692642" y="346321"/>
                  </a:cubicBezTo>
                  <a:lnTo>
                    <a:pt x="692641" y="346320"/>
                  </a:lnTo>
                  <a:cubicBezTo>
                    <a:pt x="692641" y="384073"/>
                    <a:pt x="662037" y="414677"/>
                    <a:pt x="624284" y="414677"/>
                  </a:cubicBezTo>
                  <a:lnTo>
                    <a:pt x="414677" y="414677"/>
                  </a:lnTo>
                  <a:lnTo>
                    <a:pt x="414677" y="624285"/>
                  </a:lnTo>
                  <a:cubicBezTo>
                    <a:pt x="414677" y="662038"/>
                    <a:pt x="384073" y="692642"/>
                    <a:pt x="346320" y="692642"/>
                  </a:cubicBezTo>
                  <a:lnTo>
                    <a:pt x="346321" y="692641"/>
                  </a:lnTo>
                  <a:cubicBezTo>
                    <a:pt x="308568" y="692641"/>
                    <a:pt x="277964" y="662037"/>
                    <a:pt x="277964" y="624284"/>
                  </a:cubicBezTo>
                  <a:lnTo>
                    <a:pt x="277964" y="414677"/>
                  </a:lnTo>
                  <a:lnTo>
                    <a:pt x="68357" y="414677"/>
                  </a:lnTo>
                  <a:cubicBezTo>
                    <a:pt x="30604" y="414677"/>
                    <a:pt x="0" y="384073"/>
                    <a:pt x="0" y="34632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defTabSz="866952" fontAlgn="base">
                <a:spcBef>
                  <a:spcPct val="0"/>
                </a:spcBef>
                <a:spcAft>
                  <a:spcPct val="0"/>
                </a:spcAft>
              </a:pPr>
              <a:endParaRPr lang="zh-CN" altLang="en-US" sz="1707">
                <a:solidFill>
                  <a:prstClr val="black">
                    <a:lumMod val="50000"/>
                    <a:lumOff val="50000"/>
                  </a:prstClr>
                </a:solidFill>
                <a:cs typeface="+mn-ea"/>
                <a:sym typeface="+mn-lt"/>
              </a:endParaRPr>
            </a:p>
          </p:txBody>
        </p:sp>
      </p:grpSp>
      <p:grpSp>
        <p:nvGrpSpPr>
          <p:cNvPr id="4" name="组合 37"/>
          <p:cNvGrpSpPr/>
          <p:nvPr/>
        </p:nvGrpSpPr>
        <p:grpSpPr>
          <a:xfrm>
            <a:off x="5897575" y="1335202"/>
            <a:ext cx="396853" cy="396853"/>
            <a:chExt cx="812800" cy="812800"/>
          </a:xfrm>
        </p:grpSpPr>
        <p:sp>
          <p:nvSpPr>
            <p:cNvPr id="10280" name="椭圆 38"/>
            <p:cNvSpPr>
              <a:spLocks noChangeArrowheads="1"/>
            </p:cNvSpPr>
            <p:nvPr/>
          </p:nvSpPr>
          <p:spPr bwMode="auto">
            <a:xfrm>
              <a:off x="0" y="0"/>
              <a:ext cx="812800" cy="812800"/>
            </a:xfrm>
            <a:prstGeom prst="ellipse">
              <a:avLst/>
            </a:prstGeom>
            <a:gradFill flip="none" rotWithShape="1">
              <a:gsLst>
                <a:gs pos="57000">
                  <a:srgbClr val="2DA3DD"/>
                </a:gs>
                <a:gs pos="0">
                  <a:srgbClr val="2C6CA7"/>
                </a:gs>
              </a:gsLst>
              <a:lin ang="18900000" scaled="1"/>
            </a:gradFill>
            <a:ln>
              <a:noFill/>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0281" name="任意多边形 39"/>
            <p:cNvSpPr/>
            <p:nvPr/>
          </p:nvSpPr>
          <p:spPr bwMode="auto">
            <a:xfrm rot="5400000">
              <a:off x="120456" y="120456"/>
              <a:ext cx="571888" cy="571888"/>
            </a:xfrm>
            <a:custGeom>
              <a:gdLst>
                <a:gd name="T0" fmla="*/ 0 w 692642"/>
                <a:gd name="T1" fmla="*/ 194932 h 692642"/>
                <a:gd name="T2" fmla="*/ 38476 w 692642"/>
                <a:gd name="T3" fmla="*/ 156456 h 692642"/>
                <a:gd name="T4" fmla="*/ 156457 w 692642"/>
                <a:gd name="T5" fmla="*/ 156456 h 692642"/>
                <a:gd name="T6" fmla="*/ 156457 w 692642"/>
                <a:gd name="T7" fmla="*/ 38476 h 692642"/>
                <a:gd name="T8" fmla="*/ 194933 w 692642"/>
                <a:gd name="T9" fmla="*/ 0 h 692642"/>
                <a:gd name="T10" fmla="*/ 233409 w 692642"/>
                <a:gd name="T11" fmla="*/ 38476 h 692642"/>
                <a:gd name="T12" fmla="*/ 233409 w 692642"/>
                <a:gd name="T13" fmla="*/ 156457 h 692642"/>
                <a:gd name="T14" fmla="*/ 351390 w 692642"/>
                <a:gd name="T15" fmla="*/ 156457 h 692642"/>
                <a:gd name="T16" fmla="*/ 389866 w 692642"/>
                <a:gd name="T17" fmla="*/ 194933 h 692642"/>
                <a:gd name="T18" fmla="*/ 389865 w 692642"/>
                <a:gd name="T19" fmla="*/ 194932 h 692642"/>
                <a:gd name="T20" fmla="*/ 351389 w 692642"/>
                <a:gd name="T21" fmla="*/ 233409 h 692642"/>
                <a:gd name="T22" fmla="*/ 233409 w 692642"/>
                <a:gd name="T23" fmla="*/ 233409 h 692642"/>
                <a:gd name="T24" fmla="*/ 233409 w 692642"/>
                <a:gd name="T25" fmla="*/ 351390 h 692642"/>
                <a:gd name="T26" fmla="*/ 194932 w 692642"/>
                <a:gd name="T27" fmla="*/ 389866 h 692642"/>
                <a:gd name="T28" fmla="*/ 194933 w 692642"/>
                <a:gd name="T29" fmla="*/ 389865 h 692642"/>
                <a:gd name="T30" fmla="*/ 156457 w 692642"/>
                <a:gd name="T31" fmla="*/ 351389 h 692642"/>
                <a:gd name="T32" fmla="*/ 156457 w 692642"/>
                <a:gd name="T33" fmla="*/ 233409 h 692642"/>
                <a:gd name="T34" fmla="*/ 38476 w 692642"/>
                <a:gd name="T35" fmla="*/ 233409 h 692642"/>
                <a:gd name="T36" fmla="*/ 0 w 692642"/>
                <a:gd name="T37" fmla="*/ 194932 h 6926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92642"/>
                <a:gd name="T58" fmla="*/ 0 h 692642"/>
                <a:gd name="T59" fmla="*/ 692642 w 692642"/>
                <a:gd name="T60" fmla="*/ 692642 h 692642"/>
              </a:gd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92642" h="692642">
                  <a:moveTo>
                    <a:pt x="0" y="346320"/>
                  </a:moveTo>
                  <a:cubicBezTo>
                    <a:pt x="0" y="308567"/>
                    <a:pt x="30604" y="277963"/>
                    <a:pt x="68357" y="277963"/>
                  </a:cubicBezTo>
                  <a:lnTo>
                    <a:pt x="277964" y="277963"/>
                  </a:lnTo>
                  <a:lnTo>
                    <a:pt x="277964" y="68357"/>
                  </a:lnTo>
                  <a:cubicBezTo>
                    <a:pt x="277964" y="30604"/>
                    <a:pt x="308568" y="0"/>
                    <a:pt x="346321" y="0"/>
                  </a:cubicBezTo>
                  <a:cubicBezTo>
                    <a:pt x="384074" y="0"/>
                    <a:pt x="414678" y="30604"/>
                    <a:pt x="414678" y="68357"/>
                  </a:cubicBezTo>
                  <a:lnTo>
                    <a:pt x="414678" y="277964"/>
                  </a:lnTo>
                  <a:lnTo>
                    <a:pt x="624285" y="277964"/>
                  </a:lnTo>
                  <a:cubicBezTo>
                    <a:pt x="662038" y="277964"/>
                    <a:pt x="692642" y="308568"/>
                    <a:pt x="692642" y="346321"/>
                  </a:cubicBezTo>
                  <a:lnTo>
                    <a:pt x="692641" y="346320"/>
                  </a:lnTo>
                  <a:cubicBezTo>
                    <a:pt x="692641" y="384073"/>
                    <a:pt x="662037" y="414677"/>
                    <a:pt x="624284" y="414677"/>
                  </a:cubicBezTo>
                  <a:lnTo>
                    <a:pt x="414677" y="414677"/>
                  </a:lnTo>
                  <a:lnTo>
                    <a:pt x="414677" y="624285"/>
                  </a:lnTo>
                  <a:cubicBezTo>
                    <a:pt x="414677" y="662038"/>
                    <a:pt x="384073" y="692642"/>
                    <a:pt x="346320" y="692642"/>
                  </a:cubicBezTo>
                  <a:lnTo>
                    <a:pt x="346321" y="692641"/>
                  </a:lnTo>
                  <a:cubicBezTo>
                    <a:pt x="308568" y="692641"/>
                    <a:pt x="277964" y="662037"/>
                    <a:pt x="277964" y="624284"/>
                  </a:cubicBezTo>
                  <a:lnTo>
                    <a:pt x="277964" y="414677"/>
                  </a:lnTo>
                  <a:lnTo>
                    <a:pt x="68357" y="414677"/>
                  </a:lnTo>
                  <a:cubicBezTo>
                    <a:pt x="30604" y="414677"/>
                    <a:pt x="0" y="384073"/>
                    <a:pt x="0" y="34632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defTabSz="866952" fontAlgn="base">
                <a:spcBef>
                  <a:spcPct val="0"/>
                </a:spcBef>
                <a:spcAft>
                  <a:spcPct val="0"/>
                </a:spcAft>
              </a:pPr>
              <a:endParaRPr lang="zh-CN" altLang="en-US" sz="1707">
                <a:solidFill>
                  <a:prstClr val="black"/>
                </a:solidFill>
                <a:cs typeface="+mn-ea"/>
                <a:sym typeface="+mn-lt"/>
              </a:endParaRPr>
            </a:p>
          </p:txBody>
        </p:sp>
      </p:grpSp>
      <p:grpSp>
        <p:nvGrpSpPr>
          <p:cNvPr id="5" name="组合 40"/>
          <p:cNvGrpSpPr/>
          <p:nvPr/>
        </p:nvGrpSpPr>
        <p:grpSpPr>
          <a:xfrm>
            <a:off x="5897575" y="5564071"/>
            <a:ext cx="396853" cy="396853"/>
            <a:chExt cx="812800" cy="812800"/>
          </a:xfrm>
        </p:grpSpPr>
        <p:sp>
          <p:nvSpPr>
            <p:cNvPr id="10278" name="椭圆 41"/>
            <p:cNvSpPr>
              <a:spLocks noChangeArrowheads="1"/>
            </p:cNvSpPr>
            <p:nvPr/>
          </p:nvSpPr>
          <p:spPr bwMode="auto">
            <a:xfrm>
              <a:off x="0" y="0"/>
              <a:ext cx="812800" cy="812800"/>
            </a:xfrm>
            <a:prstGeom prst="ellipse">
              <a:avLst/>
            </a:prstGeom>
            <a:gradFill flip="none" rotWithShape="1">
              <a:gsLst>
                <a:gs pos="57000">
                  <a:srgbClr val="2DA3DD"/>
                </a:gs>
                <a:gs pos="0">
                  <a:srgbClr val="2C6CA7"/>
                </a:gs>
              </a:gsLst>
              <a:lin ang="18900000" scaled="1"/>
            </a:gradFill>
            <a:ln>
              <a:noFill/>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0279" name="任意多边形 42"/>
            <p:cNvSpPr/>
            <p:nvPr/>
          </p:nvSpPr>
          <p:spPr bwMode="auto">
            <a:xfrm rot="5400000">
              <a:off x="120456" y="120456"/>
              <a:ext cx="571888" cy="571888"/>
            </a:xfrm>
            <a:custGeom>
              <a:gdLst>
                <a:gd name="T0" fmla="*/ 0 w 692642"/>
                <a:gd name="T1" fmla="*/ 194932 h 692642"/>
                <a:gd name="T2" fmla="*/ 38476 w 692642"/>
                <a:gd name="T3" fmla="*/ 156456 h 692642"/>
                <a:gd name="T4" fmla="*/ 156457 w 692642"/>
                <a:gd name="T5" fmla="*/ 156456 h 692642"/>
                <a:gd name="T6" fmla="*/ 156457 w 692642"/>
                <a:gd name="T7" fmla="*/ 38476 h 692642"/>
                <a:gd name="T8" fmla="*/ 194933 w 692642"/>
                <a:gd name="T9" fmla="*/ 0 h 692642"/>
                <a:gd name="T10" fmla="*/ 233409 w 692642"/>
                <a:gd name="T11" fmla="*/ 38476 h 692642"/>
                <a:gd name="T12" fmla="*/ 233409 w 692642"/>
                <a:gd name="T13" fmla="*/ 156457 h 692642"/>
                <a:gd name="T14" fmla="*/ 351390 w 692642"/>
                <a:gd name="T15" fmla="*/ 156457 h 692642"/>
                <a:gd name="T16" fmla="*/ 389866 w 692642"/>
                <a:gd name="T17" fmla="*/ 194933 h 692642"/>
                <a:gd name="T18" fmla="*/ 389865 w 692642"/>
                <a:gd name="T19" fmla="*/ 194932 h 692642"/>
                <a:gd name="T20" fmla="*/ 351389 w 692642"/>
                <a:gd name="T21" fmla="*/ 233409 h 692642"/>
                <a:gd name="T22" fmla="*/ 233409 w 692642"/>
                <a:gd name="T23" fmla="*/ 233409 h 692642"/>
                <a:gd name="T24" fmla="*/ 233409 w 692642"/>
                <a:gd name="T25" fmla="*/ 351390 h 692642"/>
                <a:gd name="T26" fmla="*/ 194932 w 692642"/>
                <a:gd name="T27" fmla="*/ 389866 h 692642"/>
                <a:gd name="T28" fmla="*/ 194933 w 692642"/>
                <a:gd name="T29" fmla="*/ 389865 h 692642"/>
                <a:gd name="T30" fmla="*/ 156457 w 692642"/>
                <a:gd name="T31" fmla="*/ 351389 h 692642"/>
                <a:gd name="T32" fmla="*/ 156457 w 692642"/>
                <a:gd name="T33" fmla="*/ 233409 h 692642"/>
                <a:gd name="T34" fmla="*/ 38476 w 692642"/>
                <a:gd name="T35" fmla="*/ 233409 h 692642"/>
                <a:gd name="T36" fmla="*/ 0 w 692642"/>
                <a:gd name="T37" fmla="*/ 194932 h 6926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92642"/>
                <a:gd name="T58" fmla="*/ 0 h 692642"/>
                <a:gd name="T59" fmla="*/ 692642 w 692642"/>
                <a:gd name="T60" fmla="*/ 692642 h 692642"/>
              </a:gd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92642" h="692642">
                  <a:moveTo>
                    <a:pt x="0" y="346320"/>
                  </a:moveTo>
                  <a:cubicBezTo>
                    <a:pt x="0" y="308567"/>
                    <a:pt x="30604" y="277963"/>
                    <a:pt x="68357" y="277963"/>
                  </a:cubicBezTo>
                  <a:lnTo>
                    <a:pt x="277964" y="277963"/>
                  </a:lnTo>
                  <a:lnTo>
                    <a:pt x="277964" y="68357"/>
                  </a:lnTo>
                  <a:cubicBezTo>
                    <a:pt x="277964" y="30604"/>
                    <a:pt x="308568" y="0"/>
                    <a:pt x="346321" y="0"/>
                  </a:cubicBezTo>
                  <a:cubicBezTo>
                    <a:pt x="384074" y="0"/>
                    <a:pt x="414678" y="30604"/>
                    <a:pt x="414678" y="68357"/>
                  </a:cubicBezTo>
                  <a:lnTo>
                    <a:pt x="414678" y="277964"/>
                  </a:lnTo>
                  <a:lnTo>
                    <a:pt x="624285" y="277964"/>
                  </a:lnTo>
                  <a:cubicBezTo>
                    <a:pt x="662038" y="277964"/>
                    <a:pt x="692642" y="308568"/>
                    <a:pt x="692642" y="346321"/>
                  </a:cubicBezTo>
                  <a:lnTo>
                    <a:pt x="692641" y="346320"/>
                  </a:lnTo>
                  <a:cubicBezTo>
                    <a:pt x="692641" y="384073"/>
                    <a:pt x="662037" y="414677"/>
                    <a:pt x="624284" y="414677"/>
                  </a:cubicBezTo>
                  <a:lnTo>
                    <a:pt x="414677" y="414677"/>
                  </a:lnTo>
                  <a:lnTo>
                    <a:pt x="414677" y="624285"/>
                  </a:lnTo>
                  <a:cubicBezTo>
                    <a:pt x="414677" y="662038"/>
                    <a:pt x="384073" y="692642"/>
                    <a:pt x="346320" y="692642"/>
                  </a:cubicBezTo>
                  <a:lnTo>
                    <a:pt x="346321" y="692641"/>
                  </a:lnTo>
                  <a:cubicBezTo>
                    <a:pt x="308568" y="692641"/>
                    <a:pt x="277964" y="662037"/>
                    <a:pt x="277964" y="624284"/>
                  </a:cubicBezTo>
                  <a:lnTo>
                    <a:pt x="277964" y="414677"/>
                  </a:lnTo>
                  <a:lnTo>
                    <a:pt x="68357" y="414677"/>
                  </a:lnTo>
                  <a:cubicBezTo>
                    <a:pt x="30604" y="414677"/>
                    <a:pt x="0" y="384073"/>
                    <a:pt x="0" y="34632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defTabSz="866952" fontAlgn="base">
                <a:spcBef>
                  <a:spcPct val="0"/>
                </a:spcBef>
                <a:spcAft>
                  <a:spcPct val="0"/>
                </a:spcAft>
              </a:pPr>
              <a:endParaRPr lang="zh-CN" altLang="en-US" sz="1707">
                <a:solidFill>
                  <a:prstClr val="black"/>
                </a:solidFill>
                <a:cs typeface="+mn-ea"/>
                <a:sym typeface="+mn-lt"/>
              </a:endParaRPr>
            </a:p>
          </p:txBody>
        </p:sp>
      </p:grpSp>
      <p:grpSp>
        <p:nvGrpSpPr>
          <p:cNvPr id="7" name="组合 6"/>
          <p:cNvGrpSpPr/>
          <p:nvPr/>
        </p:nvGrpSpPr>
        <p:grpSpPr>
          <a:xfrm>
            <a:off x="4089725" y="1626047"/>
            <a:ext cx="4012551" cy="4015456"/>
            <a:chOff x="4089725" y="1626047"/>
            <a:chExt cx="4012551" cy="4015456"/>
          </a:xfrm>
        </p:grpSpPr>
        <p:sp>
          <p:nvSpPr>
            <p:cNvPr id="10263" name="Freeform 5"/>
            <p:cNvSpPr/>
            <p:nvPr/>
          </p:nvSpPr>
          <p:spPr bwMode="auto">
            <a:xfrm rot="2700000">
              <a:off x="5662810" y="2188371"/>
              <a:ext cx="1774653" cy="650006"/>
            </a:xfrm>
            <a:custGeom>
              <a:gdLst>
                <a:gd name="T0" fmla="*/ 2147483647 w 821"/>
                <a:gd name="T1" fmla="*/ 2147483647 h 301"/>
                <a:gd name="T2" fmla="*/ 0 w 821"/>
                <a:gd name="T3" fmla="*/ 2147483647 h 301"/>
                <a:gd name="T4" fmla="*/ 2147483647 w 821"/>
                <a:gd name="T5" fmla="*/ 2147483647 h 301"/>
                <a:gd name="T6" fmla="*/ 2147483647 w 821"/>
                <a:gd name="T7" fmla="*/ 0 h 301"/>
                <a:gd name="T8" fmla="*/ 2147483647 w 821"/>
                <a:gd name="T9" fmla="*/ 0 h 301"/>
                <a:gd name="T10" fmla="*/ 2147483647 w 821"/>
                <a:gd name="T11" fmla="*/ 2147483647 h 301"/>
                <a:gd name="T12" fmla="*/ 0 60000 65536"/>
                <a:gd name="T13" fmla="*/ 0 60000 65536"/>
                <a:gd name="T14" fmla="*/ 0 60000 65536"/>
                <a:gd name="T15" fmla="*/ 0 60000 65536"/>
                <a:gd name="T16" fmla="*/ 0 60000 65536"/>
                <a:gd name="T17" fmla="*/ 0 60000 65536"/>
                <a:gd name="T18" fmla="*/ 0 w 821"/>
                <a:gd name="T19" fmla="*/ 0 h 301"/>
                <a:gd name="T20" fmla="*/ 821 w 821"/>
                <a:gd name="T21" fmla="*/ 301 h 301"/>
              </a:gdLst>
              <a:cxnLst>
                <a:cxn ang="T12">
                  <a:pos x="T0" y="T1"/>
                </a:cxn>
                <a:cxn ang="T13">
                  <a:pos x="T2" y="T3"/>
                </a:cxn>
                <a:cxn ang="T14">
                  <a:pos x="T4" y="T5"/>
                </a:cxn>
                <a:cxn ang="T15">
                  <a:pos x="T6" y="T7"/>
                </a:cxn>
                <a:cxn ang="T16">
                  <a:pos x="T8" y="T9"/>
                </a:cxn>
                <a:cxn ang="T17">
                  <a:pos x="T10" y="T11"/>
                </a:cxn>
              </a:cxnLst>
              <a:rect l="T18" t="T19" r="T20" b="T21"/>
              <a:pathLst>
                <a:path w="821" h="301">
                  <a:moveTo>
                    <a:pt x="282" y="20"/>
                  </a:moveTo>
                  <a:cubicBezTo>
                    <a:pt x="0" y="301"/>
                    <a:pt x="0" y="301"/>
                    <a:pt x="0" y="301"/>
                  </a:cubicBezTo>
                  <a:cubicBezTo>
                    <a:pt x="821" y="301"/>
                    <a:pt x="821" y="301"/>
                    <a:pt x="821" y="301"/>
                  </a:cubicBezTo>
                  <a:cubicBezTo>
                    <a:pt x="821" y="0"/>
                    <a:pt x="821" y="0"/>
                    <a:pt x="821" y="0"/>
                  </a:cubicBezTo>
                  <a:cubicBezTo>
                    <a:pt x="328" y="0"/>
                    <a:pt x="328" y="0"/>
                    <a:pt x="328" y="0"/>
                  </a:cubicBezTo>
                  <a:cubicBezTo>
                    <a:pt x="302" y="7"/>
                    <a:pt x="290" y="15"/>
                    <a:pt x="282" y="20"/>
                  </a:cubicBez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866952" fontAlgn="base">
                <a:spcBef>
                  <a:spcPct val="0"/>
                </a:spcBef>
                <a:spcAft>
                  <a:spcPct val="0"/>
                </a:spcAft>
              </a:pPr>
              <a:endParaRPr lang="zh-CN" altLang="en-US" sz="1707">
                <a:solidFill>
                  <a:prstClr val="black"/>
                </a:solidFill>
                <a:cs typeface="+mn-ea"/>
                <a:sym typeface="+mn-lt"/>
              </a:endParaRPr>
            </a:p>
          </p:txBody>
        </p:sp>
        <p:sp>
          <p:nvSpPr>
            <p:cNvPr id="10264" name="Freeform 6"/>
            <p:cNvSpPr/>
            <p:nvPr/>
          </p:nvSpPr>
          <p:spPr bwMode="auto">
            <a:xfrm rot="2700000">
              <a:off x="6888839" y="3203285"/>
              <a:ext cx="653051" cy="1773823"/>
            </a:xfrm>
            <a:custGeom>
              <a:gdLst>
                <a:gd name="T0" fmla="*/ 2147483647 w 302"/>
                <a:gd name="T1" fmla="*/ 2147483647 h 821"/>
                <a:gd name="T2" fmla="*/ 0 w 302"/>
                <a:gd name="T3" fmla="*/ 0 h 821"/>
                <a:gd name="T4" fmla="*/ 0 w 302"/>
                <a:gd name="T5" fmla="*/ 2147483647 h 821"/>
                <a:gd name="T6" fmla="*/ 2147483647 w 302"/>
                <a:gd name="T7" fmla="*/ 2147483647 h 821"/>
                <a:gd name="T8" fmla="*/ 2147483647 w 302"/>
                <a:gd name="T9" fmla="*/ 2147483647 h 821"/>
                <a:gd name="T10" fmla="*/ 2147483647 w 302"/>
                <a:gd name="T11" fmla="*/ 2147483647 h 821"/>
                <a:gd name="T12" fmla="*/ 0 60000 65536"/>
                <a:gd name="T13" fmla="*/ 0 60000 65536"/>
                <a:gd name="T14" fmla="*/ 0 60000 65536"/>
                <a:gd name="T15" fmla="*/ 0 60000 65536"/>
                <a:gd name="T16" fmla="*/ 0 60000 65536"/>
                <a:gd name="T17" fmla="*/ 0 60000 65536"/>
                <a:gd name="T18" fmla="*/ 0 w 302"/>
                <a:gd name="T19" fmla="*/ 0 h 821"/>
                <a:gd name="T20" fmla="*/ 302 w 302"/>
                <a:gd name="T21" fmla="*/ 821 h 821"/>
              </a:gdLst>
              <a:cxnLst>
                <a:cxn ang="T12">
                  <a:pos x="T0" y="T1"/>
                </a:cxn>
                <a:cxn ang="T13">
                  <a:pos x="T2" y="T3"/>
                </a:cxn>
                <a:cxn ang="T14">
                  <a:pos x="T4" y="T5"/>
                </a:cxn>
                <a:cxn ang="T15">
                  <a:pos x="T6" y="T7"/>
                </a:cxn>
                <a:cxn ang="T16">
                  <a:pos x="T8" y="T9"/>
                </a:cxn>
                <a:cxn ang="T17">
                  <a:pos x="T10" y="T11"/>
                </a:cxn>
              </a:cxnLst>
              <a:rect l="T18" t="T19" r="T20" b="T21"/>
              <a:pathLst>
                <a:path w="302" h="821">
                  <a:moveTo>
                    <a:pt x="282" y="282"/>
                  </a:moveTo>
                  <a:cubicBezTo>
                    <a:pt x="0" y="0"/>
                    <a:pt x="0" y="0"/>
                    <a:pt x="0" y="0"/>
                  </a:cubicBezTo>
                  <a:cubicBezTo>
                    <a:pt x="0" y="821"/>
                    <a:pt x="0" y="821"/>
                    <a:pt x="0" y="821"/>
                  </a:cubicBezTo>
                  <a:cubicBezTo>
                    <a:pt x="302" y="821"/>
                    <a:pt x="302" y="821"/>
                    <a:pt x="302" y="821"/>
                  </a:cubicBezTo>
                  <a:cubicBezTo>
                    <a:pt x="302" y="328"/>
                    <a:pt x="302" y="328"/>
                    <a:pt x="302" y="328"/>
                  </a:cubicBezTo>
                  <a:cubicBezTo>
                    <a:pt x="295" y="301"/>
                    <a:pt x="286" y="290"/>
                    <a:pt x="282" y="282"/>
                  </a:cubicBez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866952" fontAlgn="base">
                <a:spcBef>
                  <a:spcPct val="0"/>
                </a:spcBef>
                <a:spcAft>
                  <a:spcPct val="0"/>
                </a:spcAft>
              </a:pPr>
              <a:endParaRPr lang="zh-CN" altLang="en-US" sz="1707">
                <a:solidFill>
                  <a:prstClr val="black"/>
                </a:solidFill>
                <a:cs typeface="+mn-ea"/>
                <a:sym typeface="+mn-lt"/>
              </a:endParaRPr>
            </a:p>
          </p:txBody>
        </p:sp>
        <p:sp>
          <p:nvSpPr>
            <p:cNvPr id="10265" name="Freeform 7"/>
            <p:cNvSpPr/>
            <p:nvPr/>
          </p:nvSpPr>
          <p:spPr bwMode="auto">
            <a:xfrm rot="2700000">
              <a:off x="6446288" y="2779657"/>
              <a:ext cx="1703412" cy="983226"/>
            </a:xfrm>
            <a:custGeom>
              <a:gdLst>
                <a:gd name="T0" fmla="*/ 2147483647 w 788"/>
                <a:gd name="T1" fmla="*/ 2147483647 h 455"/>
                <a:gd name="T2" fmla="*/ 2147483647 w 788"/>
                <a:gd name="T3" fmla="*/ 2147483647 h 455"/>
                <a:gd name="T4" fmla="*/ 2147483647 w 788"/>
                <a:gd name="T5" fmla="*/ 2147483647 h 455"/>
                <a:gd name="T6" fmla="*/ 2147483647 w 788"/>
                <a:gd name="T7" fmla="*/ 2147483647 h 455"/>
                <a:gd name="T8" fmla="*/ 2147483647 w 788"/>
                <a:gd name="T9" fmla="*/ 2147483647 h 455"/>
                <a:gd name="T10" fmla="*/ 2147483647 w 788"/>
                <a:gd name="T11" fmla="*/ 2147483647 h 455"/>
                <a:gd name="T12" fmla="*/ 2147483647 w 788"/>
                <a:gd name="T13" fmla="*/ 2147483647 h 455"/>
                <a:gd name="T14" fmla="*/ 2147483647 w 788"/>
                <a:gd name="T15" fmla="*/ 2147483647 h 455"/>
                <a:gd name="T16" fmla="*/ 2147483647 w 788"/>
                <a:gd name="T17" fmla="*/ 2147483647 h 455"/>
                <a:gd name="T18" fmla="*/ 2147483647 w 788"/>
                <a:gd name="T19" fmla="*/ 2147483647 h 455"/>
                <a:gd name="T20" fmla="*/ 2147483647 w 788"/>
                <a:gd name="T21" fmla="*/ 2147483647 h 455"/>
                <a:gd name="T22" fmla="*/ 2147483647 w 788"/>
                <a:gd name="T23" fmla="*/ 2147483647 h 455"/>
                <a:gd name="T24" fmla="*/ 2147483647 w 788"/>
                <a:gd name="T25" fmla="*/ 2147483647 h 455"/>
                <a:gd name="T26" fmla="*/ 2147483647 w 788"/>
                <a:gd name="T27" fmla="*/ 2147483647 h 4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88"/>
                <a:gd name="T43" fmla="*/ 0 h 455"/>
                <a:gd name="T44" fmla="*/ 788 w 788"/>
                <a:gd name="T45" fmla="*/ 455 h 455"/>
              </a:gd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88" h="455">
                  <a:moveTo>
                    <a:pt x="492" y="94"/>
                  </a:moveTo>
                  <a:cubicBezTo>
                    <a:pt x="477" y="78"/>
                    <a:pt x="445" y="75"/>
                    <a:pt x="418" y="75"/>
                  </a:cubicBezTo>
                  <a:cubicBezTo>
                    <a:pt x="241" y="75"/>
                    <a:pt x="241" y="75"/>
                    <a:pt x="241" y="75"/>
                  </a:cubicBezTo>
                  <a:cubicBezTo>
                    <a:pt x="241" y="29"/>
                    <a:pt x="241" y="29"/>
                    <a:pt x="241" y="29"/>
                  </a:cubicBezTo>
                  <a:cubicBezTo>
                    <a:pt x="241" y="12"/>
                    <a:pt x="222" y="0"/>
                    <a:pt x="207" y="12"/>
                  </a:cubicBezTo>
                  <a:cubicBezTo>
                    <a:pt x="16" y="202"/>
                    <a:pt x="16" y="202"/>
                    <a:pt x="16" y="202"/>
                  </a:cubicBezTo>
                  <a:cubicBezTo>
                    <a:pt x="0" y="216"/>
                    <a:pt x="0" y="238"/>
                    <a:pt x="16" y="252"/>
                  </a:cubicBezTo>
                  <a:cubicBezTo>
                    <a:pt x="207" y="442"/>
                    <a:pt x="207" y="442"/>
                    <a:pt x="207" y="442"/>
                  </a:cubicBezTo>
                  <a:cubicBezTo>
                    <a:pt x="222" y="455"/>
                    <a:pt x="241" y="444"/>
                    <a:pt x="241" y="426"/>
                  </a:cubicBezTo>
                  <a:cubicBezTo>
                    <a:pt x="241" y="381"/>
                    <a:pt x="241" y="381"/>
                    <a:pt x="241" y="381"/>
                  </a:cubicBezTo>
                  <a:cubicBezTo>
                    <a:pt x="241" y="381"/>
                    <a:pt x="633" y="381"/>
                    <a:pt x="683" y="381"/>
                  </a:cubicBezTo>
                  <a:cubicBezTo>
                    <a:pt x="739" y="381"/>
                    <a:pt x="784" y="411"/>
                    <a:pt x="784" y="446"/>
                  </a:cubicBezTo>
                  <a:cubicBezTo>
                    <a:pt x="784" y="446"/>
                    <a:pt x="788" y="421"/>
                    <a:pt x="763" y="390"/>
                  </a:cubicBezTo>
                  <a:cubicBezTo>
                    <a:pt x="750" y="375"/>
                    <a:pt x="492" y="94"/>
                    <a:pt x="492" y="94"/>
                  </a:cubicBezTo>
                  <a:close/>
                </a:path>
              </a:pathLst>
            </a:custGeom>
            <a:gradFill>
              <a:gsLst>
                <a:gs pos="84000">
                  <a:srgbClr val="F5C130"/>
                </a:gs>
                <a:gs pos="0">
                  <a:srgbClr val="E5A010"/>
                </a:gs>
              </a:gsLst>
              <a:lin ang="18900000" scaled="1"/>
            </a:gradFill>
            <a:ln>
              <a:noFill/>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0266" name="Freeform 8"/>
            <p:cNvSpPr/>
            <p:nvPr/>
          </p:nvSpPr>
          <p:spPr bwMode="auto">
            <a:xfrm rot="2700000">
              <a:off x="4756741" y="4430087"/>
              <a:ext cx="1772826" cy="650006"/>
            </a:xfrm>
            <a:custGeom>
              <a:gdLst>
                <a:gd name="T0" fmla="*/ 2147483647 w 820"/>
                <a:gd name="T1" fmla="*/ 2147483647 h 301"/>
                <a:gd name="T2" fmla="*/ 2147483647 w 820"/>
                <a:gd name="T3" fmla="*/ 0 h 301"/>
                <a:gd name="T4" fmla="*/ 0 w 820"/>
                <a:gd name="T5" fmla="*/ 0 h 301"/>
                <a:gd name="T6" fmla="*/ 0 w 820"/>
                <a:gd name="T7" fmla="*/ 2147483647 h 301"/>
                <a:gd name="T8" fmla="*/ 2147483647 w 820"/>
                <a:gd name="T9" fmla="*/ 2147483647 h 301"/>
                <a:gd name="T10" fmla="*/ 2147483647 w 820"/>
                <a:gd name="T11" fmla="*/ 2147483647 h 301"/>
                <a:gd name="T12" fmla="*/ 0 60000 65536"/>
                <a:gd name="T13" fmla="*/ 0 60000 65536"/>
                <a:gd name="T14" fmla="*/ 0 60000 65536"/>
                <a:gd name="T15" fmla="*/ 0 60000 65536"/>
                <a:gd name="T16" fmla="*/ 0 60000 65536"/>
                <a:gd name="T17" fmla="*/ 0 60000 65536"/>
                <a:gd name="T18" fmla="*/ 0 w 820"/>
                <a:gd name="T19" fmla="*/ 0 h 301"/>
                <a:gd name="T20" fmla="*/ 820 w 820"/>
                <a:gd name="T21" fmla="*/ 301 h 301"/>
              </a:gdLst>
              <a:cxnLst>
                <a:cxn ang="T12">
                  <a:pos x="T0" y="T1"/>
                </a:cxn>
                <a:cxn ang="T13">
                  <a:pos x="T2" y="T3"/>
                </a:cxn>
                <a:cxn ang="T14">
                  <a:pos x="T4" y="T5"/>
                </a:cxn>
                <a:cxn ang="T15">
                  <a:pos x="T6" y="T7"/>
                </a:cxn>
                <a:cxn ang="T16">
                  <a:pos x="T8" y="T9"/>
                </a:cxn>
                <a:cxn ang="T17">
                  <a:pos x="T10" y="T11"/>
                </a:cxn>
              </a:cxnLst>
              <a:rect l="T18" t="T19" r="T20" b="T21"/>
              <a:pathLst>
                <a:path w="820" h="301">
                  <a:moveTo>
                    <a:pt x="539" y="282"/>
                  </a:moveTo>
                  <a:cubicBezTo>
                    <a:pt x="820" y="0"/>
                    <a:pt x="820" y="0"/>
                    <a:pt x="820" y="0"/>
                  </a:cubicBezTo>
                  <a:cubicBezTo>
                    <a:pt x="0" y="0"/>
                    <a:pt x="0" y="0"/>
                    <a:pt x="0" y="0"/>
                  </a:cubicBezTo>
                  <a:cubicBezTo>
                    <a:pt x="0" y="301"/>
                    <a:pt x="0" y="301"/>
                    <a:pt x="0" y="301"/>
                  </a:cubicBezTo>
                  <a:cubicBezTo>
                    <a:pt x="493" y="301"/>
                    <a:pt x="493" y="301"/>
                    <a:pt x="493" y="301"/>
                  </a:cubicBezTo>
                  <a:cubicBezTo>
                    <a:pt x="519" y="294"/>
                    <a:pt x="531" y="286"/>
                    <a:pt x="539" y="282"/>
                  </a:cubicBez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866952" fontAlgn="base">
                <a:spcBef>
                  <a:spcPct val="0"/>
                </a:spcBef>
                <a:spcAft>
                  <a:spcPct val="0"/>
                </a:spcAft>
              </a:pPr>
              <a:endParaRPr lang="zh-CN" altLang="en-US" sz="1707">
                <a:solidFill>
                  <a:prstClr val="black"/>
                </a:solidFill>
                <a:cs typeface="+mn-ea"/>
                <a:sym typeface="+mn-lt"/>
              </a:endParaRPr>
            </a:p>
          </p:txBody>
        </p:sp>
        <p:sp>
          <p:nvSpPr>
            <p:cNvPr id="10267" name="Freeform 9"/>
            <p:cNvSpPr/>
            <p:nvPr/>
          </p:nvSpPr>
          <p:spPr bwMode="auto">
            <a:xfrm rot="2700000">
              <a:off x="5964667" y="3985516"/>
              <a:ext cx="988252" cy="1709006"/>
            </a:xfrm>
            <a:custGeom>
              <a:gdLst>
                <a:gd name="T0" fmla="*/ 2147483647 w 457"/>
                <a:gd name="T1" fmla="*/ 2147483647 h 791"/>
                <a:gd name="T2" fmla="*/ 2147483647 w 457"/>
                <a:gd name="T3" fmla="*/ 2147483647 h 791"/>
                <a:gd name="T4" fmla="*/ 2147483647 w 457"/>
                <a:gd name="T5" fmla="*/ 2147483647 h 791"/>
                <a:gd name="T6" fmla="*/ 2147483647 w 457"/>
                <a:gd name="T7" fmla="*/ 2147483647 h 791"/>
                <a:gd name="T8" fmla="*/ 2147483647 w 457"/>
                <a:gd name="T9" fmla="*/ 2147483647 h 791"/>
                <a:gd name="T10" fmla="*/ 2147483647 w 457"/>
                <a:gd name="T11" fmla="*/ 2147483647 h 791"/>
                <a:gd name="T12" fmla="*/ 2147483647 w 457"/>
                <a:gd name="T13" fmla="*/ 2147483647 h 791"/>
                <a:gd name="T14" fmla="*/ 2147483647 w 457"/>
                <a:gd name="T15" fmla="*/ 2147483647 h 791"/>
                <a:gd name="T16" fmla="*/ 2147483647 w 457"/>
                <a:gd name="T17" fmla="*/ 2147483647 h 791"/>
                <a:gd name="T18" fmla="*/ 2147483647 w 457"/>
                <a:gd name="T19" fmla="*/ 2147483647 h 791"/>
                <a:gd name="T20" fmla="*/ 2147483647 w 457"/>
                <a:gd name="T21" fmla="*/ 2147483647 h 791"/>
                <a:gd name="T22" fmla="*/ 0 w 457"/>
                <a:gd name="T23" fmla="*/ 2147483647 h 791"/>
                <a:gd name="T24" fmla="*/ 2147483647 w 457"/>
                <a:gd name="T25" fmla="*/ 2147483647 h 791"/>
                <a:gd name="T26" fmla="*/ 2147483647 w 457"/>
                <a:gd name="T27" fmla="*/ 2147483647 h 7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57"/>
                <a:gd name="T43" fmla="*/ 0 h 791"/>
                <a:gd name="T44" fmla="*/ 457 w 457"/>
                <a:gd name="T45" fmla="*/ 791 h 791"/>
              </a:gd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57" h="791">
                  <a:moveTo>
                    <a:pt x="363" y="492"/>
                  </a:moveTo>
                  <a:cubicBezTo>
                    <a:pt x="378" y="477"/>
                    <a:pt x="381" y="445"/>
                    <a:pt x="381" y="418"/>
                  </a:cubicBezTo>
                  <a:cubicBezTo>
                    <a:pt x="381" y="241"/>
                    <a:pt x="381" y="241"/>
                    <a:pt x="381" y="241"/>
                  </a:cubicBezTo>
                  <a:cubicBezTo>
                    <a:pt x="428" y="241"/>
                    <a:pt x="428" y="241"/>
                    <a:pt x="428" y="241"/>
                  </a:cubicBezTo>
                  <a:cubicBezTo>
                    <a:pt x="445" y="241"/>
                    <a:pt x="457" y="221"/>
                    <a:pt x="444" y="207"/>
                  </a:cubicBezTo>
                  <a:cubicBezTo>
                    <a:pt x="254" y="16"/>
                    <a:pt x="254" y="16"/>
                    <a:pt x="254" y="16"/>
                  </a:cubicBezTo>
                  <a:cubicBezTo>
                    <a:pt x="241" y="0"/>
                    <a:pt x="218" y="0"/>
                    <a:pt x="204" y="16"/>
                  </a:cubicBezTo>
                  <a:cubicBezTo>
                    <a:pt x="15" y="207"/>
                    <a:pt x="15" y="207"/>
                    <a:pt x="15" y="207"/>
                  </a:cubicBezTo>
                  <a:cubicBezTo>
                    <a:pt x="2" y="222"/>
                    <a:pt x="13" y="241"/>
                    <a:pt x="31" y="241"/>
                  </a:cubicBezTo>
                  <a:cubicBezTo>
                    <a:pt x="75" y="241"/>
                    <a:pt x="75" y="241"/>
                    <a:pt x="75" y="241"/>
                  </a:cubicBezTo>
                  <a:cubicBezTo>
                    <a:pt x="75" y="241"/>
                    <a:pt x="75" y="633"/>
                    <a:pt x="75" y="683"/>
                  </a:cubicBezTo>
                  <a:cubicBezTo>
                    <a:pt x="75" y="739"/>
                    <a:pt x="42" y="784"/>
                    <a:pt x="0" y="784"/>
                  </a:cubicBezTo>
                  <a:cubicBezTo>
                    <a:pt x="0" y="784"/>
                    <a:pt x="31" y="791"/>
                    <a:pt x="66" y="762"/>
                  </a:cubicBezTo>
                  <a:cubicBezTo>
                    <a:pt x="81" y="750"/>
                    <a:pt x="363" y="492"/>
                    <a:pt x="363" y="492"/>
                  </a:cubicBezTo>
                  <a:close/>
                </a:path>
              </a:pathLst>
            </a:custGeom>
            <a:gradFill flip="none" rotWithShape="1">
              <a:gsLst>
                <a:gs pos="57000">
                  <a:srgbClr val="2DA3DD"/>
                </a:gs>
                <a:gs pos="0">
                  <a:srgbClr val="2C6CA7"/>
                </a:gs>
              </a:gsLst>
              <a:lin ang="18900000" scaled="1"/>
            </a:gradFill>
            <a:ln>
              <a:noFill/>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0268" name="Freeform 10"/>
            <p:cNvSpPr/>
            <p:nvPr/>
          </p:nvSpPr>
          <p:spPr bwMode="auto">
            <a:xfrm rot="2700000">
              <a:off x="4651024" y="2290066"/>
              <a:ext cx="651225" cy="1773823"/>
            </a:xfrm>
            <a:custGeom>
              <a:gdLst>
                <a:gd name="T0" fmla="*/ 2147483647 w 301"/>
                <a:gd name="T1" fmla="*/ 2147483647 h 821"/>
                <a:gd name="T2" fmla="*/ 2147483647 w 301"/>
                <a:gd name="T3" fmla="*/ 2147483647 h 821"/>
                <a:gd name="T4" fmla="*/ 2147483647 w 301"/>
                <a:gd name="T5" fmla="*/ 0 h 821"/>
                <a:gd name="T6" fmla="*/ 0 w 301"/>
                <a:gd name="T7" fmla="*/ 0 h 821"/>
                <a:gd name="T8" fmla="*/ 0 w 301"/>
                <a:gd name="T9" fmla="*/ 2147483647 h 821"/>
                <a:gd name="T10" fmla="*/ 2147483647 w 301"/>
                <a:gd name="T11" fmla="*/ 2147483647 h 821"/>
                <a:gd name="T12" fmla="*/ 0 60000 65536"/>
                <a:gd name="T13" fmla="*/ 0 60000 65536"/>
                <a:gd name="T14" fmla="*/ 0 60000 65536"/>
                <a:gd name="T15" fmla="*/ 0 60000 65536"/>
                <a:gd name="T16" fmla="*/ 0 60000 65536"/>
                <a:gd name="T17" fmla="*/ 0 60000 65536"/>
                <a:gd name="T18" fmla="*/ 0 w 301"/>
                <a:gd name="T19" fmla="*/ 0 h 821"/>
                <a:gd name="T20" fmla="*/ 301 w 301"/>
                <a:gd name="T21" fmla="*/ 821 h 821"/>
              </a:gdLst>
              <a:cxnLst>
                <a:cxn ang="T12">
                  <a:pos x="T0" y="T1"/>
                </a:cxn>
                <a:cxn ang="T13">
                  <a:pos x="T2" y="T3"/>
                </a:cxn>
                <a:cxn ang="T14">
                  <a:pos x="T4" y="T5"/>
                </a:cxn>
                <a:cxn ang="T15">
                  <a:pos x="T6" y="T7"/>
                </a:cxn>
                <a:cxn ang="T16">
                  <a:pos x="T8" y="T9"/>
                </a:cxn>
                <a:cxn ang="T17">
                  <a:pos x="T10" y="T11"/>
                </a:cxn>
              </a:cxnLst>
              <a:rect l="T18" t="T19" r="T20" b="T21"/>
              <a:pathLst>
                <a:path w="301" h="821">
                  <a:moveTo>
                    <a:pt x="20" y="539"/>
                  </a:moveTo>
                  <a:cubicBezTo>
                    <a:pt x="301" y="821"/>
                    <a:pt x="301" y="821"/>
                    <a:pt x="301" y="821"/>
                  </a:cubicBezTo>
                  <a:cubicBezTo>
                    <a:pt x="301" y="0"/>
                    <a:pt x="301" y="0"/>
                    <a:pt x="301" y="0"/>
                  </a:cubicBezTo>
                  <a:cubicBezTo>
                    <a:pt x="0" y="0"/>
                    <a:pt x="0" y="0"/>
                    <a:pt x="0" y="0"/>
                  </a:cubicBezTo>
                  <a:cubicBezTo>
                    <a:pt x="0" y="493"/>
                    <a:pt x="0" y="493"/>
                    <a:pt x="0" y="493"/>
                  </a:cubicBezTo>
                  <a:cubicBezTo>
                    <a:pt x="7" y="520"/>
                    <a:pt x="15" y="532"/>
                    <a:pt x="20" y="539"/>
                  </a:cubicBez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866952" fontAlgn="base">
                <a:spcBef>
                  <a:spcPct val="0"/>
                </a:spcBef>
                <a:spcAft>
                  <a:spcPct val="0"/>
                </a:spcAft>
              </a:pPr>
              <a:endParaRPr lang="zh-CN" altLang="en-US" sz="1707">
                <a:solidFill>
                  <a:prstClr val="black"/>
                </a:solidFill>
                <a:cs typeface="+mn-ea"/>
                <a:sym typeface="+mn-lt"/>
              </a:endParaRPr>
            </a:p>
          </p:txBody>
        </p:sp>
        <p:sp>
          <p:nvSpPr>
            <p:cNvPr id="10269" name="Freeform 11"/>
            <p:cNvSpPr/>
            <p:nvPr/>
          </p:nvSpPr>
          <p:spPr bwMode="auto">
            <a:xfrm rot="2700000">
              <a:off x="4038136" y="3501118"/>
              <a:ext cx="1709805" cy="985052"/>
            </a:xfrm>
            <a:custGeom>
              <a:gdLst>
                <a:gd name="T0" fmla="*/ 2147483647 w 791"/>
                <a:gd name="T1" fmla="*/ 2147483647 h 456"/>
                <a:gd name="T2" fmla="*/ 2147483647 w 791"/>
                <a:gd name="T3" fmla="*/ 2147483647 h 456"/>
                <a:gd name="T4" fmla="*/ 2147483647 w 791"/>
                <a:gd name="T5" fmla="*/ 2147483647 h 456"/>
                <a:gd name="T6" fmla="*/ 2147483647 w 791"/>
                <a:gd name="T7" fmla="*/ 2147483647 h 456"/>
                <a:gd name="T8" fmla="*/ 2147483647 w 791"/>
                <a:gd name="T9" fmla="*/ 2147483647 h 456"/>
                <a:gd name="T10" fmla="*/ 2147483647 w 791"/>
                <a:gd name="T11" fmla="*/ 2147483647 h 456"/>
                <a:gd name="T12" fmla="*/ 2147483647 w 791"/>
                <a:gd name="T13" fmla="*/ 2147483647 h 456"/>
                <a:gd name="T14" fmla="*/ 2147483647 w 791"/>
                <a:gd name="T15" fmla="*/ 2147483647 h 456"/>
                <a:gd name="T16" fmla="*/ 2147483647 w 791"/>
                <a:gd name="T17" fmla="*/ 2147483647 h 456"/>
                <a:gd name="T18" fmla="*/ 2147483647 w 791"/>
                <a:gd name="T19" fmla="*/ 2147483647 h 456"/>
                <a:gd name="T20" fmla="*/ 2147483647 w 791"/>
                <a:gd name="T21" fmla="*/ 2147483647 h 456"/>
                <a:gd name="T22" fmla="*/ 2147483647 w 791"/>
                <a:gd name="T23" fmla="*/ 0 h 456"/>
                <a:gd name="T24" fmla="*/ 2147483647 w 791"/>
                <a:gd name="T25" fmla="*/ 2147483647 h 456"/>
                <a:gd name="T26" fmla="*/ 2147483647 w 791"/>
                <a:gd name="T27" fmla="*/ 2147483647 h 4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91"/>
                <a:gd name="T43" fmla="*/ 0 h 456"/>
                <a:gd name="T44" fmla="*/ 791 w 791"/>
                <a:gd name="T45" fmla="*/ 456 h 456"/>
              </a:gd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91" h="456">
                  <a:moveTo>
                    <a:pt x="298" y="362"/>
                  </a:moveTo>
                  <a:cubicBezTo>
                    <a:pt x="314" y="378"/>
                    <a:pt x="345" y="381"/>
                    <a:pt x="373" y="381"/>
                  </a:cubicBezTo>
                  <a:cubicBezTo>
                    <a:pt x="550" y="381"/>
                    <a:pt x="550" y="381"/>
                    <a:pt x="550" y="381"/>
                  </a:cubicBezTo>
                  <a:cubicBezTo>
                    <a:pt x="550" y="428"/>
                    <a:pt x="550" y="428"/>
                    <a:pt x="550" y="428"/>
                  </a:cubicBezTo>
                  <a:cubicBezTo>
                    <a:pt x="550" y="444"/>
                    <a:pt x="569" y="456"/>
                    <a:pt x="584" y="444"/>
                  </a:cubicBezTo>
                  <a:cubicBezTo>
                    <a:pt x="774" y="254"/>
                    <a:pt x="774" y="254"/>
                    <a:pt x="774" y="254"/>
                  </a:cubicBezTo>
                  <a:cubicBezTo>
                    <a:pt x="791" y="240"/>
                    <a:pt x="791" y="218"/>
                    <a:pt x="774" y="204"/>
                  </a:cubicBezTo>
                  <a:cubicBezTo>
                    <a:pt x="584" y="14"/>
                    <a:pt x="584" y="14"/>
                    <a:pt x="584" y="14"/>
                  </a:cubicBezTo>
                  <a:cubicBezTo>
                    <a:pt x="569" y="2"/>
                    <a:pt x="550" y="12"/>
                    <a:pt x="550" y="31"/>
                  </a:cubicBezTo>
                  <a:cubicBezTo>
                    <a:pt x="549" y="75"/>
                    <a:pt x="549" y="75"/>
                    <a:pt x="549" y="75"/>
                  </a:cubicBezTo>
                  <a:cubicBezTo>
                    <a:pt x="549" y="75"/>
                    <a:pt x="157" y="75"/>
                    <a:pt x="107" y="75"/>
                  </a:cubicBezTo>
                  <a:cubicBezTo>
                    <a:pt x="51" y="75"/>
                    <a:pt x="6" y="42"/>
                    <a:pt x="6" y="0"/>
                  </a:cubicBezTo>
                  <a:cubicBezTo>
                    <a:pt x="6" y="0"/>
                    <a:pt x="0" y="31"/>
                    <a:pt x="28" y="66"/>
                  </a:cubicBezTo>
                  <a:cubicBezTo>
                    <a:pt x="40" y="81"/>
                    <a:pt x="298" y="362"/>
                    <a:pt x="298" y="362"/>
                  </a:cubicBezTo>
                  <a:close/>
                </a:path>
              </a:pathLst>
            </a:custGeom>
            <a:gradFill>
              <a:gsLst>
                <a:gs pos="84000">
                  <a:srgbClr val="F5C130"/>
                </a:gs>
                <a:gs pos="0">
                  <a:srgbClr val="E5A010"/>
                </a:gs>
              </a:gsLst>
              <a:lin ang="18900000" scaled="1"/>
            </a:gradFill>
            <a:ln>
              <a:noFill/>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0262" name="Freeform 12"/>
            <p:cNvSpPr/>
            <p:nvPr/>
          </p:nvSpPr>
          <p:spPr bwMode="auto">
            <a:xfrm rot="2700000">
              <a:off x="5241663" y="1575237"/>
              <a:ext cx="988252" cy="1709006"/>
            </a:xfrm>
            <a:custGeom>
              <a:gdLst>
                <a:gd name="T0" fmla="*/ 2147483647 w 457"/>
                <a:gd name="T1" fmla="*/ 2147483647 h 791"/>
                <a:gd name="T2" fmla="*/ 2147483647 w 457"/>
                <a:gd name="T3" fmla="*/ 2147483647 h 791"/>
                <a:gd name="T4" fmla="*/ 2147483647 w 457"/>
                <a:gd name="T5" fmla="*/ 2147483647 h 791"/>
                <a:gd name="T6" fmla="*/ 2147483647 w 457"/>
                <a:gd name="T7" fmla="*/ 2147483647 h 791"/>
                <a:gd name="T8" fmla="*/ 2147483647 w 457"/>
                <a:gd name="T9" fmla="*/ 2147483647 h 791"/>
                <a:gd name="T10" fmla="*/ 2147483647 w 457"/>
                <a:gd name="T11" fmla="*/ 2147483647 h 791"/>
                <a:gd name="T12" fmla="*/ 2147483647 w 457"/>
                <a:gd name="T13" fmla="*/ 2147483647 h 791"/>
                <a:gd name="T14" fmla="*/ 2147483647 w 457"/>
                <a:gd name="T15" fmla="*/ 2147483647 h 791"/>
                <a:gd name="T16" fmla="*/ 2147483647 w 457"/>
                <a:gd name="T17" fmla="*/ 2147483647 h 791"/>
                <a:gd name="T18" fmla="*/ 2147483647 w 457"/>
                <a:gd name="T19" fmla="*/ 2147483647 h 791"/>
                <a:gd name="T20" fmla="*/ 2147483647 w 457"/>
                <a:gd name="T21" fmla="*/ 2147483647 h 791"/>
                <a:gd name="T22" fmla="*/ 2147483647 w 457"/>
                <a:gd name="T23" fmla="*/ 2147483647 h 791"/>
                <a:gd name="T24" fmla="*/ 2147483647 w 457"/>
                <a:gd name="T25" fmla="*/ 2147483647 h 791"/>
                <a:gd name="T26" fmla="*/ 2147483647 w 457"/>
                <a:gd name="T27" fmla="*/ 2147483647 h 7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57"/>
                <a:gd name="T43" fmla="*/ 0 h 791"/>
                <a:gd name="T44" fmla="*/ 457 w 457"/>
                <a:gd name="T45" fmla="*/ 791 h 791"/>
              </a:gd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57" h="791">
                  <a:moveTo>
                    <a:pt x="94" y="299"/>
                  </a:moveTo>
                  <a:cubicBezTo>
                    <a:pt x="79" y="315"/>
                    <a:pt x="75" y="346"/>
                    <a:pt x="75" y="373"/>
                  </a:cubicBezTo>
                  <a:cubicBezTo>
                    <a:pt x="75" y="550"/>
                    <a:pt x="75" y="550"/>
                    <a:pt x="75" y="550"/>
                  </a:cubicBezTo>
                  <a:cubicBezTo>
                    <a:pt x="29" y="550"/>
                    <a:pt x="29" y="550"/>
                    <a:pt x="29" y="550"/>
                  </a:cubicBezTo>
                  <a:cubicBezTo>
                    <a:pt x="12" y="550"/>
                    <a:pt x="0" y="570"/>
                    <a:pt x="13" y="585"/>
                  </a:cubicBezTo>
                  <a:cubicBezTo>
                    <a:pt x="202" y="775"/>
                    <a:pt x="202" y="775"/>
                    <a:pt x="202" y="775"/>
                  </a:cubicBezTo>
                  <a:cubicBezTo>
                    <a:pt x="216" y="791"/>
                    <a:pt x="239" y="791"/>
                    <a:pt x="253" y="775"/>
                  </a:cubicBezTo>
                  <a:cubicBezTo>
                    <a:pt x="442" y="585"/>
                    <a:pt x="442" y="585"/>
                    <a:pt x="442" y="585"/>
                  </a:cubicBezTo>
                  <a:cubicBezTo>
                    <a:pt x="455" y="570"/>
                    <a:pt x="444" y="550"/>
                    <a:pt x="426" y="550"/>
                  </a:cubicBezTo>
                  <a:cubicBezTo>
                    <a:pt x="381" y="550"/>
                    <a:pt x="381" y="550"/>
                    <a:pt x="381" y="550"/>
                  </a:cubicBezTo>
                  <a:cubicBezTo>
                    <a:pt x="381" y="550"/>
                    <a:pt x="381" y="158"/>
                    <a:pt x="381" y="108"/>
                  </a:cubicBezTo>
                  <a:cubicBezTo>
                    <a:pt x="381" y="52"/>
                    <a:pt x="414" y="7"/>
                    <a:pt x="457" y="7"/>
                  </a:cubicBezTo>
                  <a:cubicBezTo>
                    <a:pt x="457" y="7"/>
                    <a:pt x="426" y="0"/>
                    <a:pt x="390" y="29"/>
                  </a:cubicBezTo>
                  <a:cubicBezTo>
                    <a:pt x="375" y="41"/>
                    <a:pt x="94" y="299"/>
                    <a:pt x="94" y="299"/>
                  </a:cubicBezTo>
                  <a:close/>
                </a:path>
              </a:pathLst>
            </a:custGeom>
            <a:gradFill flip="none" rotWithShape="1">
              <a:gsLst>
                <a:gs pos="57000">
                  <a:srgbClr val="2DA3DD"/>
                </a:gs>
                <a:gs pos="0">
                  <a:srgbClr val="2C6CA7"/>
                </a:gs>
              </a:gsLst>
              <a:lin ang="18900000" scaled="1"/>
            </a:gradFill>
            <a:ln>
              <a:noFill/>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0257" name="文本框 62"/>
            <p:cNvSpPr txBox="1">
              <a:spLocks noChangeArrowheads="1"/>
            </p:cNvSpPr>
            <p:nvPr/>
          </p:nvSpPr>
          <p:spPr bwMode="auto">
            <a:xfrm>
              <a:off x="5181043" y="2469701"/>
              <a:ext cx="585417" cy="500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微软雅黑 Light" panose="020b0502040204020203"/>
                  <a:cs typeface="微软雅黑 Light" panose="020b0502040204020203"/>
                </a:defRPr>
              </a:lvl1pPr>
              <a:lvl2pPr marL="742950" indent="-285750" eaLnBrk="0" hangingPunct="0">
                <a:defRPr>
                  <a:solidFill>
                    <a:schemeClr val="tx1"/>
                  </a:solidFill>
                  <a:latin typeface="Calibri" panose="020f0502020204030204" pitchFamily="34" charset="0"/>
                  <a:ea typeface="微软雅黑 Light" panose="020b0502040204020203"/>
                  <a:cs typeface="微软雅黑 Light" panose="020b0502040204020203"/>
                </a:defRPr>
              </a:lvl2pPr>
              <a:lvl3pPr marL="1143000" indent="-228600" eaLnBrk="0" hangingPunct="0">
                <a:defRPr>
                  <a:solidFill>
                    <a:schemeClr val="tx1"/>
                  </a:solidFill>
                  <a:latin typeface="Calibri" panose="020f0502020204030204" pitchFamily="34" charset="0"/>
                  <a:ea typeface="微软雅黑 Light" panose="020b0502040204020203"/>
                  <a:cs typeface="微软雅黑 Light" panose="020b0502040204020203"/>
                </a:defRPr>
              </a:lvl3pPr>
              <a:lvl4pPr marL="1600200" indent="-228600" eaLnBrk="0" hangingPunct="0">
                <a:defRPr>
                  <a:solidFill>
                    <a:schemeClr val="tx1"/>
                  </a:solidFill>
                  <a:latin typeface="Calibri" panose="020f0502020204030204" pitchFamily="34" charset="0"/>
                  <a:ea typeface="微软雅黑 Light" panose="020b0502040204020203"/>
                  <a:cs typeface="微软雅黑 Light" panose="020b0502040204020203"/>
                </a:defRPr>
              </a:lvl4pPr>
              <a:lvl5pPr marL="2057400" indent="-228600" eaLnBrk="0" hangingPunct="0">
                <a:defRPr>
                  <a:solidFill>
                    <a:schemeClr val="tx1"/>
                  </a:solidFill>
                  <a:latin typeface="Calibri" panose="020f0502020204030204" pitchFamily="34" charset="0"/>
                  <a:ea typeface="微软雅黑 Light" panose="020b0502040204020203"/>
                  <a:cs typeface="微软雅黑 Light" panose="020b0502040204020203"/>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Light" panose="020b0502040204020203"/>
                  <a:cs typeface="微软雅黑 Light" panose="020b0502040204020203"/>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Light" panose="020b0502040204020203"/>
                  <a:cs typeface="微软雅黑 Light" panose="020b0502040204020203"/>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Light" panose="020b0502040204020203"/>
                  <a:cs typeface="微软雅黑 Light" panose="020b0502040204020203"/>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Light" panose="020b0502040204020203"/>
                  <a:cs typeface="微软雅黑 Light" panose="020b0502040204020203"/>
                </a:defRPr>
              </a:lvl9pPr>
            </a:lstStyle>
            <a:p>
              <a:pPr defTabSz="866952" eaLnBrk="1" fontAlgn="base" hangingPunct="1">
                <a:spcBef>
                  <a:spcPct val="0"/>
                </a:spcBef>
                <a:spcAft>
                  <a:spcPct val="0"/>
                </a:spcAft>
              </a:pPr>
              <a:r>
                <a:rPr lang="en-US" altLang="zh-CN" sz="2655">
                  <a:solidFill>
                    <a:prstClr val="white"/>
                  </a:solidFill>
                  <a:latin typeface="+mn-lt"/>
                  <a:ea typeface="+mn-ea"/>
                  <a:cs typeface="+mn-ea"/>
                  <a:sym typeface="+mn-lt"/>
                </a:rPr>
                <a:t>01</a:t>
              </a:r>
              <a:endParaRPr lang="zh-CN" altLang="en-US" sz="2655">
                <a:solidFill>
                  <a:prstClr val="white"/>
                </a:solidFill>
                <a:latin typeface="+mn-lt"/>
                <a:ea typeface="+mn-ea"/>
                <a:cs typeface="+mn-ea"/>
                <a:sym typeface="+mn-lt"/>
              </a:endParaRPr>
            </a:p>
          </p:txBody>
        </p:sp>
        <p:sp>
          <p:nvSpPr>
            <p:cNvPr id="10258" name="文本框 63"/>
            <p:cNvSpPr txBox="1">
              <a:spLocks noChangeArrowheads="1"/>
            </p:cNvSpPr>
            <p:nvPr/>
          </p:nvSpPr>
          <p:spPr bwMode="auto">
            <a:xfrm>
              <a:off x="4948309" y="4056984"/>
              <a:ext cx="585417" cy="500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微软雅黑 Light" panose="020b0502040204020203"/>
                  <a:cs typeface="微软雅黑 Light" panose="020b0502040204020203"/>
                </a:defRPr>
              </a:lvl1pPr>
              <a:lvl2pPr marL="742950" indent="-285750" eaLnBrk="0" hangingPunct="0">
                <a:defRPr>
                  <a:solidFill>
                    <a:schemeClr val="tx1"/>
                  </a:solidFill>
                  <a:latin typeface="Calibri" panose="020f0502020204030204" pitchFamily="34" charset="0"/>
                  <a:ea typeface="微软雅黑 Light" panose="020b0502040204020203"/>
                  <a:cs typeface="微软雅黑 Light" panose="020b0502040204020203"/>
                </a:defRPr>
              </a:lvl2pPr>
              <a:lvl3pPr marL="1143000" indent="-228600" eaLnBrk="0" hangingPunct="0">
                <a:defRPr>
                  <a:solidFill>
                    <a:schemeClr val="tx1"/>
                  </a:solidFill>
                  <a:latin typeface="Calibri" panose="020f0502020204030204" pitchFamily="34" charset="0"/>
                  <a:ea typeface="微软雅黑 Light" panose="020b0502040204020203"/>
                  <a:cs typeface="微软雅黑 Light" panose="020b0502040204020203"/>
                </a:defRPr>
              </a:lvl3pPr>
              <a:lvl4pPr marL="1600200" indent="-228600" eaLnBrk="0" hangingPunct="0">
                <a:defRPr>
                  <a:solidFill>
                    <a:schemeClr val="tx1"/>
                  </a:solidFill>
                  <a:latin typeface="Calibri" panose="020f0502020204030204" pitchFamily="34" charset="0"/>
                  <a:ea typeface="微软雅黑 Light" panose="020b0502040204020203"/>
                  <a:cs typeface="微软雅黑 Light" panose="020b0502040204020203"/>
                </a:defRPr>
              </a:lvl4pPr>
              <a:lvl5pPr marL="2057400" indent="-228600" eaLnBrk="0" hangingPunct="0">
                <a:defRPr>
                  <a:solidFill>
                    <a:schemeClr val="tx1"/>
                  </a:solidFill>
                  <a:latin typeface="Calibri" panose="020f0502020204030204" pitchFamily="34" charset="0"/>
                  <a:ea typeface="微软雅黑 Light" panose="020b0502040204020203"/>
                  <a:cs typeface="微软雅黑 Light" panose="020b0502040204020203"/>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Light" panose="020b0502040204020203"/>
                  <a:cs typeface="微软雅黑 Light" panose="020b0502040204020203"/>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Light" panose="020b0502040204020203"/>
                  <a:cs typeface="微软雅黑 Light" panose="020b0502040204020203"/>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Light" panose="020b0502040204020203"/>
                  <a:cs typeface="微软雅黑 Light" panose="020b0502040204020203"/>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Light" panose="020b0502040204020203"/>
                  <a:cs typeface="微软雅黑 Light" panose="020b0502040204020203"/>
                </a:defRPr>
              </a:lvl9pPr>
            </a:lstStyle>
            <a:p>
              <a:pPr defTabSz="866952" eaLnBrk="1" fontAlgn="base" hangingPunct="1">
                <a:spcBef>
                  <a:spcPct val="0"/>
                </a:spcBef>
                <a:spcAft>
                  <a:spcPct val="0"/>
                </a:spcAft>
              </a:pPr>
              <a:r>
                <a:rPr lang="en-US" altLang="zh-CN" sz="2655">
                  <a:solidFill>
                    <a:prstClr val="white"/>
                  </a:solidFill>
                  <a:latin typeface="+mn-lt"/>
                  <a:ea typeface="+mn-ea"/>
                  <a:cs typeface="+mn-ea"/>
                  <a:sym typeface="+mn-lt"/>
                </a:rPr>
                <a:t>04</a:t>
              </a:r>
              <a:endParaRPr lang="zh-CN" altLang="en-US" sz="2655">
                <a:solidFill>
                  <a:prstClr val="white"/>
                </a:solidFill>
                <a:latin typeface="+mn-lt"/>
                <a:ea typeface="+mn-ea"/>
                <a:cs typeface="+mn-ea"/>
                <a:sym typeface="+mn-lt"/>
              </a:endParaRPr>
            </a:p>
          </p:txBody>
        </p:sp>
        <p:sp>
          <p:nvSpPr>
            <p:cNvPr id="10259" name="文本框 64"/>
            <p:cNvSpPr txBox="1">
              <a:spLocks noChangeArrowheads="1"/>
            </p:cNvSpPr>
            <p:nvPr/>
          </p:nvSpPr>
          <p:spPr bwMode="auto">
            <a:xfrm>
              <a:off x="6464731" y="4271610"/>
              <a:ext cx="585417" cy="500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微软雅黑 Light" panose="020b0502040204020203"/>
                  <a:cs typeface="微软雅黑 Light" panose="020b0502040204020203"/>
                </a:defRPr>
              </a:lvl1pPr>
              <a:lvl2pPr marL="742950" indent="-285750" eaLnBrk="0" hangingPunct="0">
                <a:defRPr>
                  <a:solidFill>
                    <a:schemeClr val="tx1"/>
                  </a:solidFill>
                  <a:latin typeface="Calibri" panose="020f0502020204030204" pitchFamily="34" charset="0"/>
                  <a:ea typeface="微软雅黑 Light" panose="020b0502040204020203"/>
                  <a:cs typeface="微软雅黑 Light" panose="020b0502040204020203"/>
                </a:defRPr>
              </a:lvl2pPr>
              <a:lvl3pPr marL="1143000" indent="-228600" eaLnBrk="0" hangingPunct="0">
                <a:defRPr>
                  <a:solidFill>
                    <a:schemeClr val="tx1"/>
                  </a:solidFill>
                  <a:latin typeface="Calibri" panose="020f0502020204030204" pitchFamily="34" charset="0"/>
                  <a:ea typeface="微软雅黑 Light" panose="020b0502040204020203"/>
                  <a:cs typeface="微软雅黑 Light" panose="020b0502040204020203"/>
                </a:defRPr>
              </a:lvl3pPr>
              <a:lvl4pPr marL="1600200" indent="-228600" eaLnBrk="0" hangingPunct="0">
                <a:defRPr>
                  <a:solidFill>
                    <a:schemeClr val="tx1"/>
                  </a:solidFill>
                  <a:latin typeface="Calibri" panose="020f0502020204030204" pitchFamily="34" charset="0"/>
                  <a:ea typeface="微软雅黑 Light" panose="020b0502040204020203"/>
                  <a:cs typeface="微软雅黑 Light" panose="020b0502040204020203"/>
                </a:defRPr>
              </a:lvl4pPr>
              <a:lvl5pPr marL="2057400" indent="-228600" eaLnBrk="0" hangingPunct="0">
                <a:defRPr>
                  <a:solidFill>
                    <a:schemeClr val="tx1"/>
                  </a:solidFill>
                  <a:latin typeface="Calibri" panose="020f0502020204030204" pitchFamily="34" charset="0"/>
                  <a:ea typeface="微软雅黑 Light" panose="020b0502040204020203"/>
                  <a:cs typeface="微软雅黑 Light" panose="020b0502040204020203"/>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Light" panose="020b0502040204020203"/>
                  <a:cs typeface="微软雅黑 Light" panose="020b0502040204020203"/>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Light" panose="020b0502040204020203"/>
                  <a:cs typeface="微软雅黑 Light" panose="020b0502040204020203"/>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Light" panose="020b0502040204020203"/>
                  <a:cs typeface="微软雅黑 Light" panose="020b0502040204020203"/>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Light" panose="020b0502040204020203"/>
                  <a:cs typeface="微软雅黑 Light" panose="020b0502040204020203"/>
                </a:defRPr>
              </a:lvl9pPr>
            </a:lstStyle>
            <a:p>
              <a:pPr defTabSz="866952" eaLnBrk="1" fontAlgn="base" hangingPunct="1">
                <a:spcBef>
                  <a:spcPct val="0"/>
                </a:spcBef>
                <a:spcAft>
                  <a:spcPct val="0"/>
                </a:spcAft>
              </a:pPr>
              <a:r>
                <a:rPr lang="en-US" altLang="zh-CN" sz="2655">
                  <a:solidFill>
                    <a:prstClr val="white"/>
                  </a:solidFill>
                  <a:latin typeface="+mn-lt"/>
                  <a:ea typeface="+mn-ea"/>
                  <a:cs typeface="+mn-ea"/>
                  <a:sym typeface="+mn-lt"/>
                </a:rPr>
                <a:t>03</a:t>
              </a:r>
              <a:endParaRPr lang="zh-CN" altLang="en-US" sz="2655">
                <a:solidFill>
                  <a:prstClr val="white"/>
                </a:solidFill>
                <a:latin typeface="+mn-lt"/>
                <a:ea typeface="+mn-ea"/>
                <a:cs typeface="+mn-ea"/>
                <a:sym typeface="+mn-lt"/>
              </a:endParaRPr>
            </a:p>
          </p:txBody>
        </p:sp>
        <p:sp>
          <p:nvSpPr>
            <p:cNvPr id="10260" name="文本框 65"/>
            <p:cNvSpPr txBox="1">
              <a:spLocks noChangeArrowheads="1"/>
            </p:cNvSpPr>
            <p:nvPr/>
          </p:nvSpPr>
          <p:spPr bwMode="auto">
            <a:xfrm>
              <a:off x="6751095" y="2734291"/>
              <a:ext cx="585417" cy="500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微软雅黑 Light" panose="020b0502040204020203"/>
                  <a:cs typeface="微软雅黑 Light" panose="020b0502040204020203"/>
                </a:defRPr>
              </a:lvl1pPr>
              <a:lvl2pPr marL="742950" indent="-285750" eaLnBrk="0" hangingPunct="0">
                <a:defRPr>
                  <a:solidFill>
                    <a:schemeClr val="tx1"/>
                  </a:solidFill>
                  <a:latin typeface="Calibri" panose="020f0502020204030204" pitchFamily="34" charset="0"/>
                  <a:ea typeface="微软雅黑 Light" panose="020b0502040204020203"/>
                  <a:cs typeface="微软雅黑 Light" panose="020b0502040204020203"/>
                </a:defRPr>
              </a:lvl2pPr>
              <a:lvl3pPr marL="1143000" indent="-228600" eaLnBrk="0" hangingPunct="0">
                <a:defRPr>
                  <a:solidFill>
                    <a:schemeClr val="tx1"/>
                  </a:solidFill>
                  <a:latin typeface="Calibri" panose="020f0502020204030204" pitchFamily="34" charset="0"/>
                  <a:ea typeface="微软雅黑 Light" panose="020b0502040204020203"/>
                  <a:cs typeface="微软雅黑 Light" panose="020b0502040204020203"/>
                </a:defRPr>
              </a:lvl3pPr>
              <a:lvl4pPr marL="1600200" indent="-228600" eaLnBrk="0" hangingPunct="0">
                <a:defRPr>
                  <a:solidFill>
                    <a:schemeClr val="tx1"/>
                  </a:solidFill>
                  <a:latin typeface="Calibri" panose="020f0502020204030204" pitchFamily="34" charset="0"/>
                  <a:ea typeface="微软雅黑 Light" panose="020b0502040204020203"/>
                  <a:cs typeface="微软雅黑 Light" panose="020b0502040204020203"/>
                </a:defRPr>
              </a:lvl4pPr>
              <a:lvl5pPr marL="2057400" indent="-228600" eaLnBrk="0" hangingPunct="0">
                <a:defRPr>
                  <a:solidFill>
                    <a:schemeClr val="tx1"/>
                  </a:solidFill>
                  <a:latin typeface="Calibri" panose="020f0502020204030204" pitchFamily="34" charset="0"/>
                  <a:ea typeface="微软雅黑 Light" panose="020b0502040204020203"/>
                  <a:cs typeface="微软雅黑 Light" panose="020b0502040204020203"/>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Light" panose="020b0502040204020203"/>
                  <a:cs typeface="微软雅黑 Light" panose="020b0502040204020203"/>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Light" panose="020b0502040204020203"/>
                  <a:cs typeface="微软雅黑 Light" panose="020b0502040204020203"/>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Light" panose="020b0502040204020203"/>
                  <a:cs typeface="微软雅黑 Light" panose="020b0502040204020203"/>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Light" panose="020b0502040204020203"/>
                  <a:cs typeface="微软雅黑 Light" panose="020b0502040204020203"/>
                </a:defRPr>
              </a:lvl9pPr>
            </a:lstStyle>
            <a:p>
              <a:pPr defTabSz="866952" eaLnBrk="1" fontAlgn="base" hangingPunct="1">
                <a:spcBef>
                  <a:spcPct val="0"/>
                </a:spcBef>
                <a:spcAft>
                  <a:spcPct val="0"/>
                </a:spcAft>
              </a:pPr>
              <a:r>
                <a:rPr lang="en-US" altLang="zh-CN" sz="2655">
                  <a:solidFill>
                    <a:prstClr val="white"/>
                  </a:solidFill>
                  <a:latin typeface="+mn-lt"/>
                  <a:ea typeface="+mn-ea"/>
                  <a:cs typeface="+mn-ea"/>
                  <a:sym typeface="+mn-lt"/>
                </a:rPr>
                <a:t>02</a:t>
              </a:r>
              <a:endParaRPr lang="zh-CN" altLang="en-US" sz="2655">
                <a:solidFill>
                  <a:prstClr val="white"/>
                </a:solidFill>
                <a:latin typeface="+mn-lt"/>
                <a:ea typeface="+mn-ea"/>
                <a:cs typeface="+mn-ea"/>
                <a:sym typeface="+mn-lt"/>
              </a:endParaRPr>
            </a:p>
          </p:txBody>
        </p:sp>
      </p:grpSp>
      <p:grpSp>
        <p:nvGrpSpPr>
          <p:cNvPr id="41" name="组合 40"/>
          <p:cNvGrpSpPr/>
          <p:nvPr/>
        </p:nvGrpSpPr>
        <p:grpSpPr>
          <a:xfrm>
            <a:off x="6746218" y="1018724"/>
            <a:ext cx="2790443" cy="976035"/>
            <a:chOff x="820148" y="2482576"/>
            <a:chExt cx="2790443" cy="976035"/>
          </a:xfrm>
        </p:grpSpPr>
        <p:sp>
          <p:nvSpPr>
            <p:cNvPr id="42" name="文本框 41"/>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43" name="文本框 42"/>
            <p:cNvSpPr txBox="1"/>
            <p:nvPr/>
          </p:nvSpPr>
          <p:spPr>
            <a:xfrm>
              <a:off x="820148" y="2935391"/>
              <a:ext cx="2790443"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44" name="组合 43"/>
          <p:cNvGrpSpPr/>
          <p:nvPr/>
        </p:nvGrpSpPr>
        <p:grpSpPr>
          <a:xfrm>
            <a:off x="8298984" y="3930313"/>
            <a:ext cx="2790443" cy="976035"/>
            <a:chOff x="820148" y="2482576"/>
            <a:chExt cx="2790443" cy="976035"/>
          </a:xfrm>
        </p:grpSpPr>
        <p:sp>
          <p:nvSpPr>
            <p:cNvPr id="45" name="文本框 44"/>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50" name="文本框 49"/>
            <p:cNvSpPr txBox="1"/>
            <p:nvPr/>
          </p:nvSpPr>
          <p:spPr>
            <a:xfrm>
              <a:off x="820148" y="2935391"/>
              <a:ext cx="2790443"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51" name="组合 50"/>
          <p:cNvGrpSpPr/>
          <p:nvPr/>
        </p:nvGrpSpPr>
        <p:grpSpPr>
          <a:xfrm>
            <a:off x="1102252" y="2391207"/>
            <a:ext cx="2790443" cy="976035"/>
            <a:chOff x="820148" y="2482576"/>
            <a:chExt cx="2790443" cy="976035"/>
          </a:xfrm>
        </p:grpSpPr>
        <p:sp>
          <p:nvSpPr>
            <p:cNvPr id="52" name="文本框 51"/>
            <p:cNvSpPr txBox="1"/>
            <p:nvPr/>
          </p:nvSpPr>
          <p:spPr>
            <a:xfrm>
              <a:off x="1989634" y="2482576"/>
              <a:ext cx="1620957" cy="523220"/>
            </a:xfrm>
            <a:prstGeom prst="rect">
              <a:avLst/>
            </a:prstGeom>
            <a:noFill/>
          </p:spPr>
          <p:txBody>
            <a:bodyPr wrap="none" rtlCol="0">
              <a:spAutoFit/>
            </a:bodyPr>
            <a:lstStyle/>
            <a:p>
              <a:pPr algn="r" eaLnBrk="0" hangingPunct="0">
                <a:defRPr/>
              </a:pPr>
              <a:r>
                <a:rPr lang="zh-CN" altLang="en-US" sz="2800">
                  <a:cs typeface="+mn-ea"/>
                  <a:sym typeface="+mn-lt"/>
                </a:rPr>
                <a:t>添加标题</a:t>
              </a:r>
              <a:endParaRPr lang="en-US" altLang="zh-CN" sz="2800">
                <a:cs typeface="+mn-ea"/>
                <a:sym typeface="+mn-lt"/>
              </a:endParaRPr>
            </a:p>
          </p:txBody>
        </p:sp>
        <p:sp>
          <p:nvSpPr>
            <p:cNvPr id="53" name="文本框 52"/>
            <p:cNvSpPr txBox="1"/>
            <p:nvPr/>
          </p:nvSpPr>
          <p:spPr>
            <a:xfrm>
              <a:off x="820148" y="2935391"/>
              <a:ext cx="2790443" cy="523220"/>
            </a:xfrm>
            <a:prstGeom prst="rect">
              <a:avLst/>
            </a:prstGeom>
            <a:noFill/>
          </p:spPr>
          <p:txBody>
            <a:bodyPr wrap="square" rtlCol="0">
              <a:spAutoFit/>
            </a:bodyPr>
            <a:lstStyle/>
            <a:p>
              <a:pPr algn="r"/>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58" name="组合 57"/>
          <p:cNvGrpSpPr/>
          <p:nvPr/>
        </p:nvGrpSpPr>
        <p:grpSpPr>
          <a:xfrm>
            <a:off x="2005915" y="4984889"/>
            <a:ext cx="2790443" cy="976035"/>
            <a:chOff x="820148" y="2482576"/>
            <a:chExt cx="2790443" cy="976035"/>
          </a:xfrm>
        </p:grpSpPr>
        <p:sp>
          <p:nvSpPr>
            <p:cNvPr id="59" name="文本框 58"/>
            <p:cNvSpPr txBox="1"/>
            <p:nvPr/>
          </p:nvSpPr>
          <p:spPr>
            <a:xfrm>
              <a:off x="1989634" y="2482576"/>
              <a:ext cx="1620957" cy="523220"/>
            </a:xfrm>
            <a:prstGeom prst="rect">
              <a:avLst/>
            </a:prstGeom>
            <a:noFill/>
          </p:spPr>
          <p:txBody>
            <a:bodyPr wrap="none" rtlCol="0">
              <a:spAutoFit/>
            </a:bodyPr>
            <a:lstStyle/>
            <a:p>
              <a:pPr algn="r" eaLnBrk="0" hangingPunct="0">
                <a:defRPr/>
              </a:pPr>
              <a:r>
                <a:rPr lang="zh-CN" altLang="en-US" sz="2800">
                  <a:cs typeface="+mn-ea"/>
                  <a:sym typeface="+mn-lt"/>
                </a:rPr>
                <a:t>添加标题</a:t>
              </a:r>
              <a:endParaRPr lang="en-US" altLang="zh-CN" sz="2800">
                <a:cs typeface="+mn-ea"/>
                <a:sym typeface="+mn-lt"/>
              </a:endParaRPr>
            </a:p>
          </p:txBody>
        </p:sp>
        <p:sp>
          <p:nvSpPr>
            <p:cNvPr id="60" name="文本框 59"/>
            <p:cNvSpPr txBox="1"/>
            <p:nvPr/>
          </p:nvSpPr>
          <p:spPr>
            <a:xfrm>
              <a:off x="820148" y="2935391"/>
              <a:ext cx="2790443" cy="523220"/>
            </a:xfrm>
            <a:prstGeom prst="rect">
              <a:avLst/>
            </a:prstGeom>
            <a:noFill/>
          </p:spPr>
          <p:txBody>
            <a:bodyPr wrap="square" rtlCol="0">
              <a:spAutoFit/>
            </a:bodyPr>
            <a:lstStyle/>
            <a:p>
              <a:pPr algn="r"/>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68" name="组合 67"/>
          <p:cNvGrpSpPr/>
          <p:nvPr/>
        </p:nvGrpSpPr>
        <p:grpSpPr>
          <a:xfrm>
            <a:off x="270670" y="143324"/>
            <a:ext cx="3530602" cy="656435"/>
            <a:chOff x="270670" y="143324"/>
            <a:chExt cx="3530602" cy="656435"/>
          </a:xfrm>
        </p:grpSpPr>
        <p:grpSp>
          <p:nvGrpSpPr>
            <p:cNvPr id="69" name="组合 68"/>
            <p:cNvGrpSpPr/>
            <p:nvPr/>
          </p:nvGrpSpPr>
          <p:grpSpPr>
            <a:xfrm rot="16200000">
              <a:off x="279666" y="181091"/>
              <a:ext cx="596991" cy="614984"/>
              <a:chOff x="315186" y="9489"/>
              <a:chExt cx="1252592" cy="1290343"/>
            </a:xfrm>
          </p:grpSpPr>
          <p:sp>
            <p:nvSpPr>
              <p:cNvPr id="73" name="圆角矩形 72"/>
              <p:cNvSpPr/>
              <p:nvPr/>
            </p:nvSpPr>
            <p:spPr>
              <a:xfrm rot="18900000">
                <a:off x="315186" y="9489"/>
                <a:ext cx="1252592" cy="539672"/>
              </a:xfrm>
              <a:prstGeom prst="roundRect">
                <a:avLst>
                  <a:gd name="adj" fmla="val 12668"/>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4" name="圆角矩形 73"/>
              <p:cNvSpPr/>
              <p:nvPr/>
            </p:nvSpPr>
            <p:spPr>
              <a:xfrm rot="2700000">
                <a:off x="874702" y="766822"/>
                <a:ext cx="533010" cy="533010"/>
              </a:xfrm>
              <a:prstGeom prst="roundRect">
                <a:avLst>
                  <a:gd name="adj" fmla="val 14919"/>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70" name="组合 69"/>
            <p:cNvGrpSpPr/>
            <p:nvPr/>
          </p:nvGrpSpPr>
          <p:grpSpPr>
            <a:xfrm>
              <a:off x="1004038" y="143324"/>
              <a:ext cx="2797234" cy="656435"/>
              <a:chOff x="716110" y="187653"/>
              <a:chExt cx="2797234" cy="656435"/>
            </a:xfrm>
          </p:grpSpPr>
          <p:sp>
            <p:nvSpPr>
              <p:cNvPr id="71" name="文本框 70"/>
              <p:cNvSpPr txBox="1"/>
              <p:nvPr/>
            </p:nvSpPr>
            <p:spPr>
              <a:xfrm>
                <a:off x="716110" y="187653"/>
                <a:ext cx="2713695" cy="438582"/>
              </a:xfrm>
              <a:prstGeom prst="rect">
                <a:avLst/>
              </a:prstGeom>
              <a:noFill/>
            </p:spPr>
            <p:txBody>
              <a:bodyPr wrap="square" lIns="68580" tIns="34290" rIns="68580" bIns="34290" rtlCol="0">
                <a:spAutoFit/>
              </a:bodyPr>
              <a:lstStyle/>
              <a:p>
                <a:pPr defTabSz="685800"/>
                <a:r>
                  <a:rPr lang="zh-CN" altLang="en-US" sz="2400">
                    <a:solidFill>
                      <a:schemeClr val="tx1">
                        <a:lumMod val="65000"/>
                        <a:lumOff val="35000"/>
                      </a:schemeClr>
                    </a:solidFill>
                    <a:cs typeface="+mn-ea"/>
                    <a:sym typeface="+mn-lt"/>
                  </a:rPr>
                  <a:t>单击输入标题内容</a:t>
                </a:r>
                <a:endParaRPr lang="zh-CN" altLang="en-US" sz="2400">
                  <a:solidFill>
                    <a:schemeClr val="tx1">
                      <a:lumMod val="65000"/>
                      <a:lumOff val="35000"/>
                    </a:schemeClr>
                  </a:solidFill>
                  <a:cs typeface="+mn-ea"/>
                  <a:sym typeface="+mn-lt"/>
                </a:endParaRPr>
              </a:p>
            </p:txBody>
          </p:sp>
          <p:sp>
            <p:nvSpPr>
              <p:cNvPr id="72" name="文本框 71"/>
              <p:cNvSpPr txBox="1"/>
              <p:nvPr/>
            </p:nvSpPr>
            <p:spPr>
              <a:xfrm>
                <a:off x="716110" y="553111"/>
                <a:ext cx="2797234" cy="290977"/>
              </a:xfrm>
              <a:prstGeom prst="rect">
                <a:avLst/>
              </a:prstGeom>
              <a:noFill/>
            </p:spPr>
            <p:txBody>
              <a:bodyPr wrap="square" rtlCol="0">
                <a:spAutoFit/>
              </a:bodyPr>
              <a:lstStyle/>
              <a:p>
                <a:pPr>
                  <a:lnSpc>
                    <a:spcPct val="130000"/>
                  </a:lnSpc>
                </a:pPr>
                <a:r>
                  <a:rPr lang="en-US" altLang="zh-CN" sz="1100">
                    <a:solidFill>
                      <a:schemeClr val="tx1">
                        <a:lumMod val="50000"/>
                        <a:lumOff val="50000"/>
                      </a:schemeClr>
                    </a:solidFill>
                    <a:cs typeface="+mn-ea"/>
                    <a:sym typeface="+mn-lt"/>
                  </a:rPr>
                  <a:t>Add You Text Here Add You Text Here</a:t>
                </a:r>
              </a:p>
            </p:txBody>
          </p:sp>
        </p:grpSp>
      </p:grpSp>
    </p:spTree>
    <p:extLst>
      <p:ext uri="{BB962C8B-B14F-4D97-AF65-F5344CB8AC3E}">
        <p14:creationId xmlns:p14="http://schemas.microsoft.com/office/powerpoint/2010/main" val="1509137360"/>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1"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par>
                          <p:cTn id="11" fill="hold" nodeType="afterGroup">
                            <p:stCondLst>
                              <p:cond delay="100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250" fill="hold"/>
                                        <p:tgtEl>
                                          <p:spTgt spid="4"/>
                                        </p:tgtEl>
                                        <p:attrNameLst>
                                          <p:attrName>ppt_w</p:attrName>
                                        </p:attrNameLst>
                                      </p:cBhvr>
                                      <p:tavLst>
                                        <p:tav tm="0">
                                          <p:val>
                                            <p:fltVal val="0"/>
                                          </p:val>
                                        </p:tav>
                                        <p:tav tm="100000">
                                          <p:val>
                                            <p:strVal val="#ppt_w"/>
                                          </p:val>
                                        </p:tav>
                                      </p:tavLst>
                                    </p:anim>
                                    <p:anim calcmode="lin" valueType="num">
                                      <p:cBhvr>
                                        <p:cTn id="15" dur="250" fill="hold"/>
                                        <p:tgtEl>
                                          <p:spTgt spid="4"/>
                                        </p:tgtEl>
                                        <p:attrNameLst>
                                          <p:attrName>ppt_h</p:attrName>
                                        </p:attrNameLst>
                                      </p:cBhvr>
                                      <p:tavLst>
                                        <p:tav tm="0">
                                          <p:val>
                                            <p:fltVal val="0"/>
                                          </p:val>
                                        </p:tav>
                                        <p:tav tm="100000">
                                          <p:val>
                                            <p:strVal val="#ppt_h"/>
                                          </p:val>
                                        </p:tav>
                                      </p:tavLst>
                                    </p:anim>
                                    <p:animEffect transition="in" filter="fade">
                                      <p:cBhvr>
                                        <p:cTn id="16" dur="250"/>
                                        <p:tgtEl>
                                          <p:spTgt spid="4"/>
                                        </p:tgtEl>
                                      </p:cBhvr>
                                    </p:animEffect>
                                  </p:childTnLst>
                                </p:cTn>
                              </p:par>
                            </p:childTnLst>
                          </p:cTn>
                        </p:par>
                        <p:par>
                          <p:cTn id="17" fill="hold" nodeType="afterGroup">
                            <p:stCondLst>
                              <p:cond delay="1250"/>
                            </p:stCondLst>
                            <p:childTnLst>
                              <p:par>
                                <p:cTn id="18" presetID="10" presetClass="entr" presetSubtype="0"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250" fill="hold"/>
                                        <p:tgtEl>
                                          <p:spTgt spid="2"/>
                                        </p:tgtEl>
                                        <p:attrNameLst>
                                          <p:attrName>ppt_w</p:attrName>
                                        </p:attrNameLst>
                                      </p:cBhvr>
                                      <p:tavLst>
                                        <p:tav tm="0">
                                          <p:val>
                                            <p:fltVal val="0"/>
                                          </p:val>
                                        </p:tav>
                                        <p:tav tm="100000">
                                          <p:val>
                                            <p:strVal val="#ppt_w"/>
                                          </p:val>
                                        </p:tav>
                                      </p:tavLst>
                                    </p:anim>
                                    <p:anim calcmode="lin" valueType="num">
                                      <p:cBhvr>
                                        <p:cTn id="21" dur="250" fill="hold"/>
                                        <p:tgtEl>
                                          <p:spTgt spid="2"/>
                                        </p:tgtEl>
                                        <p:attrNameLst>
                                          <p:attrName>ppt_h</p:attrName>
                                        </p:attrNameLst>
                                      </p:cBhvr>
                                      <p:tavLst>
                                        <p:tav tm="0">
                                          <p:val>
                                            <p:fltVal val="0"/>
                                          </p:val>
                                        </p:tav>
                                        <p:tav tm="100000">
                                          <p:val>
                                            <p:strVal val="#ppt_h"/>
                                          </p:val>
                                        </p:tav>
                                      </p:tavLst>
                                    </p:anim>
                                    <p:animEffect transition="in" filter="fade">
                                      <p:cBhvr>
                                        <p:cTn id="22" dur="250"/>
                                        <p:tgtEl>
                                          <p:spTgt spid="2"/>
                                        </p:tgtEl>
                                      </p:cBhvr>
                                    </p:animEffect>
                                  </p:childTnLst>
                                </p:cTn>
                              </p:par>
                            </p:childTnLst>
                          </p:cTn>
                        </p:par>
                        <p:par>
                          <p:cTn id="23" fill="hold" nodeType="afterGroup">
                            <p:stCondLst>
                              <p:cond delay="1500"/>
                            </p:stCondLst>
                            <p:childTnLst>
                              <p:par>
                                <p:cTn id="24" presetID="10" presetClass="entr" presetSubtype="0"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p:cTn id="26" dur="250" fill="hold"/>
                                        <p:tgtEl>
                                          <p:spTgt spid="5"/>
                                        </p:tgtEl>
                                        <p:attrNameLst>
                                          <p:attrName>ppt_w</p:attrName>
                                        </p:attrNameLst>
                                      </p:cBhvr>
                                      <p:tavLst>
                                        <p:tav tm="0">
                                          <p:val>
                                            <p:fltVal val="0"/>
                                          </p:val>
                                        </p:tav>
                                        <p:tav tm="100000">
                                          <p:val>
                                            <p:strVal val="#ppt_w"/>
                                          </p:val>
                                        </p:tav>
                                      </p:tavLst>
                                    </p:anim>
                                    <p:anim calcmode="lin" valueType="num">
                                      <p:cBhvr>
                                        <p:cTn id="27" dur="250" fill="hold"/>
                                        <p:tgtEl>
                                          <p:spTgt spid="5"/>
                                        </p:tgtEl>
                                        <p:attrNameLst>
                                          <p:attrName>ppt_h</p:attrName>
                                        </p:attrNameLst>
                                      </p:cBhvr>
                                      <p:tavLst>
                                        <p:tav tm="0">
                                          <p:val>
                                            <p:fltVal val="0"/>
                                          </p:val>
                                        </p:tav>
                                        <p:tav tm="100000">
                                          <p:val>
                                            <p:strVal val="#ppt_h"/>
                                          </p:val>
                                        </p:tav>
                                      </p:tavLst>
                                    </p:anim>
                                    <p:animEffect transition="in" filter="fade">
                                      <p:cBhvr>
                                        <p:cTn id="28" dur="250"/>
                                        <p:tgtEl>
                                          <p:spTgt spid="5"/>
                                        </p:tgtEl>
                                      </p:cBhvr>
                                    </p:animEffect>
                                  </p:childTnLst>
                                </p:cTn>
                              </p:par>
                            </p:childTnLst>
                          </p:cTn>
                        </p:par>
                        <p:par>
                          <p:cTn id="29" fill="hold" nodeType="afterGroup">
                            <p:stCondLst>
                              <p:cond delay="1750"/>
                            </p:stCondLst>
                            <p:childTnLst>
                              <p:par>
                                <p:cTn id="30" presetID="10" presetClass="entr" presetSubtype="0" fill="hold" nodeType="after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p:cTn id="32" dur="250" fill="hold"/>
                                        <p:tgtEl>
                                          <p:spTgt spid="3"/>
                                        </p:tgtEl>
                                        <p:attrNameLst>
                                          <p:attrName>ppt_w</p:attrName>
                                        </p:attrNameLst>
                                      </p:cBhvr>
                                      <p:tavLst>
                                        <p:tav tm="0">
                                          <p:val>
                                            <p:fltVal val="0"/>
                                          </p:val>
                                        </p:tav>
                                        <p:tav tm="100000">
                                          <p:val>
                                            <p:strVal val="#ppt_w"/>
                                          </p:val>
                                        </p:tav>
                                      </p:tavLst>
                                    </p:anim>
                                    <p:anim calcmode="lin" valueType="num">
                                      <p:cBhvr>
                                        <p:cTn id="33" dur="250" fill="hold"/>
                                        <p:tgtEl>
                                          <p:spTgt spid="3"/>
                                        </p:tgtEl>
                                        <p:attrNameLst>
                                          <p:attrName>ppt_h</p:attrName>
                                        </p:attrNameLst>
                                      </p:cBhvr>
                                      <p:tavLst>
                                        <p:tav tm="0">
                                          <p:val>
                                            <p:fltVal val="0"/>
                                          </p:val>
                                        </p:tav>
                                        <p:tav tm="100000">
                                          <p:val>
                                            <p:strVal val="#ppt_h"/>
                                          </p:val>
                                        </p:tav>
                                      </p:tavLst>
                                    </p:anim>
                                    <p:animEffect transition="in" filter="fade">
                                      <p:cBhvr>
                                        <p:cTn id="34" dur="250"/>
                                        <p:tgtEl>
                                          <p:spTgt spid="3"/>
                                        </p:tgtEl>
                                      </p:cBhvr>
                                    </p:animEffect>
                                  </p:childTnLst>
                                </p:cTn>
                              </p:par>
                              <p:par>
                                <p:cTn id="35" presetID="42" presetClass="entr" presetSubtype="0" fill="hold" nodeType="with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1000"/>
                                        <p:tgtEl>
                                          <p:spTgt spid="41"/>
                                        </p:tgtEl>
                                      </p:cBhvr>
                                    </p:animEffect>
                                    <p:anim calcmode="lin" valueType="num">
                                      <p:cBhvr>
                                        <p:cTn id="38" dur="1000" fill="hold"/>
                                        <p:tgtEl>
                                          <p:spTgt spid="41"/>
                                        </p:tgtEl>
                                        <p:attrNameLst>
                                          <p:attrName>ppt_x</p:attrName>
                                        </p:attrNameLst>
                                      </p:cBhvr>
                                      <p:tavLst>
                                        <p:tav tm="0">
                                          <p:val>
                                            <p:strVal val="#ppt_x"/>
                                          </p:val>
                                        </p:tav>
                                        <p:tav tm="100000">
                                          <p:val>
                                            <p:strVal val="#ppt_x"/>
                                          </p:val>
                                        </p:tav>
                                      </p:tavLst>
                                    </p:anim>
                                    <p:anim calcmode="lin" valueType="num">
                                      <p:cBhvr>
                                        <p:cTn id="39" dur="1000" fill="hold"/>
                                        <p:tgtEl>
                                          <p:spTgt spid="4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1000"/>
                                        <p:tgtEl>
                                          <p:spTgt spid="44"/>
                                        </p:tgtEl>
                                      </p:cBhvr>
                                    </p:animEffect>
                                    <p:anim calcmode="lin" valueType="num">
                                      <p:cBhvr>
                                        <p:cTn id="43" dur="1000" fill="hold"/>
                                        <p:tgtEl>
                                          <p:spTgt spid="44"/>
                                        </p:tgtEl>
                                        <p:attrNameLst>
                                          <p:attrName>ppt_x</p:attrName>
                                        </p:attrNameLst>
                                      </p:cBhvr>
                                      <p:tavLst>
                                        <p:tav tm="0">
                                          <p:val>
                                            <p:strVal val="#ppt_x"/>
                                          </p:val>
                                        </p:tav>
                                        <p:tav tm="100000">
                                          <p:val>
                                            <p:strVal val="#ppt_x"/>
                                          </p:val>
                                        </p:tav>
                                      </p:tavLst>
                                    </p:anim>
                                    <p:anim calcmode="lin" valueType="num">
                                      <p:cBhvr>
                                        <p:cTn id="44" dur="1000" fill="hold"/>
                                        <p:tgtEl>
                                          <p:spTgt spid="44"/>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51"/>
                                        </p:tgtEl>
                                        <p:attrNameLst>
                                          <p:attrName>style.visibility</p:attrName>
                                        </p:attrNameLst>
                                      </p:cBhvr>
                                      <p:to>
                                        <p:strVal val="visible"/>
                                      </p:to>
                                    </p:set>
                                    <p:animEffect transition="in" filter="fade">
                                      <p:cBhvr>
                                        <p:cTn id="47" dur="1000"/>
                                        <p:tgtEl>
                                          <p:spTgt spid="51"/>
                                        </p:tgtEl>
                                      </p:cBhvr>
                                    </p:animEffect>
                                    <p:anim calcmode="lin" valueType="num">
                                      <p:cBhvr>
                                        <p:cTn id="48" dur="1000" fill="hold"/>
                                        <p:tgtEl>
                                          <p:spTgt spid="51"/>
                                        </p:tgtEl>
                                        <p:attrNameLst>
                                          <p:attrName>ppt_x</p:attrName>
                                        </p:attrNameLst>
                                      </p:cBhvr>
                                      <p:tavLst>
                                        <p:tav tm="0">
                                          <p:val>
                                            <p:strVal val="#ppt_x"/>
                                          </p:val>
                                        </p:tav>
                                        <p:tav tm="100000">
                                          <p:val>
                                            <p:strVal val="#ppt_x"/>
                                          </p:val>
                                        </p:tav>
                                      </p:tavLst>
                                    </p:anim>
                                    <p:anim calcmode="lin" valueType="num">
                                      <p:cBhvr>
                                        <p:cTn id="49" dur="1000" fill="hold"/>
                                        <p:tgtEl>
                                          <p:spTgt spid="51"/>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fade">
                                      <p:cBhvr>
                                        <p:cTn id="52" dur="1000"/>
                                        <p:tgtEl>
                                          <p:spTgt spid="58"/>
                                        </p:tgtEl>
                                      </p:cBhvr>
                                    </p:animEffect>
                                    <p:anim calcmode="lin" valueType="num">
                                      <p:cBhvr>
                                        <p:cTn id="53" dur="1000" fill="hold"/>
                                        <p:tgtEl>
                                          <p:spTgt spid="58"/>
                                        </p:tgtEl>
                                        <p:attrNameLst>
                                          <p:attrName>ppt_x</p:attrName>
                                        </p:attrNameLst>
                                      </p:cBhvr>
                                      <p:tavLst>
                                        <p:tav tm="0">
                                          <p:val>
                                            <p:strVal val="#ppt_x"/>
                                          </p:val>
                                        </p:tav>
                                        <p:tav tm="100000">
                                          <p:val>
                                            <p:strVal val="#ppt_x"/>
                                          </p:val>
                                        </p:tav>
                                      </p:tavLst>
                                    </p:anim>
                                    <p:anim calcmode="lin" valueType="num">
                                      <p:cBhvr>
                                        <p:cTn id="54"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16="http://schemas.microsoft.com/office/drawing/2014/main" xmlns:a14="http://schemas.microsoft.com/office/drawing/2010/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grpSp>
        <p:nvGrpSpPr>
          <p:cNvPr id="3" name="258c27ce-6c72-42e1-9113-954333f6c652">
            <a:extLst>
              <a:ext uri="{FF2B5EF4-FFF2-40B4-BE49-F238E27FC236}">
                <a16:creationId xmlns:a16="http://schemas.microsoft.com/office/drawing/2014/main" id="{AEFD0FF8-BE37-478D-AE6E-091ED5C1C6DD}"/>
              </a:ext>
            </a:extLst>
          </p:cNvPr>
          <p:cNvGrpSpPr>
            <a:grpSpLocks noChangeAspect="1"/>
          </p:cNvGrpSpPr>
          <p:nvPr/>
        </p:nvGrpSpPr>
        <p:grpSpPr>
          <a:xfrm>
            <a:off x="3596894" y="2153618"/>
            <a:ext cx="4871211" cy="2951233"/>
            <a:chOff x="3205077" y="2072238"/>
            <a:chExt cx="5758839" cy="3489003"/>
          </a:xfrm>
        </p:grpSpPr>
        <p:cxnSp>
          <p:nvCxnSpPr>
            <p:cNvPr id="7" name="连接符: 肘形 102">
              <a:extLst>
                <a:ext uri="{FF2B5EF4-FFF2-40B4-BE49-F238E27FC236}">
                  <a16:creationId xmlns:a16="http://schemas.microsoft.com/office/drawing/2014/main" id="{97FB95A8-AE50-4F32-94CB-3A52584E3D04}"/>
                </a:ext>
              </a:extLst>
            </p:cNvPr>
            <p:cNvCxnSpPr/>
            <p:nvPr/>
          </p:nvCxnSpPr>
          <p:spPr>
            <a:xfrm rot="5400000" flipH="1" flipV="1">
              <a:off x="4830890" y="773874"/>
              <a:ext cx="1583157" cy="4834784"/>
            </a:xfrm>
            <a:prstGeom prst="bentConnector2">
              <a:avLst/>
            </a:prstGeom>
            <a:ln w="38100" cap="rnd">
              <a:solidFill>
                <a:schemeClr val="tx1">
                  <a:lumMod val="85000"/>
                  <a:lumOff val="1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8" name="连接符: 肘形 104">
              <a:extLst>
                <a:ext uri="{FF2B5EF4-FFF2-40B4-BE49-F238E27FC236}">
                  <a16:creationId xmlns:a16="http://schemas.microsoft.com/office/drawing/2014/main" id="{87330C0F-9E24-4A26-A1D4-35340F12F274}"/>
                </a:ext>
              </a:extLst>
            </p:cNvPr>
            <p:cNvCxnSpPr/>
            <p:nvPr/>
          </p:nvCxnSpPr>
          <p:spPr>
            <a:xfrm rot="5400000">
              <a:off x="5488934" y="1754220"/>
              <a:ext cx="2084598" cy="4865366"/>
            </a:xfrm>
            <a:prstGeom prst="bentConnector2">
              <a:avLst/>
            </a:prstGeom>
            <a:ln w="38100" cap="rnd">
              <a:solidFill>
                <a:schemeClr val="tx1">
                  <a:lumMod val="85000"/>
                  <a:lumOff val="1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1" name="箭头: V 形 117">
              <a:extLst>
                <a:ext uri="{FF2B5EF4-FFF2-40B4-BE49-F238E27FC236}">
                  <a16:creationId xmlns:a16="http://schemas.microsoft.com/office/drawing/2014/main" id="{B3E2E2A2-1E07-4961-B3F8-F2AC97FB8DA3}"/>
                </a:ext>
              </a:extLst>
            </p:cNvPr>
            <p:cNvSpPr/>
            <p:nvPr/>
          </p:nvSpPr>
          <p:spPr>
            <a:xfrm>
              <a:off x="5729447" y="2072238"/>
              <a:ext cx="506427" cy="643628"/>
            </a:xfrm>
            <a:prstGeom prst="chevron">
              <a:avLst>
                <a:gd name="adj" fmla="val 68953"/>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cs typeface="+mn-ea"/>
                <a:sym typeface="+mn-lt"/>
              </a:endParaRPr>
            </a:p>
          </p:txBody>
        </p:sp>
        <p:sp>
          <p:nvSpPr>
            <p:cNvPr id="12" name="箭头: V 形 118">
              <a:extLst>
                <a:ext uri="{FF2B5EF4-FFF2-40B4-BE49-F238E27FC236}">
                  <a16:creationId xmlns:a16="http://schemas.microsoft.com/office/drawing/2014/main" id="{C9ACFD0E-4A4C-4664-950D-5C723F18CA65}"/>
                </a:ext>
              </a:extLst>
            </p:cNvPr>
            <p:cNvSpPr/>
            <p:nvPr/>
          </p:nvSpPr>
          <p:spPr>
            <a:xfrm flipH="1">
              <a:off x="5729447" y="4917613"/>
              <a:ext cx="506425" cy="643628"/>
            </a:xfrm>
            <a:prstGeom prst="chevron">
              <a:avLst>
                <a:gd name="adj" fmla="val 68953"/>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cs typeface="+mn-ea"/>
                <a:sym typeface="+mn-lt"/>
              </a:endParaRPr>
            </a:p>
          </p:txBody>
        </p:sp>
      </p:grpSp>
      <p:grpSp>
        <p:nvGrpSpPr>
          <p:cNvPr id="37" name="组合 36"/>
          <p:cNvGrpSpPr/>
          <p:nvPr/>
        </p:nvGrpSpPr>
        <p:grpSpPr>
          <a:xfrm>
            <a:off x="921485" y="1532378"/>
            <a:ext cx="2446748" cy="1153391"/>
            <a:chOff x="820148" y="2482576"/>
            <a:chExt cx="2446748" cy="1153391"/>
          </a:xfrm>
        </p:grpSpPr>
        <p:sp>
          <p:nvSpPr>
            <p:cNvPr id="38" name="文本框 37"/>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46" name="文本框 45"/>
            <p:cNvSpPr txBox="1"/>
            <p:nvPr/>
          </p:nvSpPr>
          <p:spPr>
            <a:xfrm>
              <a:off x="820148" y="2935391"/>
              <a:ext cx="2446748" cy="700576"/>
            </a:xfrm>
            <a:prstGeom prst="rect">
              <a:avLst/>
            </a:prstGeom>
            <a:noFill/>
          </p:spPr>
          <p:txBody>
            <a:bodyPr wrap="square" rtlCol="0">
              <a:spAutoFit/>
            </a:bodyPr>
            <a:lstStyle/>
            <a:p>
              <a:pPr>
                <a:lnSpc>
                  <a:spcPct val="150000"/>
                </a:lnSpc>
              </a:pPr>
              <a:r>
                <a:rPr lang="zh-CN" altLang="en-US" sz="1400">
                  <a:solidFill>
                    <a:schemeClr val="tx1">
                      <a:lumMod val="75000"/>
                      <a:lumOff val="25000"/>
                    </a:schemeClr>
                  </a:solidFill>
                  <a:cs typeface="+mn-ea"/>
                  <a:sym typeface="+mn-lt"/>
                </a:rPr>
                <a:t>输入替换内容编辑文字输入替换编辑</a:t>
              </a:r>
              <a:r>
                <a:rPr lang="zh-CN" altLang="en-US" sz="1400">
                  <a:solidFill>
                    <a:schemeClr val="tx1">
                      <a:lumMod val="75000"/>
                      <a:lumOff val="25000"/>
                    </a:schemeClr>
                  </a:solidFill>
                  <a:cs typeface="+mn-ea"/>
                  <a:sym typeface="+mn-lt"/>
                </a:rPr>
                <a:t>文字</a:t>
              </a:r>
              <a:endParaRPr lang="en-US" altLang="zh-CN" sz="1400">
                <a:solidFill>
                  <a:schemeClr val="tx1">
                    <a:lumMod val="75000"/>
                    <a:lumOff val="25000"/>
                  </a:schemeClr>
                </a:solidFill>
                <a:cs typeface="+mn-ea"/>
                <a:sym typeface="+mn-lt"/>
              </a:endParaRPr>
            </a:p>
          </p:txBody>
        </p:sp>
      </p:grpSp>
      <p:grpSp>
        <p:nvGrpSpPr>
          <p:cNvPr id="47" name="组合 46"/>
          <p:cNvGrpSpPr/>
          <p:nvPr/>
        </p:nvGrpSpPr>
        <p:grpSpPr>
          <a:xfrm>
            <a:off x="8681014" y="3964687"/>
            <a:ext cx="2384384" cy="1153391"/>
            <a:chOff x="699528" y="2482576"/>
            <a:chExt cx="2384384" cy="1153391"/>
          </a:xfrm>
        </p:grpSpPr>
        <p:sp>
          <p:nvSpPr>
            <p:cNvPr id="48" name="文本框 47"/>
            <p:cNvSpPr txBox="1"/>
            <p:nvPr/>
          </p:nvSpPr>
          <p:spPr>
            <a:xfrm>
              <a:off x="1462954" y="2482576"/>
              <a:ext cx="1620957" cy="523220"/>
            </a:xfrm>
            <a:prstGeom prst="rect">
              <a:avLst/>
            </a:prstGeom>
            <a:noFill/>
          </p:spPr>
          <p:txBody>
            <a:bodyPr wrap="none" rtlCol="0">
              <a:spAutoFit/>
            </a:bodyPr>
            <a:lstStyle/>
            <a:p>
              <a:pPr algn="r" eaLnBrk="0" hangingPunct="0">
                <a:defRPr/>
              </a:pPr>
              <a:r>
                <a:rPr lang="zh-CN" altLang="en-US" sz="2800">
                  <a:cs typeface="+mn-ea"/>
                  <a:sym typeface="+mn-lt"/>
                </a:rPr>
                <a:t>添加标题</a:t>
              </a:r>
              <a:endParaRPr lang="en-US" altLang="zh-CN" sz="2800">
                <a:cs typeface="+mn-ea"/>
                <a:sym typeface="+mn-lt"/>
              </a:endParaRPr>
            </a:p>
          </p:txBody>
        </p:sp>
        <p:sp>
          <p:nvSpPr>
            <p:cNvPr id="49" name="文本框 48"/>
            <p:cNvSpPr txBox="1"/>
            <p:nvPr/>
          </p:nvSpPr>
          <p:spPr>
            <a:xfrm>
              <a:off x="699528" y="2935391"/>
              <a:ext cx="2384384" cy="700576"/>
            </a:xfrm>
            <a:prstGeom prst="rect">
              <a:avLst/>
            </a:prstGeom>
            <a:noFill/>
          </p:spPr>
          <p:txBody>
            <a:bodyPr wrap="square" rtlCol="0">
              <a:spAutoFit/>
            </a:bodyPr>
            <a:lstStyle/>
            <a:p>
              <a:pPr algn="r">
                <a:lnSpc>
                  <a:spcPct val="150000"/>
                </a:lnSpc>
              </a:pPr>
              <a:r>
                <a:rPr lang="zh-CN" altLang="en-US" sz="1400">
                  <a:solidFill>
                    <a:schemeClr val="tx1">
                      <a:lumMod val="75000"/>
                      <a:lumOff val="25000"/>
                    </a:schemeClr>
                  </a:solidFill>
                  <a:cs typeface="+mn-ea"/>
                  <a:sym typeface="+mn-lt"/>
                </a:rPr>
                <a:t>输入替换内容编辑文字输入替换编辑</a:t>
              </a:r>
              <a:r>
                <a:rPr lang="zh-CN" altLang="en-US" sz="1400">
                  <a:solidFill>
                    <a:schemeClr val="tx1">
                      <a:lumMod val="75000"/>
                      <a:lumOff val="25000"/>
                    </a:schemeClr>
                  </a:solidFill>
                  <a:cs typeface="+mn-ea"/>
                  <a:sym typeface="+mn-lt"/>
                </a:rPr>
                <a:t>文字</a:t>
              </a:r>
              <a:endParaRPr lang="en-US" altLang="zh-CN" sz="1400">
                <a:solidFill>
                  <a:schemeClr val="tx1">
                    <a:lumMod val="75000"/>
                    <a:lumOff val="25000"/>
                  </a:schemeClr>
                </a:solidFill>
                <a:cs typeface="+mn-ea"/>
                <a:sym typeface="+mn-lt"/>
              </a:endParaRPr>
            </a:p>
          </p:txBody>
        </p:sp>
      </p:grpSp>
      <p:grpSp>
        <p:nvGrpSpPr>
          <p:cNvPr id="50" name="组合 49"/>
          <p:cNvGrpSpPr/>
          <p:nvPr/>
        </p:nvGrpSpPr>
        <p:grpSpPr>
          <a:xfrm>
            <a:off x="4621758" y="3060697"/>
            <a:ext cx="2675408" cy="1153391"/>
            <a:chOff x="820148" y="2482576"/>
            <a:chExt cx="2675408" cy="1153391"/>
          </a:xfrm>
        </p:grpSpPr>
        <p:sp>
          <p:nvSpPr>
            <p:cNvPr id="51" name="文本框 50"/>
            <p:cNvSpPr txBox="1"/>
            <p:nvPr/>
          </p:nvSpPr>
          <p:spPr>
            <a:xfrm>
              <a:off x="1347374" y="2482576"/>
              <a:ext cx="1620957" cy="523220"/>
            </a:xfrm>
            <a:prstGeom prst="rect">
              <a:avLst/>
            </a:prstGeom>
            <a:noFill/>
          </p:spPr>
          <p:txBody>
            <a:bodyPr wrap="none" rtlCol="0">
              <a:spAutoFit/>
            </a:bodyPr>
            <a:lstStyle/>
            <a:p>
              <a:pPr algn="ctr" eaLnBrk="0" hangingPunct="0">
                <a:defRPr/>
              </a:pPr>
              <a:r>
                <a:rPr lang="zh-CN" altLang="en-US" sz="2800">
                  <a:cs typeface="+mn-ea"/>
                  <a:sym typeface="+mn-lt"/>
                </a:rPr>
                <a:t>添加标题</a:t>
              </a:r>
              <a:endParaRPr lang="en-US" altLang="zh-CN" sz="2800">
                <a:cs typeface="+mn-ea"/>
                <a:sym typeface="+mn-lt"/>
              </a:endParaRPr>
            </a:p>
          </p:txBody>
        </p:sp>
        <p:sp>
          <p:nvSpPr>
            <p:cNvPr id="52" name="文本框 51"/>
            <p:cNvSpPr txBox="1"/>
            <p:nvPr/>
          </p:nvSpPr>
          <p:spPr>
            <a:xfrm>
              <a:off x="820148" y="2935391"/>
              <a:ext cx="2675408" cy="700576"/>
            </a:xfrm>
            <a:prstGeom prst="rect">
              <a:avLst/>
            </a:prstGeom>
            <a:noFill/>
          </p:spPr>
          <p:txBody>
            <a:bodyPr wrap="square" rtlCol="0">
              <a:spAutoFit/>
            </a:bodyPr>
            <a:lstStyle/>
            <a:p>
              <a:pPr algn="ctr">
                <a:lnSpc>
                  <a:spcPct val="150000"/>
                </a:lnSpc>
              </a:pPr>
              <a:r>
                <a:rPr lang="zh-CN" altLang="en-US" sz="1400">
                  <a:solidFill>
                    <a:schemeClr val="tx1">
                      <a:lumMod val="75000"/>
                      <a:lumOff val="25000"/>
                    </a:schemeClr>
                  </a:solidFill>
                  <a:cs typeface="+mn-ea"/>
                  <a:sym typeface="+mn-lt"/>
                </a:rPr>
                <a:t>输入替换内容编辑文字输入替换编辑</a:t>
              </a:r>
              <a:r>
                <a:rPr lang="zh-CN" altLang="en-US" sz="1400">
                  <a:solidFill>
                    <a:schemeClr val="tx1">
                      <a:lumMod val="75000"/>
                      <a:lumOff val="25000"/>
                    </a:schemeClr>
                  </a:solidFill>
                  <a:cs typeface="+mn-ea"/>
                  <a:sym typeface="+mn-lt"/>
                </a:rPr>
                <a:t>文字</a:t>
              </a:r>
              <a:endParaRPr lang="en-US" altLang="zh-CN" sz="1400">
                <a:solidFill>
                  <a:schemeClr val="tx1">
                    <a:lumMod val="75000"/>
                    <a:lumOff val="25000"/>
                  </a:schemeClr>
                </a:solidFill>
                <a:cs typeface="+mn-ea"/>
                <a:sym typeface="+mn-lt"/>
              </a:endParaRPr>
            </a:p>
          </p:txBody>
        </p:sp>
      </p:grpSp>
      <p:sp>
        <p:nvSpPr>
          <p:cNvPr id="26" name="矩形 25"/>
          <p:cNvSpPr/>
          <p:nvPr/>
        </p:nvSpPr>
        <p:spPr>
          <a:xfrm>
            <a:off x="2681421" y="3578495"/>
            <a:ext cx="1817258" cy="1854938"/>
          </a:xfrm>
          <a:prstGeom prst="rect">
            <a:avLst/>
          </a:prstGeom>
          <a:blipFill>
            <a:blip r:embed="R9715c3179537475a">
              <a:extLst>
                <a:ext uri="{28A0092B-C50C-407E-A947-70E740481C1C}">
                  <a14:useLocalDpi xmlns:a14="http://schemas.microsoft.com/office/drawing/2010/main"/>
                </a:ext>
              </a:extLst>
            </a:blip>
            <a:stretch>
              <a:fillRect/>
            </a:stretch>
          </a:bli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矩形 1"/>
          <p:cNvSpPr/>
          <p:nvPr/>
        </p:nvSpPr>
        <p:spPr>
          <a:xfrm>
            <a:off x="7559477" y="1391694"/>
            <a:ext cx="1817258" cy="1854938"/>
          </a:xfrm>
          <a:prstGeom prst="rect">
            <a:avLst/>
          </a:prstGeom>
          <a:blipFill>
            <a:blip r:embed="R341a1ee974ab4e4f">
              <a:extLst>
                <a:ext uri="{28A0092B-C50C-407E-A947-70E740481C1C}">
                  <a14:useLocalDpi xmlns:a14="http://schemas.microsoft.com/office/drawing/2010/main"/>
                </a:ext>
              </a:extLst>
            </a:blip>
            <a:stretch>
              <a:fillRect/>
            </a:stretch>
          </a:blip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3" name="组合 52"/>
          <p:cNvGrpSpPr/>
          <p:nvPr/>
        </p:nvGrpSpPr>
        <p:grpSpPr>
          <a:xfrm>
            <a:off x="270670" y="143324"/>
            <a:ext cx="3530602" cy="656435"/>
            <a:chOff x="270670" y="143324"/>
            <a:chExt cx="3530602" cy="656435"/>
          </a:xfrm>
        </p:grpSpPr>
        <p:grpSp>
          <p:nvGrpSpPr>
            <p:cNvPr id="54" name="组合 53"/>
            <p:cNvGrpSpPr/>
            <p:nvPr/>
          </p:nvGrpSpPr>
          <p:grpSpPr>
            <a:xfrm rot="16200000">
              <a:off x="279666" y="181091"/>
              <a:ext cx="596991" cy="614984"/>
              <a:chOff x="315186" y="9489"/>
              <a:chExt cx="1252592" cy="1290343"/>
            </a:xfrm>
          </p:grpSpPr>
          <p:sp>
            <p:nvSpPr>
              <p:cNvPr id="58" name="圆角矩形 57"/>
              <p:cNvSpPr/>
              <p:nvPr/>
            </p:nvSpPr>
            <p:spPr>
              <a:xfrm rot="18900000">
                <a:off x="315186" y="9489"/>
                <a:ext cx="1252592" cy="539672"/>
              </a:xfrm>
              <a:prstGeom prst="roundRect">
                <a:avLst>
                  <a:gd name="adj" fmla="val 12668"/>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9" name="圆角矩形 58"/>
              <p:cNvSpPr/>
              <p:nvPr/>
            </p:nvSpPr>
            <p:spPr>
              <a:xfrm rot="2700000">
                <a:off x="874702" y="766822"/>
                <a:ext cx="533010" cy="533010"/>
              </a:xfrm>
              <a:prstGeom prst="roundRect">
                <a:avLst>
                  <a:gd name="adj" fmla="val 14919"/>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5" name="组合 54"/>
            <p:cNvGrpSpPr/>
            <p:nvPr/>
          </p:nvGrpSpPr>
          <p:grpSpPr>
            <a:xfrm>
              <a:off x="1004038" y="143324"/>
              <a:ext cx="2797234" cy="656435"/>
              <a:chOff x="716110" y="187653"/>
              <a:chExt cx="2797234" cy="656435"/>
            </a:xfrm>
          </p:grpSpPr>
          <p:sp>
            <p:nvSpPr>
              <p:cNvPr id="56" name="文本框 55"/>
              <p:cNvSpPr txBox="1"/>
              <p:nvPr/>
            </p:nvSpPr>
            <p:spPr>
              <a:xfrm>
                <a:off x="716110" y="187653"/>
                <a:ext cx="2713695" cy="438582"/>
              </a:xfrm>
              <a:prstGeom prst="rect">
                <a:avLst/>
              </a:prstGeom>
              <a:noFill/>
            </p:spPr>
            <p:txBody>
              <a:bodyPr wrap="square" lIns="68580" tIns="34290" rIns="68580" bIns="34290" rtlCol="0">
                <a:spAutoFit/>
              </a:bodyPr>
              <a:lstStyle/>
              <a:p>
                <a:pPr defTabSz="685800"/>
                <a:r>
                  <a:rPr lang="zh-CN" altLang="en-US" sz="2400">
                    <a:solidFill>
                      <a:schemeClr val="tx1">
                        <a:lumMod val="65000"/>
                        <a:lumOff val="35000"/>
                      </a:schemeClr>
                    </a:solidFill>
                    <a:cs typeface="+mn-ea"/>
                    <a:sym typeface="+mn-lt"/>
                  </a:rPr>
                  <a:t>单击输入标题内容</a:t>
                </a:r>
                <a:endParaRPr lang="zh-CN" altLang="en-US" sz="2400">
                  <a:solidFill>
                    <a:schemeClr val="tx1">
                      <a:lumMod val="65000"/>
                      <a:lumOff val="35000"/>
                    </a:schemeClr>
                  </a:solidFill>
                  <a:cs typeface="+mn-ea"/>
                  <a:sym typeface="+mn-lt"/>
                </a:endParaRPr>
              </a:p>
            </p:txBody>
          </p:sp>
          <p:sp>
            <p:nvSpPr>
              <p:cNvPr id="57" name="文本框 56"/>
              <p:cNvSpPr txBox="1"/>
              <p:nvPr/>
            </p:nvSpPr>
            <p:spPr>
              <a:xfrm>
                <a:off x="716110" y="553111"/>
                <a:ext cx="2797234" cy="290977"/>
              </a:xfrm>
              <a:prstGeom prst="rect">
                <a:avLst/>
              </a:prstGeom>
              <a:noFill/>
            </p:spPr>
            <p:txBody>
              <a:bodyPr wrap="square" rtlCol="0">
                <a:spAutoFit/>
              </a:bodyPr>
              <a:lstStyle/>
              <a:p>
                <a:pPr>
                  <a:lnSpc>
                    <a:spcPct val="130000"/>
                  </a:lnSpc>
                </a:pPr>
                <a:r>
                  <a:rPr lang="en-US" altLang="zh-CN" sz="1100">
                    <a:solidFill>
                      <a:schemeClr val="tx1">
                        <a:lumMod val="50000"/>
                        <a:lumOff val="50000"/>
                      </a:schemeClr>
                    </a:solidFill>
                    <a:cs typeface="+mn-ea"/>
                    <a:sym typeface="+mn-lt"/>
                  </a:rPr>
                  <a:t>Add You Text Here Add You Text Here</a:t>
                </a:r>
              </a:p>
            </p:txBody>
          </p:sp>
        </p:grpSp>
      </p:grpSp>
    </p:spTree>
    <p:extLst>
      <p:ext uri="{BB962C8B-B14F-4D97-AF65-F5344CB8AC3E}">
        <p14:creationId xmlns:p14="http://schemas.microsoft.com/office/powerpoint/2010/main" val="683368237"/>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anim calcmode="lin" valueType="num">
                                      <p:cBhvr>
                                        <p:cTn id="10" dur="500" fill="hold"/>
                                        <p:tgtEl>
                                          <p:spTgt spid="3"/>
                                        </p:tgtEl>
                                        <p:attrNameLst>
                                          <p:attrName>ppt_x</p:attrName>
                                        </p:attrNameLst>
                                      </p:cBhvr>
                                      <p:tavLst>
                                        <p:tav tm="0">
                                          <p:val>
                                            <p:fltVal val="0.5"/>
                                          </p:val>
                                        </p:tav>
                                        <p:tav tm="100000">
                                          <p:val>
                                            <p:strVal val="#ppt_x"/>
                                          </p:val>
                                        </p:tav>
                                      </p:tavLst>
                                    </p:anim>
                                    <p:anim calcmode="lin" valueType="num">
                                      <p:cBhvr>
                                        <p:cTn id="11" dur="500" fill="hold"/>
                                        <p:tgtEl>
                                          <p:spTgt spid="3"/>
                                        </p:tgtEl>
                                        <p:attrNameLst>
                                          <p:attrName>ppt_y</p:attrName>
                                        </p:attrNameLst>
                                      </p:cBhvr>
                                      <p:tavLst>
                                        <p:tav tm="0">
                                          <p:val>
                                            <p:fltVal val="0.5"/>
                                          </p:val>
                                        </p:tav>
                                        <p:tav tm="100000">
                                          <p:val>
                                            <p:strVal val="#ppt_y"/>
                                          </p:val>
                                        </p:tav>
                                      </p:tavLst>
                                    </p:anim>
                                  </p:childTnLst>
                                </p:cTn>
                              </p:par>
                              <p:par>
                                <p:cTn id="12" presetID="42" presetClass="entr" presetSubtype="0" fill="hold" nodeType="withEffect">
                                  <p:stCondLst>
                                    <p:cond delay="0"/>
                                  </p:stCondLst>
                                  <p:childTnLst>
                                    <p:set>
                                      <p:cBhvr>
                                        <p:cTn id="13" dur="1" fill="hold">
                                          <p:stCondLst>
                                            <p:cond delay="0"/>
                                          </p:stCondLst>
                                        </p:cTn>
                                        <p:tgtEl>
                                          <p:spTgt spid="37"/>
                                        </p:tgtEl>
                                        <p:attrNameLst>
                                          <p:attrName>style.visibility</p:attrName>
                                        </p:attrNameLst>
                                      </p:cBhvr>
                                      <p:to>
                                        <p:strVal val="visible"/>
                                      </p:to>
                                    </p:set>
                                    <p:animEffect transition="in" filter="fade">
                                      <p:cBhvr>
                                        <p:cTn id="14" dur="1000"/>
                                        <p:tgtEl>
                                          <p:spTgt spid="37"/>
                                        </p:tgtEl>
                                      </p:cBhvr>
                                    </p:animEffect>
                                    <p:anim calcmode="lin" valueType="num">
                                      <p:cBhvr>
                                        <p:cTn id="15" dur="1000" fill="hold"/>
                                        <p:tgtEl>
                                          <p:spTgt spid="37"/>
                                        </p:tgtEl>
                                        <p:attrNameLst>
                                          <p:attrName>ppt_x</p:attrName>
                                        </p:attrNameLst>
                                      </p:cBhvr>
                                      <p:tavLst>
                                        <p:tav tm="0">
                                          <p:val>
                                            <p:strVal val="#ppt_x"/>
                                          </p:val>
                                        </p:tav>
                                        <p:tav tm="100000">
                                          <p:val>
                                            <p:strVal val="#ppt_x"/>
                                          </p:val>
                                        </p:tav>
                                      </p:tavLst>
                                    </p:anim>
                                    <p:anim calcmode="lin" valueType="num">
                                      <p:cBhvr>
                                        <p:cTn id="16" dur="1000" fill="hold"/>
                                        <p:tgtEl>
                                          <p:spTgt spid="37"/>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1000"/>
                                        <p:tgtEl>
                                          <p:spTgt spid="47"/>
                                        </p:tgtEl>
                                      </p:cBhvr>
                                    </p:animEffect>
                                    <p:anim calcmode="lin" valueType="num">
                                      <p:cBhvr>
                                        <p:cTn id="20" dur="1000" fill="hold"/>
                                        <p:tgtEl>
                                          <p:spTgt spid="47"/>
                                        </p:tgtEl>
                                        <p:attrNameLst>
                                          <p:attrName>ppt_x</p:attrName>
                                        </p:attrNameLst>
                                      </p:cBhvr>
                                      <p:tavLst>
                                        <p:tav tm="0">
                                          <p:val>
                                            <p:strVal val="#ppt_x"/>
                                          </p:val>
                                        </p:tav>
                                        <p:tav tm="100000">
                                          <p:val>
                                            <p:strVal val="#ppt_x"/>
                                          </p:val>
                                        </p:tav>
                                      </p:tavLst>
                                    </p:anim>
                                    <p:anim calcmode="lin" valueType="num">
                                      <p:cBhvr>
                                        <p:cTn id="21" dur="1000" fill="hold"/>
                                        <p:tgtEl>
                                          <p:spTgt spid="4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fade">
                                      <p:cBhvr>
                                        <p:cTn id="24" dur="1000"/>
                                        <p:tgtEl>
                                          <p:spTgt spid="50"/>
                                        </p:tgtEl>
                                      </p:cBhvr>
                                    </p:animEffect>
                                    <p:anim calcmode="lin" valueType="num">
                                      <p:cBhvr>
                                        <p:cTn id="25" dur="1000" fill="hold"/>
                                        <p:tgtEl>
                                          <p:spTgt spid="50"/>
                                        </p:tgtEl>
                                        <p:attrNameLst>
                                          <p:attrName>ppt_x</p:attrName>
                                        </p:attrNameLst>
                                      </p:cBhvr>
                                      <p:tavLst>
                                        <p:tav tm="0">
                                          <p:val>
                                            <p:strVal val="#ppt_x"/>
                                          </p:val>
                                        </p:tav>
                                        <p:tav tm="100000">
                                          <p:val>
                                            <p:strVal val="#ppt_x"/>
                                          </p:val>
                                        </p:tav>
                                      </p:tavLst>
                                    </p:anim>
                                    <p:anim calcmode="lin" valueType="num">
                                      <p:cBhvr>
                                        <p:cTn id="26" dur="1000" fill="hold"/>
                                        <p:tgtEl>
                                          <p:spTgt spid="50"/>
                                        </p:tgtEl>
                                        <p:attrNameLst>
                                          <p:attrName>ppt_y</p:attrName>
                                        </p:attrNameLst>
                                      </p:cBhvr>
                                      <p:tavLst>
                                        <p:tav tm="0">
                                          <p:val>
                                            <p:strVal val="#ppt_y+.1"/>
                                          </p:val>
                                        </p:tav>
                                        <p:tav tm="100000">
                                          <p:val>
                                            <p:strVal val="#ppt_y"/>
                                          </p:val>
                                        </p:tav>
                                      </p:tavLst>
                                    </p:anim>
                                  </p:childTnLst>
                                </p:cTn>
                              </p:par>
                            </p:childTnLst>
                          </p:cTn>
                        </p:par>
                        <p:par>
                          <p:cTn id="27" fill="hold" nodeType="afterGroup">
                            <p:stCondLst>
                              <p:cond delay="3500"/>
                            </p:stCondLst>
                            <p:childTnLst>
                              <p:par>
                                <p:cTn id="28" presetID="53" presetClass="entr" presetSubtype="0" fill="hold" grpId="0" nodeType="after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p:cTn id="30" dur="500" fill="hold"/>
                                        <p:tgtEl>
                                          <p:spTgt spid="2"/>
                                        </p:tgtEl>
                                        <p:attrNameLst>
                                          <p:attrName>ppt_w</p:attrName>
                                        </p:attrNameLst>
                                      </p:cBhvr>
                                      <p:tavLst>
                                        <p:tav tm="0">
                                          <p:val>
                                            <p:fltVal val="0"/>
                                          </p:val>
                                        </p:tav>
                                        <p:tav tm="100000">
                                          <p:val>
                                            <p:strVal val="#ppt_w"/>
                                          </p:val>
                                        </p:tav>
                                      </p:tavLst>
                                    </p:anim>
                                    <p:anim calcmode="lin" valueType="num">
                                      <p:cBhvr>
                                        <p:cTn id="31" dur="500" fill="hold"/>
                                        <p:tgtEl>
                                          <p:spTgt spid="2"/>
                                        </p:tgtEl>
                                        <p:attrNameLst>
                                          <p:attrName>ppt_h</p:attrName>
                                        </p:attrNameLst>
                                      </p:cBhvr>
                                      <p:tavLst>
                                        <p:tav tm="0">
                                          <p:val>
                                            <p:fltVal val="0"/>
                                          </p:val>
                                        </p:tav>
                                        <p:tav tm="100000">
                                          <p:val>
                                            <p:strVal val="#ppt_h"/>
                                          </p:val>
                                        </p:tav>
                                      </p:tavLst>
                                    </p:anim>
                                    <p:animEffect transition="in" filter="fade">
                                      <p:cBhvr>
                                        <p:cTn id="32" dur="500"/>
                                        <p:tgtEl>
                                          <p:spTgt spid="2"/>
                                        </p:tgtEl>
                                      </p:cBhvr>
                                    </p:animEffect>
                                    <p:anim calcmode="lin" valueType="num">
                                      <p:cBhvr>
                                        <p:cTn id="33" dur="500" fill="hold"/>
                                        <p:tgtEl>
                                          <p:spTgt spid="2"/>
                                        </p:tgtEl>
                                        <p:attrNameLst>
                                          <p:attrName>ppt_x</p:attrName>
                                        </p:attrNameLst>
                                      </p:cBhvr>
                                      <p:tavLst>
                                        <p:tav tm="0">
                                          <p:val>
                                            <p:fltVal val="0.5"/>
                                          </p:val>
                                        </p:tav>
                                        <p:tav tm="100000">
                                          <p:val>
                                            <p:strVal val="#ppt_x"/>
                                          </p:val>
                                        </p:tav>
                                      </p:tavLst>
                                    </p:anim>
                                    <p:anim calcmode="lin" valueType="num">
                                      <p:cBhvr>
                                        <p:cTn id="34" dur="500" fill="hold"/>
                                        <p:tgtEl>
                                          <p:spTgt spid="2"/>
                                        </p:tgtEl>
                                        <p:attrNameLst>
                                          <p:attrName>ppt_y</p:attrName>
                                        </p:attrNameLst>
                                      </p:cBhvr>
                                      <p:tavLst>
                                        <p:tav tm="0">
                                          <p:val>
                                            <p:fltVal val="0.5"/>
                                          </p:val>
                                        </p:tav>
                                        <p:tav tm="100000">
                                          <p:val>
                                            <p:strVal val="#ppt_y"/>
                                          </p:val>
                                        </p:tav>
                                      </p:tavLst>
                                    </p:anim>
                                  </p:childTnLst>
                                </p:cTn>
                              </p:par>
                              <p:par>
                                <p:cTn id="35" presetID="53"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p:cTn id="37" dur="500" fill="hold"/>
                                        <p:tgtEl>
                                          <p:spTgt spid="26"/>
                                        </p:tgtEl>
                                        <p:attrNameLst>
                                          <p:attrName>ppt_w</p:attrName>
                                        </p:attrNameLst>
                                      </p:cBhvr>
                                      <p:tavLst>
                                        <p:tav tm="0">
                                          <p:val>
                                            <p:fltVal val="0"/>
                                          </p:val>
                                        </p:tav>
                                        <p:tav tm="100000">
                                          <p:val>
                                            <p:strVal val="#ppt_w"/>
                                          </p:val>
                                        </p:tav>
                                      </p:tavLst>
                                    </p:anim>
                                    <p:anim calcmode="lin" valueType="num">
                                      <p:cBhvr>
                                        <p:cTn id="38" dur="500" fill="hold"/>
                                        <p:tgtEl>
                                          <p:spTgt spid="26"/>
                                        </p:tgtEl>
                                        <p:attrNameLst>
                                          <p:attrName>ppt_h</p:attrName>
                                        </p:attrNameLst>
                                      </p:cBhvr>
                                      <p:tavLst>
                                        <p:tav tm="0">
                                          <p:val>
                                            <p:fltVal val="0"/>
                                          </p:val>
                                        </p:tav>
                                        <p:tav tm="100000">
                                          <p:val>
                                            <p:strVal val="#ppt_h"/>
                                          </p:val>
                                        </p:tav>
                                      </p:tavLst>
                                    </p:anim>
                                    <p:animEffect transition="in" filter="fade">
                                      <p:cBhvr>
                                        <p:cTn id="39" dur="500"/>
                                        <p:tgtEl>
                                          <p:spTgt spid="26"/>
                                        </p:tgtEl>
                                      </p:cBhvr>
                                    </p:animEffect>
                                    <p:anim calcmode="lin" valueType="num">
                                      <p:cBhvr>
                                        <p:cTn id="40" dur="500" fill="hold"/>
                                        <p:tgtEl>
                                          <p:spTgt spid="26"/>
                                        </p:tgtEl>
                                        <p:attrNameLst>
                                          <p:attrName>ppt_x</p:attrName>
                                        </p:attrNameLst>
                                      </p:cBhvr>
                                      <p:tavLst>
                                        <p:tav tm="0">
                                          <p:val>
                                            <p:fltVal val="0.5"/>
                                          </p:val>
                                        </p:tav>
                                        <p:tav tm="100000">
                                          <p:val>
                                            <p:strVal val="#ppt_x"/>
                                          </p:val>
                                        </p:tav>
                                      </p:tavLst>
                                    </p:anim>
                                    <p:anim calcmode="lin" valueType="num">
                                      <p:cBhvr>
                                        <p:cTn id="41" dur="500" fill="hold"/>
                                        <p:tgtEl>
                                          <p:spTgt spid="2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 grpId="0" animBg="1"/>
    </p:bldLst>
  </p:timing>
</p:sld>
</file>

<file path=ppt/slides/slide6.xml><?xml version="1.0" encoding="utf-8"?>
<p:sld xmlns:a14="http://schemas.microsoft.com/office/drawing/2010/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58" name="Oval 2291"/>
          <p:cNvSpPr/>
          <p:nvPr/>
        </p:nvSpPr>
        <p:spPr bwMode="auto">
          <a:xfrm>
            <a:off x="7408335" y="4719193"/>
            <a:ext cx="469900" cy="469900"/>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cs typeface="+mn-ea"/>
              <a:sym typeface="+mn-lt"/>
            </a:endParaRPr>
          </a:p>
        </p:txBody>
      </p:sp>
      <p:grpSp>
        <p:nvGrpSpPr>
          <p:cNvPr id="67" name="组合 66"/>
          <p:cNvGrpSpPr/>
          <p:nvPr/>
        </p:nvGrpSpPr>
        <p:grpSpPr>
          <a:xfrm>
            <a:off x="3539067" y="2632158"/>
            <a:ext cx="1903735" cy="1896534"/>
            <a:chOff x="2653778" y="2079124"/>
            <a:chExt cx="1428494" cy="1423403"/>
          </a:xfrm>
        </p:grpSpPr>
        <p:grpSp>
          <p:nvGrpSpPr>
            <p:cNvPr id="48171" name="组合 43"/>
            <p:cNvGrpSpPr/>
            <p:nvPr/>
          </p:nvGrpSpPr>
          <p:grpSpPr>
            <a:xfrm>
              <a:off x="2653778" y="2079124"/>
              <a:ext cx="1428494" cy="1423403"/>
              <a:chOff x="3271670" y="3038866"/>
              <a:chExt cx="1904659" cy="1897870"/>
            </a:xfrm>
          </p:grpSpPr>
          <p:sp>
            <p:nvSpPr>
              <p:cNvPr id="45" name="泪滴形 44"/>
              <p:cNvSpPr/>
              <p:nvPr/>
            </p:nvSpPr>
            <p:spPr>
              <a:xfrm rot="13500000" flipH="1" flipV="1">
                <a:off x="3271462" y="3039074"/>
                <a:ext cx="1897870" cy="1897454"/>
              </a:xfrm>
              <a:prstGeom prst="teardrop">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176" name="文本框 48"/>
              <p:cNvSpPr txBox="1">
                <a:spLocks noChangeArrowheads="1"/>
              </p:cNvSpPr>
              <p:nvPr/>
            </p:nvSpPr>
            <p:spPr bwMode="auto">
              <a:xfrm>
                <a:off x="3919313" y="3601609"/>
                <a:ext cx="1257016" cy="868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Nexa Light" pitchFamily="50" charset="0"/>
                    <a:ea typeface="微软雅黑" panose="020b0503020204020204" pitchFamily="34" charset="-122"/>
                  </a:defRPr>
                </a:lvl1pPr>
                <a:lvl2pPr marL="742950" indent="-285750">
                  <a:defRPr sz="1300">
                    <a:solidFill>
                      <a:schemeClr val="tx1"/>
                    </a:solidFill>
                    <a:latin typeface="Nexa Light" pitchFamily="50" charset="0"/>
                    <a:ea typeface="微软雅黑" panose="020b0503020204020204" pitchFamily="34" charset="-122"/>
                  </a:defRPr>
                </a:lvl2pPr>
                <a:lvl3pPr marL="1143000" indent="-228600">
                  <a:defRPr sz="1300">
                    <a:solidFill>
                      <a:schemeClr val="tx1"/>
                    </a:solidFill>
                    <a:latin typeface="Nexa Light" pitchFamily="50" charset="0"/>
                    <a:ea typeface="微软雅黑" panose="020b0503020204020204" pitchFamily="34" charset="-122"/>
                  </a:defRPr>
                </a:lvl3pPr>
                <a:lvl4pPr marL="1600200" indent="-228600">
                  <a:defRPr sz="1300">
                    <a:solidFill>
                      <a:schemeClr val="tx1"/>
                    </a:solidFill>
                    <a:latin typeface="Nexa Light" pitchFamily="50" charset="0"/>
                    <a:ea typeface="微软雅黑" panose="020b0503020204020204" pitchFamily="34" charset="-122"/>
                  </a:defRPr>
                </a:lvl4pPr>
                <a:lvl5pPr marL="2057400" indent="-228600">
                  <a:defRPr sz="1300">
                    <a:solidFill>
                      <a:schemeClr val="tx1"/>
                    </a:solidFill>
                    <a:latin typeface="Nexa Light" pitchFamily="50" charset="0"/>
                    <a:ea typeface="微软雅黑" panose="020b0503020204020204" pitchFamily="34" charset="-122"/>
                  </a:defRPr>
                </a:lvl5pPr>
                <a:lvl6pPr marL="25146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6pPr>
                <a:lvl7pPr marL="29718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7pPr>
                <a:lvl8pPr marL="34290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8pPr>
                <a:lvl9pPr marL="38862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9pPr>
              </a:lstStyle>
              <a:p>
                <a:pPr fontAlgn="base">
                  <a:lnSpc>
                    <a:spcPct val="120000"/>
                  </a:lnSpc>
                  <a:spcBef>
                    <a:spcPct val="0"/>
                  </a:spcBef>
                  <a:spcAft>
                    <a:spcPct val="0"/>
                  </a:spcAft>
                </a:pPr>
                <a:r>
                  <a:rPr lang="zh-CN" altLang="en-US" sz="1400">
                    <a:solidFill>
                      <a:schemeClr val="bg1"/>
                    </a:solidFill>
                    <a:latin typeface="+mn-lt"/>
                    <a:ea typeface="+mn-ea"/>
                    <a:cs typeface="+mn-ea"/>
                    <a:sym typeface="+mn-lt"/>
                  </a:rPr>
                  <a:t>您的内容打在这里，或者通过复制您文本</a:t>
                </a:r>
              </a:p>
            </p:txBody>
          </p:sp>
        </p:grpSp>
        <p:sp>
          <p:nvSpPr>
            <p:cNvPr id="51" name="Oval 2289"/>
            <p:cNvSpPr/>
            <p:nvPr/>
          </p:nvSpPr>
          <p:spPr>
            <a:xfrm>
              <a:off x="2717309" y="2598603"/>
              <a:ext cx="438363" cy="440047"/>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316">
                <a:defRPr/>
              </a:pPr>
              <a:r>
                <a:rPr lang="en-AU" sz="3467">
                  <a:solidFill>
                    <a:prstClr val="white"/>
                  </a:solidFill>
                  <a:cs typeface="+mn-ea"/>
                  <a:sym typeface="+mn-lt"/>
                </a:rPr>
                <a:t></a:t>
              </a:r>
              <a:endParaRPr lang="en-US" sz="3467">
                <a:solidFill>
                  <a:prstClr val="white"/>
                </a:solidFill>
                <a:cs typeface="+mn-ea"/>
                <a:sym typeface="+mn-lt"/>
              </a:endParaRPr>
            </a:p>
          </p:txBody>
        </p:sp>
      </p:grpSp>
      <p:grpSp>
        <p:nvGrpSpPr>
          <p:cNvPr id="66" name="组合 65"/>
          <p:cNvGrpSpPr/>
          <p:nvPr/>
        </p:nvGrpSpPr>
        <p:grpSpPr>
          <a:xfrm>
            <a:off x="5122839" y="3851357"/>
            <a:ext cx="1895528" cy="2051554"/>
            <a:chOff x="3841627" y="2994281"/>
            <a:chExt cx="1422648" cy="1538934"/>
          </a:xfrm>
        </p:grpSpPr>
        <p:grpSp>
          <p:nvGrpSpPr>
            <p:cNvPr id="48165" name="组合 25"/>
            <p:cNvGrpSpPr/>
            <p:nvPr/>
          </p:nvGrpSpPr>
          <p:grpSpPr>
            <a:xfrm>
              <a:off x="3841627" y="3109812"/>
              <a:ext cx="1422648" cy="1423403"/>
              <a:chOff x="4855469" y="4413116"/>
              <a:chExt cx="1896863" cy="1897870"/>
            </a:xfrm>
          </p:grpSpPr>
          <p:sp>
            <p:nvSpPr>
              <p:cNvPr id="27" name="泪滴形 26"/>
              <p:cNvSpPr/>
              <p:nvPr/>
            </p:nvSpPr>
            <p:spPr>
              <a:xfrm rot="13500000" flipV="1">
                <a:off x="4854966" y="4413619"/>
                <a:ext cx="1897870" cy="1896863"/>
              </a:xfrm>
              <a:prstGeom prst="teardrop">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170" name="文本框 30"/>
              <p:cNvSpPr txBox="1">
                <a:spLocks noChangeArrowheads="1"/>
              </p:cNvSpPr>
              <p:nvPr/>
            </p:nvSpPr>
            <p:spPr bwMode="auto">
              <a:xfrm>
                <a:off x="5169771" y="4964934"/>
                <a:ext cx="1279639" cy="868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Nexa Light" pitchFamily="50" charset="0"/>
                    <a:ea typeface="微软雅黑" panose="020b0503020204020204" pitchFamily="34" charset="-122"/>
                  </a:defRPr>
                </a:lvl1pPr>
                <a:lvl2pPr marL="742950" indent="-285750">
                  <a:defRPr sz="1300">
                    <a:solidFill>
                      <a:schemeClr val="tx1"/>
                    </a:solidFill>
                    <a:latin typeface="Nexa Light" pitchFamily="50" charset="0"/>
                    <a:ea typeface="微软雅黑" panose="020b0503020204020204" pitchFamily="34" charset="-122"/>
                  </a:defRPr>
                </a:lvl2pPr>
                <a:lvl3pPr marL="1143000" indent="-228600">
                  <a:defRPr sz="1300">
                    <a:solidFill>
                      <a:schemeClr val="tx1"/>
                    </a:solidFill>
                    <a:latin typeface="Nexa Light" pitchFamily="50" charset="0"/>
                    <a:ea typeface="微软雅黑" panose="020b0503020204020204" pitchFamily="34" charset="-122"/>
                  </a:defRPr>
                </a:lvl3pPr>
                <a:lvl4pPr marL="1600200" indent="-228600">
                  <a:defRPr sz="1300">
                    <a:solidFill>
                      <a:schemeClr val="tx1"/>
                    </a:solidFill>
                    <a:latin typeface="Nexa Light" pitchFamily="50" charset="0"/>
                    <a:ea typeface="微软雅黑" panose="020b0503020204020204" pitchFamily="34" charset="-122"/>
                  </a:defRPr>
                </a:lvl4pPr>
                <a:lvl5pPr marL="2057400" indent="-228600">
                  <a:defRPr sz="1300">
                    <a:solidFill>
                      <a:schemeClr val="tx1"/>
                    </a:solidFill>
                    <a:latin typeface="Nexa Light" pitchFamily="50" charset="0"/>
                    <a:ea typeface="微软雅黑" panose="020b0503020204020204" pitchFamily="34" charset="-122"/>
                  </a:defRPr>
                </a:lvl5pPr>
                <a:lvl6pPr marL="25146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6pPr>
                <a:lvl7pPr marL="29718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7pPr>
                <a:lvl8pPr marL="34290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8pPr>
                <a:lvl9pPr marL="38862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9pPr>
              </a:lstStyle>
              <a:p>
                <a:pPr fontAlgn="base">
                  <a:lnSpc>
                    <a:spcPct val="120000"/>
                  </a:lnSpc>
                  <a:spcBef>
                    <a:spcPct val="0"/>
                  </a:spcBef>
                  <a:spcAft>
                    <a:spcPct val="0"/>
                  </a:spcAft>
                </a:pPr>
                <a:r>
                  <a:rPr lang="zh-CN" altLang="en-US" sz="1400">
                    <a:solidFill>
                      <a:schemeClr val="bg1"/>
                    </a:solidFill>
                    <a:latin typeface="+mn-lt"/>
                    <a:ea typeface="+mn-ea"/>
                    <a:cs typeface="+mn-ea"/>
                    <a:sym typeface="+mn-lt"/>
                  </a:rPr>
                  <a:t>您的内容打在这里，或者通过复制您文本</a:t>
                </a:r>
              </a:p>
            </p:txBody>
          </p:sp>
        </p:grpSp>
        <p:sp>
          <p:nvSpPr>
            <p:cNvPr id="52" name="Oval 2291"/>
            <p:cNvSpPr/>
            <p:nvPr/>
          </p:nvSpPr>
          <p:spPr>
            <a:xfrm>
              <a:off x="4333721" y="2994281"/>
              <a:ext cx="440048" cy="43981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316">
                <a:defRPr/>
              </a:pPr>
              <a:r>
                <a:rPr lang="en-AU" sz="3467">
                  <a:solidFill>
                    <a:prstClr val="white"/>
                  </a:solidFill>
                  <a:cs typeface="+mn-ea"/>
                  <a:sym typeface="+mn-lt"/>
                </a:rPr>
                <a:t></a:t>
              </a:r>
            </a:p>
          </p:txBody>
        </p:sp>
      </p:grpSp>
      <p:grpSp>
        <p:nvGrpSpPr>
          <p:cNvPr id="64" name="组合 63"/>
          <p:cNvGrpSpPr/>
          <p:nvPr/>
        </p:nvGrpSpPr>
        <p:grpSpPr>
          <a:xfrm>
            <a:off x="5122334" y="1167423"/>
            <a:ext cx="1896533" cy="1896533"/>
            <a:chOff x="3841249" y="980596"/>
            <a:chExt cx="1423403" cy="1423403"/>
          </a:xfrm>
        </p:grpSpPr>
        <p:sp>
          <p:nvSpPr>
            <p:cNvPr id="19" name="泪滴形 18"/>
            <p:cNvSpPr/>
            <p:nvPr/>
          </p:nvSpPr>
          <p:spPr>
            <a:xfrm rot="8100000">
              <a:off x="3841249" y="980596"/>
              <a:ext cx="1423403" cy="1423403"/>
            </a:xfrm>
            <a:prstGeom prst="teardrop">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164" name="文本框 22"/>
            <p:cNvSpPr txBox="1">
              <a:spLocks noChangeArrowheads="1"/>
            </p:cNvSpPr>
            <p:nvPr/>
          </p:nvSpPr>
          <p:spPr bwMode="auto">
            <a:xfrm>
              <a:off x="4070612" y="1636665"/>
              <a:ext cx="959729" cy="651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Nexa Light" pitchFamily="50" charset="0"/>
                  <a:ea typeface="微软雅黑" panose="020b0503020204020204" pitchFamily="34" charset="-122"/>
                </a:defRPr>
              </a:lvl1pPr>
              <a:lvl2pPr marL="742950" indent="-285750">
                <a:defRPr sz="1300">
                  <a:solidFill>
                    <a:schemeClr val="tx1"/>
                  </a:solidFill>
                  <a:latin typeface="Nexa Light" pitchFamily="50" charset="0"/>
                  <a:ea typeface="微软雅黑" panose="020b0503020204020204" pitchFamily="34" charset="-122"/>
                </a:defRPr>
              </a:lvl2pPr>
              <a:lvl3pPr marL="1143000" indent="-228600">
                <a:defRPr sz="1300">
                  <a:solidFill>
                    <a:schemeClr val="tx1"/>
                  </a:solidFill>
                  <a:latin typeface="Nexa Light" pitchFamily="50" charset="0"/>
                  <a:ea typeface="微软雅黑" panose="020b0503020204020204" pitchFamily="34" charset="-122"/>
                </a:defRPr>
              </a:lvl3pPr>
              <a:lvl4pPr marL="1600200" indent="-228600">
                <a:defRPr sz="1300">
                  <a:solidFill>
                    <a:schemeClr val="tx1"/>
                  </a:solidFill>
                  <a:latin typeface="Nexa Light" pitchFamily="50" charset="0"/>
                  <a:ea typeface="微软雅黑" panose="020b0503020204020204" pitchFamily="34" charset="-122"/>
                </a:defRPr>
              </a:lvl4pPr>
              <a:lvl5pPr marL="2057400" indent="-228600">
                <a:defRPr sz="1300">
                  <a:solidFill>
                    <a:schemeClr val="tx1"/>
                  </a:solidFill>
                  <a:latin typeface="Nexa Light" pitchFamily="50" charset="0"/>
                  <a:ea typeface="微软雅黑" panose="020b0503020204020204" pitchFamily="34" charset="-122"/>
                </a:defRPr>
              </a:lvl5pPr>
              <a:lvl6pPr marL="25146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6pPr>
              <a:lvl7pPr marL="29718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7pPr>
              <a:lvl8pPr marL="34290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8pPr>
              <a:lvl9pPr marL="38862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9pPr>
            </a:lstStyle>
            <a:p>
              <a:pPr fontAlgn="base">
                <a:lnSpc>
                  <a:spcPct val="120000"/>
                </a:lnSpc>
                <a:spcBef>
                  <a:spcPct val="0"/>
                </a:spcBef>
                <a:spcAft>
                  <a:spcPct val="0"/>
                </a:spcAft>
              </a:pPr>
              <a:r>
                <a:rPr lang="zh-CN" altLang="en-US" sz="1400">
                  <a:solidFill>
                    <a:schemeClr val="bg1"/>
                  </a:solidFill>
                  <a:latin typeface="+mn-lt"/>
                  <a:ea typeface="+mn-ea"/>
                  <a:cs typeface="+mn-ea"/>
                  <a:sym typeface="+mn-lt"/>
                </a:rPr>
                <a:t>您的内容打在这里，或者通过复制您文本</a:t>
              </a:r>
            </a:p>
          </p:txBody>
        </p:sp>
        <p:sp>
          <p:nvSpPr>
            <p:cNvPr id="54" name="Oval 2287"/>
            <p:cNvSpPr/>
            <p:nvPr/>
          </p:nvSpPr>
          <p:spPr>
            <a:xfrm>
              <a:off x="4311480" y="1104508"/>
              <a:ext cx="440048" cy="440048"/>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316">
                <a:defRPr/>
              </a:pPr>
              <a:r>
                <a:rPr lang="en-AU" sz="3467">
                  <a:solidFill>
                    <a:prstClr val="white"/>
                  </a:solidFill>
                  <a:cs typeface="+mn-ea"/>
                  <a:sym typeface="+mn-lt"/>
                </a:rPr>
                <a:t></a:t>
              </a:r>
              <a:endParaRPr lang="en-US" sz="3467">
                <a:solidFill>
                  <a:prstClr val="white"/>
                </a:solidFill>
                <a:cs typeface="+mn-ea"/>
                <a:sym typeface="+mn-lt"/>
              </a:endParaRPr>
            </a:p>
          </p:txBody>
        </p:sp>
      </p:grpSp>
      <p:grpSp>
        <p:nvGrpSpPr>
          <p:cNvPr id="65" name="组合 64"/>
          <p:cNvGrpSpPr/>
          <p:nvPr/>
        </p:nvGrpSpPr>
        <p:grpSpPr>
          <a:xfrm>
            <a:off x="6703781" y="2631862"/>
            <a:ext cx="1898058" cy="1897124"/>
            <a:chOff x="5028500" y="2078903"/>
            <a:chExt cx="1423403" cy="1423847"/>
          </a:xfrm>
        </p:grpSpPr>
        <p:grpSp>
          <p:nvGrpSpPr>
            <p:cNvPr id="48154" name="组合 34"/>
            <p:cNvGrpSpPr/>
            <p:nvPr/>
          </p:nvGrpSpPr>
          <p:grpSpPr>
            <a:xfrm>
              <a:off x="5028500" y="2078903"/>
              <a:ext cx="1423403" cy="1423847"/>
              <a:chOff x="6437967" y="3038570"/>
              <a:chExt cx="1897870" cy="1898461"/>
            </a:xfrm>
          </p:grpSpPr>
          <p:sp>
            <p:nvSpPr>
              <p:cNvPr id="36" name="泪滴形 35"/>
              <p:cNvSpPr/>
              <p:nvPr/>
            </p:nvSpPr>
            <p:spPr>
              <a:xfrm rot="8100000" flipV="1">
                <a:off x="6437967" y="3038570"/>
                <a:ext cx="1897870" cy="1898461"/>
              </a:xfrm>
              <a:prstGeom prst="teardrop">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159" name="文本框 39"/>
              <p:cNvSpPr txBox="1">
                <a:spLocks noChangeArrowheads="1"/>
              </p:cNvSpPr>
              <p:nvPr/>
            </p:nvSpPr>
            <p:spPr bwMode="auto">
              <a:xfrm>
                <a:off x="6440418" y="3601610"/>
                <a:ext cx="1323378" cy="868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Nexa Light" pitchFamily="50" charset="0"/>
                    <a:ea typeface="微软雅黑" panose="020b0503020204020204" pitchFamily="34" charset="-122"/>
                  </a:defRPr>
                </a:lvl1pPr>
                <a:lvl2pPr marL="742950" indent="-285750">
                  <a:defRPr sz="1300">
                    <a:solidFill>
                      <a:schemeClr val="tx1"/>
                    </a:solidFill>
                    <a:latin typeface="Nexa Light" pitchFamily="50" charset="0"/>
                    <a:ea typeface="微软雅黑" panose="020b0503020204020204" pitchFamily="34" charset="-122"/>
                  </a:defRPr>
                </a:lvl2pPr>
                <a:lvl3pPr marL="1143000" indent="-228600">
                  <a:defRPr sz="1300">
                    <a:solidFill>
                      <a:schemeClr val="tx1"/>
                    </a:solidFill>
                    <a:latin typeface="Nexa Light" pitchFamily="50" charset="0"/>
                    <a:ea typeface="微软雅黑" panose="020b0503020204020204" pitchFamily="34" charset="-122"/>
                  </a:defRPr>
                </a:lvl3pPr>
                <a:lvl4pPr marL="1600200" indent="-228600">
                  <a:defRPr sz="1300">
                    <a:solidFill>
                      <a:schemeClr val="tx1"/>
                    </a:solidFill>
                    <a:latin typeface="Nexa Light" pitchFamily="50" charset="0"/>
                    <a:ea typeface="微软雅黑" panose="020b0503020204020204" pitchFamily="34" charset="-122"/>
                  </a:defRPr>
                </a:lvl4pPr>
                <a:lvl5pPr marL="2057400" indent="-228600">
                  <a:defRPr sz="1300">
                    <a:solidFill>
                      <a:schemeClr val="tx1"/>
                    </a:solidFill>
                    <a:latin typeface="Nexa Light" pitchFamily="50" charset="0"/>
                    <a:ea typeface="微软雅黑" panose="020b0503020204020204" pitchFamily="34" charset="-122"/>
                  </a:defRPr>
                </a:lvl5pPr>
                <a:lvl6pPr marL="25146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6pPr>
                <a:lvl7pPr marL="29718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7pPr>
                <a:lvl8pPr marL="34290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8pPr>
                <a:lvl9pPr marL="3886200" indent="-228600" defTabSz="684213" fontAlgn="base">
                  <a:spcBef>
                    <a:spcPct val="0"/>
                  </a:spcBef>
                  <a:spcAft>
                    <a:spcPct val="0"/>
                  </a:spcAft>
                  <a:defRPr sz="1300">
                    <a:solidFill>
                      <a:schemeClr val="tx1"/>
                    </a:solidFill>
                    <a:latin typeface="Nexa Light" pitchFamily="50" charset="0"/>
                    <a:ea typeface="微软雅黑" panose="020b0503020204020204" pitchFamily="34" charset="-122"/>
                  </a:defRPr>
                </a:lvl9pPr>
              </a:lstStyle>
              <a:p>
                <a:pPr fontAlgn="base">
                  <a:lnSpc>
                    <a:spcPct val="120000"/>
                  </a:lnSpc>
                  <a:spcBef>
                    <a:spcPct val="0"/>
                  </a:spcBef>
                  <a:spcAft>
                    <a:spcPct val="0"/>
                  </a:spcAft>
                </a:pPr>
                <a:r>
                  <a:rPr lang="zh-CN" altLang="en-US" sz="1400">
                    <a:solidFill>
                      <a:schemeClr val="bg1"/>
                    </a:solidFill>
                    <a:latin typeface="+mn-lt"/>
                    <a:ea typeface="+mn-ea"/>
                    <a:cs typeface="+mn-ea"/>
                    <a:sym typeface="+mn-lt"/>
                  </a:rPr>
                  <a:t>您的内容打在这里，或者通过复制您文本</a:t>
                </a:r>
              </a:p>
            </p:txBody>
          </p:sp>
        </p:grpSp>
        <p:sp>
          <p:nvSpPr>
            <p:cNvPr id="55" name="Oval 2293"/>
            <p:cNvSpPr/>
            <p:nvPr/>
          </p:nvSpPr>
          <p:spPr>
            <a:xfrm>
              <a:off x="5956873" y="2566832"/>
              <a:ext cx="439695" cy="43845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316">
                <a:defRPr/>
              </a:pPr>
              <a:r>
                <a:rPr lang="en-AU" sz="3467">
                  <a:solidFill>
                    <a:prstClr val="white"/>
                  </a:solidFill>
                  <a:cs typeface="+mn-ea"/>
                  <a:sym typeface="+mn-lt"/>
                </a:rPr>
                <a:t></a:t>
              </a:r>
            </a:p>
          </p:txBody>
        </p:sp>
      </p:grpSp>
      <p:sp>
        <p:nvSpPr>
          <p:cNvPr id="56" name="Oval 2287"/>
          <p:cNvSpPr/>
          <p:nvPr/>
        </p:nvSpPr>
        <p:spPr bwMode="auto">
          <a:xfrm>
            <a:off x="4218518" y="1387556"/>
            <a:ext cx="469900" cy="469900"/>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cs typeface="+mn-ea"/>
              <a:sym typeface="+mn-lt"/>
            </a:endParaRPr>
          </a:p>
        </p:txBody>
      </p:sp>
      <p:sp>
        <p:nvSpPr>
          <p:cNvPr id="57" name="Oval 2289"/>
          <p:cNvSpPr/>
          <p:nvPr/>
        </p:nvSpPr>
        <p:spPr bwMode="auto">
          <a:xfrm>
            <a:off x="4212167" y="4717074"/>
            <a:ext cx="469900" cy="469901"/>
          </a:xfrm>
          <a:prstGeom prst="ellipse">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59" name="Oval 2293"/>
          <p:cNvSpPr/>
          <p:nvPr/>
        </p:nvSpPr>
        <p:spPr bwMode="auto">
          <a:xfrm>
            <a:off x="7482418" y="1379090"/>
            <a:ext cx="469900" cy="469900"/>
          </a:xfrm>
          <a:prstGeom prst="ellipse">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cs typeface="+mn-ea"/>
              <a:sym typeface="+mn-lt"/>
            </a:endParaRPr>
          </a:p>
        </p:txBody>
      </p:sp>
      <p:grpSp>
        <p:nvGrpSpPr>
          <p:cNvPr id="53" name="组合 52"/>
          <p:cNvGrpSpPr/>
          <p:nvPr/>
        </p:nvGrpSpPr>
        <p:grpSpPr>
          <a:xfrm>
            <a:off x="8036072" y="1299351"/>
            <a:ext cx="2790443" cy="976035"/>
            <a:chOff x="820148" y="2482576"/>
            <a:chExt cx="2790443" cy="976035"/>
          </a:xfrm>
        </p:grpSpPr>
        <p:sp>
          <p:nvSpPr>
            <p:cNvPr id="68" name="文本框 67"/>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69" name="文本框 68"/>
            <p:cNvSpPr txBox="1"/>
            <p:nvPr/>
          </p:nvSpPr>
          <p:spPr>
            <a:xfrm>
              <a:off x="820148" y="2935391"/>
              <a:ext cx="2790443"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70" name="组合 69"/>
          <p:cNvGrpSpPr/>
          <p:nvPr/>
        </p:nvGrpSpPr>
        <p:grpSpPr>
          <a:xfrm>
            <a:off x="8036072" y="4632672"/>
            <a:ext cx="2790443" cy="976035"/>
            <a:chOff x="820148" y="2482576"/>
            <a:chExt cx="2790443" cy="976035"/>
          </a:xfrm>
        </p:grpSpPr>
        <p:sp>
          <p:nvSpPr>
            <p:cNvPr id="71" name="文本框 70"/>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72" name="文本框 71"/>
            <p:cNvSpPr txBox="1"/>
            <p:nvPr/>
          </p:nvSpPr>
          <p:spPr>
            <a:xfrm>
              <a:off x="820148" y="2935391"/>
              <a:ext cx="2790443"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73" name="组合 72"/>
          <p:cNvGrpSpPr/>
          <p:nvPr/>
        </p:nvGrpSpPr>
        <p:grpSpPr>
          <a:xfrm>
            <a:off x="1336795" y="1299351"/>
            <a:ext cx="2790443" cy="976035"/>
            <a:chOff x="820148" y="2482576"/>
            <a:chExt cx="2790443" cy="976035"/>
          </a:xfrm>
        </p:grpSpPr>
        <p:sp>
          <p:nvSpPr>
            <p:cNvPr id="74" name="文本框 73"/>
            <p:cNvSpPr txBox="1"/>
            <p:nvPr/>
          </p:nvSpPr>
          <p:spPr>
            <a:xfrm>
              <a:off x="1989634" y="2482576"/>
              <a:ext cx="1620957" cy="523220"/>
            </a:xfrm>
            <a:prstGeom prst="rect">
              <a:avLst/>
            </a:prstGeom>
            <a:noFill/>
          </p:spPr>
          <p:txBody>
            <a:bodyPr wrap="none" rtlCol="0">
              <a:spAutoFit/>
            </a:bodyPr>
            <a:lstStyle/>
            <a:p>
              <a:pPr algn="r" eaLnBrk="0" hangingPunct="0">
                <a:defRPr/>
              </a:pPr>
              <a:r>
                <a:rPr lang="zh-CN" altLang="en-US" sz="2800">
                  <a:cs typeface="+mn-ea"/>
                  <a:sym typeface="+mn-lt"/>
                </a:rPr>
                <a:t>添加标题</a:t>
              </a:r>
              <a:endParaRPr lang="en-US" altLang="zh-CN" sz="2800">
                <a:cs typeface="+mn-ea"/>
                <a:sym typeface="+mn-lt"/>
              </a:endParaRPr>
            </a:p>
          </p:txBody>
        </p:sp>
        <p:sp>
          <p:nvSpPr>
            <p:cNvPr id="75" name="文本框 74"/>
            <p:cNvSpPr txBox="1"/>
            <p:nvPr/>
          </p:nvSpPr>
          <p:spPr>
            <a:xfrm>
              <a:off x="820148" y="2935391"/>
              <a:ext cx="2790443" cy="523220"/>
            </a:xfrm>
            <a:prstGeom prst="rect">
              <a:avLst/>
            </a:prstGeom>
            <a:noFill/>
          </p:spPr>
          <p:txBody>
            <a:bodyPr wrap="square" rtlCol="0">
              <a:spAutoFit/>
            </a:bodyPr>
            <a:lstStyle/>
            <a:p>
              <a:pPr algn="r"/>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76" name="组合 75"/>
          <p:cNvGrpSpPr/>
          <p:nvPr/>
        </p:nvGrpSpPr>
        <p:grpSpPr>
          <a:xfrm>
            <a:off x="1336795" y="4632672"/>
            <a:ext cx="2790443" cy="976035"/>
            <a:chOff x="820148" y="2482576"/>
            <a:chExt cx="2790443" cy="976035"/>
          </a:xfrm>
        </p:grpSpPr>
        <p:sp>
          <p:nvSpPr>
            <p:cNvPr id="77" name="文本框 76"/>
            <p:cNvSpPr txBox="1"/>
            <p:nvPr/>
          </p:nvSpPr>
          <p:spPr>
            <a:xfrm>
              <a:off x="1989634" y="2482576"/>
              <a:ext cx="1620957" cy="523220"/>
            </a:xfrm>
            <a:prstGeom prst="rect">
              <a:avLst/>
            </a:prstGeom>
            <a:noFill/>
          </p:spPr>
          <p:txBody>
            <a:bodyPr wrap="none" rtlCol="0">
              <a:spAutoFit/>
            </a:bodyPr>
            <a:lstStyle/>
            <a:p>
              <a:pPr algn="r" eaLnBrk="0" hangingPunct="0">
                <a:defRPr/>
              </a:pPr>
              <a:r>
                <a:rPr lang="zh-CN" altLang="en-US" sz="2800">
                  <a:cs typeface="+mn-ea"/>
                  <a:sym typeface="+mn-lt"/>
                </a:rPr>
                <a:t>添加标题</a:t>
              </a:r>
              <a:endParaRPr lang="en-US" altLang="zh-CN" sz="2800">
                <a:cs typeface="+mn-ea"/>
                <a:sym typeface="+mn-lt"/>
              </a:endParaRPr>
            </a:p>
          </p:txBody>
        </p:sp>
        <p:sp>
          <p:nvSpPr>
            <p:cNvPr id="78" name="文本框 77"/>
            <p:cNvSpPr txBox="1"/>
            <p:nvPr/>
          </p:nvSpPr>
          <p:spPr>
            <a:xfrm>
              <a:off x="820148" y="2935391"/>
              <a:ext cx="2790443" cy="523220"/>
            </a:xfrm>
            <a:prstGeom prst="rect">
              <a:avLst/>
            </a:prstGeom>
            <a:noFill/>
          </p:spPr>
          <p:txBody>
            <a:bodyPr wrap="square" rtlCol="0">
              <a:spAutoFit/>
            </a:bodyPr>
            <a:lstStyle/>
            <a:p>
              <a:pPr algn="r"/>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86" name="组合 85"/>
          <p:cNvGrpSpPr/>
          <p:nvPr/>
        </p:nvGrpSpPr>
        <p:grpSpPr>
          <a:xfrm>
            <a:off x="270670" y="143324"/>
            <a:ext cx="3530602" cy="656435"/>
            <a:chOff x="270670" y="143324"/>
            <a:chExt cx="3530602" cy="656435"/>
          </a:xfrm>
        </p:grpSpPr>
        <p:grpSp>
          <p:nvGrpSpPr>
            <p:cNvPr id="87" name="组合 86"/>
            <p:cNvGrpSpPr/>
            <p:nvPr/>
          </p:nvGrpSpPr>
          <p:grpSpPr>
            <a:xfrm rot="16200000">
              <a:off x="279666" y="181091"/>
              <a:ext cx="596991" cy="614984"/>
              <a:chOff x="315186" y="9489"/>
              <a:chExt cx="1252592" cy="1290343"/>
            </a:xfrm>
          </p:grpSpPr>
          <p:sp>
            <p:nvSpPr>
              <p:cNvPr id="91" name="圆角矩形 90"/>
              <p:cNvSpPr/>
              <p:nvPr/>
            </p:nvSpPr>
            <p:spPr>
              <a:xfrm rot="18900000">
                <a:off x="315186" y="9489"/>
                <a:ext cx="1252592" cy="539672"/>
              </a:xfrm>
              <a:prstGeom prst="roundRect">
                <a:avLst>
                  <a:gd name="adj" fmla="val 12668"/>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2" name="圆角矩形 91"/>
              <p:cNvSpPr/>
              <p:nvPr/>
            </p:nvSpPr>
            <p:spPr>
              <a:xfrm rot="2700000">
                <a:off x="874702" y="766822"/>
                <a:ext cx="533010" cy="533010"/>
              </a:xfrm>
              <a:prstGeom prst="roundRect">
                <a:avLst>
                  <a:gd name="adj" fmla="val 14919"/>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88" name="组合 87"/>
            <p:cNvGrpSpPr/>
            <p:nvPr/>
          </p:nvGrpSpPr>
          <p:grpSpPr>
            <a:xfrm>
              <a:off x="1004038" y="143324"/>
              <a:ext cx="2797234" cy="656435"/>
              <a:chOff x="716110" y="187653"/>
              <a:chExt cx="2797234" cy="656435"/>
            </a:xfrm>
          </p:grpSpPr>
          <p:sp>
            <p:nvSpPr>
              <p:cNvPr id="89" name="文本框 88"/>
              <p:cNvSpPr txBox="1"/>
              <p:nvPr/>
            </p:nvSpPr>
            <p:spPr>
              <a:xfrm>
                <a:off x="716110" y="187653"/>
                <a:ext cx="2713695" cy="438582"/>
              </a:xfrm>
              <a:prstGeom prst="rect">
                <a:avLst/>
              </a:prstGeom>
              <a:noFill/>
            </p:spPr>
            <p:txBody>
              <a:bodyPr wrap="square" lIns="68580" tIns="34290" rIns="68580" bIns="34290" rtlCol="0">
                <a:spAutoFit/>
              </a:bodyPr>
              <a:lstStyle/>
              <a:p>
                <a:pPr defTabSz="685800"/>
                <a:r>
                  <a:rPr lang="zh-CN" altLang="en-US" sz="2400">
                    <a:solidFill>
                      <a:schemeClr val="tx1">
                        <a:lumMod val="65000"/>
                        <a:lumOff val="35000"/>
                      </a:schemeClr>
                    </a:solidFill>
                    <a:cs typeface="+mn-ea"/>
                    <a:sym typeface="+mn-lt"/>
                  </a:rPr>
                  <a:t>单击输入标题内容</a:t>
                </a:r>
                <a:endParaRPr lang="zh-CN" altLang="en-US" sz="2400">
                  <a:solidFill>
                    <a:schemeClr val="tx1">
                      <a:lumMod val="65000"/>
                      <a:lumOff val="35000"/>
                    </a:schemeClr>
                  </a:solidFill>
                  <a:cs typeface="+mn-ea"/>
                  <a:sym typeface="+mn-lt"/>
                </a:endParaRPr>
              </a:p>
            </p:txBody>
          </p:sp>
          <p:sp>
            <p:nvSpPr>
              <p:cNvPr id="90" name="文本框 89"/>
              <p:cNvSpPr txBox="1"/>
              <p:nvPr/>
            </p:nvSpPr>
            <p:spPr>
              <a:xfrm>
                <a:off x="716110" y="553111"/>
                <a:ext cx="2797234" cy="290977"/>
              </a:xfrm>
              <a:prstGeom prst="rect">
                <a:avLst/>
              </a:prstGeom>
              <a:noFill/>
            </p:spPr>
            <p:txBody>
              <a:bodyPr wrap="square" rtlCol="0">
                <a:spAutoFit/>
              </a:bodyPr>
              <a:lstStyle/>
              <a:p>
                <a:pPr>
                  <a:lnSpc>
                    <a:spcPct val="130000"/>
                  </a:lnSpc>
                </a:pPr>
                <a:r>
                  <a:rPr lang="en-US" altLang="zh-CN" sz="1100">
                    <a:solidFill>
                      <a:schemeClr val="tx1">
                        <a:lumMod val="50000"/>
                        <a:lumOff val="50000"/>
                      </a:schemeClr>
                    </a:solidFill>
                    <a:cs typeface="+mn-ea"/>
                    <a:sym typeface="+mn-lt"/>
                  </a:rPr>
                  <a:t>Add You Text Here Add You Text Here</a:t>
                </a:r>
              </a:p>
            </p:txBody>
          </p:sp>
        </p:grpSp>
      </p:grpSp>
    </p:spTree>
    <p:extLst>
      <p:ext uri="{BB962C8B-B14F-4D97-AF65-F5344CB8AC3E}">
        <p14:creationId xmlns:p14="http://schemas.microsoft.com/office/powerpoint/2010/main" val="4057779641"/>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64"/>
                                        </p:tgtEl>
                                        <p:attrNameLst>
                                          <p:attrName>style.visibility</p:attrName>
                                        </p:attrNameLst>
                                      </p:cBhvr>
                                      <p:to>
                                        <p:strVal val="visible"/>
                                      </p:to>
                                    </p:set>
                                    <p:anim calcmode="lin" valueType="num">
                                      <p:cBhvr additive="base">
                                        <p:cTn id="7" dur="500" fill="hold"/>
                                        <p:tgtEl>
                                          <p:spTgt spid="64"/>
                                        </p:tgtEl>
                                        <p:attrNameLst>
                                          <p:attrName>ppt_x</p:attrName>
                                        </p:attrNameLst>
                                      </p:cBhvr>
                                      <p:tavLst>
                                        <p:tav tm="0">
                                          <p:val>
                                            <p:strVal val="#ppt_x"/>
                                          </p:val>
                                        </p:tav>
                                        <p:tav tm="100000">
                                          <p:val>
                                            <p:strVal val="#ppt_x"/>
                                          </p:val>
                                        </p:tav>
                                      </p:tavLst>
                                    </p:anim>
                                    <p:anim calcmode="lin" valueType="num">
                                      <p:cBhvr additive="base">
                                        <p:cTn id="8" dur="500" fill="hold"/>
                                        <p:tgtEl>
                                          <p:spTgt spid="64"/>
                                        </p:tgtEl>
                                        <p:attrNameLst>
                                          <p:attrName>ppt_y</p:attrName>
                                        </p:attrNameLst>
                                      </p:cBhvr>
                                      <p:tavLst>
                                        <p:tav tm="0">
                                          <p:val>
                                            <p:strVal val="0-#ppt_h/2"/>
                                          </p:val>
                                        </p:tav>
                                        <p:tav tm="100000">
                                          <p:val>
                                            <p:strVal val="#ppt_y"/>
                                          </p:val>
                                        </p:tav>
                                      </p:tavLst>
                                    </p:anim>
                                  </p:childTnLst>
                                </p:cTn>
                              </p:par>
                              <p:par>
                                <p:cTn id="9" presetID="2" presetClass="entr" presetSubtype="4" decel="100000" fill="hold" nodeType="withEffect">
                                  <p:stCondLst>
                                    <p:cond delay="100"/>
                                  </p:stCondLst>
                                  <p:childTnLst>
                                    <p:set>
                                      <p:cBhvr>
                                        <p:cTn id="10" dur="1" fill="hold">
                                          <p:stCondLst>
                                            <p:cond delay="0"/>
                                          </p:stCondLst>
                                        </p:cTn>
                                        <p:tgtEl>
                                          <p:spTgt spid="66"/>
                                        </p:tgtEl>
                                        <p:attrNameLst>
                                          <p:attrName>style.visibility</p:attrName>
                                        </p:attrNameLst>
                                      </p:cBhvr>
                                      <p:to>
                                        <p:strVal val="visible"/>
                                      </p:to>
                                    </p:set>
                                    <p:anim calcmode="lin" valueType="num">
                                      <p:cBhvr additive="base">
                                        <p:cTn id="11" dur="500" fill="hold"/>
                                        <p:tgtEl>
                                          <p:spTgt spid="66"/>
                                        </p:tgtEl>
                                        <p:attrNameLst>
                                          <p:attrName>ppt_x</p:attrName>
                                        </p:attrNameLst>
                                      </p:cBhvr>
                                      <p:tavLst>
                                        <p:tav tm="0">
                                          <p:val>
                                            <p:strVal val="#ppt_x"/>
                                          </p:val>
                                        </p:tav>
                                        <p:tav tm="100000">
                                          <p:val>
                                            <p:strVal val="#ppt_x"/>
                                          </p:val>
                                        </p:tav>
                                      </p:tavLst>
                                    </p:anim>
                                    <p:anim calcmode="lin" valueType="num">
                                      <p:cBhvr additive="base">
                                        <p:cTn id="12" dur="500" fill="hold"/>
                                        <p:tgtEl>
                                          <p:spTgt spid="66"/>
                                        </p:tgtEl>
                                        <p:attrNameLst>
                                          <p:attrName>ppt_y</p:attrName>
                                        </p:attrNameLst>
                                      </p:cBhvr>
                                      <p:tavLst>
                                        <p:tav tm="0">
                                          <p:val>
                                            <p:strVal val="1+#ppt_h/2"/>
                                          </p:val>
                                        </p:tav>
                                        <p:tav tm="100000">
                                          <p:val>
                                            <p:strVal val="#ppt_y"/>
                                          </p:val>
                                        </p:tav>
                                      </p:tavLst>
                                    </p:anim>
                                  </p:childTnLst>
                                </p:cTn>
                              </p:par>
                              <p:par>
                                <p:cTn id="13" presetID="2" presetClass="entr" presetSubtype="2" decel="100000" fill="hold" nodeType="withEffect">
                                  <p:stCondLst>
                                    <p:cond delay="200"/>
                                  </p:stCondLst>
                                  <p:childTnLst>
                                    <p:set>
                                      <p:cBhvr>
                                        <p:cTn id="14" dur="1" fill="hold">
                                          <p:stCondLst>
                                            <p:cond delay="0"/>
                                          </p:stCondLst>
                                        </p:cTn>
                                        <p:tgtEl>
                                          <p:spTgt spid="65"/>
                                        </p:tgtEl>
                                        <p:attrNameLst>
                                          <p:attrName>style.visibility</p:attrName>
                                        </p:attrNameLst>
                                      </p:cBhvr>
                                      <p:to>
                                        <p:strVal val="visible"/>
                                      </p:to>
                                    </p:set>
                                    <p:anim calcmode="lin" valueType="num">
                                      <p:cBhvr additive="base">
                                        <p:cTn id="15" dur="500" fill="hold"/>
                                        <p:tgtEl>
                                          <p:spTgt spid="65"/>
                                        </p:tgtEl>
                                        <p:attrNameLst>
                                          <p:attrName>ppt_x</p:attrName>
                                        </p:attrNameLst>
                                      </p:cBhvr>
                                      <p:tavLst>
                                        <p:tav tm="0">
                                          <p:val>
                                            <p:strVal val="1+#ppt_w/2"/>
                                          </p:val>
                                        </p:tav>
                                        <p:tav tm="100000">
                                          <p:val>
                                            <p:strVal val="#ppt_x"/>
                                          </p:val>
                                        </p:tav>
                                      </p:tavLst>
                                    </p:anim>
                                    <p:anim calcmode="lin" valueType="num">
                                      <p:cBhvr additive="base">
                                        <p:cTn id="16" dur="500" fill="hold"/>
                                        <p:tgtEl>
                                          <p:spTgt spid="65"/>
                                        </p:tgtEl>
                                        <p:attrNameLst>
                                          <p:attrName>ppt_y</p:attrName>
                                        </p:attrNameLst>
                                      </p:cBhvr>
                                      <p:tavLst>
                                        <p:tav tm="0">
                                          <p:val>
                                            <p:strVal val="#ppt_y"/>
                                          </p:val>
                                        </p:tav>
                                        <p:tav tm="100000">
                                          <p:val>
                                            <p:strVal val="#ppt_y"/>
                                          </p:val>
                                        </p:tav>
                                      </p:tavLst>
                                    </p:anim>
                                  </p:childTnLst>
                                </p:cTn>
                              </p:par>
                              <p:par>
                                <p:cTn id="17" presetID="2" presetClass="entr" presetSubtype="8" decel="100000" fill="hold" nodeType="withEffect">
                                  <p:stCondLst>
                                    <p:cond delay="300"/>
                                  </p:stCondLst>
                                  <p:childTnLst>
                                    <p:set>
                                      <p:cBhvr>
                                        <p:cTn id="18" dur="1" fill="hold">
                                          <p:stCondLst>
                                            <p:cond delay="0"/>
                                          </p:stCondLst>
                                        </p:cTn>
                                        <p:tgtEl>
                                          <p:spTgt spid="67"/>
                                        </p:tgtEl>
                                        <p:attrNameLst>
                                          <p:attrName>style.visibility</p:attrName>
                                        </p:attrNameLst>
                                      </p:cBhvr>
                                      <p:to>
                                        <p:strVal val="visible"/>
                                      </p:to>
                                    </p:set>
                                    <p:anim calcmode="lin" valueType="num">
                                      <p:cBhvr additive="base">
                                        <p:cTn id="19" dur="500" fill="hold"/>
                                        <p:tgtEl>
                                          <p:spTgt spid="67"/>
                                        </p:tgtEl>
                                        <p:attrNameLst>
                                          <p:attrName>ppt_x</p:attrName>
                                        </p:attrNameLst>
                                      </p:cBhvr>
                                      <p:tavLst>
                                        <p:tav tm="0">
                                          <p:val>
                                            <p:strVal val="0-#ppt_w/2"/>
                                          </p:val>
                                        </p:tav>
                                        <p:tav tm="100000">
                                          <p:val>
                                            <p:strVal val="#ppt_x"/>
                                          </p:val>
                                        </p:tav>
                                      </p:tavLst>
                                    </p:anim>
                                    <p:anim calcmode="lin" valueType="num">
                                      <p:cBhvr additive="base">
                                        <p:cTn id="20" dur="500" fill="hold"/>
                                        <p:tgtEl>
                                          <p:spTgt spid="67"/>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1100"/>
                            </p:stCondLst>
                            <p:childTnLst>
                              <p:par>
                                <p:cTn id="22" presetID="2" presetClass="entr" presetSubtype="8" fill="hold" nodeType="afterEffect">
                                  <p:stCondLst>
                                    <p:cond delay="0"/>
                                  </p:stCondLst>
                                  <p:childTnLst>
                                    <p:set>
                                      <p:cBhvr>
                                        <p:cTn id="23" dur="1" fill="hold">
                                          <p:stCondLst>
                                            <p:cond delay="0"/>
                                          </p:stCondLst>
                                        </p:cTn>
                                        <p:tgtEl>
                                          <p:spTgt spid="53"/>
                                        </p:tgtEl>
                                        <p:attrNameLst>
                                          <p:attrName>style.visibility</p:attrName>
                                        </p:attrNameLst>
                                      </p:cBhvr>
                                      <p:to>
                                        <p:strVal val="visible"/>
                                      </p:to>
                                    </p:set>
                                    <p:anim calcmode="lin" valueType="num">
                                      <p:cBhvr additive="base">
                                        <p:cTn id="24" dur="500" fill="hold"/>
                                        <p:tgtEl>
                                          <p:spTgt spid="53"/>
                                        </p:tgtEl>
                                        <p:attrNameLst>
                                          <p:attrName>ppt_x</p:attrName>
                                        </p:attrNameLst>
                                      </p:cBhvr>
                                      <p:tavLst>
                                        <p:tav tm="0">
                                          <p:val>
                                            <p:strVal val="0-#ppt_w/2"/>
                                          </p:val>
                                        </p:tav>
                                        <p:tav tm="100000">
                                          <p:val>
                                            <p:strVal val="#ppt_x"/>
                                          </p:val>
                                        </p:tav>
                                      </p:tavLst>
                                    </p:anim>
                                    <p:anim calcmode="lin" valueType="num">
                                      <p:cBhvr additive="base">
                                        <p:cTn id="25" dur="500" fill="hold"/>
                                        <p:tgtEl>
                                          <p:spTgt spid="53"/>
                                        </p:tgtEl>
                                        <p:attrNameLst>
                                          <p:attrName>ppt_y</p:attrName>
                                        </p:attrNameLst>
                                      </p:cBhvr>
                                      <p:tavLst>
                                        <p:tav tm="0">
                                          <p:val>
                                            <p:strVal val="#ppt_y"/>
                                          </p:val>
                                        </p:tav>
                                        <p:tav tm="100000">
                                          <p:val>
                                            <p:strVal val="#ppt_y"/>
                                          </p:val>
                                        </p:tav>
                                      </p:tavLst>
                                    </p:anim>
                                  </p:childTnLst>
                                </p:cTn>
                              </p:par>
                              <p:par>
                                <p:cTn id="26" presetID="2" presetClass="entr" presetSubtype="8" fill="hold" nodeType="withEffect">
                                  <p:stCondLst>
                                    <p:cond delay="0"/>
                                  </p:stCondLst>
                                  <p:childTnLst>
                                    <p:set>
                                      <p:cBhvr>
                                        <p:cTn id="27" dur="1" fill="hold">
                                          <p:stCondLst>
                                            <p:cond delay="0"/>
                                          </p:stCondLst>
                                        </p:cTn>
                                        <p:tgtEl>
                                          <p:spTgt spid="70"/>
                                        </p:tgtEl>
                                        <p:attrNameLst>
                                          <p:attrName>style.visibility</p:attrName>
                                        </p:attrNameLst>
                                      </p:cBhvr>
                                      <p:to>
                                        <p:strVal val="visible"/>
                                      </p:to>
                                    </p:set>
                                    <p:anim calcmode="lin" valueType="num">
                                      <p:cBhvr additive="base">
                                        <p:cTn id="28" dur="500" fill="hold"/>
                                        <p:tgtEl>
                                          <p:spTgt spid="70"/>
                                        </p:tgtEl>
                                        <p:attrNameLst>
                                          <p:attrName>ppt_x</p:attrName>
                                        </p:attrNameLst>
                                      </p:cBhvr>
                                      <p:tavLst>
                                        <p:tav tm="0">
                                          <p:val>
                                            <p:strVal val="0-#ppt_w/2"/>
                                          </p:val>
                                        </p:tav>
                                        <p:tav tm="100000">
                                          <p:val>
                                            <p:strVal val="#ppt_x"/>
                                          </p:val>
                                        </p:tav>
                                      </p:tavLst>
                                    </p:anim>
                                    <p:anim calcmode="lin" valueType="num">
                                      <p:cBhvr additive="base">
                                        <p:cTn id="29" dur="500" fill="hold"/>
                                        <p:tgtEl>
                                          <p:spTgt spid="70"/>
                                        </p:tgtEl>
                                        <p:attrNameLst>
                                          <p:attrName>ppt_y</p:attrName>
                                        </p:attrNameLst>
                                      </p:cBhvr>
                                      <p:tavLst>
                                        <p:tav tm="0">
                                          <p:val>
                                            <p:strVal val="#ppt_y"/>
                                          </p:val>
                                        </p:tav>
                                        <p:tav tm="100000">
                                          <p:val>
                                            <p:strVal val="#ppt_y"/>
                                          </p:val>
                                        </p:tav>
                                      </p:tavLst>
                                    </p:anim>
                                  </p:childTnLst>
                                </p:cTn>
                              </p:par>
                              <p:par>
                                <p:cTn id="30" presetID="2" presetClass="entr" presetSubtype="2" fill="hold" nodeType="withEffect">
                                  <p:stCondLst>
                                    <p:cond delay="0"/>
                                  </p:stCondLst>
                                  <p:childTnLst>
                                    <p:set>
                                      <p:cBhvr>
                                        <p:cTn id="31" dur="1" fill="hold">
                                          <p:stCondLst>
                                            <p:cond delay="0"/>
                                          </p:stCondLst>
                                        </p:cTn>
                                        <p:tgtEl>
                                          <p:spTgt spid="73"/>
                                        </p:tgtEl>
                                        <p:attrNameLst>
                                          <p:attrName>style.visibility</p:attrName>
                                        </p:attrNameLst>
                                      </p:cBhvr>
                                      <p:to>
                                        <p:strVal val="visible"/>
                                      </p:to>
                                    </p:set>
                                    <p:anim calcmode="lin" valueType="num">
                                      <p:cBhvr additive="base">
                                        <p:cTn id="32" dur="500" fill="hold"/>
                                        <p:tgtEl>
                                          <p:spTgt spid="73"/>
                                        </p:tgtEl>
                                        <p:attrNameLst>
                                          <p:attrName>ppt_x</p:attrName>
                                        </p:attrNameLst>
                                      </p:cBhvr>
                                      <p:tavLst>
                                        <p:tav tm="0">
                                          <p:val>
                                            <p:strVal val="1+#ppt_w/2"/>
                                          </p:val>
                                        </p:tav>
                                        <p:tav tm="100000">
                                          <p:val>
                                            <p:strVal val="#ppt_x"/>
                                          </p:val>
                                        </p:tav>
                                      </p:tavLst>
                                    </p:anim>
                                    <p:anim calcmode="lin" valueType="num">
                                      <p:cBhvr additive="base">
                                        <p:cTn id="33" dur="500" fill="hold"/>
                                        <p:tgtEl>
                                          <p:spTgt spid="73"/>
                                        </p:tgtEl>
                                        <p:attrNameLst>
                                          <p:attrName>ppt_y</p:attrName>
                                        </p:attrNameLst>
                                      </p:cBhvr>
                                      <p:tavLst>
                                        <p:tav tm="0">
                                          <p:val>
                                            <p:strVal val="#ppt_y"/>
                                          </p:val>
                                        </p:tav>
                                        <p:tav tm="100000">
                                          <p:val>
                                            <p:strVal val="#ppt_y"/>
                                          </p:val>
                                        </p:tav>
                                      </p:tavLst>
                                    </p:anim>
                                  </p:childTnLst>
                                </p:cTn>
                              </p:par>
                              <p:par>
                                <p:cTn id="34" presetID="2" presetClass="entr" presetSubtype="2" fill="hold" nodeType="withEffect">
                                  <p:stCondLst>
                                    <p:cond delay="0"/>
                                  </p:stCondLst>
                                  <p:childTnLst>
                                    <p:set>
                                      <p:cBhvr>
                                        <p:cTn id="35" dur="1" fill="hold">
                                          <p:stCondLst>
                                            <p:cond delay="0"/>
                                          </p:stCondLst>
                                        </p:cTn>
                                        <p:tgtEl>
                                          <p:spTgt spid="76"/>
                                        </p:tgtEl>
                                        <p:attrNameLst>
                                          <p:attrName>style.visibility</p:attrName>
                                        </p:attrNameLst>
                                      </p:cBhvr>
                                      <p:to>
                                        <p:strVal val="visible"/>
                                      </p:to>
                                    </p:set>
                                    <p:anim calcmode="lin" valueType="num">
                                      <p:cBhvr additive="base">
                                        <p:cTn id="36" dur="500" fill="hold"/>
                                        <p:tgtEl>
                                          <p:spTgt spid="76"/>
                                        </p:tgtEl>
                                        <p:attrNameLst>
                                          <p:attrName>ppt_x</p:attrName>
                                        </p:attrNameLst>
                                      </p:cBhvr>
                                      <p:tavLst>
                                        <p:tav tm="0">
                                          <p:val>
                                            <p:strVal val="1+#ppt_w/2"/>
                                          </p:val>
                                        </p:tav>
                                        <p:tav tm="100000">
                                          <p:val>
                                            <p:strVal val="#ppt_x"/>
                                          </p:val>
                                        </p:tav>
                                      </p:tavLst>
                                    </p:anim>
                                    <p:anim calcmode="lin" valueType="num">
                                      <p:cBhvr additive="base">
                                        <p:cTn id="37" dur="500" fill="hold"/>
                                        <p:tgtEl>
                                          <p:spTgt spid="76"/>
                                        </p:tgtEl>
                                        <p:attrNameLst>
                                          <p:attrName>ppt_y</p:attrName>
                                        </p:attrNameLst>
                                      </p:cBhvr>
                                      <p:tavLst>
                                        <p:tav tm="0">
                                          <p:val>
                                            <p:strVal val="#ppt_y"/>
                                          </p:val>
                                        </p:tav>
                                        <p:tav tm="100000">
                                          <p:val>
                                            <p:strVal val="#ppt_y"/>
                                          </p:val>
                                        </p:tav>
                                      </p:tavLst>
                                    </p:anim>
                                  </p:childTnLst>
                                </p:cTn>
                              </p:par>
                              <p:par>
                                <p:cTn id="38" presetID="10" presetClass="entr" presetSubtype="0" fill="hold" grpId="0" nodeType="withEffect">
                                  <p:stCondLst>
                                    <p:cond delay="250"/>
                                  </p:stCondLst>
                                  <p:childTnLst>
                                    <p:set>
                                      <p:cBhvr>
                                        <p:cTn id="39" dur="1" fill="hold">
                                          <p:stCondLst>
                                            <p:cond delay="0"/>
                                          </p:stCondLst>
                                        </p:cTn>
                                        <p:tgtEl>
                                          <p:spTgt spid="56"/>
                                        </p:tgtEl>
                                        <p:attrNameLst>
                                          <p:attrName>style.visibility</p:attrName>
                                        </p:attrNameLst>
                                      </p:cBhvr>
                                      <p:to>
                                        <p:strVal val="visible"/>
                                      </p:to>
                                    </p:set>
                                    <p:animEffect transition="in" filter="fade">
                                      <p:cBhvr>
                                        <p:cTn id="40" dur="500"/>
                                        <p:tgtEl>
                                          <p:spTgt spid="56"/>
                                        </p:tgtEl>
                                      </p:cBhvr>
                                    </p:animEffect>
                                  </p:childTnLst>
                                </p:cTn>
                              </p:par>
                              <p:par>
                                <p:cTn id="41" presetID="10" presetClass="entr" presetSubtype="0" fill="hold" grpId="0" nodeType="withEffect">
                                  <p:stCondLst>
                                    <p:cond delay="250"/>
                                  </p:stCondLst>
                                  <p:childTnLst>
                                    <p:set>
                                      <p:cBhvr>
                                        <p:cTn id="42" dur="1" fill="hold">
                                          <p:stCondLst>
                                            <p:cond delay="0"/>
                                          </p:stCondLst>
                                        </p:cTn>
                                        <p:tgtEl>
                                          <p:spTgt spid="59"/>
                                        </p:tgtEl>
                                        <p:attrNameLst>
                                          <p:attrName>style.visibility</p:attrName>
                                        </p:attrNameLst>
                                      </p:cBhvr>
                                      <p:to>
                                        <p:strVal val="visible"/>
                                      </p:to>
                                    </p:set>
                                    <p:animEffect transition="in" filter="fade">
                                      <p:cBhvr>
                                        <p:cTn id="43" dur="500"/>
                                        <p:tgtEl>
                                          <p:spTgt spid="59"/>
                                        </p:tgtEl>
                                      </p:cBhvr>
                                    </p:animEffect>
                                  </p:childTnLst>
                                </p:cTn>
                              </p:par>
                              <p:par>
                                <p:cTn id="44" presetID="10" presetClass="entr" presetSubtype="0" fill="hold" grpId="0" nodeType="withEffect">
                                  <p:stCondLst>
                                    <p:cond delay="250"/>
                                  </p:stCondLst>
                                  <p:childTnLst>
                                    <p:set>
                                      <p:cBhvr>
                                        <p:cTn id="45" dur="1" fill="hold">
                                          <p:stCondLst>
                                            <p:cond delay="0"/>
                                          </p:stCondLst>
                                        </p:cTn>
                                        <p:tgtEl>
                                          <p:spTgt spid="57"/>
                                        </p:tgtEl>
                                        <p:attrNameLst>
                                          <p:attrName>style.visibility</p:attrName>
                                        </p:attrNameLst>
                                      </p:cBhvr>
                                      <p:to>
                                        <p:strVal val="visible"/>
                                      </p:to>
                                    </p:set>
                                    <p:animEffect transition="in" filter="fade">
                                      <p:cBhvr>
                                        <p:cTn id="46" dur="500"/>
                                        <p:tgtEl>
                                          <p:spTgt spid="57"/>
                                        </p:tgtEl>
                                      </p:cBhvr>
                                    </p:animEffect>
                                  </p:childTnLst>
                                </p:cTn>
                              </p:par>
                              <p:par>
                                <p:cTn id="47" presetID="10" presetClass="entr" presetSubtype="0" fill="hold" grpId="0" nodeType="withEffect">
                                  <p:stCondLst>
                                    <p:cond delay="250"/>
                                  </p:stCondLst>
                                  <p:childTnLst>
                                    <p:set>
                                      <p:cBhvr>
                                        <p:cTn id="48" dur="1" fill="hold">
                                          <p:stCondLst>
                                            <p:cond delay="0"/>
                                          </p:stCondLst>
                                        </p:cTn>
                                        <p:tgtEl>
                                          <p:spTgt spid="58"/>
                                        </p:tgtEl>
                                        <p:attrNameLst>
                                          <p:attrName>style.visibility</p:attrName>
                                        </p:attrNameLst>
                                      </p:cBhvr>
                                      <p:to>
                                        <p:strVal val="visible"/>
                                      </p:to>
                                    </p:set>
                                    <p:animEffect transition="in" filter="fade">
                                      <p:cBhvr>
                                        <p:cTn id="49"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6" grpId="0" animBg="1"/>
      <p:bldP spid="57" grpId="0" animBg="1"/>
      <p:bldP spid="59" grpId="0" animBg="1"/>
    </p:bldLst>
  </p:timing>
</p:sld>
</file>

<file path=ppt/slides/slide7.xml><?xml version="1.0" encoding="utf-8"?>
<p:sld xmlns:a14="http://schemas.microsoft.com/office/drawing/2010/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6" name="对角圆角矩形 5"/>
          <p:cNvSpPr/>
          <p:nvPr/>
        </p:nvSpPr>
        <p:spPr>
          <a:xfrm>
            <a:off x="4522740" y="1797010"/>
            <a:ext cx="2997200" cy="1504950"/>
          </a:xfrm>
          <a:prstGeom prst="round2DiagRect">
            <a:avLst/>
          </a:prstGeom>
          <a:blipFill>
            <a:blip r:embed="Rab9e2d0d395b4d8d">
              <a:extLst>
                <a:ext uri="{28A0092B-C50C-407E-A947-70E740481C1C}">
                  <a14:useLocalDpi xmlns:a14="http://schemas.microsoft.com/office/drawing/2010/main"/>
                </a:ext>
              </a:extLst>
            </a:blip>
            <a:stretch>
              <a:fillRect/>
            </a:stretch>
          </a:blip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noProof="1">
              <a:cs typeface="+mn-ea"/>
              <a:sym typeface="+mn-lt"/>
            </a:endParaRPr>
          </a:p>
        </p:txBody>
      </p:sp>
      <p:sp>
        <p:nvSpPr>
          <p:cNvPr id="7" name="对角圆角矩形 6"/>
          <p:cNvSpPr/>
          <p:nvPr/>
        </p:nvSpPr>
        <p:spPr>
          <a:xfrm>
            <a:off x="4522740" y="3716298"/>
            <a:ext cx="2997200" cy="1504950"/>
          </a:xfrm>
          <a:prstGeom prst="round2DiagRect">
            <a:avLst/>
          </a:prstGeom>
          <a:blipFill>
            <a:blip r:embed="R36659235e69b4fe2">
              <a:extLst>
                <a:ext uri="{28A0092B-C50C-407E-A947-70E740481C1C}">
                  <a14:useLocalDpi xmlns:a14="http://schemas.microsoft.com/office/drawing/2010/main"/>
                </a:ext>
              </a:extLst>
            </a:blip>
            <a:stretch>
              <a:fillRect/>
            </a:stretch>
          </a:blip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noProof="1">
              <a:cs typeface="+mn-ea"/>
              <a:sym typeface="+mn-lt"/>
            </a:endParaRPr>
          </a:p>
        </p:txBody>
      </p:sp>
      <p:grpSp>
        <p:nvGrpSpPr>
          <p:cNvPr id="19" name="组合 18"/>
          <p:cNvGrpSpPr/>
          <p:nvPr/>
        </p:nvGrpSpPr>
        <p:grpSpPr>
          <a:xfrm>
            <a:off x="1100801" y="1827173"/>
            <a:ext cx="2997200" cy="1504950"/>
            <a:chOff x="961905" y="1954495"/>
            <a:chExt cx="2997200" cy="1504950"/>
          </a:xfrm>
        </p:grpSpPr>
        <p:sp>
          <p:nvSpPr>
            <p:cNvPr id="2" name="对角圆角矩形 1"/>
            <p:cNvSpPr/>
            <p:nvPr/>
          </p:nvSpPr>
          <p:spPr>
            <a:xfrm>
              <a:off x="961905" y="1954495"/>
              <a:ext cx="2997200" cy="1504950"/>
            </a:xfrm>
            <a:prstGeom prst="round2DiagRect">
              <a:avLst/>
            </a:prstGeom>
            <a:noFill/>
            <a:ln>
              <a:solidFill>
                <a:schemeClr val="tx1">
                  <a:lumMod val="75000"/>
                  <a:lumOff val="2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cs typeface="+mn-ea"/>
                <a:sym typeface="+mn-lt"/>
              </a:endParaRPr>
            </a:p>
          </p:txBody>
        </p:sp>
        <p:sp>
          <p:nvSpPr>
            <p:cNvPr id="492" name="Freeform 145"/>
            <p:cNvSpPr/>
            <p:nvPr/>
          </p:nvSpPr>
          <p:spPr bwMode="auto">
            <a:xfrm>
              <a:off x="1142880" y="2438682"/>
              <a:ext cx="565785" cy="476250"/>
            </a:xfrm>
            <a:custGeom>
              <a:gdLst>
                <a:gd name="T0" fmla="*/ 108 w 179"/>
                <a:gd name="T1" fmla="*/ 0 h 150"/>
                <a:gd name="T2" fmla="*/ 132 w 179"/>
                <a:gd name="T3" fmla="*/ 36 h 150"/>
                <a:gd name="T4" fmla="*/ 135 w 179"/>
                <a:gd name="T5" fmla="*/ 34 h 150"/>
                <a:gd name="T6" fmla="*/ 173 w 179"/>
                <a:gd name="T7" fmla="*/ 33 h 150"/>
                <a:gd name="T8" fmla="*/ 142 w 179"/>
                <a:gd name="T9" fmla="*/ 58 h 150"/>
                <a:gd name="T10" fmla="*/ 161 w 179"/>
                <a:gd name="T11" fmla="*/ 97 h 150"/>
                <a:gd name="T12" fmla="*/ 127 w 179"/>
                <a:gd name="T13" fmla="*/ 116 h 150"/>
                <a:gd name="T14" fmla="*/ 124 w 179"/>
                <a:gd name="T15" fmla="*/ 113 h 150"/>
                <a:gd name="T16" fmla="*/ 90 w 179"/>
                <a:gd name="T17" fmla="*/ 96 h 150"/>
                <a:gd name="T18" fmla="*/ 107 w 179"/>
                <a:gd name="T19" fmla="*/ 130 h 150"/>
                <a:gd name="T20" fmla="*/ 74 w 179"/>
                <a:gd name="T21" fmla="*/ 150 h 150"/>
                <a:gd name="T22" fmla="*/ 51 w 179"/>
                <a:gd name="T23" fmla="*/ 113 h 150"/>
                <a:gd name="T24" fmla="*/ 47 w 179"/>
                <a:gd name="T25" fmla="*/ 115 h 150"/>
                <a:gd name="T26" fmla="*/ 8 w 179"/>
                <a:gd name="T27" fmla="*/ 119 h 150"/>
                <a:gd name="T28" fmla="*/ 36 w 179"/>
                <a:gd name="T29" fmla="*/ 94 h 150"/>
                <a:gd name="T30" fmla="*/ 38 w 179"/>
                <a:gd name="T31" fmla="*/ 92 h 150"/>
                <a:gd name="T32" fmla="*/ 18 w 179"/>
                <a:gd name="T33" fmla="*/ 53 h 150"/>
                <a:gd name="T34" fmla="*/ 53 w 179"/>
                <a:gd name="T35" fmla="*/ 33 h 150"/>
                <a:gd name="T36" fmla="*/ 72 w 179"/>
                <a:gd name="T37" fmla="*/ 65 h 150"/>
                <a:gd name="T38" fmla="*/ 90 w 179"/>
                <a:gd name="T39" fmla="*/ 31 h 150"/>
                <a:gd name="T40" fmla="*/ 74 w 179"/>
                <a:gd name="T41" fmla="*/ 24 h 150"/>
                <a:gd name="T42" fmla="*/ 75 w 179"/>
                <a:gd name="T43" fmla="*/ 19 h 150"/>
                <a:gd name="T44" fmla="*/ 108 w 179"/>
                <a:gd name="T45" fmla="*/ 0 h 15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9" h="150">
                  <a:moveTo>
                    <a:pt x="108" y="0"/>
                  </a:moveTo>
                  <a:cubicBezTo>
                    <a:pt x="114" y="11"/>
                    <a:pt x="124" y="33"/>
                    <a:pt x="132" y="36"/>
                  </a:cubicBezTo>
                  <a:cubicBezTo>
                    <a:pt x="133" y="36"/>
                    <a:pt x="134" y="35"/>
                    <a:pt x="135" y="34"/>
                  </a:cubicBezTo>
                  <a:cubicBezTo>
                    <a:pt x="137" y="14"/>
                    <a:pt x="168" y="6"/>
                    <a:pt x="173" y="33"/>
                  </a:cubicBezTo>
                  <a:cubicBezTo>
                    <a:pt x="179" y="61"/>
                    <a:pt x="154" y="50"/>
                    <a:pt x="142" y="58"/>
                  </a:cubicBezTo>
                  <a:cubicBezTo>
                    <a:pt x="148" y="71"/>
                    <a:pt x="155" y="84"/>
                    <a:pt x="161" y="97"/>
                  </a:cubicBezTo>
                  <a:cubicBezTo>
                    <a:pt x="152" y="102"/>
                    <a:pt x="137" y="114"/>
                    <a:pt x="127" y="116"/>
                  </a:cubicBezTo>
                  <a:cubicBezTo>
                    <a:pt x="125" y="116"/>
                    <a:pt x="125" y="114"/>
                    <a:pt x="124" y="113"/>
                  </a:cubicBezTo>
                  <a:cubicBezTo>
                    <a:pt x="128" y="90"/>
                    <a:pt x="112" y="72"/>
                    <a:pt x="90" y="96"/>
                  </a:cubicBezTo>
                  <a:cubicBezTo>
                    <a:pt x="72" y="115"/>
                    <a:pt x="109" y="125"/>
                    <a:pt x="107" y="130"/>
                  </a:cubicBezTo>
                  <a:cubicBezTo>
                    <a:pt x="96" y="137"/>
                    <a:pt x="85" y="143"/>
                    <a:pt x="74" y="150"/>
                  </a:cubicBezTo>
                  <a:cubicBezTo>
                    <a:pt x="66" y="138"/>
                    <a:pt x="59" y="125"/>
                    <a:pt x="51" y="113"/>
                  </a:cubicBezTo>
                  <a:cubicBezTo>
                    <a:pt x="50" y="114"/>
                    <a:pt x="48" y="115"/>
                    <a:pt x="47" y="115"/>
                  </a:cubicBezTo>
                  <a:cubicBezTo>
                    <a:pt x="42" y="132"/>
                    <a:pt x="18" y="149"/>
                    <a:pt x="8" y="119"/>
                  </a:cubicBezTo>
                  <a:cubicBezTo>
                    <a:pt x="0" y="94"/>
                    <a:pt x="22" y="96"/>
                    <a:pt x="36" y="94"/>
                  </a:cubicBezTo>
                  <a:cubicBezTo>
                    <a:pt x="37" y="93"/>
                    <a:pt x="38" y="93"/>
                    <a:pt x="38" y="92"/>
                  </a:cubicBezTo>
                  <a:cubicBezTo>
                    <a:pt x="32" y="79"/>
                    <a:pt x="24" y="66"/>
                    <a:pt x="18" y="53"/>
                  </a:cubicBezTo>
                  <a:cubicBezTo>
                    <a:pt x="29" y="47"/>
                    <a:pt x="41" y="40"/>
                    <a:pt x="53" y="33"/>
                  </a:cubicBezTo>
                  <a:cubicBezTo>
                    <a:pt x="62" y="42"/>
                    <a:pt x="48" y="65"/>
                    <a:pt x="72" y="65"/>
                  </a:cubicBezTo>
                  <a:cubicBezTo>
                    <a:pt x="87" y="64"/>
                    <a:pt x="100" y="45"/>
                    <a:pt x="90" y="31"/>
                  </a:cubicBezTo>
                  <a:cubicBezTo>
                    <a:pt x="84" y="28"/>
                    <a:pt x="76" y="28"/>
                    <a:pt x="74" y="24"/>
                  </a:cubicBezTo>
                  <a:cubicBezTo>
                    <a:pt x="72" y="19"/>
                    <a:pt x="74" y="21"/>
                    <a:pt x="75" y="19"/>
                  </a:cubicBezTo>
                  <a:cubicBezTo>
                    <a:pt x="86" y="13"/>
                    <a:pt x="97" y="6"/>
                    <a:pt x="108" y="0"/>
                  </a:cubicBezTo>
                </a:path>
              </a:pathLst>
            </a:cu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nvGrpSpPr>
            <p:cNvPr id="32" name="组合 31"/>
            <p:cNvGrpSpPr/>
            <p:nvPr/>
          </p:nvGrpSpPr>
          <p:grpSpPr>
            <a:xfrm>
              <a:off x="1730554" y="2134380"/>
              <a:ext cx="1920788" cy="1130241"/>
              <a:chOff x="1197458" y="2505726"/>
              <a:chExt cx="1920788" cy="1130241"/>
            </a:xfrm>
          </p:grpSpPr>
          <p:sp>
            <p:nvSpPr>
              <p:cNvPr id="33" name="文本框 32"/>
              <p:cNvSpPr txBox="1"/>
              <p:nvPr/>
            </p:nvSpPr>
            <p:spPr>
              <a:xfrm>
                <a:off x="1347374" y="2505726"/>
                <a:ext cx="1620957" cy="523220"/>
              </a:xfrm>
              <a:prstGeom prst="rect">
                <a:avLst/>
              </a:prstGeom>
              <a:noFill/>
            </p:spPr>
            <p:txBody>
              <a:bodyPr wrap="none" rtlCol="0">
                <a:spAutoFit/>
              </a:bodyPr>
              <a:lstStyle/>
              <a:p>
                <a:pPr algn="ctr" eaLnBrk="0" hangingPunct="0">
                  <a:defRPr/>
                </a:pPr>
                <a:r>
                  <a:rPr lang="zh-CN" altLang="en-US" sz="2800">
                    <a:cs typeface="+mn-ea"/>
                    <a:sym typeface="+mn-lt"/>
                  </a:rPr>
                  <a:t>添加标题</a:t>
                </a:r>
                <a:endParaRPr lang="en-US" altLang="zh-CN" sz="2800">
                  <a:cs typeface="+mn-ea"/>
                  <a:sym typeface="+mn-lt"/>
                </a:endParaRPr>
              </a:p>
            </p:txBody>
          </p:sp>
          <p:sp>
            <p:nvSpPr>
              <p:cNvPr id="34" name="文本框 33"/>
              <p:cNvSpPr txBox="1"/>
              <p:nvPr/>
            </p:nvSpPr>
            <p:spPr>
              <a:xfrm>
                <a:off x="1197458" y="2935391"/>
                <a:ext cx="1920788" cy="700576"/>
              </a:xfrm>
              <a:prstGeom prst="rect">
                <a:avLst/>
              </a:prstGeom>
              <a:noFill/>
            </p:spPr>
            <p:txBody>
              <a:bodyPr wrap="square" rtlCol="0">
                <a:spAutoFit/>
              </a:bodyPr>
              <a:lstStyle/>
              <a:p>
                <a:pPr algn="ctr">
                  <a:lnSpc>
                    <a:spcPct val="150000"/>
                  </a:lnSpc>
                </a:pPr>
                <a:r>
                  <a:rPr lang="zh-CN" altLang="en-US" sz="1400">
                    <a:solidFill>
                      <a:schemeClr val="tx1">
                        <a:lumMod val="75000"/>
                        <a:lumOff val="25000"/>
                      </a:schemeClr>
                    </a:solidFill>
                    <a:cs typeface="+mn-ea"/>
                    <a:sym typeface="+mn-lt"/>
                  </a:rPr>
                  <a:t>输入替换内容编辑文字输入替换编辑</a:t>
                </a:r>
                <a:r>
                  <a:rPr lang="zh-CN" altLang="en-US" sz="1400">
                    <a:solidFill>
                      <a:schemeClr val="tx1">
                        <a:lumMod val="75000"/>
                        <a:lumOff val="25000"/>
                      </a:schemeClr>
                    </a:solidFill>
                    <a:cs typeface="+mn-ea"/>
                    <a:sym typeface="+mn-lt"/>
                  </a:rPr>
                  <a:t>文字</a:t>
                </a:r>
                <a:endParaRPr lang="en-US" altLang="zh-CN" sz="1400">
                  <a:solidFill>
                    <a:schemeClr val="tx1">
                      <a:lumMod val="75000"/>
                      <a:lumOff val="25000"/>
                    </a:schemeClr>
                  </a:solidFill>
                  <a:cs typeface="+mn-ea"/>
                  <a:sym typeface="+mn-lt"/>
                </a:endParaRPr>
              </a:p>
            </p:txBody>
          </p:sp>
        </p:grpSp>
      </p:grpSp>
      <p:grpSp>
        <p:nvGrpSpPr>
          <p:cNvPr id="16" name="组合 15"/>
          <p:cNvGrpSpPr/>
          <p:nvPr/>
        </p:nvGrpSpPr>
        <p:grpSpPr>
          <a:xfrm>
            <a:off x="7944679" y="1797010"/>
            <a:ext cx="2997200" cy="1504950"/>
            <a:chOff x="4517905" y="1924332"/>
            <a:chExt cx="2997200" cy="1504950"/>
          </a:xfrm>
        </p:grpSpPr>
        <p:sp>
          <p:nvSpPr>
            <p:cNvPr id="3" name="对角圆角矩形 2"/>
            <p:cNvSpPr/>
            <p:nvPr/>
          </p:nvSpPr>
          <p:spPr>
            <a:xfrm>
              <a:off x="4517905" y="1924332"/>
              <a:ext cx="2997200" cy="1504950"/>
            </a:xfrm>
            <a:prstGeom prst="round2DiagRect">
              <a:avLst/>
            </a:prstGeom>
            <a:noFill/>
            <a:ln>
              <a:solidFill>
                <a:schemeClr val="tx1">
                  <a:lumMod val="75000"/>
                  <a:lumOff val="2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cs typeface="+mn-ea"/>
                <a:sym typeface="+mn-lt"/>
              </a:endParaRPr>
            </a:p>
          </p:txBody>
        </p:sp>
        <p:sp>
          <p:nvSpPr>
            <p:cNvPr id="379" name="Freeform 32"/>
            <p:cNvSpPr>
              <a:spLocks noEditPoints="1"/>
            </p:cNvSpPr>
            <p:nvPr/>
          </p:nvSpPr>
          <p:spPr bwMode="auto">
            <a:xfrm>
              <a:off x="4778890" y="2255167"/>
              <a:ext cx="346075" cy="661035"/>
            </a:xfrm>
            <a:custGeom>
              <a:gdLst>
                <a:gd name="T0" fmla="*/ 72 w 72"/>
                <a:gd name="T1" fmla="*/ 108 h 156"/>
                <a:gd name="T2" fmla="*/ 72 w 72"/>
                <a:gd name="T3" fmla="*/ 96 h 156"/>
                <a:gd name="T4" fmla="*/ 54 w 72"/>
                <a:gd name="T5" fmla="*/ 96 h 156"/>
                <a:gd name="T6" fmla="*/ 48 w 72"/>
                <a:gd name="T7" fmla="*/ 102 h 156"/>
                <a:gd name="T8" fmla="*/ 36 w 72"/>
                <a:gd name="T9" fmla="*/ 102 h 156"/>
                <a:gd name="T10" fmla="*/ 36 w 72"/>
                <a:gd name="T11" fmla="*/ 52 h 156"/>
                <a:gd name="T12" fmla="*/ 54 w 72"/>
                <a:gd name="T13" fmla="*/ 27 h 156"/>
                <a:gd name="T14" fmla="*/ 27 w 72"/>
                <a:gd name="T15" fmla="*/ 0 h 156"/>
                <a:gd name="T16" fmla="*/ 0 w 72"/>
                <a:gd name="T17" fmla="*/ 27 h 156"/>
                <a:gd name="T18" fmla="*/ 18 w 72"/>
                <a:gd name="T19" fmla="*/ 52 h 156"/>
                <a:gd name="T20" fmla="*/ 18 w 72"/>
                <a:gd name="T21" fmla="*/ 147 h 156"/>
                <a:gd name="T22" fmla="*/ 27 w 72"/>
                <a:gd name="T23" fmla="*/ 156 h 156"/>
                <a:gd name="T24" fmla="*/ 36 w 72"/>
                <a:gd name="T25" fmla="*/ 147 h 156"/>
                <a:gd name="T26" fmla="*/ 36 w 72"/>
                <a:gd name="T27" fmla="*/ 132 h 156"/>
                <a:gd name="T28" fmla="*/ 48 w 72"/>
                <a:gd name="T29" fmla="*/ 132 h 156"/>
                <a:gd name="T30" fmla="*/ 54 w 72"/>
                <a:gd name="T31" fmla="*/ 138 h 156"/>
                <a:gd name="T32" fmla="*/ 72 w 72"/>
                <a:gd name="T33" fmla="*/ 138 h 156"/>
                <a:gd name="T34" fmla="*/ 72 w 72"/>
                <a:gd name="T35" fmla="*/ 126 h 156"/>
                <a:gd name="T36" fmla="*/ 60 w 72"/>
                <a:gd name="T37" fmla="*/ 126 h 156"/>
                <a:gd name="T38" fmla="*/ 60 w 72"/>
                <a:gd name="T39" fmla="*/ 108 h 156"/>
                <a:gd name="T40" fmla="*/ 72 w 72"/>
                <a:gd name="T41" fmla="*/ 108 h 156"/>
                <a:gd name="T42" fmla="*/ 27 w 72"/>
                <a:gd name="T43" fmla="*/ 18 h 156"/>
                <a:gd name="T44" fmla="*/ 36 w 72"/>
                <a:gd name="T45" fmla="*/ 27 h 156"/>
                <a:gd name="T46" fmla="*/ 27 w 72"/>
                <a:gd name="T47" fmla="*/ 36 h 156"/>
                <a:gd name="T48" fmla="*/ 18 w 72"/>
                <a:gd name="T49" fmla="*/ 27 h 156"/>
                <a:gd name="T50" fmla="*/ 27 w 72"/>
                <a:gd name="T51" fmla="*/ 18 h 156"/>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2" h="156">
                  <a:moveTo>
                    <a:pt x="72" y="108"/>
                  </a:moveTo>
                  <a:cubicBezTo>
                    <a:pt x="72" y="96"/>
                    <a:pt x="72" y="96"/>
                    <a:pt x="72" y="96"/>
                  </a:cubicBezTo>
                  <a:cubicBezTo>
                    <a:pt x="54" y="96"/>
                    <a:pt x="54" y="96"/>
                    <a:pt x="54" y="96"/>
                  </a:cubicBezTo>
                  <a:cubicBezTo>
                    <a:pt x="48" y="96"/>
                    <a:pt x="48" y="102"/>
                    <a:pt x="48" y="102"/>
                  </a:cubicBezTo>
                  <a:cubicBezTo>
                    <a:pt x="36" y="102"/>
                    <a:pt x="36" y="102"/>
                    <a:pt x="36" y="102"/>
                  </a:cubicBezTo>
                  <a:cubicBezTo>
                    <a:pt x="36" y="52"/>
                    <a:pt x="36" y="52"/>
                    <a:pt x="36" y="52"/>
                  </a:cubicBezTo>
                  <a:cubicBezTo>
                    <a:pt x="46" y="49"/>
                    <a:pt x="54" y="39"/>
                    <a:pt x="54" y="27"/>
                  </a:cubicBezTo>
                  <a:cubicBezTo>
                    <a:pt x="54" y="12"/>
                    <a:pt x="42" y="0"/>
                    <a:pt x="27" y="0"/>
                  </a:cubicBezTo>
                  <a:cubicBezTo>
                    <a:pt x="12" y="0"/>
                    <a:pt x="0" y="12"/>
                    <a:pt x="0" y="27"/>
                  </a:cubicBezTo>
                  <a:cubicBezTo>
                    <a:pt x="0" y="39"/>
                    <a:pt x="8" y="49"/>
                    <a:pt x="18" y="52"/>
                  </a:cubicBezTo>
                  <a:cubicBezTo>
                    <a:pt x="18" y="147"/>
                    <a:pt x="18" y="147"/>
                    <a:pt x="18" y="147"/>
                  </a:cubicBezTo>
                  <a:cubicBezTo>
                    <a:pt x="18" y="152"/>
                    <a:pt x="22" y="156"/>
                    <a:pt x="27" y="156"/>
                  </a:cubicBezTo>
                  <a:cubicBezTo>
                    <a:pt x="32" y="156"/>
                    <a:pt x="36" y="152"/>
                    <a:pt x="36" y="147"/>
                  </a:cubicBezTo>
                  <a:cubicBezTo>
                    <a:pt x="36" y="132"/>
                    <a:pt x="36" y="132"/>
                    <a:pt x="36" y="132"/>
                  </a:cubicBezTo>
                  <a:cubicBezTo>
                    <a:pt x="48" y="132"/>
                    <a:pt x="48" y="132"/>
                    <a:pt x="48" y="132"/>
                  </a:cubicBezTo>
                  <a:cubicBezTo>
                    <a:pt x="48" y="132"/>
                    <a:pt x="48" y="138"/>
                    <a:pt x="54" y="138"/>
                  </a:cubicBezTo>
                  <a:cubicBezTo>
                    <a:pt x="72" y="138"/>
                    <a:pt x="72" y="138"/>
                    <a:pt x="72" y="138"/>
                  </a:cubicBezTo>
                  <a:cubicBezTo>
                    <a:pt x="72" y="126"/>
                    <a:pt x="72" y="126"/>
                    <a:pt x="72" y="126"/>
                  </a:cubicBezTo>
                  <a:cubicBezTo>
                    <a:pt x="60" y="126"/>
                    <a:pt x="60" y="126"/>
                    <a:pt x="60" y="126"/>
                  </a:cubicBezTo>
                  <a:cubicBezTo>
                    <a:pt x="60" y="108"/>
                    <a:pt x="60" y="108"/>
                    <a:pt x="60" y="108"/>
                  </a:cubicBezTo>
                  <a:lnTo>
                    <a:pt x="72" y="108"/>
                  </a:lnTo>
                  <a:close/>
                  <a:moveTo>
                    <a:pt x="27" y="18"/>
                  </a:moveTo>
                  <a:cubicBezTo>
                    <a:pt x="32" y="18"/>
                    <a:pt x="36" y="22"/>
                    <a:pt x="36" y="27"/>
                  </a:cubicBezTo>
                  <a:cubicBezTo>
                    <a:pt x="36" y="32"/>
                    <a:pt x="32" y="36"/>
                    <a:pt x="27" y="36"/>
                  </a:cubicBezTo>
                  <a:cubicBezTo>
                    <a:pt x="22" y="36"/>
                    <a:pt x="18" y="32"/>
                    <a:pt x="18" y="27"/>
                  </a:cubicBezTo>
                  <a:cubicBezTo>
                    <a:pt x="18" y="22"/>
                    <a:pt x="22" y="18"/>
                    <a:pt x="27" y="18"/>
                  </a:cubicBezTo>
                </a:path>
              </a:pathLst>
            </a:cu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nvGrpSpPr>
            <p:cNvPr id="35" name="组合 34"/>
            <p:cNvGrpSpPr/>
            <p:nvPr/>
          </p:nvGrpSpPr>
          <p:grpSpPr>
            <a:xfrm>
              <a:off x="5327569" y="2134380"/>
              <a:ext cx="1920788" cy="1130241"/>
              <a:chOff x="1197458" y="2505726"/>
              <a:chExt cx="1920788" cy="1130241"/>
            </a:xfrm>
          </p:grpSpPr>
          <p:sp>
            <p:nvSpPr>
              <p:cNvPr id="36" name="文本框 35"/>
              <p:cNvSpPr txBox="1"/>
              <p:nvPr/>
            </p:nvSpPr>
            <p:spPr>
              <a:xfrm>
                <a:off x="1347374" y="2505726"/>
                <a:ext cx="1620957" cy="523220"/>
              </a:xfrm>
              <a:prstGeom prst="rect">
                <a:avLst/>
              </a:prstGeom>
              <a:noFill/>
            </p:spPr>
            <p:txBody>
              <a:bodyPr wrap="none" rtlCol="0">
                <a:spAutoFit/>
              </a:bodyPr>
              <a:lstStyle/>
              <a:p>
                <a:pPr algn="ctr" eaLnBrk="0" hangingPunct="0">
                  <a:defRPr/>
                </a:pPr>
                <a:r>
                  <a:rPr lang="zh-CN" altLang="en-US" sz="2800">
                    <a:cs typeface="+mn-ea"/>
                    <a:sym typeface="+mn-lt"/>
                  </a:rPr>
                  <a:t>添加标题</a:t>
                </a:r>
                <a:endParaRPr lang="en-US" altLang="zh-CN" sz="2800">
                  <a:cs typeface="+mn-ea"/>
                  <a:sym typeface="+mn-lt"/>
                </a:endParaRPr>
              </a:p>
            </p:txBody>
          </p:sp>
          <p:sp>
            <p:nvSpPr>
              <p:cNvPr id="37" name="文本框 36"/>
              <p:cNvSpPr txBox="1"/>
              <p:nvPr/>
            </p:nvSpPr>
            <p:spPr>
              <a:xfrm>
                <a:off x="1197458" y="2935391"/>
                <a:ext cx="1920788" cy="700576"/>
              </a:xfrm>
              <a:prstGeom prst="rect">
                <a:avLst/>
              </a:prstGeom>
              <a:noFill/>
            </p:spPr>
            <p:txBody>
              <a:bodyPr wrap="square" rtlCol="0">
                <a:spAutoFit/>
              </a:bodyPr>
              <a:lstStyle/>
              <a:p>
                <a:pPr algn="ctr">
                  <a:lnSpc>
                    <a:spcPct val="150000"/>
                  </a:lnSpc>
                </a:pPr>
                <a:r>
                  <a:rPr lang="zh-CN" altLang="en-US" sz="1400">
                    <a:solidFill>
                      <a:schemeClr val="tx1">
                        <a:lumMod val="75000"/>
                        <a:lumOff val="25000"/>
                      </a:schemeClr>
                    </a:solidFill>
                    <a:cs typeface="+mn-ea"/>
                    <a:sym typeface="+mn-lt"/>
                  </a:rPr>
                  <a:t>输入替换内容编辑文字输入替换编辑</a:t>
                </a:r>
                <a:r>
                  <a:rPr lang="zh-CN" altLang="en-US" sz="1400">
                    <a:solidFill>
                      <a:schemeClr val="tx1">
                        <a:lumMod val="75000"/>
                        <a:lumOff val="25000"/>
                      </a:schemeClr>
                    </a:solidFill>
                    <a:cs typeface="+mn-ea"/>
                    <a:sym typeface="+mn-lt"/>
                  </a:rPr>
                  <a:t>文字</a:t>
                </a:r>
                <a:endParaRPr lang="en-US" altLang="zh-CN" sz="1400">
                  <a:solidFill>
                    <a:schemeClr val="tx1">
                      <a:lumMod val="75000"/>
                      <a:lumOff val="25000"/>
                    </a:schemeClr>
                  </a:solidFill>
                  <a:cs typeface="+mn-ea"/>
                  <a:sym typeface="+mn-lt"/>
                </a:endParaRPr>
              </a:p>
            </p:txBody>
          </p:sp>
        </p:grpSp>
      </p:grpSp>
      <p:grpSp>
        <p:nvGrpSpPr>
          <p:cNvPr id="18" name="组合 17"/>
          <p:cNvGrpSpPr/>
          <p:nvPr/>
        </p:nvGrpSpPr>
        <p:grpSpPr>
          <a:xfrm>
            <a:off x="1100801" y="3716298"/>
            <a:ext cx="2997200" cy="1504950"/>
            <a:chOff x="961905" y="3843620"/>
            <a:chExt cx="2997200" cy="1504950"/>
          </a:xfrm>
        </p:grpSpPr>
        <p:sp>
          <p:nvSpPr>
            <p:cNvPr id="4" name="对角圆角矩形 3"/>
            <p:cNvSpPr/>
            <p:nvPr/>
          </p:nvSpPr>
          <p:spPr>
            <a:xfrm>
              <a:off x="961905" y="3843620"/>
              <a:ext cx="2997200" cy="1504950"/>
            </a:xfrm>
            <a:prstGeom prst="round2DiagRect">
              <a:avLst/>
            </a:prstGeom>
            <a:noFill/>
            <a:ln>
              <a:solidFill>
                <a:schemeClr val="tx1">
                  <a:lumMod val="75000"/>
                  <a:lumOff val="2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cs typeface="+mn-ea"/>
                <a:sym typeface="+mn-lt"/>
              </a:endParaRPr>
            </a:p>
          </p:txBody>
        </p:sp>
        <p:grpSp>
          <p:nvGrpSpPr>
            <p:cNvPr id="15" name="组合 14"/>
            <p:cNvGrpSpPr/>
            <p:nvPr/>
          </p:nvGrpSpPr>
          <p:grpSpPr>
            <a:xfrm>
              <a:off x="1111130" y="4290977"/>
              <a:ext cx="478155" cy="455295"/>
              <a:chOff x="8553" y="6893"/>
              <a:chExt cx="530" cy="542"/>
            </a:xfrm>
            <a:solidFill>
              <a:schemeClr val="bg1">
                <a:lumMod val="65000"/>
              </a:schemeClr>
            </a:solidFill>
          </p:grpSpPr>
          <p:sp>
            <p:nvSpPr>
              <p:cNvPr id="510" name="Freeform 163"/>
              <p:cNvSpPr/>
              <p:nvPr/>
            </p:nvSpPr>
            <p:spPr bwMode="auto">
              <a:xfrm>
                <a:off x="8588" y="7095"/>
                <a:ext cx="457" cy="340"/>
              </a:xfrm>
              <a:custGeom>
                <a:gdLst>
                  <a:gd name="T0" fmla="*/ 123 w 128"/>
                  <a:gd name="T1" fmla="*/ 58 h 94"/>
                  <a:gd name="T2" fmla="*/ 99 w 128"/>
                  <a:gd name="T3" fmla="*/ 39 h 94"/>
                  <a:gd name="T4" fmla="*/ 64 w 128"/>
                  <a:gd name="T5" fmla="*/ 0 h 94"/>
                  <a:gd name="T6" fmla="*/ 29 w 128"/>
                  <a:gd name="T7" fmla="*/ 39 h 94"/>
                  <a:gd name="T8" fmla="*/ 5 w 128"/>
                  <a:gd name="T9" fmla="*/ 58 h 94"/>
                  <a:gd name="T10" fmla="*/ 14 w 128"/>
                  <a:gd name="T11" fmla="*/ 85 h 94"/>
                  <a:gd name="T12" fmla="*/ 59 w 128"/>
                  <a:gd name="T13" fmla="*/ 84 h 94"/>
                  <a:gd name="T14" fmla="*/ 64 w 128"/>
                  <a:gd name="T15" fmla="*/ 83 h 94"/>
                  <a:gd name="T16" fmla="*/ 69 w 128"/>
                  <a:gd name="T17" fmla="*/ 84 h 94"/>
                  <a:gd name="T18" fmla="*/ 114 w 128"/>
                  <a:gd name="T19" fmla="*/ 85 h 94"/>
                  <a:gd name="T20" fmla="*/ 123 w 128"/>
                  <a:gd name="T21" fmla="*/ 58 h 9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 h="94">
                    <a:moveTo>
                      <a:pt x="123" y="58"/>
                    </a:moveTo>
                    <a:cubicBezTo>
                      <a:pt x="119" y="48"/>
                      <a:pt x="105" y="45"/>
                      <a:pt x="99" y="39"/>
                    </a:cubicBezTo>
                    <a:cubicBezTo>
                      <a:pt x="85" y="25"/>
                      <a:pt x="88" y="2"/>
                      <a:pt x="64" y="0"/>
                    </a:cubicBezTo>
                    <a:cubicBezTo>
                      <a:pt x="40" y="2"/>
                      <a:pt x="43" y="25"/>
                      <a:pt x="29" y="39"/>
                    </a:cubicBezTo>
                    <a:cubicBezTo>
                      <a:pt x="23" y="45"/>
                      <a:pt x="9" y="48"/>
                      <a:pt x="5" y="58"/>
                    </a:cubicBezTo>
                    <a:cubicBezTo>
                      <a:pt x="0" y="69"/>
                      <a:pt x="8" y="80"/>
                      <a:pt x="14" y="85"/>
                    </a:cubicBezTo>
                    <a:cubicBezTo>
                      <a:pt x="26" y="94"/>
                      <a:pt x="45" y="85"/>
                      <a:pt x="59" y="84"/>
                    </a:cubicBezTo>
                    <a:cubicBezTo>
                      <a:pt x="60" y="83"/>
                      <a:pt x="62" y="83"/>
                      <a:pt x="64" y="83"/>
                    </a:cubicBezTo>
                    <a:cubicBezTo>
                      <a:pt x="66" y="83"/>
                      <a:pt x="68" y="83"/>
                      <a:pt x="69" y="84"/>
                    </a:cubicBezTo>
                    <a:cubicBezTo>
                      <a:pt x="83" y="85"/>
                      <a:pt x="102" y="94"/>
                      <a:pt x="114" y="85"/>
                    </a:cubicBezTo>
                    <a:cubicBezTo>
                      <a:pt x="120" y="80"/>
                      <a:pt x="128" y="69"/>
                      <a:pt x="123" y="58"/>
                    </a:cubicBezTo>
                  </a:path>
                </a:pathLst>
              </a:cu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511" name="Freeform 164"/>
              <p:cNvSpPr/>
              <p:nvPr/>
            </p:nvSpPr>
            <p:spPr bwMode="auto">
              <a:xfrm>
                <a:off x="8945" y="7015"/>
                <a:ext cx="138" cy="170"/>
              </a:xfrm>
              <a:custGeom>
                <a:gdLst>
                  <a:gd name="T0" fmla="*/ 35 w 38"/>
                  <a:gd name="T1" fmla="*/ 28 h 47"/>
                  <a:gd name="T2" fmla="*/ 13 w 38"/>
                  <a:gd name="T3" fmla="*/ 45 h 47"/>
                  <a:gd name="T4" fmla="*/ 3 w 38"/>
                  <a:gd name="T5" fmla="*/ 19 h 47"/>
                  <a:gd name="T6" fmla="*/ 25 w 38"/>
                  <a:gd name="T7" fmla="*/ 2 h 47"/>
                  <a:gd name="T8" fmla="*/ 35 w 38"/>
                  <a:gd name="T9" fmla="*/ 28 h 47"/>
                </a:gdLst>
                <a:cxnLst>
                  <a:cxn ang="0">
                    <a:pos x="T0" y="T1"/>
                  </a:cxn>
                  <a:cxn ang="0">
                    <a:pos x="T2" y="T3"/>
                  </a:cxn>
                  <a:cxn ang="0">
                    <a:pos x="T4" y="T5"/>
                  </a:cxn>
                  <a:cxn ang="0">
                    <a:pos x="T6" y="T7"/>
                  </a:cxn>
                  <a:cxn ang="0">
                    <a:pos x="T8" y="T9"/>
                  </a:cxn>
                </a:cxnLst>
                <a:rect l="0" t="0" r="r" b="b"/>
                <a:pathLst>
                  <a:path w="38" h="47">
                    <a:moveTo>
                      <a:pt x="35" y="28"/>
                    </a:moveTo>
                    <a:cubicBezTo>
                      <a:pt x="32" y="40"/>
                      <a:pt x="22" y="47"/>
                      <a:pt x="13" y="45"/>
                    </a:cubicBezTo>
                    <a:cubicBezTo>
                      <a:pt x="4" y="43"/>
                      <a:pt x="0" y="31"/>
                      <a:pt x="3" y="19"/>
                    </a:cubicBezTo>
                    <a:cubicBezTo>
                      <a:pt x="6" y="8"/>
                      <a:pt x="16" y="0"/>
                      <a:pt x="25" y="2"/>
                    </a:cubicBezTo>
                    <a:cubicBezTo>
                      <a:pt x="34" y="5"/>
                      <a:pt x="38" y="16"/>
                      <a:pt x="35" y="28"/>
                    </a:cubicBezTo>
                  </a:path>
                </a:pathLst>
              </a:cu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512" name="Freeform 165"/>
              <p:cNvSpPr/>
              <p:nvPr/>
            </p:nvSpPr>
            <p:spPr bwMode="auto">
              <a:xfrm>
                <a:off x="8553" y="7015"/>
                <a:ext cx="132" cy="170"/>
              </a:xfrm>
              <a:custGeom>
                <a:gdLst>
                  <a:gd name="T0" fmla="*/ 35 w 38"/>
                  <a:gd name="T1" fmla="*/ 19 h 47"/>
                  <a:gd name="T2" fmla="*/ 25 w 38"/>
                  <a:gd name="T3" fmla="*/ 45 h 47"/>
                  <a:gd name="T4" fmla="*/ 3 w 38"/>
                  <a:gd name="T5" fmla="*/ 28 h 47"/>
                  <a:gd name="T6" fmla="*/ 13 w 38"/>
                  <a:gd name="T7" fmla="*/ 2 h 47"/>
                  <a:gd name="T8" fmla="*/ 35 w 38"/>
                  <a:gd name="T9" fmla="*/ 19 h 47"/>
                </a:gdLst>
                <a:cxnLst>
                  <a:cxn ang="0">
                    <a:pos x="T0" y="T1"/>
                  </a:cxn>
                  <a:cxn ang="0">
                    <a:pos x="T2" y="T3"/>
                  </a:cxn>
                  <a:cxn ang="0">
                    <a:pos x="T4" y="T5"/>
                  </a:cxn>
                  <a:cxn ang="0">
                    <a:pos x="T6" y="T7"/>
                  </a:cxn>
                  <a:cxn ang="0">
                    <a:pos x="T8" y="T9"/>
                  </a:cxn>
                </a:cxnLst>
                <a:rect l="0" t="0" r="r" b="b"/>
                <a:pathLst>
                  <a:path w="38" h="47">
                    <a:moveTo>
                      <a:pt x="35" y="19"/>
                    </a:moveTo>
                    <a:cubicBezTo>
                      <a:pt x="38" y="31"/>
                      <a:pt x="34" y="43"/>
                      <a:pt x="25" y="45"/>
                    </a:cubicBezTo>
                    <a:cubicBezTo>
                      <a:pt x="16" y="47"/>
                      <a:pt x="6" y="40"/>
                      <a:pt x="3" y="28"/>
                    </a:cubicBezTo>
                    <a:cubicBezTo>
                      <a:pt x="0" y="16"/>
                      <a:pt x="4" y="5"/>
                      <a:pt x="13" y="2"/>
                    </a:cubicBezTo>
                    <a:cubicBezTo>
                      <a:pt x="22" y="0"/>
                      <a:pt x="32" y="8"/>
                      <a:pt x="35" y="19"/>
                    </a:cubicBezTo>
                  </a:path>
                </a:pathLst>
              </a:cu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513" name="Freeform 166"/>
              <p:cNvSpPr/>
              <p:nvPr/>
            </p:nvSpPr>
            <p:spPr bwMode="auto">
              <a:xfrm>
                <a:off x="8670" y="6893"/>
                <a:ext cx="138" cy="170"/>
              </a:xfrm>
              <a:custGeom>
                <a:gdLst>
                  <a:gd name="T0" fmla="*/ 35 w 38"/>
                  <a:gd name="T1" fmla="*/ 20 h 48"/>
                  <a:gd name="T2" fmla="*/ 25 w 38"/>
                  <a:gd name="T3" fmla="*/ 45 h 48"/>
                  <a:gd name="T4" fmla="*/ 3 w 38"/>
                  <a:gd name="T5" fmla="*/ 28 h 48"/>
                  <a:gd name="T6" fmla="*/ 13 w 38"/>
                  <a:gd name="T7" fmla="*/ 2 h 48"/>
                  <a:gd name="T8" fmla="*/ 35 w 38"/>
                  <a:gd name="T9" fmla="*/ 20 h 48"/>
                </a:gdLst>
                <a:cxnLst>
                  <a:cxn ang="0">
                    <a:pos x="T0" y="T1"/>
                  </a:cxn>
                  <a:cxn ang="0">
                    <a:pos x="T2" y="T3"/>
                  </a:cxn>
                  <a:cxn ang="0">
                    <a:pos x="T4" y="T5"/>
                  </a:cxn>
                  <a:cxn ang="0">
                    <a:pos x="T6" y="T7"/>
                  </a:cxn>
                  <a:cxn ang="0">
                    <a:pos x="T8" y="T9"/>
                  </a:cxn>
                </a:cxnLst>
                <a:rect l="0" t="0" r="r" b="b"/>
                <a:pathLst>
                  <a:path w="38" h="48">
                    <a:moveTo>
                      <a:pt x="35" y="20"/>
                    </a:moveTo>
                    <a:cubicBezTo>
                      <a:pt x="38" y="31"/>
                      <a:pt x="33" y="43"/>
                      <a:pt x="25" y="45"/>
                    </a:cubicBezTo>
                    <a:cubicBezTo>
                      <a:pt x="16" y="48"/>
                      <a:pt x="6" y="40"/>
                      <a:pt x="3" y="28"/>
                    </a:cubicBezTo>
                    <a:cubicBezTo>
                      <a:pt x="0" y="16"/>
                      <a:pt x="4" y="5"/>
                      <a:pt x="13" y="2"/>
                    </a:cubicBezTo>
                    <a:cubicBezTo>
                      <a:pt x="22" y="0"/>
                      <a:pt x="32" y="8"/>
                      <a:pt x="35" y="20"/>
                    </a:cubicBezTo>
                  </a:path>
                </a:pathLst>
              </a:cu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514" name="Freeform 167"/>
              <p:cNvSpPr/>
              <p:nvPr/>
            </p:nvSpPr>
            <p:spPr bwMode="auto">
              <a:xfrm>
                <a:off x="8828" y="6893"/>
                <a:ext cx="137" cy="170"/>
              </a:xfrm>
              <a:custGeom>
                <a:gdLst>
                  <a:gd name="T0" fmla="*/ 35 w 38"/>
                  <a:gd name="T1" fmla="*/ 28 h 48"/>
                  <a:gd name="T2" fmla="*/ 13 w 38"/>
                  <a:gd name="T3" fmla="*/ 45 h 48"/>
                  <a:gd name="T4" fmla="*/ 3 w 38"/>
                  <a:gd name="T5" fmla="*/ 20 h 48"/>
                  <a:gd name="T6" fmla="*/ 25 w 38"/>
                  <a:gd name="T7" fmla="*/ 2 h 48"/>
                  <a:gd name="T8" fmla="*/ 35 w 38"/>
                  <a:gd name="T9" fmla="*/ 28 h 48"/>
                </a:gdLst>
                <a:cxnLst>
                  <a:cxn ang="0">
                    <a:pos x="T0" y="T1"/>
                  </a:cxn>
                  <a:cxn ang="0">
                    <a:pos x="T2" y="T3"/>
                  </a:cxn>
                  <a:cxn ang="0">
                    <a:pos x="T4" y="T5"/>
                  </a:cxn>
                  <a:cxn ang="0">
                    <a:pos x="T6" y="T7"/>
                  </a:cxn>
                  <a:cxn ang="0">
                    <a:pos x="T8" y="T9"/>
                  </a:cxn>
                </a:cxnLst>
                <a:rect l="0" t="0" r="r" b="b"/>
                <a:pathLst>
                  <a:path w="38" h="48">
                    <a:moveTo>
                      <a:pt x="35" y="28"/>
                    </a:moveTo>
                    <a:cubicBezTo>
                      <a:pt x="32" y="40"/>
                      <a:pt x="22" y="48"/>
                      <a:pt x="13" y="45"/>
                    </a:cubicBezTo>
                    <a:cubicBezTo>
                      <a:pt x="5" y="43"/>
                      <a:pt x="0" y="31"/>
                      <a:pt x="3" y="20"/>
                    </a:cubicBezTo>
                    <a:cubicBezTo>
                      <a:pt x="6" y="8"/>
                      <a:pt x="16" y="0"/>
                      <a:pt x="25" y="2"/>
                    </a:cubicBezTo>
                    <a:cubicBezTo>
                      <a:pt x="34" y="5"/>
                      <a:pt x="38" y="16"/>
                      <a:pt x="35" y="28"/>
                    </a:cubicBezTo>
                  </a:path>
                </a:pathLst>
              </a:cu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38" name="组合 37"/>
            <p:cNvGrpSpPr/>
            <p:nvPr/>
          </p:nvGrpSpPr>
          <p:grpSpPr>
            <a:xfrm>
              <a:off x="1730554" y="3952100"/>
              <a:ext cx="1920788" cy="1130241"/>
              <a:chOff x="1197458" y="2505726"/>
              <a:chExt cx="1920788" cy="1130241"/>
            </a:xfrm>
          </p:grpSpPr>
          <p:sp>
            <p:nvSpPr>
              <p:cNvPr id="39" name="文本框 38"/>
              <p:cNvSpPr txBox="1"/>
              <p:nvPr/>
            </p:nvSpPr>
            <p:spPr>
              <a:xfrm>
                <a:off x="1347374" y="2505726"/>
                <a:ext cx="1620957" cy="523220"/>
              </a:xfrm>
              <a:prstGeom prst="rect">
                <a:avLst/>
              </a:prstGeom>
              <a:noFill/>
            </p:spPr>
            <p:txBody>
              <a:bodyPr wrap="none" rtlCol="0">
                <a:spAutoFit/>
              </a:bodyPr>
              <a:lstStyle/>
              <a:p>
                <a:pPr algn="ctr" eaLnBrk="0" hangingPunct="0">
                  <a:defRPr/>
                </a:pPr>
                <a:r>
                  <a:rPr lang="zh-CN" altLang="en-US" sz="2800">
                    <a:cs typeface="+mn-ea"/>
                    <a:sym typeface="+mn-lt"/>
                  </a:rPr>
                  <a:t>添加标题</a:t>
                </a:r>
                <a:endParaRPr lang="en-US" altLang="zh-CN" sz="2800">
                  <a:cs typeface="+mn-ea"/>
                  <a:sym typeface="+mn-lt"/>
                </a:endParaRPr>
              </a:p>
            </p:txBody>
          </p:sp>
          <p:sp>
            <p:nvSpPr>
              <p:cNvPr id="40" name="文本框 39"/>
              <p:cNvSpPr txBox="1"/>
              <p:nvPr/>
            </p:nvSpPr>
            <p:spPr>
              <a:xfrm>
                <a:off x="1197458" y="2935391"/>
                <a:ext cx="1920788" cy="700576"/>
              </a:xfrm>
              <a:prstGeom prst="rect">
                <a:avLst/>
              </a:prstGeom>
              <a:noFill/>
            </p:spPr>
            <p:txBody>
              <a:bodyPr wrap="square" rtlCol="0">
                <a:spAutoFit/>
              </a:bodyPr>
              <a:lstStyle/>
              <a:p>
                <a:pPr algn="ctr">
                  <a:lnSpc>
                    <a:spcPct val="150000"/>
                  </a:lnSpc>
                </a:pPr>
                <a:r>
                  <a:rPr lang="zh-CN" altLang="en-US" sz="1400">
                    <a:solidFill>
                      <a:schemeClr val="tx1">
                        <a:lumMod val="75000"/>
                        <a:lumOff val="25000"/>
                      </a:schemeClr>
                    </a:solidFill>
                    <a:cs typeface="+mn-ea"/>
                    <a:sym typeface="+mn-lt"/>
                  </a:rPr>
                  <a:t>输入替换内容编辑文字输入替换编辑</a:t>
                </a:r>
                <a:r>
                  <a:rPr lang="zh-CN" altLang="en-US" sz="1400">
                    <a:solidFill>
                      <a:schemeClr val="tx1">
                        <a:lumMod val="75000"/>
                        <a:lumOff val="25000"/>
                      </a:schemeClr>
                    </a:solidFill>
                    <a:cs typeface="+mn-ea"/>
                    <a:sym typeface="+mn-lt"/>
                  </a:rPr>
                  <a:t>文字</a:t>
                </a:r>
                <a:endParaRPr lang="en-US" altLang="zh-CN" sz="1400">
                  <a:solidFill>
                    <a:schemeClr val="tx1">
                      <a:lumMod val="75000"/>
                      <a:lumOff val="25000"/>
                    </a:schemeClr>
                  </a:solidFill>
                  <a:cs typeface="+mn-ea"/>
                  <a:sym typeface="+mn-lt"/>
                </a:endParaRPr>
              </a:p>
            </p:txBody>
          </p:sp>
        </p:grpSp>
      </p:grpSp>
      <p:grpSp>
        <p:nvGrpSpPr>
          <p:cNvPr id="17" name="组合 16"/>
          <p:cNvGrpSpPr/>
          <p:nvPr/>
        </p:nvGrpSpPr>
        <p:grpSpPr>
          <a:xfrm>
            <a:off x="7944679" y="3716298"/>
            <a:ext cx="2997200" cy="1504950"/>
            <a:chOff x="4517905" y="3843620"/>
            <a:chExt cx="2997200" cy="1504950"/>
          </a:xfrm>
        </p:grpSpPr>
        <p:sp>
          <p:nvSpPr>
            <p:cNvPr id="5" name="对角圆角矩形 4"/>
            <p:cNvSpPr/>
            <p:nvPr/>
          </p:nvSpPr>
          <p:spPr>
            <a:xfrm>
              <a:off x="4517905" y="3843620"/>
              <a:ext cx="2997200" cy="1504950"/>
            </a:xfrm>
            <a:prstGeom prst="round2DiagRect">
              <a:avLst/>
            </a:prstGeom>
            <a:noFill/>
            <a:ln>
              <a:solidFill>
                <a:schemeClr val="tx1">
                  <a:lumMod val="75000"/>
                  <a:lumOff val="2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cs typeface="+mn-ea"/>
                <a:sym typeface="+mn-lt"/>
              </a:endParaRPr>
            </a:p>
          </p:txBody>
        </p:sp>
        <p:sp>
          <p:nvSpPr>
            <p:cNvPr id="411" name="Freeform 64"/>
            <p:cNvSpPr>
              <a:spLocks noEditPoints="1"/>
            </p:cNvSpPr>
            <p:nvPr/>
          </p:nvSpPr>
          <p:spPr bwMode="auto">
            <a:xfrm>
              <a:off x="4778890" y="4335427"/>
              <a:ext cx="527685" cy="521970"/>
            </a:xfrm>
            <a:custGeom>
              <a:gdLst>
                <a:gd name="T0" fmla="*/ 123 w 131"/>
                <a:gd name="T1" fmla="*/ 72 h 131"/>
                <a:gd name="T2" fmla="*/ 51 w 131"/>
                <a:gd name="T3" fmla="*/ 0 h 131"/>
                <a:gd name="T4" fmla="*/ 0 w 131"/>
                <a:gd name="T5" fmla="*/ 0 h 131"/>
                <a:gd name="T6" fmla="*/ 0 w 131"/>
                <a:gd name="T7" fmla="*/ 51 h 131"/>
                <a:gd name="T8" fmla="*/ 72 w 131"/>
                <a:gd name="T9" fmla="*/ 123 h 131"/>
                <a:gd name="T10" fmla="*/ 89 w 131"/>
                <a:gd name="T11" fmla="*/ 123 h 131"/>
                <a:gd name="T12" fmla="*/ 123 w 131"/>
                <a:gd name="T13" fmla="*/ 89 h 131"/>
                <a:gd name="T14" fmla="*/ 123 w 131"/>
                <a:gd name="T15" fmla="*/ 72 h 131"/>
                <a:gd name="T16" fmla="*/ 34 w 131"/>
                <a:gd name="T17" fmla="*/ 34 h 131"/>
                <a:gd name="T18" fmla="*/ 17 w 131"/>
                <a:gd name="T19" fmla="*/ 34 h 131"/>
                <a:gd name="T20" fmla="*/ 17 w 131"/>
                <a:gd name="T21" fmla="*/ 17 h 131"/>
                <a:gd name="T22" fmla="*/ 34 w 131"/>
                <a:gd name="T23" fmla="*/ 17 h 131"/>
                <a:gd name="T24" fmla="*/ 34 w 131"/>
                <a:gd name="T25" fmla="*/ 34 h 131"/>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31">
                  <a:moveTo>
                    <a:pt x="123" y="72"/>
                  </a:moveTo>
                  <a:cubicBezTo>
                    <a:pt x="114" y="63"/>
                    <a:pt x="51" y="0"/>
                    <a:pt x="51" y="0"/>
                  </a:cubicBezTo>
                  <a:cubicBezTo>
                    <a:pt x="0" y="0"/>
                    <a:pt x="0" y="0"/>
                    <a:pt x="0" y="0"/>
                  </a:cubicBezTo>
                  <a:cubicBezTo>
                    <a:pt x="0" y="51"/>
                    <a:pt x="0" y="51"/>
                    <a:pt x="0" y="51"/>
                  </a:cubicBezTo>
                  <a:cubicBezTo>
                    <a:pt x="72" y="123"/>
                    <a:pt x="72" y="123"/>
                    <a:pt x="72" y="123"/>
                  </a:cubicBezTo>
                  <a:cubicBezTo>
                    <a:pt x="72" y="123"/>
                    <a:pt x="80" y="131"/>
                    <a:pt x="89" y="123"/>
                  </a:cubicBezTo>
                  <a:cubicBezTo>
                    <a:pt x="123" y="89"/>
                    <a:pt x="123" y="89"/>
                    <a:pt x="123" y="89"/>
                  </a:cubicBezTo>
                  <a:cubicBezTo>
                    <a:pt x="123" y="89"/>
                    <a:pt x="131" y="80"/>
                    <a:pt x="123" y="72"/>
                  </a:cubicBezTo>
                  <a:moveTo>
                    <a:pt x="34" y="34"/>
                  </a:moveTo>
                  <a:cubicBezTo>
                    <a:pt x="29" y="38"/>
                    <a:pt x="21" y="38"/>
                    <a:pt x="17" y="34"/>
                  </a:cubicBezTo>
                  <a:cubicBezTo>
                    <a:pt x="12" y="29"/>
                    <a:pt x="12" y="21"/>
                    <a:pt x="17" y="17"/>
                  </a:cubicBezTo>
                  <a:cubicBezTo>
                    <a:pt x="21" y="12"/>
                    <a:pt x="29" y="12"/>
                    <a:pt x="34" y="17"/>
                  </a:cubicBezTo>
                  <a:cubicBezTo>
                    <a:pt x="38" y="21"/>
                    <a:pt x="38" y="29"/>
                    <a:pt x="34" y="34"/>
                  </a:cubicBezTo>
                </a:path>
              </a:pathLst>
            </a:cu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nvGrpSpPr>
            <p:cNvPr id="41" name="组合 40"/>
            <p:cNvGrpSpPr/>
            <p:nvPr/>
          </p:nvGrpSpPr>
          <p:grpSpPr>
            <a:xfrm>
              <a:off x="5327569" y="3952100"/>
              <a:ext cx="1920788" cy="1130241"/>
              <a:chOff x="1197458" y="2505726"/>
              <a:chExt cx="1920788" cy="1130241"/>
            </a:xfrm>
          </p:grpSpPr>
          <p:sp>
            <p:nvSpPr>
              <p:cNvPr id="42" name="文本框 41"/>
              <p:cNvSpPr txBox="1"/>
              <p:nvPr/>
            </p:nvSpPr>
            <p:spPr>
              <a:xfrm>
                <a:off x="1347374" y="2505726"/>
                <a:ext cx="1620957" cy="523220"/>
              </a:xfrm>
              <a:prstGeom prst="rect">
                <a:avLst/>
              </a:prstGeom>
              <a:noFill/>
            </p:spPr>
            <p:txBody>
              <a:bodyPr wrap="none" rtlCol="0">
                <a:spAutoFit/>
              </a:bodyPr>
              <a:lstStyle/>
              <a:p>
                <a:pPr algn="ctr" eaLnBrk="0" hangingPunct="0">
                  <a:defRPr/>
                </a:pPr>
                <a:r>
                  <a:rPr lang="zh-CN" altLang="en-US" sz="2800">
                    <a:cs typeface="+mn-ea"/>
                    <a:sym typeface="+mn-lt"/>
                  </a:rPr>
                  <a:t>添加标题</a:t>
                </a:r>
                <a:endParaRPr lang="en-US" altLang="zh-CN" sz="2800">
                  <a:cs typeface="+mn-ea"/>
                  <a:sym typeface="+mn-lt"/>
                </a:endParaRPr>
              </a:p>
            </p:txBody>
          </p:sp>
          <p:sp>
            <p:nvSpPr>
              <p:cNvPr id="43" name="文本框 42"/>
              <p:cNvSpPr txBox="1"/>
              <p:nvPr/>
            </p:nvSpPr>
            <p:spPr>
              <a:xfrm>
                <a:off x="1197458" y="2935391"/>
                <a:ext cx="1920788" cy="700576"/>
              </a:xfrm>
              <a:prstGeom prst="rect">
                <a:avLst/>
              </a:prstGeom>
              <a:noFill/>
            </p:spPr>
            <p:txBody>
              <a:bodyPr wrap="square" rtlCol="0">
                <a:spAutoFit/>
              </a:bodyPr>
              <a:lstStyle/>
              <a:p>
                <a:pPr algn="ctr">
                  <a:lnSpc>
                    <a:spcPct val="150000"/>
                  </a:lnSpc>
                </a:pPr>
                <a:r>
                  <a:rPr lang="zh-CN" altLang="en-US" sz="1400">
                    <a:solidFill>
                      <a:schemeClr val="tx1">
                        <a:lumMod val="75000"/>
                        <a:lumOff val="25000"/>
                      </a:schemeClr>
                    </a:solidFill>
                    <a:cs typeface="+mn-ea"/>
                    <a:sym typeface="+mn-lt"/>
                  </a:rPr>
                  <a:t>输入替换内容编辑文字输入替换编辑</a:t>
                </a:r>
                <a:r>
                  <a:rPr lang="zh-CN" altLang="en-US" sz="1400">
                    <a:solidFill>
                      <a:schemeClr val="tx1">
                        <a:lumMod val="75000"/>
                        <a:lumOff val="25000"/>
                      </a:schemeClr>
                    </a:solidFill>
                    <a:cs typeface="+mn-ea"/>
                    <a:sym typeface="+mn-lt"/>
                  </a:rPr>
                  <a:t>文字</a:t>
                </a:r>
                <a:endParaRPr lang="en-US" altLang="zh-CN" sz="1400">
                  <a:solidFill>
                    <a:schemeClr val="tx1">
                      <a:lumMod val="75000"/>
                      <a:lumOff val="25000"/>
                    </a:schemeClr>
                  </a:solidFill>
                  <a:cs typeface="+mn-ea"/>
                  <a:sym typeface="+mn-lt"/>
                </a:endParaRPr>
              </a:p>
            </p:txBody>
          </p:sp>
        </p:grpSp>
      </p:grpSp>
      <p:grpSp>
        <p:nvGrpSpPr>
          <p:cNvPr id="48" name="组合 47"/>
          <p:cNvGrpSpPr/>
          <p:nvPr/>
        </p:nvGrpSpPr>
        <p:grpSpPr>
          <a:xfrm>
            <a:off x="270670" y="143324"/>
            <a:ext cx="3530602" cy="656435"/>
            <a:chOff x="270670" y="143324"/>
            <a:chExt cx="3530602" cy="656435"/>
          </a:xfrm>
        </p:grpSpPr>
        <p:grpSp>
          <p:nvGrpSpPr>
            <p:cNvPr id="49" name="组合 48"/>
            <p:cNvGrpSpPr/>
            <p:nvPr/>
          </p:nvGrpSpPr>
          <p:grpSpPr>
            <a:xfrm rot="16200000">
              <a:off x="279666" y="181091"/>
              <a:ext cx="596991" cy="614984"/>
              <a:chOff x="315186" y="9489"/>
              <a:chExt cx="1252592" cy="1290343"/>
            </a:xfrm>
          </p:grpSpPr>
          <p:sp>
            <p:nvSpPr>
              <p:cNvPr id="55" name="圆角矩形 54"/>
              <p:cNvSpPr/>
              <p:nvPr/>
            </p:nvSpPr>
            <p:spPr>
              <a:xfrm rot="18900000">
                <a:off x="315186" y="9489"/>
                <a:ext cx="1252592" cy="539672"/>
              </a:xfrm>
              <a:prstGeom prst="roundRect">
                <a:avLst>
                  <a:gd name="adj" fmla="val 12668"/>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6" name="圆角矩形 55"/>
              <p:cNvSpPr/>
              <p:nvPr/>
            </p:nvSpPr>
            <p:spPr>
              <a:xfrm rot="2700000">
                <a:off x="874702" y="766822"/>
                <a:ext cx="533010" cy="533010"/>
              </a:xfrm>
              <a:prstGeom prst="roundRect">
                <a:avLst>
                  <a:gd name="adj" fmla="val 14919"/>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0" name="组合 49"/>
            <p:cNvGrpSpPr/>
            <p:nvPr/>
          </p:nvGrpSpPr>
          <p:grpSpPr>
            <a:xfrm>
              <a:off x="1004038" y="143324"/>
              <a:ext cx="2797234" cy="656435"/>
              <a:chOff x="716110" y="187653"/>
              <a:chExt cx="2797234" cy="656435"/>
            </a:xfrm>
          </p:grpSpPr>
          <p:sp>
            <p:nvSpPr>
              <p:cNvPr id="53" name="文本框 52"/>
              <p:cNvSpPr txBox="1"/>
              <p:nvPr/>
            </p:nvSpPr>
            <p:spPr>
              <a:xfrm>
                <a:off x="716110" y="187653"/>
                <a:ext cx="2713695" cy="438582"/>
              </a:xfrm>
              <a:prstGeom prst="rect">
                <a:avLst/>
              </a:prstGeom>
              <a:noFill/>
            </p:spPr>
            <p:txBody>
              <a:bodyPr wrap="square" lIns="68580" tIns="34290" rIns="68580" bIns="34290" rtlCol="0">
                <a:spAutoFit/>
              </a:bodyPr>
              <a:lstStyle/>
              <a:p>
                <a:pPr defTabSz="685800"/>
                <a:r>
                  <a:rPr lang="zh-CN" altLang="en-US" sz="2400">
                    <a:solidFill>
                      <a:schemeClr val="tx1">
                        <a:lumMod val="65000"/>
                        <a:lumOff val="35000"/>
                      </a:schemeClr>
                    </a:solidFill>
                    <a:cs typeface="+mn-ea"/>
                    <a:sym typeface="+mn-lt"/>
                  </a:rPr>
                  <a:t>单击输入标题内容</a:t>
                </a:r>
                <a:endParaRPr lang="zh-CN" altLang="en-US" sz="2400">
                  <a:solidFill>
                    <a:schemeClr val="tx1">
                      <a:lumMod val="65000"/>
                      <a:lumOff val="35000"/>
                    </a:schemeClr>
                  </a:solidFill>
                  <a:cs typeface="+mn-ea"/>
                  <a:sym typeface="+mn-lt"/>
                </a:endParaRPr>
              </a:p>
            </p:txBody>
          </p:sp>
          <p:sp>
            <p:nvSpPr>
              <p:cNvPr id="54" name="文本框 53"/>
              <p:cNvSpPr txBox="1"/>
              <p:nvPr/>
            </p:nvSpPr>
            <p:spPr>
              <a:xfrm>
                <a:off x="716110" y="553111"/>
                <a:ext cx="2797234" cy="290977"/>
              </a:xfrm>
              <a:prstGeom prst="rect">
                <a:avLst/>
              </a:prstGeom>
              <a:noFill/>
            </p:spPr>
            <p:txBody>
              <a:bodyPr wrap="square" rtlCol="0">
                <a:spAutoFit/>
              </a:bodyPr>
              <a:lstStyle/>
              <a:p>
                <a:pPr>
                  <a:lnSpc>
                    <a:spcPct val="130000"/>
                  </a:lnSpc>
                </a:pPr>
                <a:r>
                  <a:rPr lang="en-US" altLang="zh-CN" sz="1100">
                    <a:solidFill>
                      <a:schemeClr val="tx1">
                        <a:lumMod val="50000"/>
                        <a:lumOff val="50000"/>
                      </a:schemeClr>
                    </a:solidFill>
                    <a:cs typeface="+mn-ea"/>
                    <a:sym typeface="+mn-lt"/>
                  </a:rPr>
                  <a:t>Add You Text Here Add You Text Here</a:t>
                </a:r>
              </a:p>
            </p:txBody>
          </p:sp>
        </p:grpSp>
      </p:grpSp>
      <p:sp>
        <p:nvSpPr>
          <p:cNvPr id="45" name="TextBox 44"/>
          <p:cNvSpPr txBox="1"/>
          <p:nvPr/>
        </p:nvSpPr>
        <p:spPr>
          <a:xfrm>
            <a:off x="200701" y="6645580"/>
            <a:ext cx="1800200" cy="123111"/>
          </a:xfrm>
          <a:prstGeom prst="rect">
            <a:avLst/>
          </a:prstGeom>
          <a:noFill/>
        </p:spPr>
        <p:txBody>
          <a:bodyPr wrap="square" rtlCol="0">
            <a:spAutoFit/>
          </a:bodyPr>
          <a:lstStyle/>
          <a:p>
            <a:pPr marL="0" marR="0" lvl="0" indent="0" defTabSz="914400" eaLnBrk="1" fontAlgn="auto" latinLnBrk="0" hangingPunct="1">
              <a:lnSpc>
                <a:spcPct val="200000"/>
              </a:lnSpc>
              <a:spcBef>
                <a:spcPct val="0"/>
              </a:spcBef>
              <a:spcAft>
                <a:spcPct val="0"/>
              </a:spcAft>
              <a:buClrTx/>
              <a:buSzTx/>
              <a:buFontTx/>
              <a:buNone/>
              <a:defRPr/>
            </a:pPr>
            <a:r>
              <a:rPr kumimoji="0" lang="en-US" altLang="zh-CN" sz="100" b="0" i="0" u="none" strike="noStrike" kern="0" cap="none" spc="0" normalizeH="0" baseline="0" noProof="0">
                <a:ln>
                  <a:noFill/>
                </a:ln>
                <a:solidFill>
                  <a:schemeClr val="bg1"/>
                </a:solidFill>
                <a:effectLst/>
                <a:uLnTx/>
                <a:uFillTx/>
              </a:rPr>
              <a:t>PPT</a:t>
            </a:r>
            <a:r>
              <a:rPr kumimoji="0" lang="zh-CN" altLang="en-US" sz="100" b="0" i="0" u="none" strike="noStrike" kern="0" cap="none" spc="0" normalizeH="0" baseline="0" noProof="0">
                <a:ln>
                  <a:noFill/>
                </a:ln>
                <a:solidFill>
                  <a:schemeClr val="bg1"/>
                </a:solidFill>
                <a:effectLst/>
                <a:uLnTx/>
                <a:uFillTx/>
              </a:rPr>
              <a:t>模板 </a:t>
            </a:r>
            <a:r>
              <a:rPr kumimoji="0" lang="en-US" altLang="zh-CN" sz="100" b="0" i="0" u="none" strike="noStrike" kern="0" cap="none" spc="0" normalizeH="0" baseline="0" noProof="0">
                <a:ln>
                  <a:noFill/>
                </a:ln>
                <a:solidFill>
                  <a:schemeClr val="bg1"/>
                </a:solidFill>
                <a:effectLst/>
                <a:uLnTx/>
                <a:uFillTx/>
              </a:rPr>
              <a:t>http://www.1ppt.com/moban/</a:t>
            </a:r>
            <a:r>
              <a:rPr kumimoji="0" lang="zh-CN" altLang="en-US" sz="100" b="0" i="0" u="none" strike="noStrike" kern="0" cap="none" spc="0" normalizeH="0" baseline="0" noProof="0">
                <a:ln>
                  <a:noFill/>
                </a:ln>
                <a:solidFill>
                  <a:schemeClr val="bg1"/>
                </a:solidFill>
                <a:effectLst/>
                <a:uLnTx/>
                <a:uFillTx/>
              </a:rPr>
              <a:t> </a:t>
            </a:r>
            <a:endParaRPr kumimoji="0" lang="en-US" altLang="zh-CN" sz="100" b="0" i="0" u="none" strike="noStrike" kern="0" cap="none" spc="0" normalizeH="0" baseline="0" noProof="0">
              <a:ln>
                <a:noFill/>
              </a:ln>
              <a:solidFill>
                <a:schemeClr val="bg1"/>
              </a:solidFill>
              <a:effectLst/>
              <a:uLnTx/>
              <a:uFillTx/>
            </a:endParaRPr>
          </a:p>
        </p:txBody>
      </p:sp>
    </p:spTree>
    <p:extLst>
      <p:ext uri="{BB962C8B-B14F-4D97-AF65-F5344CB8AC3E}">
        <p14:creationId xmlns:p14="http://schemas.microsoft.com/office/powerpoint/2010/main" val="2912839170"/>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par>
                          <p:cTn id="15" fill="hold" nodeType="afterGroup">
                            <p:stCondLst>
                              <p:cond delay="1000"/>
                            </p:stCondLst>
                            <p:childTnLst>
                              <p:par>
                                <p:cTn id="16" presetID="2" presetClass="entr" presetSubtype="4" fill="hold" nodeType="after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additive="base">
                                        <p:cTn id="18" dur="500" fill="hold"/>
                                        <p:tgtEl>
                                          <p:spTgt spid="19"/>
                                        </p:tgtEl>
                                        <p:attrNameLst>
                                          <p:attrName>ppt_x</p:attrName>
                                        </p:attrNameLst>
                                      </p:cBhvr>
                                      <p:tavLst>
                                        <p:tav tm="0">
                                          <p:val>
                                            <p:strVal val="#ppt_x"/>
                                          </p:val>
                                        </p:tav>
                                        <p:tav tm="100000">
                                          <p:val>
                                            <p:strVal val="#ppt_x"/>
                                          </p:val>
                                        </p:tav>
                                      </p:tavLst>
                                    </p:anim>
                                    <p:anim calcmode="lin" valueType="num">
                                      <p:cBhvr additive="base">
                                        <p:cTn id="19" dur="500" fill="hold"/>
                                        <p:tgtEl>
                                          <p:spTgt spid="19"/>
                                        </p:tgtEl>
                                        <p:attrNameLst>
                                          <p:attrName>ppt_y</p:attrName>
                                        </p:attrNameLst>
                                      </p:cBhvr>
                                      <p:tavLst>
                                        <p:tav tm="0">
                                          <p:val>
                                            <p:strVal val="1+#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additive="base">
                                        <p:cTn id="22" dur="500" fill="hold"/>
                                        <p:tgtEl>
                                          <p:spTgt spid="18"/>
                                        </p:tgtEl>
                                        <p:attrNameLst>
                                          <p:attrName>ppt_x</p:attrName>
                                        </p:attrNameLst>
                                      </p:cBhvr>
                                      <p:tavLst>
                                        <p:tav tm="0">
                                          <p:val>
                                            <p:strVal val="#ppt_x"/>
                                          </p:val>
                                        </p:tav>
                                        <p:tav tm="100000">
                                          <p:val>
                                            <p:strVal val="#ppt_x"/>
                                          </p:val>
                                        </p:tav>
                                      </p:tavLst>
                                    </p:anim>
                                    <p:anim calcmode="lin" valueType="num">
                                      <p:cBhvr additive="base">
                                        <p:cTn id="23" dur="500" fill="hold"/>
                                        <p:tgtEl>
                                          <p:spTgt spid="18"/>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additive="base">
                                        <p:cTn id="26" dur="500" fill="hold"/>
                                        <p:tgtEl>
                                          <p:spTgt spid="17"/>
                                        </p:tgtEl>
                                        <p:attrNameLst>
                                          <p:attrName>ppt_x</p:attrName>
                                        </p:attrNameLst>
                                      </p:cBhvr>
                                      <p:tavLst>
                                        <p:tav tm="0">
                                          <p:val>
                                            <p:strVal val="#ppt_x"/>
                                          </p:val>
                                        </p:tav>
                                        <p:tav tm="100000">
                                          <p:val>
                                            <p:strVal val="#ppt_x"/>
                                          </p:val>
                                        </p:tav>
                                      </p:tavLst>
                                    </p:anim>
                                    <p:anim calcmode="lin" valueType="num">
                                      <p:cBhvr additive="base">
                                        <p:cTn id="27" dur="500" fill="hold"/>
                                        <p:tgtEl>
                                          <p:spTgt spid="17"/>
                                        </p:tgtEl>
                                        <p:attrNameLst>
                                          <p:attrName>ppt_y</p:attrName>
                                        </p:attrNameLst>
                                      </p:cBhvr>
                                      <p:tavLst>
                                        <p:tav tm="0">
                                          <p:val>
                                            <p:strVal val="0-#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additive="base">
                                        <p:cTn id="30" dur="500" fill="hold"/>
                                        <p:tgtEl>
                                          <p:spTgt spid="16"/>
                                        </p:tgtEl>
                                        <p:attrNameLst>
                                          <p:attrName>ppt_x</p:attrName>
                                        </p:attrNameLst>
                                      </p:cBhvr>
                                      <p:tavLst>
                                        <p:tav tm="0">
                                          <p:val>
                                            <p:strVal val="#ppt_x"/>
                                          </p:val>
                                        </p:tav>
                                        <p:tav tm="100000">
                                          <p:val>
                                            <p:strVal val="#ppt_x"/>
                                          </p:val>
                                        </p:tav>
                                      </p:tavLst>
                                    </p:anim>
                                    <p:anim calcmode="lin" valueType="num">
                                      <p:cBhvr additive="base">
                                        <p:cTn id="31"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8.xml><?xml version="1.0" encoding="utf-8"?>
<p:sld xmlns:a14="http://schemas.microsoft.com/office/drawing/2010/main" xmlns:a16="http://schemas.microsoft.com/office/drawing/2014/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grpSp>
        <p:nvGrpSpPr>
          <p:cNvPr id="6" name="组合 5"/>
          <p:cNvGrpSpPr/>
          <p:nvPr/>
        </p:nvGrpSpPr>
        <p:grpSpPr>
          <a:xfrm>
            <a:off x="7394087" y="-697439"/>
            <a:ext cx="7477466" cy="7477466"/>
            <a:chOff x="6814967" y="-697439"/>
            <a:chExt cx="7477466" cy="7477466"/>
          </a:xfrm>
        </p:grpSpPr>
        <p:sp>
          <p:nvSpPr>
            <p:cNvPr id="4" name="圆角矩形 3"/>
            <p:cNvSpPr/>
            <p:nvPr/>
          </p:nvSpPr>
          <p:spPr>
            <a:xfrm rot="18900000">
              <a:off x="6814967" y="-697439"/>
              <a:ext cx="7477466" cy="7477466"/>
            </a:xfrm>
            <a:prstGeom prst="roundRect">
              <a:avLst>
                <a:gd name="adj" fmla="val 10718"/>
              </a:avLst>
            </a:prstGeom>
            <a:blipFill>
              <a:blip r:embed="Rdd843f7ccc924f34">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圆角矩形 4"/>
            <p:cNvSpPr/>
            <p:nvPr/>
          </p:nvSpPr>
          <p:spPr>
            <a:xfrm rot="18900000">
              <a:off x="6814967" y="-697439"/>
              <a:ext cx="7477466" cy="7477466"/>
            </a:xfrm>
            <a:prstGeom prst="roundRect">
              <a:avLst>
                <a:gd name="adj" fmla="val 10718"/>
              </a:avLst>
            </a:prstGeom>
            <a:solidFill>
              <a:srgbClr val="2DA3DD">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7" name="文本框 6"/>
          <p:cNvSpPr txBox="1"/>
          <p:nvPr/>
        </p:nvSpPr>
        <p:spPr>
          <a:xfrm>
            <a:off x="3270858" y="1377366"/>
            <a:ext cx="2584362" cy="1862048"/>
          </a:xfrm>
          <a:prstGeom prst="rect">
            <a:avLst/>
          </a:prstGeom>
          <a:noFill/>
        </p:spPr>
        <p:txBody>
          <a:bodyPr wrap="none" rtlCol="0">
            <a:spAutoFit/>
          </a:bodyPr>
          <a:lstStyle/>
          <a:p>
            <a:r>
              <a:rPr lang="en-US" altLang="zh-CN" sz="11500" spc="100">
                <a:solidFill>
                  <a:schemeClr val="tx1">
                    <a:lumMod val="75000"/>
                    <a:lumOff val="25000"/>
                  </a:schemeClr>
                </a:solidFill>
                <a:cs typeface="+mn-ea"/>
                <a:sym typeface="+mn-lt"/>
              </a:rPr>
              <a:t>/02</a:t>
            </a:r>
            <a:endParaRPr lang="zh-CN" altLang="en-US" sz="11500" spc="100">
              <a:solidFill>
                <a:schemeClr val="tx1">
                  <a:lumMod val="75000"/>
                  <a:lumOff val="25000"/>
                </a:schemeClr>
              </a:solidFill>
              <a:cs typeface="+mn-ea"/>
              <a:sym typeface="+mn-lt"/>
            </a:endParaRPr>
          </a:p>
        </p:txBody>
      </p:sp>
      <p:sp>
        <p:nvSpPr>
          <p:cNvPr id="8" name="矩形 7">
            <a:extLst>
              <a:ext uri="{FF2B5EF4-FFF2-40B4-BE49-F238E27FC236}">
                <a16:creationId xmlns:a16="http://schemas.microsoft.com/office/drawing/2014/main" id="{A58E9339-1B74-40B6-B2A5-3FFDE0CA7831}"/>
              </a:ext>
            </a:extLst>
          </p:cNvPr>
          <p:cNvSpPr/>
          <p:nvPr/>
        </p:nvSpPr>
        <p:spPr>
          <a:xfrm>
            <a:off x="1244528" y="3883199"/>
            <a:ext cx="4402805" cy="874407"/>
          </a:xfrm>
          <a:prstGeom prst="rect">
            <a:avLst/>
          </a:prstGeom>
        </p:spPr>
        <p:txBody>
          <a:bodyPr wrap="square">
            <a:spAutoFit/>
          </a:bodyPr>
          <a:lstStyle/>
          <a:p>
            <a:pPr algn="r">
              <a:lnSpc>
                <a:spcPct val="150000"/>
              </a:lnSpc>
            </a:pPr>
            <a:r>
              <a:rPr lang="zh-CN" altLang="en-US">
                <a:solidFill>
                  <a:schemeClr val="tx1">
                    <a:lumMod val="85000"/>
                    <a:lumOff val="15000"/>
                  </a:schemeClr>
                </a:solidFill>
                <a:cs typeface="+mn-ea"/>
                <a:sym typeface="+mn-lt"/>
              </a:rPr>
              <a:t>单击此处添加文字阐述，添加简短问题说明文字，具体添加文字在此处添加单击</a:t>
            </a:r>
          </a:p>
        </p:txBody>
      </p:sp>
      <p:sp>
        <p:nvSpPr>
          <p:cNvPr id="9" name="TextBox 7">
            <a:extLst>
              <a:ext uri="{FF2B5EF4-FFF2-40B4-BE49-F238E27FC236}">
                <a16:creationId xmlns:a16="http://schemas.microsoft.com/office/drawing/2014/main" id="{BDE0C5CE-00B3-4265-A611-DD8B2D85C94A}"/>
              </a:ext>
            </a:extLst>
          </p:cNvPr>
          <p:cNvSpPr txBox="1"/>
          <p:nvPr/>
        </p:nvSpPr>
        <p:spPr>
          <a:xfrm>
            <a:off x="649739" y="2991242"/>
            <a:ext cx="4997594" cy="830997"/>
          </a:xfrm>
          <a:prstGeom prst="rect">
            <a:avLst/>
          </a:prstGeom>
          <a:noFill/>
        </p:spPr>
        <p:txBody>
          <a:bodyPr wrap="square" rtlCol="0">
            <a:spAutoFit/>
          </a:bodyPr>
          <a:lstStyle>
            <a:defPPr>
              <a:defRPr lang="zh-CN"/>
            </a:defPPr>
            <a:lvl1pPr algn="r">
              <a:defRPr sz="4800" b="1">
                <a:solidFill>
                  <a:srgbClr val="2DA3DD"/>
                </a:solidFill>
                <a:cs typeface="+mn-ea"/>
              </a:defRPr>
            </a:lvl1pPr>
          </a:lstStyle>
          <a:p>
            <a:r>
              <a:rPr lang="zh-CN" altLang="en-US">
                <a:sym typeface="+mn-lt"/>
              </a:rPr>
              <a:t>第二章标题内容</a:t>
            </a:r>
          </a:p>
        </p:txBody>
      </p:sp>
    </p:spTree>
    <p:extLst>
      <p:ext uri="{BB962C8B-B14F-4D97-AF65-F5344CB8AC3E}">
        <p14:creationId xmlns:p14="http://schemas.microsoft.com/office/powerpoint/2010/main" val="3137729675"/>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1"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par>
                          <p:cTn id="11" fill="hold" nodeType="afterGroup">
                            <p:stCondLst>
                              <p:cond delay="1000"/>
                            </p:stCondLst>
                            <p:childTnLst>
                              <p:par>
                                <p:cTn id="12" presetID="42"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par>
                          <p:cTn id="17" fill="hold" nodeType="afterGroup">
                            <p:stCondLst>
                              <p:cond delay="2000"/>
                            </p:stCondLst>
                            <p:childTnLst>
                              <p:par>
                                <p:cTn id="18" presetID="42"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par>
                          <p:cTn id="23" fill="hold" nodeType="afterGroup">
                            <p:stCondLst>
                              <p:cond delay="3000"/>
                            </p:stCondLst>
                            <p:childTnLst>
                              <p:par>
                                <p:cTn id="24" presetID="22" presetClass="entr" presetSubtype="2" fill="hold" nodeType="afterEffect">
                                  <p:stCondLst>
                                    <p:cond delay="0"/>
                                  </p:stCondLst>
                                  <p:childTnLst>
                                    <p:set>
                                      <p:cBhvr>
                                        <p:cTn id="25" dur="1" fill="hold">
                                          <p:stCondLst>
                                            <p:cond delay="0"/>
                                          </p:stCondLst>
                                        </p:cTn>
                                        <p:tgtEl>
                                          <p:spTgt spid="8">
                                            <p:txEl>
                                              <p:pRg st="0" end="0"/>
                                            </p:txEl>
                                          </p:spTgt>
                                        </p:tgtEl>
                                        <p:attrNameLst>
                                          <p:attrName>style.visibility</p:attrName>
                                        </p:attrNameLst>
                                      </p:cBhvr>
                                      <p:to>
                                        <p:strVal val="visible"/>
                                      </p:to>
                                    </p:set>
                                    <p:animEffect transition="in" filter="wipe(right)">
                                      <p:cBhvr>
                                        <p:cTn id="26"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9.xml><?xml version="1.0" encoding="utf-8"?>
<p:sld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grpSp>
        <p:nvGrpSpPr>
          <p:cNvPr id="5" name="组合 4"/>
          <p:cNvGrpSpPr/>
          <p:nvPr/>
        </p:nvGrpSpPr>
        <p:grpSpPr>
          <a:xfrm>
            <a:off x="892437" y="3355158"/>
            <a:ext cx="1087386" cy="894495"/>
            <a:chOff x="1465545" y="3524250"/>
            <a:chExt cx="889616" cy="731806"/>
          </a:xfrm>
        </p:grpSpPr>
        <p:sp>
          <p:nvSpPr>
            <p:cNvPr id="6" name="六边形 5"/>
            <p:cNvSpPr/>
            <p:nvPr/>
          </p:nvSpPr>
          <p:spPr>
            <a:xfrm>
              <a:off x="1480540" y="3524250"/>
              <a:ext cx="848894" cy="731806"/>
            </a:xfrm>
            <a:prstGeom prst="hexagon">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文本框 24"/>
            <p:cNvSpPr txBox="1"/>
            <p:nvPr/>
          </p:nvSpPr>
          <p:spPr>
            <a:xfrm>
              <a:off x="1465545" y="3719336"/>
              <a:ext cx="889616" cy="317215"/>
            </a:xfrm>
            <a:prstGeom prst="rect">
              <a:avLst/>
            </a:prstGeom>
            <a:noFill/>
          </p:spPr>
          <p:txBody>
            <a:bodyPr wrap="square" rtlCol="0">
              <a:spAutoFit/>
            </a:bodyPr>
            <a:lstStyle/>
            <a:p>
              <a:pPr algn="ctr" defTabSz="1219170">
                <a:lnSpc>
                  <a:spcPct val="90000"/>
                </a:lnSpc>
                <a:spcBef>
                  <a:spcPts val="1000"/>
                </a:spcBef>
              </a:pPr>
              <a:r>
                <a:rPr lang="en-US" altLang="zh-CN" sz="2133">
                  <a:solidFill>
                    <a:srgbClr val="FFFFFF"/>
                  </a:solidFill>
                  <a:cs typeface="+mn-ea"/>
                  <a:sym typeface="+mn-lt"/>
                </a:rPr>
                <a:t>30%</a:t>
              </a:r>
              <a:endParaRPr lang="zh-CN" altLang="en-US" sz="2133">
                <a:solidFill>
                  <a:srgbClr val="FFFFFF"/>
                </a:solidFill>
                <a:cs typeface="+mn-ea"/>
                <a:sym typeface="+mn-lt"/>
              </a:endParaRPr>
            </a:p>
          </p:txBody>
        </p:sp>
      </p:grpSp>
      <p:grpSp>
        <p:nvGrpSpPr>
          <p:cNvPr id="8" name="组合 7"/>
          <p:cNvGrpSpPr/>
          <p:nvPr/>
        </p:nvGrpSpPr>
        <p:grpSpPr>
          <a:xfrm>
            <a:off x="1999804" y="3689802"/>
            <a:ext cx="1630882" cy="1405932"/>
            <a:chOff x="2329434" y="4081682"/>
            <a:chExt cx="1334262" cy="1150226"/>
          </a:xfrm>
        </p:grpSpPr>
        <p:sp>
          <p:nvSpPr>
            <p:cNvPr id="9" name="六边形 8"/>
            <p:cNvSpPr/>
            <p:nvPr/>
          </p:nvSpPr>
          <p:spPr>
            <a:xfrm>
              <a:off x="2329434" y="4081682"/>
              <a:ext cx="1334262" cy="1150226"/>
            </a:xfrm>
            <a:prstGeom prst="hexagon">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25"/>
            <p:cNvSpPr txBox="1"/>
            <p:nvPr/>
          </p:nvSpPr>
          <p:spPr>
            <a:xfrm>
              <a:off x="2426710" y="4416728"/>
              <a:ext cx="1134779" cy="392806"/>
            </a:xfrm>
            <a:prstGeom prst="rect">
              <a:avLst/>
            </a:prstGeom>
            <a:noFill/>
          </p:spPr>
          <p:txBody>
            <a:bodyPr wrap="square" rtlCol="0">
              <a:spAutoFit/>
            </a:bodyPr>
            <a:lstStyle/>
            <a:p>
              <a:pPr algn="ctr" defTabSz="1219170">
                <a:lnSpc>
                  <a:spcPct val="90000"/>
                </a:lnSpc>
                <a:spcBef>
                  <a:spcPts val="1000"/>
                </a:spcBef>
              </a:pPr>
              <a:r>
                <a:rPr lang="en-US" altLang="zh-CN" sz="2800">
                  <a:solidFill>
                    <a:srgbClr val="FFFFFF"/>
                  </a:solidFill>
                  <a:cs typeface="+mn-ea"/>
                  <a:sym typeface="+mn-lt"/>
                </a:rPr>
                <a:t>40%</a:t>
              </a:r>
              <a:endParaRPr lang="zh-CN" altLang="en-US" sz="2800">
                <a:solidFill>
                  <a:srgbClr val="FFFFFF"/>
                </a:solidFill>
                <a:cs typeface="+mn-ea"/>
                <a:sym typeface="+mn-lt"/>
              </a:endParaRPr>
            </a:p>
          </p:txBody>
        </p:sp>
      </p:grpSp>
      <p:grpSp>
        <p:nvGrpSpPr>
          <p:cNvPr id="11" name="组合 10"/>
          <p:cNvGrpSpPr/>
          <p:nvPr/>
        </p:nvGrpSpPr>
        <p:grpSpPr>
          <a:xfrm>
            <a:off x="3308918" y="2190224"/>
            <a:ext cx="2973027" cy="2562955"/>
            <a:chOff x="3663696" y="2559981"/>
            <a:chExt cx="2432304" cy="2096814"/>
          </a:xfrm>
        </p:grpSpPr>
        <p:sp>
          <p:nvSpPr>
            <p:cNvPr id="12" name="六边形 11"/>
            <p:cNvSpPr/>
            <p:nvPr/>
          </p:nvSpPr>
          <p:spPr>
            <a:xfrm>
              <a:off x="3663696" y="2559981"/>
              <a:ext cx="2432304" cy="2096814"/>
            </a:xfrm>
            <a:prstGeom prst="hexagon">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26"/>
            <p:cNvSpPr txBox="1"/>
            <p:nvPr/>
          </p:nvSpPr>
          <p:spPr>
            <a:xfrm>
              <a:off x="4040565" y="3229823"/>
              <a:ext cx="1678565" cy="619426"/>
            </a:xfrm>
            <a:prstGeom prst="rect">
              <a:avLst/>
            </a:prstGeom>
            <a:noFill/>
          </p:spPr>
          <p:txBody>
            <a:bodyPr wrap="square" rtlCol="0">
              <a:spAutoFit/>
            </a:bodyPr>
            <a:lstStyle/>
            <a:p>
              <a:pPr algn="ctr" defTabSz="1219170">
                <a:lnSpc>
                  <a:spcPct val="90000"/>
                </a:lnSpc>
                <a:spcBef>
                  <a:spcPts val="1000"/>
                </a:spcBef>
              </a:pPr>
              <a:r>
                <a:rPr lang="en-US" altLang="zh-CN" sz="4800">
                  <a:solidFill>
                    <a:srgbClr val="FFFFFF"/>
                  </a:solidFill>
                  <a:cs typeface="+mn-ea"/>
                  <a:sym typeface="+mn-lt"/>
                </a:rPr>
                <a:t>80%</a:t>
              </a:r>
              <a:endParaRPr lang="zh-CN" altLang="en-US" sz="4800">
                <a:solidFill>
                  <a:srgbClr val="FFFFFF"/>
                </a:solidFill>
                <a:cs typeface="+mn-ea"/>
                <a:sym typeface="+mn-lt"/>
              </a:endParaRPr>
            </a:p>
          </p:txBody>
        </p:sp>
      </p:grpSp>
      <p:grpSp>
        <p:nvGrpSpPr>
          <p:cNvPr id="14" name="组合 13"/>
          <p:cNvGrpSpPr/>
          <p:nvPr/>
        </p:nvGrpSpPr>
        <p:grpSpPr>
          <a:xfrm>
            <a:off x="1519202" y="1642786"/>
            <a:ext cx="2111484" cy="1820243"/>
            <a:chOff x="1936242" y="1686736"/>
            <a:chExt cx="1727454" cy="1489184"/>
          </a:xfrm>
        </p:grpSpPr>
        <p:sp>
          <p:nvSpPr>
            <p:cNvPr id="15" name="六边形 14"/>
            <p:cNvSpPr/>
            <p:nvPr/>
          </p:nvSpPr>
          <p:spPr>
            <a:xfrm>
              <a:off x="1936242" y="1686736"/>
              <a:ext cx="1727454" cy="1489184"/>
            </a:xfrm>
            <a:prstGeom prst="hexagon">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文本框 27"/>
            <p:cNvSpPr txBox="1"/>
            <p:nvPr/>
          </p:nvSpPr>
          <p:spPr>
            <a:xfrm>
              <a:off x="1957362" y="2135861"/>
              <a:ext cx="1678565" cy="483455"/>
            </a:xfrm>
            <a:prstGeom prst="rect">
              <a:avLst/>
            </a:prstGeom>
            <a:noFill/>
          </p:spPr>
          <p:txBody>
            <a:bodyPr wrap="square" rtlCol="0">
              <a:spAutoFit/>
            </a:bodyPr>
            <a:lstStyle/>
            <a:p>
              <a:pPr algn="ctr" defTabSz="1219170">
                <a:lnSpc>
                  <a:spcPct val="90000"/>
                </a:lnSpc>
                <a:spcBef>
                  <a:spcPts val="1000"/>
                </a:spcBef>
              </a:pPr>
              <a:r>
                <a:rPr lang="en-US" altLang="zh-CN" sz="3600">
                  <a:solidFill>
                    <a:srgbClr val="FFFFFF"/>
                  </a:solidFill>
                  <a:cs typeface="+mn-ea"/>
                  <a:sym typeface="+mn-lt"/>
                </a:rPr>
                <a:t>50%</a:t>
              </a:r>
              <a:endParaRPr lang="zh-CN" altLang="en-US" sz="3600">
                <a:solidFill>
                  <a:srgbClr val="FFFFFF"/>
                </a:solidFill>
                <a:cs typeface="+mn-ea"/>
                <a:sym typeface="+mn-lt"/>
              </a:endParaRPr>
            </a:p>
          </p:txBody>
        </p:sp>
      </p:grpSp>
      <p:grpSp>
        <p:nvGrpSpPr>
          <p:cNvPr id="28" name="组合 27"/>
          <p:cNvGrpSpPr/>
          <p:nvPr/>
        </p:nvGrpSpPr>
        <p:grpSpPr>
          <a:xfrm>
            <a:off x="6982775" y="1391676"/>
            <a:ext cx="3943726" cy="976035"/>
            <a:chOff x="820148" y="2482576"/>
            <a:chExt cx="3943726" cy="976035"/>
          </a:xfrm>
        </p:grpSpPr>
        <p:sp>
          <p:nvSpPr>
            <p:cNvPr id="29" name="文本框 28"/>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30" name="文本框 29"/>
            <p:cNvSpPr txBox="1"/>
            <p:nvPr/>
          </p:nvSpPr>
          <p:spPr>
            <a:xfrm>
              <a:off x="820148" y="2935391"/>
              <a:ext cx="3943726"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31" name="组合 30"/>
          <p:cNvGrpSpPr/>
          <p:nvPr/>
        </p:nvGrpSpPr>
        <p:grpSpPr>
          <a:xfrm>
            <a:off x="6982775" y="2488957"/>
            <a:ext cx="3943726" cy="976035"/>
            <a:chOff x="820148" y="2482576"/>
            <a:chExt cx="3943726" cy="976035"/>
          </a:xfrm>
        </p:grpSpPr>
        <p:sp>
          <p:nvSpPr>
            <p:cNvPr id="32" name="文本框 31"/>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33" name="文本框 32"/>
            <p:cNvSpPr txBox="1"/>
            <p:nvPr/>
          </p:nvSpPr>
          <p:spPr>
            <a:xfrm>
              <a:off x="820148" y="2935391"/>
              <a:ext cx="3943726"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34" name="组合 33"/>
          <p:cNvGrpSpPr/>
          <p:nvPr/>
        </p:nvGrpSpPr>
        <p:grpSpPr>
          <a:xfrm>
            <a:off x="6982775" y="3586238"/>
            <a:ext cx="3943726" cy="976035"/>
            <a:chOff x="820148" y="2482576"/>
            <a:chExt cx="3943726" cy="976035"/>
          </a:xfrm>
        </p:grpSpPr>
        <p:sp>
          <p:nvSpPr>
            <p:cNvPr id="35" name="文本框 34"/>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36" name="文本框 35"/>
            <p:cNvSpPr txBox="1"/>
            <p:nvPr/>
          </p:nvSpPr>
          <p:spPr>
            <a:xfrm>
              <a:off x="820148" y="2935391"/>
              <a:ext cx="3943726"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37" name="组合 36"/>
          <p:cNvGrpSpPr/>
          <p:nvPr/>
        </p:nvGrpSpPr>
        <p:grpSpPr>
          <a:xfrm>
            <a:off x="6982775" y="4683518"/>
            <a:ext cx="3943726" cy="976035"/>
            <a:chOff x="820148" y="2482576"/>
            <a:chExt cx="3943726" cy="976035"/>
          </a:xfrm>
        </p:grpSpPr>
        <p:sp>
          <p:nvSpPr>
            <p:cNvPr id="38" name="文本框 37"/>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39" name="文本框 38"/>
            <p:cNvSpPr txBox="1"/>
            <p:nvPr/>
          </p:nvSpPr>
          <p:spPr>
            <a:xfrm>
              <a:off x="820148" y="2935391"/>
              <a:ext cx="3943726"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47" name="组合 46"/>
          <p:cNvGrpSpPr/>
          <p:nvPr/>
        </p:nvGrpSpPr>
        <p:grpSpPr>
          <a:xfrm>
            <a:off x="270670" y="143324"/>
            <a:ext cx="3530602" cy="656435"/>
            <a:chOff x="270670" y="143324"/>
            <a:chExt cx="3530602" cy="656435"/>
          </a:xfrm>
        </p:grpSpPr>
        <p:grpSp>
          <p:nvGrpSpPr>
            <p:cNvPr id="48" name="组合 47"/>
            <p:cNvGrpSpPr/>
            <p:nvPr/>
          </p:nvGrpSpPr>
          <p:grpSpPr>
            <a:xfrm rot="16200000">
              <a:off x="279666" y="181091"/>
              <a:ext cx="596991" cy="614984"/>
              <a:chOff x="315186" y="9489"/>
              <a:chExt cx="1252592" cy="1290343"/>
            </a:xfrm>
          </p:grpSpPr>
          <p:sp>
            <p:nvSpPr>
              <p:cNvPr id="52" name="圆角矩形 51"/>
              <p:cNvSpPr/>
              <p:nvPr/>
            </p:nvSpPr>
            <p:spPr>
              <a:xfrm rot="18900000">
                <a:off x="315186" y="9489"/>
                <a:ext cx="1252592" cy="539672"/>
              </a:xfrm>
              <a:prstGeom prst="roundRect">
                <a:avLst>
                  <a:gd name="adj" fmla="val 12668"/>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3" name="圆角矩形 52"/>
              <p:cNvSpPr/>
              <p:nvPr/>
            </p:nvSpPr>
            <p:spPr>
              <a:xfrm rot="2700000">
                <a:off x="874702" y="766822"/>
                <a:ext cx="533010" cy="533010"/>
              </a:xfrm>
              <a:prstGeom prst="roundRect">
                <a:avLst>
                  <a:gd name="adj" fmla="val 14919"/>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49" name="组合 48"/>
            <p:cNvGrpSpPr/>
            <p:nvPr/>
          </p:nvGrpSpPr>
          <p:grpSpPr>
            <a:xfrm>
              <a:off x="1004038" y="143324"/>
              <a:ext cx="2797234" cy="656435"/>
              <a:chOff x="716110" y="187653"/>
              <a:chExt cx="2797234" cy="656435"/>
            </a:xfrm>
          </p:grpSpPr>
          <p:sp>
            <p:nvSpPr>
              <p:cNvPr id="50" name="文本框 49"/>
              <p:cNvSpPr txBox="1"/>
              <p:nvPr/>
            </p:nvSpPr>
            <p:spPr>
              <a:xfrm>
                <a:off x="716110" y="187653"/>
                <a:ext cx="2713695" cy="438582"/>
              </a:xfrm>
              <a:prstGeom prst="rect">
                <a:avLst/>
              </a:prstGeom>
              <a:noFill/>
            </p:spPr>
            <p:txBody>
              <a:bodyPr wrap="square" lIns="68580" tIns="34290" rIns="68580" bIns="34290" rtlCol="0">
                <a:spAutoFit/>
              </a:bodyPr>
              <a:lstStyle/>
              <a:p>
                <a:pPr defTabSz="685800"/>
                <a:r>
                  <a:rPr lang="zh-CN" altLang="en-US" sz="2400">
                    <a:solidFill>
                      <a:schemeClr val="tx1">
                        <a:lumMod val="65000"/>
                        <a:lumOff val="35000"/>
                      </a:schemeClr>
                    </a:solidFill>
                    <a:cs typeface="+mn-ea"/>
                    <a:sym typeface="+mn-lt"/>
                  </a:rPr>
                  <a:t>单击输入标题内容</a:t>
                </a:r>
                <a:endParaRPr lang="zh-CN" altLang="en-US" sz="2400">
                  <a:solidFill>
                    <a:schemeClr val="tx1">
                      <a:lumMod val="65000"/>
                      <a:lumOff val="35000"/>
                    </a:schemeClr>
                  </a:solidFill>
                  <a:cs typeface="+mn-ea"/>
                  <a:sym typeface="+mn-lt"/>
                </a:endParaRPr>
              </a:p>
            </p:txBody>
          </p:sp>
          <p:sp>
            <p:nvSpPr>
              <p:cNvPr id="51" name="文本框 50"/>
              <p:cNvSpPr txBox="1"/>
              <p:nvPr/>
            </p:nvSpPr>
            <p:spPr>
              <a:xfrm>
                <a:off x="716110" y="553111"/>
                <a:ext cx="2797234" cy="290977"/>
              </a:xfrm>
              <a:prstGeom prst="rect">
                <a:avLst/>
              </a:prstGeom>
              <a:noFill/>
            </p:spPr>
            <p:txBody>
              <a:bodyPr wrap="square" rtlCol="0">
                <a:spAutoFit/>
              </a:bodyPr>
              <a:lstStyle/>
              <a:p>
                <a:pPr>
                  <a:lnSpc>
                    <a:spcPct val="130000"/>
                  </a:lnSpc>
                </a:pPr>
                <a:r>
                  <a:rPr lang="en-US" altLang="zh-CN" sz="1100">
                    <a:solidFill>
                      <a:schemeClr val="tx1">
                        <a:lumMod val="50000"/>
                        <a:lumOff val="50000"/>
                      </a:schemeClr>
                    </a:solidFill>
                    <a:cs typeface="+mn-ea"/>
                    <a:sym typeface="+mn-lt"/>
                  </a:rPr>
                  <a:t>Add You Text Here Add You Text Here</a:t>
                </a:r>
              </a:p>
            </p:txBody>
          </p:sp>
        </p:grpSp>
      </p:grpSp>
    </p:spTree>
    <p:extLst>
      <p:ext uri="{BB962C8B-B14F-4D97-AF65-F5344CB8AC3E}">
        <p14:creationId xmlns:p14="http://schemas.microsoft.com/office/powerpoint/2010/main" val="870950916"/>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anim calcmode="lin" valueType="num">
                                      <p:cBhvr>
                                        <p:cTn id="10" dur="500" fill="hold"/>
                                        <p:tgtEl>
                                          <p:spTgt spid="5"/>
                                        </p:tgtEl>
                                        <p:attrNameLst>
                                          <p:attrName>ppt_x</p:attrName>
                                        </p:attrNameLst>
                                      </p:cBhvr>
                                      <p:tavLst>
                                        <p:tav tm="0">
                                          <p:val>
                                            <p:fltVal val="0.5"/>
                                          </p:val>
                                        </p:tav>
                                        <p:tav tm="100000">
                                          <p:val>
                                            <p:strVal val="#ppt_x"/>
                                          </p:val>
                                        </p:tav>
                                      </p:tavLst>
                                    </p:anim>
                                    <p:anim calcmode="lin" valueType="num">
                                      <p:cBhvr>
                                        <p:cTn id="11" dur="500" fill="hold"/>
                                        <p:tgtEl>
                                          <p:spTgt spid="5"/>
                                        </p:tgtEl>
                                        <p:attrNameLst>
                                          <p:attrName>ppt_y</p:attrName>
                                        </p:attrNameLst>
                                      </p:cBhvr>
                                      <p:tavLst>
                                        <p:tav tm="0">
                                          <p:val>
                                            <p:fltVal val="0.5"/>
                                          </p:val>
                                        </p:tav>
                                        <p:tav tm="100000">
                                          <p:val>
                                            <p:strVal val="#ppt_y"/>
                                          </p:val>
                                        </p:tav>
                                      </p:tavLst>
                                    </p:anim>
                                  </p:childTnLst>
                                </p:cTn>
                              </p:par>
                              <p:par>
                                <p:cTn id="12" presetID="53" presetClass="entr" presetSubtype="0" fill="hold" nodeType="withEffect">
                                  <p:stCondLst>
                                    <p:cond delay="25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anim calcmode="lin" valueType="num">
                                      <p:cBhvr>
                                        <p:cTn id="17" dur="500" fill="hold"/>
                                        <p:tgtEl>
                                          <p:spTgt spid="8"/>
                                        </p:tgtEl>
                                        <p:attrNameLst>
                                          <p:attrName>ppt_x</p:attrName>
                                        </p:attrNameLst>
                                      </p:cBhvr>
                                      <p:tavLst>
                                        <p:tav tm="0">
                                          <p:val>
                                            <p:fltVal val="0.5"/>
                                          </p:val>
                                        </p:tav>
                                        <p:tav tm="100000">
                                          <p:val>
                                            <p:strVal val="#ppt_x"/>
                                          </p:val>
                                        </p:tav>
                                      </p:tavLst>
                                    </p:anim>
                                    <p:anim calcmode="lin" valueType="num">
                                      <p:cBhvr>
                                        <p:cTn id="18" dur="500" fill="hold"/>
                                        <p:tgtEl>
                                          <p:spTgt spid="8"/>
                                        </p:tgtEl>
                                        <p:attrNameLst>
                                          <p:attrName>ppt_y</p:attrName>
                                        </p:attrNameLst>
                                      </p:cBhvr>
                                      <p:tavLst>
                                        <p:tav tm="0">
                                          <p:val>
                                            <p:fltVal val="0.5"/>
                                          </p:val>
                                        </p:tav>
                                        <p:tav tm="100000">
                                          <p:val>
                                            <p:strVal val="#ppt_y"/>
                                          </p:val>
                                        </p:tav>
                                      </p:tavLst>
                                    </p:anim>
                                  </p:childTnLst>
                                </p:cTn>
                              </p:par>
                              <p:par>
                                <p:cTn id="19" presetID="53" presetClass="entr" presetSubtype="0" fill="hold" nodeType="withEffect">
                                  <p:stCondLst>
                                    <p:cond delay="500"/>
                                  </p:stCondLst>
                                  <p:childTnLst>
                                    <p:set>
                                      <p:cBhvr>
                                        <p:cTn id="20" dur="1" fill="hold">
                                          <p:stCondLst>
                                            <p:cond delay="0"/>
                                          </p:stCondLst>
                                        </p:cTn>
                                        <p:tgtEl>
                                          <p:spTgt spid="14"/>
                                        </p:tgtEl>
                                        <p:attrNameLst>
                                          <p:attrName>style.visibility</p:attrName>
                                        </p:attrNameLst>
                                      </p:cBhvr>
                                      <p:to>
                                        <p:strVal val="visible"/>
                                      </p:to>
                                    </p:set>
                                    <p:anim calcmode="lin" valueType="num">
                                      <p:cBhvr>
                                        <p:cTn id="21" dur="500" fill="hold"/>
                                        <p:tgtEl>
                                          <p:spTgt spid="14"/>
                                        </p:tgtEl>
                                        <p:attrNameLst>
                                          <p:attrName>ppt_w</p:attrName>
                                        </p:attrNameLst>
                                      </p:cBhvr>
                                      <p:tavLst>
                                        <p:tav tm="0">
                                          <p:val>
                                            <p:fltVal val="0"/>
                                          </p:val>
                                        </p:tav>
                                        <p:tav tm="100000">
                                          <p:val>
                                            <p:strVal val="#ppt_w"/>
                                          </p:val>
                                        </p:tav>
                                      </p:tavLst>
                                    </p:anim>
                                    <p:anim calcmode="lin" valueType="num">
                                      <p:cBhvr>
                                        <p:cTn id="22" dur="500" fill="hold"/>
                                        <p:tgtEl>
                                          <p:spTgt spid="14"/>
                                        </p:tgtEl>
                                        <p:attrNameLst>
                                          <p:attrName>ppt_h</p:attrName>
                                        </p:attrNameLst>
                                      </p:cBhvr>
                                      <p:tavLst>
                                        <p:tav tm="0">
                                          <p:val>
                                            <p:fltVal val="0"/>
                                          </p:val>
                                        </p:tav>
                                        <p:tav tm="100000">
                                          <p:val>
                                            <p:strVal val="#ppt_h"/>
                                          </p:val>
                                        </p:tav>
                                      </p:tavLst>
                                    </p:anim>
                                    <p:animEffect transition="in" filter="fade">
                                      <p:cBhvr>
                                        <p:cTn id="23" dur="500"/>
                                        <p:tgtEl>
                                          <p:spTgt spid="14"/>
                                        </p:tgtEl>
                                      </p:cBhvr>
                                    </p:animEffect>
                                    <p:anim calcmode="lin" valueType="num">
                                      <p:cBhvr>
                                        <p:cTn id="24" dur="500" fill="hold"/>
                                        <p:tgtEl>
                                          <p:spTgt spid="14"/>
                                        </p:tgtEl>
                                        <p:attrNameLst>
                                          <p:attrName>ppt_x</p:attrName>
                                        </p:attrNameLst>
                                      </p:cBhvr>
                                      <p:tavLst>
                                        <p:tav tm="0">
                                          <p:val>
                                            <p:fltVal val="0.5"/>
                                          </p:val>
                                        </p:tav>
                                        <p:tav tm="100000">
                                          <p:val>
                                            <p:strVal val="#ppt_x"/>
                                          </p:val>
                                        </p:tav>
                                      </p:tavLst>
                                    </p:anim>
                                    <p:anim calcmode="lin" valueType="num">
                                      <p:cBhvr>
                                        <p:cTn id="25" dur="500" fill="hold"/>
                                        <p:tgtEl>
                                          <p:spTgt spid="14"/>
                                        </p:tgtEl>
                                        <p:attrNameLst>
                                          <p:attrName>ppt_y</p:attrName>
                                        </p:attrNameLst>
                                      </p:cBhvr>
                                      <p:tavLst>
                                        <p:tav tm="0">
                                          <p:val>
                                            <p:fltVal val="0.5"/>
                                          </p:val>
                                        </p:tav>
                                        <p:tav tm="100000">
                                          <p:val>
                                            <p:strVal val="#ppt_y"/>
                                          </p:val>
                                        </p:tav>
                                      </p:tavLst>
                                    </p:anim>
                                  </p:childTnLst>
                                </p:cTn>
                              </p:par>
                              <p:par>
                                <p:cTn id="26" presetID="53" presetClass="entr" presetSubtype="0" fill="hold" nodeType="withEffect">
                                  <p:stCondLst>
                                    <p:cond delay="75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anim calcmode="lin" valueType="num">
                                      <p:cBhvr>
                                        <p:cTn id="31" dur="500" fill="hold"/>
                                        <p:tgtEl>
                                          <p:spTgt spid="11"/>
                                        </p:tgtEl>
                                        <p:attrNameLst>
                                          <p:attrName>ppt_x</p:attrName>
                                        </p:attrNameLst>
                                      </p:cBhvr>
                                      <p:tavLst>
                                        <p:tav tm="0">
                                          <p:val>
                                            <p:fltVal val="0.5"/>
                                          </p:val>
                                        </p:tav>
                                        <p:tav tm="100000">
                                          <p:val>
                                            <p:strVal val="#ppt_x"/>
                                          </p:val>
                                        </p:tav>
                                      </p:tavLst>
                                    </p:anim>
                                    <p:anim calcmode="lin" valueType="num">
                                      <p:cBhvr>
                                        <p:cTn id="32" dur="500" fill="hold"/>
                                        <p:tgtEl>
                                          <p:spTgt spid="11"/>
                                        </p:tgtEl>
                                        <p:attrNameLst>
                                          <p:attrName>ppt_y</p:attrName>
                                        </p:attrNameLst>
                                      </p:cBhvr>
                                      <p:tavLst>
                                        <p:tav tm="0">
                                          <p:val>
                                            <p:fltVal val="0.5"/>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1000"/>
                                        <p:tgtEl>
                                          <p:spTgt spid="28"/>
                                        </p:tgtEl>
                                      </p:cBhvr>
                                    </p:animEffect>
                                    <p:anim calcmode="lin" valueType="num">
                                      <p:cBhvr>
                                        <p:cTn id="36" dur="1000" fill="hold"/>
                                        <p:tgtEl>
                                          <p:spTgt spid="28"/>
                                        </p:tgtEl>
                                        <p:attrNameLst>
                                          <p:attrName>ppt_x</p:attrName>
                                        </p:attrNameLst>
                                      </p:cBhvr>
                                      <p:tavLst>
                                        <p:tav tm="0">
                                          <p:val>
                                            <p:strVal val="#ppt_x"/>
                                          </p:val>
                                        </p:tav>
                                        <p:tav tm="100000">
                                          <p:val>
                                            <p:strVal val="#ppt_x"/>
                                          </p:val>
                                        </p:tav>
                                      </p:tavLst>
                                    </p:anim>
                                    <p:anim calcmode="lin" valueType="num">
                                      <p:cBhvr>
                                        <p:cTn id="37" dur="1000" fill="hold"/>
                                        <p:tgtEl>
                                          <p:spTgt spid="28"/>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1000"/>
                                        <p:tgtEl>
                                          <p:spTgt spid="31"/>
                                        </p:tgtEl>
                                      </p:cBhvr>
                                    </p:animEffect>
                                    <p:anim calcmode="lin" valueType="num">
                                      <p:cBhvr>
                                        <p:cTn id="41" dur="1000" fill="hold"/>
                                        <p:tgtEl>
                                          <p:spTgt spid="31"/>
                                        </p:tgtEl>
                                        <p:attrNameLst>
                                          <p:attrName>ppt_x</p:attrName>
                                        </p:attrNameLst>
                                      </p:cBhvr>
                                      <p:tavLst>
                                        <p:tav tm="0">
                                          <p:val>
                                            <p:strVal val="#ppt_x"/>
                                          </p:val>
                                        </p:tav>
                                        <p:tav tm="100000">
                                          <p:val>
                                            <p:strVal val="#ppt_x"/>
                                          </p:val>
                                        </p:tav>
                                      </p:tavLst>
                                    </p:anim>
                                    <p:anim calcmode="lin" valueType="num">
                                      <p:cBhvr>
                                        <p:cTn id="42" dur="1000" fill="hold"/>
                                        <p:tgtEl>
                                          <p:spTgt spid="31"/>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1000"/>
                                        <p:tgtEl>
                                          <p:spTgt spid="34"/>
                                        </p:tgtEl>
                                      </p:cBhvr>
                                    </p:animEffect>
                                    <p:anim calcmode="lin" valueType="num">
                                      <p:cBhvr>
                                        <p:cTn id="46" dur="1000" fill="hold"/>
                                        <p:tgtEl>
                                          <p:spTgt spid="34"/>
                                        </p:tgtEl>
                                        <p:attrNameLst>
                                          <p:attrName>ppt_x</p:attrName>
                                        </p:attrNameLst>
                                      </p:cBhvr>
                                      <p:tavLst>
                                        <p:tav tm="0">
                                          <p:val>
                                            <p:strVal val="#ppt_x"/>
                                          </p:val>
                                        </p:tav>
                                        <p:tav tm="100000">
                                          <p:val>
                                            <p:strVal val="#ppt_x"/>
                                          </p:val>
                                        </p:tav>
                                      </p:tavLst>
                                    </p:anim>
                                    <p:anim calcmode="lin" valueType="num">
                                      <p:cBhvr>
                                        <p:cTn id="47" dur="1000" fill="hold"/>
                                        <p:tgtEl>
                                          <p:spTgt spid="34"/>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fade">
                                      <p:cBhvr>
                                        <p:cTn id="50" dur="1000"/>
                                        <p:tgtEl>
                                          <p:spTgt spid="37"/>
                                        </p:tgtEl>
                                      </p:cBhvr>
                                    </p:animEffect>
                                    <p:anim calcmode="lin" valueType="num">
                                      <p:cBhvr>
                                        <p:cTn id="51" dur="1000" fill="hold"/>
                                        <p:tgtEl>
                                          <p:spTgt spid="37"/>
                                        </p:tgtEl>
                                        <p:attrNameLst>
                                          <p:attrName>ppt_x</p:attrName>
                                        </p:attrNameLst>
                                      </p:cBhvr>
                                      <p:tavLst>
                                        <p:tav tm="0">
                                          <p:val>
                                            <p:strVal val="#ppt_x"/>
                                          </p:val>
                                        </p:tav>
                                        <p:tav tm="100000">
                                          <p:val>
                                            <p:strVal val="#ppt_x"/>
                                          </p:val>
                                        </p:tav>
                                      </p:tavLst>
                                    </p:anim>
                                    <p:anim calcmode="lin" valueType="num">
                                      <p:cBhvr>
                                        <p:cTn id="52"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14="http://schemas.microsoft.com/office/drawing/2010/main" xmlns:a16="http://schemas.microsoft.com/office/drawing/2014/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 name="矩形 1"/>
          <p:cNvSpPr/>
          <p:nvPr/>
        </p:nvSpPr>
        <p:spPr>
          <a:xfrm>
            <a:off x="856526" y="1810259"/>
            <a:ext cx="4537622" cy="3595494"/>
          </a:xfrm>
          <a:prstGeom prst="rect">
            <a:avLst/>
          </a:prstGeom>
          <a:blipFill>
            <a:blip r:embed="Raa139737bb014559">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矩形 25"/>
          <p:cNvSpPr/>
          <p:nvPr/>
        </p:nvSpPr>
        <p:spPr>
          <a:xfrm>
            <a:off x="5454312" y="1810259"/>
            <a:ext cx="1920970" cy="1774131"/>
          </a:xfrm>
          <a:prstGeom prst="rect">
            <a:avLst/>
          </a:prstGeom>
          <a:blipFill>
            <a:blip r:embed="R227e57c22ed14d47">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矩形 26"/>
          <p:cNvSpPr/>
          <p:nvPr/>
        </p:nvSpPr>
        <p:spPr>
          <a:xfrm>
            <a:off x="7409783" y="3624159"/>
            <a:ext cx="1920970" cy="1774131"/>
          </a:xfrm>
          <a:prstGeom prst="rect">
            <a:avLst/>
          </a:prstGeom>
          <a:blipFill>
            <a:blip r:embed="Rfdaceb29aa244cd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矩形 27"/>
          <p:cNvSpPr/>
          <p:nvPr/>
        </p:nvSpPr>
        <p:spPr>
          <a:xfrm>
            <a:off x="9388979" y="1803245"/>
            <a:ext cx="1920970" cy="1774131"/>
          </a:xfrm>
          <a:prstGeom prst="rect">
            <a:avLst/>
          </a:prstGeom>
          <a:blipFill>
            <a:blip r:embed="R21a2188791b245e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44" name="组合 43"/>
          <p:cNvGrpSpPr/>
          <p:nvPr/>
        </p:nvGrpSpPr>
        <p:grpSpPr>
          <a:xfrm>
            <a:off x="5456611" y="3631622"/>
            <a:ext cx="1922848" cy="1774131"/>
            <a:chOff x="4609158" y="3631623"/>
            <a:chExt cx="1922848" cy="1774131"/>
          </a:xfrm>
        </p:grpSpPr>
        <p:sp>
          <p:nvSpPr>
            <p:cNvPr id="9" name="矩形 8">
              <a:extLst>
                <a:ext uri="{FF2B5EF4-FFF2-40B4-BE49-F238E27FC236}">
                  <a16:creationId xmlns:a16="http://schemas.microsoft.com/office/drawing/2014/main" id="{71223E36-F5F5-4FEC-A875-62119BC5E98F}"/>
                </a:ext>
              </a:extLst>
            </p:cNvPr>
            <p:cNvSpPr/>
            <p:nvPr/>
          </p:nvSpPr>
          <p:spPr>
            <a:xfrm>
              <a:off x="4609159" y="3631623"/>
              <a:ext cx="1922846" cy="1774131"/>
            </a:xfrm>
            <a:prstGeom prst="rect">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cs typeface="+mn-ea"/>
                <a:sym typeface="+mn-lt"/>
              </a:endParaRPr>
            </a:p>
          </p:txBody>
        </p:sp>
        <p:sp>
          <p:nvSpPr>
            <p:cNvPr id="16" name="椭圆 15">
              <a:extLst>
                <a:ext uri="{FF2B5EF4-FFF2-40B4-BE49-F238E27FC236}">
                  <a16:creationId xmlns:a16="http://schemas.microsoft.com/office/drawing/2014/main" id="{2C22E4BF-E43D-43A0-B291-0A6DB57E0C25}"/>
                </a:ext>
              </a:extLst>
            </p:cNvPr>
            <p:cNvSpPr/>
            <p:nvPr/>
          </p:nvSpPr>
          <p:spPr>
            <a:xfrm>
              <a:off x="5340602" y="3994746"/>
              <a:ext cx="459960" cy="459960"/>
            </a:xfrm>
            <a:prstGeom prst="ellipse">
              <a:avLst/>
            </a:prstGeom>
            <a:solidFill>
              <a:schemeClr val="bg1"/>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anchor="ctr" anchorCtr="0" forceAA="0" compatLnSpc="1">
              <a:prstTxWarp prst="textNoShape">
                <a:avLst/>
              </a:prstTxWarp>
              <a:normAutofit lnSpcReduction="10000"/>
              <a:scene3d>
                <a:camera prst="orthographicFront"/>
                <a:lightRig rig="threePt" dir="t"/>
              </a:scene3d>
              <a:sp3d contourW="12700"/>
            </a:bodyPr>
            <a:lstStyle/>
            <a:p>
              <a:pPr algn="ctr" defTabSz="914400"/>
              <a:r>
                <a:rPr lang="en-US" altLang="zh-CN" sz="1600">
                  <a:solidFill>
                    <a:schemeClr val="accent1"/>
                  </a:solidFill>
                  <a:cs typeface="+mn-ea"/>
                  <a:sym typeface="+mn-lt"/>
                </a:rPr>
                <a:t>02</a:t>
              </a:r>
            </a:p>
          </p:txBody>
        </p:sp>
        <p:sp>
          <p:nvSpPr>
            <p:cNvPr id="39" name="矩形 38">
              <a:extLst>
                <a:ext uri="{FF2B5EF4-FFF2-40B4-BE49-F238E27FC236}">
                  <a16:creationId xmlns:a16="http://schemas.microsoft.com/office/drawing/2014/main" id="{CBCE2F27-1948-4AAF-B7D2-B7B4F23C2784}"/>
                </a:ext>
              </a:extLst>
            </p:cNvPr>
            <p:cNvSpPr/>
            <p:nvPr/>
          </p:nvSpPr>
          <p:spPr>
            <a:xfrm>
              <a:off x="4609158" y="4624970"/>
              <a:ext cx="1922848" cy="497957"/>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400" b="1">
                  <a:solidFill>
                    <a:schemeClr val="bg1"/>
                  </a:solidFill>
                  <a:cs typeface="+mn-ea"/>
                  <a:sym typeface="+mn-lt"/>
                </a:rPr>
                <a:t>添加标题</a:t>
              </a:r>
              <a:endParaRPr lang="zh-CN" altLang="en-US" sz="2400" b="1">
                <a:solidFill>
                  <a:schemeClr val="bg1"/>
                </a:solidFill>
                <a:cs typeface="+mn-ea"/>
                <a:sym typeface="+mn-lt"/>
              </a:endParaRPr>
            </a:p>
          </p:txBody>
        </p:sp>
      </p:grpSp>
      <p:grpSp>
        <p:nvGrpSpPr>
          <p:cNvPr id="42" name="组合 41"/>
          <p:cNvGrpSpPr/>
          <p:nvPr/>
        </p:nvGrpSpPr>
        <p:grpSpPr>
          <a:xfrm>
            <a:off x="9383516" y="3631622"/>
            <a:ext cx="1933772" cy="1774131"/>
            <a:chOff x="8531028" y="3631623"/>
            <a:chExt cx="1933772" cy="1774131"/>
          </a:xfrm>
        </p:grpSpPr>
        <p:sp>
          <p:nvSpPr>
            <p:cNvPr id="11" name="矩形 10">
              <a:extLst>
                <a:ext uri="{FF2B5EF4-FFF2-40B4-BE49-F238E27FC236}">
                  <a16:creationId xmlns:a16="http://schemas.microsoft.com/office/drawing/2014/main" id="{D7862EE9-6E70-41FC-83B8-ADAC6E30AD27}"/>
                </a:ext>
              </a:extLst>
            </p:cNvPr>
            <p:cNvSpPr/>
            <p:nvPr/>
          </p:nvSpPr>
          <p:spPr>
            <a:xfrm>
              <a:off x="8541954" y="3631623"/>
              <a:ext cx="1922846" cy="1774131"/>
            </a:xfrm>
            <a:prstGeom prst="rect">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cs typeface="+mn-ea"/>
                <a:sym typeface="+mn-lt"/>
              </a:endParaRPr>
            </a:p>
          </p:txBody>
        </p:sp>
        <p:sp>
          <p:nvSpPr>
            <p:cNvPr id="17" name="椭圆 16">
              <a:extLst>
                <a:ext uri="{FF2B5EF4-FFF2-40B4-BE49-F238E27FC236}">
                  <a16:creationId xmlns:a16="http://schemas.microsoft.com/office/drawing/2014/main" id="{E832E3D0-2AF8-4C77-A2CA-D6EDA95E55FB}"/>
                </a:ext>
              </a:extLst>
            </p:cNvPr>
            <p:cNvSpPr/>
            <p:nvPr/>
          </p:nvSpPr>
          <p:spPr>
            <a:xfrm>
              <a:off x="9265053" y="3934790"/>
              <a:ext cx="459960" cy="459960"/>
            </a:xfrm>
            <a:prstGeom prst="ellipse">
              <a:avLst/>
            </a:prstGeom>
            <a:solidFill>
              <a:schemeClr val="bg1"/>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anchor="ctr" anchorCtr="0" forceAA="0" compatLnSpc="1">
              <a:prstTxWarp prst="textNoShape">
                <a:avLst/>
              </a:prstTxWarp>
              <a:normAutofit lnSpcReduction="10000"/>
              <a:scene3d>
                <a:camera prst="orthographicFront"/>
                <a:lightRig rig="threePt" dir="t"/>
              </a:scene3d>
              <a:sp3d contourW="12700"/>
            </a:bodyPr>
            <a:lstStyle/>
            <a:p>
              <a:pPr algn="ctr" defTabSz="914400"/>
              <a:r>
                <a:rPr lang="en-US" altLang="zh-CN" sz="1600">
                  <a:solidFill>
                    <a:schemeClr val="tx1">
                      <a:lumMod val="50000"/>
                      <a:lumOff val="50000"/>
                    </a:schemeClr>
                  </a:solidFill>
                  <a:cs typeface="+mn-ea"/>
                  <a:sym typeface="+mn-lt"/>
                </a:rPr>
                <a:t>03</a:t>
              </a:r>
            </a:p>
          </p:txBody>
        </p:sp>
        <p:sp>
          <p:nvSpPr>
            <p:cNvPr id="40" name="矩形 39">
              <a:extLst>
                <a:ext uri="{FF2B5EF4-FFF2-40B4-BE49-F238E27FC236}">
                  <a16:creationId xmlns:a16="http://schemas.microsoft.com/office/drawing/2014/main" id="{CBCE2F27-1948-4AAF-B7D2-B7B4F23C2784}"/>
                </a:ext>
              </a:extLst>
            </p:cNvPr>
            <p:cNvSpPr/>
            <p:nvPr/>
          </p:nvSpPr>
          <p:spPr>
            <a:xfrm>
              <a:off x="8531028" y="4636545"/>
              <a:ext cx="1922848" cy="497957"/>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400" b="1">
                  <a:solidFill>
                    <a:schemeClr val="bg1"/>
                  </a:solidFill>
                  <a:cs typeface="+mn-ea"/>
                  <a:sym typeface="+mn-lt"/>
                </a:rPr>
                <a:t>添加标题</a:t>
              </a:r>
            </a:p>
          </p:txBody>
        </p:sp>
      </p:grpSp>
      <p:grpSp>
        <p:nvGrpSpPr>
          <p:cNvPr id="43" name="组合 42"/>
          <p:cNvGrpSpPr/>
          <p:nvPr/>
        </p:nvGrpSpPr>
        <p:grpSpPr>
          <a:xfrm>
            <a:off x="7418406" y="1810259"/>
            <a:ext cx="1927449" cy="1774131"/>
            <a:chOff x="6565917" y="1810260"/>
            <a:chExt cx="1927449" cy="1774131"/>
          </a:xfrm>
        </p:grpSpPr>
        <p:sp>
          <p:nvSpPr>
            <p:cNvPr id="7" name="矩形 6">
              <a:extLst>
                <a:ext uri="{FF2B5EF4-FFF2-40B4-BE49-F238E27FC236}">
                  <a16:creationId xmlns:a16="http://schemas.microsoft.com/office/drawing/2014/main" id="{062712CA-0BB9-4C9D-82C7-2C3CAEC72D37}"/>
                </a:ext>
              </a:extLst>
            </p:cNvPr>
            <p:cNvSpPr/>
            <p:nvPr/>
          </p:nvSpPr>
          <p:spPr>
            <a:xfrm>
              <a:off x="6570520" y="1810260"/>
              <a:ext cx="1922846" cy="1774131"/>
            </a:xfrm>
            <a:prstGeom prst="rect">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cs typeface="+mn-ea"/>
                <a:sym typeface="+mn-lt"/>
              </a:endParaRPr>
            </a:p>
          </p:txBody>
        </p:sp>
        <p:sp>
          <p:nvSpPr>
            <p:cNvPr id="14" name="椭圆 13">
              <a:extLst>
                <a:ext uri="{FF2B5EF4-FFF2-40B4-BE49-F238E27FC236}">
                  <a16:creationId xmlns:a16="http://schemas.microsoft.com/office/drawing/2014/main" id="{7B0F16B6-F718-49AB-B365-107FD46768FF}"/>
                </a:ext>
              </a:extLst>
            </p:cNvPr>
            <p:cNvSpPr/>
            <p:nvPr/>
          </p:nvSpPr>
          <p:spPr>
            <a:xfrm>
              <a:off x="7301964" y="2127088"/>
              <a:ext cx="459960" cy="459960"/>
            </a:xfrm>
            <a:prstGeom prst="ellipse">
              <a:avLst/>
            </a:prstGeom>
            <a:solidFill>
              <a:schemeClr val="bg1"/>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anchor="ctr" anchorCtr="0" forceAA="0" compatLnSpc="1">
              <a:prstTxWarp prst="textNoShape">
                <a:avLst/>
              </a:prstTxWarp>
              <a:normAutofit lnSpcReduction="10000"/>
              <a:scene3d>
                <a:camera prst="orthographicFront"/>
                <a:lightRig rig="threePt" dir="t"/>
              </a:scene3d>
              <a:sp3d contourW="12700"/>
            </a:bodyPr>
            <a:lstStyle/>
            <a:p>
              <a:pPr algn="ctr" defTabSz="914400"/>
              <a:r>
                <a:rPr lang="en-US" altLang="zh-CN" sz="1600">
                  <a:solidFill>
                    <a:schemeClr val="accent2"/>
                  </a:solidFill>
                  <a:cs typeface="+mn-ea"/>
                  <a:sym typeface="+mn-lt"/>
                </a:rPr>
                <a:t>01</a:t>
              </a:r>
            </a:p>
          </p:txBody>
        </p:sp>
        <p:sp>
          <p:nvSpPr>
            <p:cNvPr id="41" name="矩形 40">
              <a:extLst>
                <a:ext uri="{FF2B5EF4-FFF2-40B4-BE49-F238E27FC236}">
                  <a16:creationId xmlns:a16="http://schemas.microsoft.com/office/drawing/2014/main" id="{CBCE2F27-1948-4AAF-B7D2-B7B4F23C2784}"/>
                </a:ext>
              </a:extLst>
            </p:cNvPr>
            <p:cNvSpPr/>
            <p:nvPr/>
          </p:nvSpPr>
          <p:spPr>
            <a:xfrm>
              <a:off x="6565917" y="2812011"/>
              <a:ext cx="1922848" cy="497957"/>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400" b="1">
                  <a:solidFill>
                    <a:schemeClr val="bg1"/>
                  </a:solidFill>
                  <a:cs typeface="+mn-ea"/>
                  <a:sym typeface="+mn-lt"/>
                </a:rPr>
                <a:t>添加标题</a:t>
              </a:r>
            </a:p>
          </p:txBody>
        </p:sp>
      </p:grpSp>
      <p:grpSp>
        <p:nvGrpSpPr>
          <p:cNvPr id="32" name="组合 31"/>
          <p:cNvGrpSpPr/>
          <p:nvPr/>
        </p:nvGrpSpPr>
        <p:grpSpPr>
          <a:xfrm>
            <a:off x="270670" y="143324"/>
            <a:ext cx="3530602" cy="656435"/>
            <a:chOff x="270670" y="143324"/>
            <a:chExt cx="3530602" cy="656435"/>
          </a:xfrm>
        </p:grpSpPr>
        <p:grpSp>
          <p:nvGrpSpPr>
            <p:cNvPr id="33" name="组合 32"/>
            <p:cNvGrpSpPr/>
            <p:nvPr/>
          </p:nvGrpSpPr>
          <p:grpSpPr>
            <a:xfrm rot="16200000">
              <a:off x="279666" y="181091"/>
              <a:ext cx="596991" cy="614984"/>
              <a:chOff x="315186" y="9489"/>
              <a:chExt cx="1252592" cy="1290343"/>
            </a:xfrm>
          </p:grpSpPr>
          <p:sp>
            <p:nvSpPr>
              <p:cNvPr id="52" name="圆角矩形 51"/>
              <p:cNvSpPr/>
              <p:nvPr/>
            </p:nvSpPr>
            <p:spPr>
              <a:xfrm rot="18900000">
                <a:off x="315186" y="9489"/>
                <a:ext cx="1252592" cy="539672"/>
              </a:xfrm>
              <a:prstGeom prst="roundRect">
                <a:avLst>
                  <a:gd name="adj" fmla="val 12668"/>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3" name="圆角矩形 52"/>
              <p:cNvSpPr/>
              <p:nvPr/>
            </p:nvSpPr>
            <p:spPr>
              <a:xfrm rot="2700000">
                <a:off x="874702" y="766822"/>
                <a:ext cx="533010" cy="533010"/>
              </a:xfrm>
              <a:prstGeom prst="roundRect">
                <a:avLst>
                  <a:gd name="adj" fmla="val 14919"/>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4" name="组合 33"/>
            <p:cNvGrpSpPr/>
            <p:nvPr/>
          </p:nvGrpSpPr>
          <p:grpSpPr>
            <a:xfrm>
              <a:off x="1004038" y="143324"/>
              <a:ext cx="2797234" cy="656435"/>
              <a:chOff x="716110" y="187653"/>
              <a:chExt cx="2797234" cy="656435"/>
            </a:xfrm>
          </p:grpSpPr>
          <p:sp>
            <p:nvSpPr>
              <p:cNvPr id="35" name="文本框 34"/>
              <p:cNvSpPr txBox="1"/>
              <p:nvPr/>
            </p:nvSpPr>
            <p:spPr>
              <a:xfrm>
                <a:off x="716110" y="187653"/>
                <a:ext cx="2713695" cy="438582"/>
              </a:xfrm>
              <a:prstGeom prst="rect">
                <a:avLst/>
              </a:prstGeom>
              <a:noFill/>
            </p:spPr>
            <p:txBody>
              <a:bodyPr wrap="square" lIns="68580" tIns="34290" rIns="68580" bIns="34290" rtlCol="0">
                <a:spAutoFit/>
              </a:bodyPr>
              <a:lstStyle/>
              <a:p>
                <a:pPr defTabSz="685800"/>
                <a:r>
                  <a:rPr lang="zh-CN" altLang="en-US" sz="2400">
                    <a:solidFill>
                      <a:schemeClr val="tx1">
                        <a:lumMod val="65000"/>
                        <a:lumOff val="35000"/>
                      </a:schemeClr>
                    </a:solidFill>
                    <a:cs typeface="+mn-ea"/>
                    <a:sym typeface="+mn-lt"/>
                  </a:rPr>
                  <a:t>单击输入标题内容</a:t>
                </a:r>
                <a:endParaRPr lang="zh-CN" altLang="en-US" sz="2400">
                  <a:solidFill>
                    <a:schemeClr val="tx1">
                      <a:lumMod val="65000"/>
                      <a:lumOff val="35000"/>
                    </a:schemeClr>
                  </a:solidFill>
                  <a:cs typeface="+mn-ea"/>
                  <a:sym typeface="+mn-lt"/>
                </a:endParaRPr>
              </a:p>
            </p:txBody>
          </p:sp>
          <p:sp>
            <p:nvSpPr>
              <p:cNvPr id="36" name="文本框 35"/>
              <p:cNvSpPr txBox="1"/>
              <p:nvPr/>
            </p:nvSpPr>
            <p:spPr>
              <a:xfrm>
                <a:off x="716110" y="553111"/>
                <a:ext cx="2797234" cy="290977"/>
              </a:xfrm>
              <a:prstGeom prst="rect">
                <a:avLst/>
              </a:prstGeom>
              <a:noFill/>
            </p:spPr>
            <p:txBody>
              <a:bodyPr wrap="square" rtlCol="0">
                <a:spAutoFit/>
              </a:bodyPr>
              <a:lstStyle/>
              <a:p>
                <a:pPr>
                  <a:lnSpc>
                    <a:spcPct val="130000"/>
                  </a:lnSpc>
                </a:pPr>
                <a:r>
                  <a:rPr lang="en-US" altLang="zh-CN" sz="1100">
                    <a:solidFill>
                      <a:schemeClr val="tx1">
                        <a:lumMod val="50000"/>
                        <a:lumOff val="50000"/>
                      </a:schemeClr>
                    </a:solidFill>
                    <a:cs typeface="+mn-ea"/>
                    <a:sym typeface="+mn-lt"/>
                  </a:rPr>
                  <a:t>Add You Text Here Add You Text Here</a:t>
                </a:r>
              </a:p>
            </p:txBody>
          </p:sp>
        </p:grpSp>
      </p:grpSp>
    </p:spTree>
    <p:extLst>
      <p:ext uri="{BB962C8B-B14F-4D97-AF65-F5344CB8AC3E}">
        <p14:creationId xmlns:p14="http://schemas.microsoft.com/office/powerpoint/2010/main" val="2535587418"/>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53" presetClass="entr" presetSubtype="0" fill="hold" grpId="0" nodeType="after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p:cTn id="13" dur="500" fill="hold"/>
                                        <p:tgtEl>
                                          <p:spTgt spid="26"/>
                                        </p:tgtEl>
                                        <p:attrNameLst>
                                          <p:attrName>ppt_w</p:attrName>
                                        </p:attrNameLst>
                                      </p:cBhvr>
                                      <p:tavLst>
                                        <p:tav tm="0">
                                          <p:val>
                                            <p:fltVal val="0"/>
                                          </p:val>
                                        </p:tav>
                                        <p:tav tm="100000">
                                          <p:val>
                                            <p:strVal val="#ppt_w"/>
                                          </p:val>
                                        </p:tav>
                                      </p:tavLst>
                                    </p:anim>
                                    <p:anim calcmode="lin" valueType="num">
                                      <p:cBhvr>
                                        <p:cTn id="14" dur="500" fill="hold"/>
                                        <p:tgtEl>
                                          <p:spTgt spid="26"/>
                                        </p:tgtEl>
                                        <p:attrNameLst>
                                          <p:attrName>ppt_h</p:attrName>
                                        </p:attrNameLst>
                                      </p:cBhvr>
                                      <p:tavLst>
                                        <p:tav tm="0">
                                          <p:val>
                                            <p:fltVal val="0"/>
                                          </p:val>
                                        </p:tav>
                                        <p:tav tm="100000">
                                          <p:val>
                                            <p:strVal val="#ppt_h"/>
                                          </p:val>
                                        </p:tav>
                                      </p:tavLst>
                                    </p:anim>
                                    <p:animEffect transition="in" filter="fade">
                                      <p:cBhvr>
                                        <p:cTn id="15" dur="500"/>
                                        <p:tgtEl>
                                          <p:spTgt spid="26"/>
                                        </p:tgtEl>
                                      </p:cBhvr>
                                    </p:animEffect>
                                  </p:childTnLst>
                                </p:cTn>
                              </p:par>
                              <p:par>
                                <p:cTn id="16" presetID="53" presetClass="entr" presetSubtype="0" fill="hold" grpId="0" nodeType="withEffect">
                                  <p:stCondLst>
                                    <p:cond delay="250"/>
                                  </p:stCondLst>
                                  <p:childTnLst>
                                    <p:set>
                                      <p:cBhvr>
                                        <p:cTn id="17" dur="1" fill="hold">
                                          <p:stCondLst>
                                            <p:cond delay="0"/>
                                          </p:stCondLst>
                                        </p:cTn>
                                        <p:tgtEl>
                                          <p:spTgt spid="27"/>
                                        </p:tgtEl>
                                        <p:attrNameLst>
                                          <p:attrName>style.visibility</p:attrName>
                                        </p:attrNameLst>
                                      </p:cBhvr>
                                      <p:to>
                                        <p:strVal val="visible"/>
                                      </p:to>
                                    </p:set>
                                    <p:anim calcmode="lin" valueType="num">
                                      <p:cBhvr>
                                        <p:cTn id="18" dur="500" fill="hold"/>
                                        <p:tgtEl>
                                          <p:spTgt spid="27"/>
                                        </p:tgtEl>
                                        <p:attrNameLst>
                                          <p:attrName>ppt_w</p:attrName>
                                        </p:attrNameLst>
                                      </p:cBhvr>
                                      <p:tavLst>
                                        <p:tav tm="0">
                                          <p:val>
                                            <p:fltVal val="0"/>
                                          </p:val>
                                        </p:tav>
                                        <p:tav tm="100000">
                                          <p:val>
                                            <p:strVal val="#ppt_w"/>
                                          </p:val>
                                        </p:tav>
                                      </p:tavLst>
                                    </p:anim>
                                    <p:anim calcmode="lin" valueType="num">
                                      <p:cBhvr>
                                        <p:cTn id="19" dur="500" fill="hold"/>
                                        <p:tgtEl>
                                          <p:spTgt spid="27"/>
                                        </p:tgtEl>
                                        <p:attrNameLst>
                                          <p:attrName>ppt_h</p:attrName>
                                        </p:attrNameLst>
                                      </p:cBhvr>
                                      <p:tavLst>
                                        <p:tav tm="0">
                                          <p:val>
                                            <p:fltVal val="0"/>
                                          </p:val>
                                        </p:tav>
                                        <p:tav tm="100000">
                                          <p:val>
                                            <p:strVal val="#ppt_h"/>
                                          </p:val>
                                        </p:tav>
                                      </p:tavLst>
                                    </p:anim>
                                    <p:animEffect transition="in" filter="fade">
                                      <p:cBhvr>
                                        <p:cTn id="20" dur="500"/>
                                        <p:tgtEl>
                                          <p:spTgt spid="27"/>
                                        </p:tgtEl>
                                      </p:cBhvr>
                                    </p:animEffect>
                                  </p:childTnLst>
                                </p:cTn>
                              </p:par>
                              <p:par>
                                <p:cTn id="21" presetID="53" presetClass="entr" presetSubtype="0" fill="hold" grpId="0" nodeType="withEffect">
                                  <p:stCondLst>
                                    <p:cond delay="500"/>
                                  </p:stCondLst>
                                  <p:childTnLst>
                                    <p:set>
                                      <p:cBhvr>
                                        <p:cTn id="22" dur="1" fill="hold">
                                          <p:stCondLst>
                                            <p:cond delay="0"/>
                                          </p:stCondLst>
                                        </p:cTn>
                                        <p:tgtEl>
                                          <p:spTgt spid="28"/>
                                        </p:tgtEl>
                                        <p:attrNameLst>
                                          <p:attrName>style.visibility</p:attrName>
                                        </p:attrNameLst>
                                      </p:cBhvr>
                                      <p:to>
                                        <p:strVal val="visible"/>
                                      </p:to>
                                    </p:set>
                                    <p:anim calcmode="lin" valueType="num">
                                      <p:cBhvr>
                                        <p:cTn id="23" dur="500" fill="hold"/>
                                        <p:tgtEl>
                                          <p:spTgt spid="28"/>
                                        </p:tgtEl>
                                        <p:attrNameLst>
                                          <p:attrName>ppt_w</p:attrName>
                                        </p:attrNameLst>
                                      </p:cBhvr>
                                      <p:tavLst>
                                        <p:tav tm="0">
                                          <p:val>
                                            <p:fltVal val="0"/>
                                          </p:val>
                                        </p:tav>
                                        <p:tav tm="100000">
                                          <p:val>
                                            <p:strVal val="#ppt_w"/>
                                          </p:val>
                                        </p:tav>
                                      </p:tavLst>
                                    </p:anim>
                                    <p:anim calcmode="lin" valueType="num">
                                      <p:cBhvr>
                                        <p:cTn id="24" dur="500" fill="hold"/>
                                        <p:tgtEl>
                                          <p:spTgt spid="28"/>
                                        </p:tgtEl>
                                        <p:attrNameLst>
                                          <p:attrName>ppt_h</p:attrName>
                                        </p:attrNameLst>
                                      </p:cBhvr>
                                      <p:tavLst>
                                        <p:tav tm="0">
                                          <p:val>
                                            <p:fltVal val="0"/>
                                          </p:val>
                                        </p:tav>
                                        <p:tav tm="100000">
                                          <p:val>
                                            <p:strVal val="#ppt_h"/>
                                          </p:val>
                                        </p:tav>
                                      </p:tavLst>
                                    </p:anim>
                                    <p:animEffect transition="in" filter="fade">
                                      <p:cBhvr>
                                        <p:cTn id="25" dur="500"/>
                                        <p:tgtEl>
                                          <p:spTgt spid="28"/>
                                        </p:tgtEl>
                                      </p:cBhvr>
                                    </p:animEffect>
                                  </p:childTnLst>
                                </p:cTn>
                              </p:par>
                            </p:childTnLst>
                          </p:cTn>
                        </p:par>
                        <p:par>
                          <p:cTn id="26" fill="hold" nodeType="afterGroup">
                            <p:stCondLst>
                              <p:cond delay="2250"/>
                            </p:stCondLst>
                            <p:childTnLst>
                              <p:par>
                                <p:cTn id="27" presetID="53" presetClass="entr" presetSubtype="0" fill="hold" nodeType="afterEffect">
                                  <p:stCondLst>
                                    <p:cond delay="0"/>
                                  </p:stCondLst>
                                  <p:childTnLst>
                                    <p:set>
                                      <p:cBhvr>
                                        <p:cTn id="28" dur="1" fill="hold">
                                          <p:stCondLst>
                                            <p:cond delay="0"/>
                                          </p:stCondLst>
                                        </p:cTn>
                                        <p:tgtEl>
                                          <p:spTgt spid="44"/>
                                        </p:tgtEl>
                                        <p:attrNameLst>
                                          <p:attrName>style.visibility</p:attrName>
                                        </p:attrNameLst>
                                      </p:cBhvr>
                                      <p:to>
                                        <p:strVal val="visible"/>
                                      </p:to>
                                    </p:set>
                                    <p:anim calcmode="lin" valueType="num">
                                      <p:cBhvr>
                                        <p:cTn id="29" dur="500" fill="hold"/>
                                        <p:tgtEl>
                                          <p:spTgt spid="44"/>
                                        </p:tgtEl>
                                        <p:attrNameLst>
                                          <p:attrName>ppt_w</p:attrName>
                                        </p:attrNameLst>
                                      </p:cBhvr>
                                      <p:tavLst>
                                        <p:tav tm="0">
                                          <p:val>
                                            <p:fltVal val="0"/>
                                          </p:val>
                                        </p:tav>
                                        <p:tav tm="100000">
                                          <p:val>
                                            <p:strVal val="#ppt_w"/>
                                          </p:val>
                                        </p:tav>
                                      </p:tavLst>
                                    </p:anim>
                                    <p:anim calcmode="lin" valueType="num">
                                      <p:cBhvr>
                                        <p:cTn id="30" dur="500" fill="hold"/>
                                        <p:tgtEl>
                                          <p:spTgt spid="44"/>
                                        </p:tgtEl>
                                        <p:attrNameLst>
                                          <p:attrName>ppt_h</p:attrName>
                                        </p:attrNameLst>
                                      </p:cBhvr>
                                      <p:tavLst>
                                        <p:tav tm="0">
                                          <p:val>
                                            <p:fltVal val="0"/>
                                          </p:val>
                                        </p:tav>
                                        <p:tav tm="100000">
                                          <p:val>
                                            <p:strVal val="#ppt_h"/>
                                          </p:val>
                                        </p:tav>
                                      </p:tavLst>
                                    </p:anim>
                                    <p:animEffect transition="in" filter="fade">
                                      <p:cBhvr>
                                        <p:cTn id="31" dur="500"/>
                                        <p:tgtEl>
                                          <p:spTgt spid="44"/>
                                        </p:tgtEl>
                                      </p:cBhvr>
                                    </p:animEffect>
                                  </p:childTnLst>
                                </p:cTn>
                              </p:par>
                              <p:par>
                                <p:cTn id="32" presetID="53" presetClass="entr" presetSubtype="0" fill="hold" nodeType="withEffect">
                                  <p:stCondLst>
                                    <p:cond delay="250"/>
                                  </p:stCondLst>
                                  <p:childTnLst>
                                    <p:set>
                                      <p:cBhvr>
                                        <p:cTn id="33" dur="1" fill="hold">
                                          <p:stCondLst>
                                            <p:cond delay="0"/>
                                          </p:stCondLst>
                                        </p:cTn>
                                        <p:tgtEl>
                                          <p:spTgt spid="43"/>
                                        </p:tgtEl>
                                        <p:attrNameLst>
                                          <p:attrName>style.visibility</p:attrName>
                                        </p:attrNameLst>
                                      </p:cBhvr>
                                      <p:to>
                                        <p:strVal val="visible"/>
                                      </p:to>
                                    </p:set>
                                    <p:anim calcmode="lin" valueType="num">
                                      <p:cBhvr>
                                        <p:cTn id="34" dur="500" fill="hold"/>
                                        <p:tgtEl>
                                          <p:spTgt spid="43"/>
                                        </p:tgtEl>
                                        <p:attrNameLst>
                                          <p:attrName>ppt_w</p:attrName>
                                        </p:attrNameLst>
                                      </p:cBhvr>
                                      <p:tavLst>
                                        <p:tav tm="0">
                                          <p:val>
                                            <p:fltVal val="0"/>
                                          </p:val>
                                        </p:tav>
                                        <p:tav tm="100000">
                                          <p:val>
                                            <p:strVal val="#ppt_w"/>
                                          </p:val>
                                        </p:tav>
                                      </p:tavLst>
                                    </p:anim>
                                    <p:anim calcmode="lin" valueType="num">
                                      <p:cBhvr>
                                        <p:cTn id="35" dur="500" fill="hold"/>
                                        <p:tgtEl>
                                          <p:spTgt spid="43"/>
                                        </p:tgtEl>
                                        <p:attrNameLst>
                                          <p:attrName>ppt_h</p:attrName>
                                        </p:attrNameLst>
                                      </p:cBhvr>
                                      <p:tavLst>
                                        <p:tav tm="0">
                                          <p:val>
                                            <p:fltVal val="0"/>
                                          </p:val>
                                        </p:tav>
                                        <p:tav tm="100000">
                                          <p:val>
                                            <p:strVal val="#ppt_h"/>
                                          </p:val>
                                        </p:tav>
                                      </p:tavLst>
                                    </p:anim>
                                    <p:animEffect transition="in" filter="fade">
                                      <p:cBhvr>
                                        <p:cTn id="36" dur="500"/>
                                        <p:tgtEl>
                                          <p:spTgt spid="43"/>
                                        </p:tgtEl>
                                      </p:cBhvr>
                                    </p:animEffect>
                                  </p:childTnLst>
                                </p:cTn>
                              </p:par>
                              <p:par>
                                <p:cTn id="37" presetID="53" presetClass="entr" presetSubtype="0" fill="hold" nodeType="withEffect">
                                  <p:stCondLst>
                                    <p:cond delay="500"/>
                                  </p:stCondLst>
                                  <p:childTnLst>
                                    <p:set>
                                      <p:cBhvr>
                                        <p:cTn id="38" dur="1" fill="hold">
                                          <p:stCondLst>
                                            <p:cond delay="0"/>
                                          </p:stCondLst>
                                        </p:cTn>
                                        <p:tgtEl>
                                          <p:spTgt spid="42"/>
                                        </p:tgtEl>
                                        <p:attrNameLst>
                                          <p:attrName>style.visibility</p:attrName>
                                        </p:attrNameLst>
                                      </p:cBhvr>
                                      <p:to>
                                        <p:strVal val="visible"/>
                                      </p:to>
                                    </p:set>
                                    <p:anim calcmode="lin" valueType="num">
                                      <p:cBhvr>
                                        <p:cTn id="39" dur="500" fill="hold"/>
                                        <p:tgtEl>
                                          <p:spTgt spid="42"/>
                                        </p:tgtEl>
                                        <p:attrNameLst>
                                          <p:attrName>ppt_w</p:attrName>
                                        </p:attrNameLst>
                                      </p:cBhvr>
                                      <p:tavLst>
                                        <p:tav tm="0">
                                          <p:val>
                                            <p:fltVal val="0"/>
                                          </p:val>
                                        </p:tav>
                                        <p:tav tm="100000">
                                          <p:val>
                                            <p:strVal val="#ppt_w"/>
                                          </p:val>
                                        </p:tav>
                                      </p:tavLst>
                                    </p:anim>
                                    <p:anim calcmode="lin" valueType="num">
                                      <p:cBhvr>
                                        <p:cTn id="40" dur="500" fill="hold"/>
                                        <p:tgtEl>
                                          <p:spTgt spid="42"/>
                                        </p:tgtEl>
                                        <p:attrNameLst>
                                          <p:attrName>ppt_h</p:attrName>
                                        </p:attrNameLst>
                                      </p:cBhvr>
                                      <p:tavLst>
                                        <p:tav tm="0">
                                          <p:val>
                                            <p:fltVal val="0"/>
                                          </p:val>
                                        </p:tav>
                                        <p:tav tm="100000">
                                          <p:val>
                                            <p:strVal val="#ppt_h"/>
                                          </p:val>
                                        </p:tav>
                                      </p:tavLst>
                                    </p:anim>
                                    <p:animEffect transition="in" filter="fade">
                                      <p:cBhvr>
                                        <p:cTn id="4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6" grpId="0" animBg="1"/>
      <p:bldP spid="27" grpId="0" animBg="1"/>
      <p:bldP spid="28" grpId="0" animBg="1"/>
    </p:bldLst>
  </p:timing>
</p:sld>
</file>

<file path=ppt/slides/slide11.xml><?xml version="1.0" encoding="utf-8"?>
<p:sld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grpSp>
        <p:nvGrpSpPr>
          <p:cNvPr id="6" name="组合 5"/>
          <p:cNvGrpSpPr/>
          <p:nvPr/>
        </p:nvGrpSpPr>
        <p:grpSpPr>
          <a:xfrm>
            <a:off x="2124603" y="4771309"/>
            <a:ext cx="1520523" cy="709084"/>
            <a:chOff x="2471844" y="4667137"/>
            <a:chExt cx="1520523" cy="709084"/>
          </a:xfrm>
        </p:grpSpPr>
        <p:sp>
          <p:nvSpPr>
            <p:cNvPr id="109" name="任意多边形 108"/>
            <p:cNvSpPr/>
            <p:nvPr/>
          </p:nvSpPr>
          <p:spPr>
            <a:xfrm>
              <a:off x="2471844" y="4667137"/>
              <a:ext cx="1520523" cy="709084"/>
            </a:xfrm>
            <a:custGeom>
              <a:gdLst>
                <a:gd name="connsiteX0" fmla="*/ 0 w 1326527"/>
                <a:gd name="connsiteY0" fmla="*/ 0 h 530610"/>
                <a:gd name="connsiteX1" fmla="*/ 1061222 w 1326527"/>
                <a:gd name="connsiteY1" fmla="*/ 0 h 530610"/>
                <a:gd name="connsiteX2" fmla="*/ 1326527 w 1326527"/>
                <a:gd name="connsiteY2" fmla="*/ 265305 h 530610"/>
                <a:gd name="connsiteX3" fmla="*/ 1061222 w 1326527"/>
                <a:gd name="connsiteY3" fmla="*/ 530610 h 530610"/>
                <a:gd name="connsiteX4" fmla="*/ 0 w 1326527"/>
                <a:gd name="connsiteY4" fmla="*/ 530610 h 530610"/>
                <a:gd name="connsiteX5" fmla="*/ 265305 w 1326527"/>
                <a:gd name="connsiteY5" fmla="*/ 265305 h 530610"/>
                <a:gd name="connsiteX6" fmla="*/ 0 w 1326527"/>
                <a:gd name="connsiteY6" fmla="*/ 0 h 53061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6527" h="530610">
                  <a:moveTo>
                    <a:pt x="0" y="0"/>
                  </a:moveTo>
                  <a:lnTo>
                    <a:pt x="1061222" y="0"/>
                  </a:lnTo>
                  <a:lnTo>
                    <a:pt x="1326527" y="265305"/>
                  </a:lnTo>
                  <a:lnTo>
                    <a:pt x="1061222" y="530610"/>
                  </a:lnTo>
                  <a:lnTo>
                    <a:pt x="0" y="530610"/>
                  </a:lnTo>
                  <a:lnTo>
                    <a:pt x="265305" y="265305"/>
                  </a:lnTo>
                  <a:lnTo>
                    <a:pt x="0" y="0"/>
                  </a:lnTo>
                  <a:close/>
                </a:path>
              </a:pathLst>
            </a:cu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21" name="agreement_126444"/>
            <p:cNvSpPr>
              <a:spLocks noChangeAspect="1"/>
            </p:cNvSpPr>
            <p:nvPr/>
          </p:nvSpPr>
          <p:spPr bwMode="auto">
            <a:xfrm>
              <a:off x="2987024" y="4804570"/>
              <a:ext cx="490163" cy="434219"/>
            </a:xfrm>
            <a:custGeom>
              <a:gdLst>
                <a:gd name="T0" fmla="*/ 5423 w 6499"/>
                <a:gd name="T1" fmla="*/ 940 h 5766"/>
                <a:gd name="T2" fmla="*/ 6499 w 6499"/>
                <a:gd name="T3" fmla="*/ 7 h 5766"/>
                <a:gd name="T4" fmla="*/ 4987 w 6499"/>
                <a:gd name="T5" fmla="*/ 792 h 5766"/>
                <a:gd name="T6" fmla="*/ 3216 w 6499"/>
                <a:gd name="T7" fmla="*/ 716 h 5766"/>
                <a:gd name="T8" fmla="*/ 1453 w 6499"/>
                <a:gd name="T9" fmla="*/ 667 h 5766"/>
                <a:gd name="T10" fmla="*/ 0 w 6499"/>
                <a:gd name="T11" fmla="*/ 2664 h 5766"/>
                <a:gd name="T12" fmla="*/ 661 w 6499"/>
                <a:gd name="T13" fmla="*/ 3284 h 5766"/>
                <a:gd name="T14" fmla="*/ 448 w 6499"/>
                <a:gd name="T15" fmla="*/ 4071 h 5766"/>
                <a:gd name="T16" fmla="*/ 844 w 6499"/>
                <a:gd name="T17" fmla="*/ 4279 h 5766"/>
                <a:gd name="T18" fmla="*/ 1080 w 6499"/>
                <a:gd name="T19" fmla="*/ 4576 h 5766"/>
                <a:gd name="T20" fmla="*/ 1583 w 6499"/>
                <a:gd name="T21" fmla="*/ 4775 h 5766"/>
                <a:gd name="T22" fmla="*/ 2017 w 6499"/>
                <a:gd name="T23" fmla="*/ 5327 h 5766"/>
                <a:gd name="T24" fmla="*/ 2405 w 6499"/>
                <a:gd name="T25" fmla="*/ 5234 h 5766"/>
                <a:gd name="T26" fmla="*/ 2535 w 6499"/>
                <a:gd name="T27" fmla="*/ 5395 h 5766"/>
                <a:gd name="T28" fmla="*/ 2876 w 6499"/>
                <a:gd name="T29" fmla="*/ 5576 h 5766"/>
                <a:gd name="T30" fmla="*/ 3165 w 6499"/>
                <a:gd name="T31" fmla="*/ 5494 h 5766"/>
                <a:gd name="T32" fmla="*/ 3701 w 6499"/>
                <a:gd name="T33" fmla="*/ 5660 h 5766"/>
                <a:gd name="T34" fmla="*/ 3832 w 6499"/>
                <a:gd name="T35" fmla="*/ 5267 h 5766"/>
                <a:gd name="T36" fmla="*/ 4495 w 6499"/>
                <a:gd name="T37" fmla="*/ 4970 h 5766"/>
                <a:gd name="T38" fmla="*/ 4988 w 6499"/>
                <a:gd name="T39" fmla="*/ 5020 h 5766"/>
                <a:gd name="T40" fmla="*/ 5597 w 6499"/>
                <a:gd name="T41" fmla="*/ 4588 h 5766"/>
                <a:gd name="T42" fmla="*/ 5503 w 6499"/>
                <a:gd name="T43" fmla="*/ 3760 h 5766"/>
                <a:gd name="T44" fmla="*/ 6296 w 6499"/>
                <a:gd name="T45" fmla="*/ 2963 h 5766"/>
                <a:gd name="T46" fmla="*/ 6499 w 6499"/>
                <a:gd name="T47" fmla="*/ 2528 h 5766"/>
                <a:gd name="T48" fmla="*/ 5795 w 6499"/>
                <a:gd name="T49" fmla="*/ 3035 h 5766"/>
                <a:gd name="T50" fmla="*/ 4857 w 6499"/>
                <a:gd name="T51" fmla="*/ 3514 h 5766"/>
                <a:gd name="T52" fmla="*/ 4769 w 6499"/>
                <a:gd name="T53" fmla="*/ 4088 h 5766"/>
                <a:gd name="T54" fmla="*/ 4331 w 6499"/>
                <a:gd name="T55" fmla="*/ 4082 h 5766"/>
                <a:gd name="T56" fmla="*/ 4173 w 6499"/>
                <a:gd name="T57" fmla="*/ 4456 h 5766"/>
                <a:gd name="T58" fmla="*/ 3747 w 6499"/>
                <a:gd name="T59" fmla="*/ 4507 h 5766"/>
                <a:gd name="T60" fmla="*/ 3473 w 6499"/>
                <a:gd name="T61" fmla="*/ 4915 h 5766"/>
                <a:gd name="T62" fmla="*/ 3065 w 6499"/>
                <a:gd name="T63" fmla="*/ 5251 h 5766"/>
                <a:gd name="T64" fmla="*/ 2867 w 6499"/>
                <a:gd name="T65" fmla="*/ 5322 h 5766"/>
                <a:gd name="T66" fmla="*/ 2707 w 6499"/>
                <a:gd name="T67" fmla="*/ 5102 h 5766"/>
                <a:gd name="T68" fmla="*/ 3423 w 6499"/>
                <a:gd name="T69" fmla="*/ 4496 h 5766"/>
                <a:gd name="T70" fmla="*/ 3345 w 6499"/>
                <a:gd name="T71" fmla="*/ 4266 h 5766"/>
                <a:gd name="T72" fmla="*/ 2255 w 6499"/>
                <a:gd name="T73" fmla="*/ 5022 h 5766"/>
                <a:gd name="T74" fmla="*/ 1884 w 6499"/>
                <a:gd name="T75" fmla="*/ 4962 h 5766"/>
                <a:gd name="T76" fmla="*/ 3155 w 6499"/>
                <a:gd name="T77" fmla="*/ 3735 h 5766"/>
                <a:gd name="T78" fmla="*/ 3075 w 6499"/>
                <a:gd name="T79" fmla="*/ 3503 h 5766"/>
                <a:gd name="T80" fmla="*/ 1791 w 6499"/>
                <a:gd name="T81" fmla="*/ 4404 h 5766"/>
                <a:gd name="T82" fmla="*/ 1285 w 6499"/>
                <a:gd name="T83" fmla="*/ 4435 h 5766"/>
                <a:gd name="T84" fmla="*/ 1439 w 6499"/>
                <a:gd name="T85" fmla="*/ 4004 h 5766"/>
                <a:gd name="T86" fmla="*/ 2809 w 6499"/>
                <a:gd name="T87" fmla="*/ 3011 h 5766"/>
                <a:gd name="T88" fmla="*/ 2612 w 6499"/>
                <a:gd name="T89" fmla="*/ 2895 h 5766"/>
                <a:gd name="T90" fmla="*/ 1167 w 6499"/>
                <a:gd name="T91" fmla="*/ 3884 h 5766"/>
                <a:gd name="T92" fmla="*/ 668 w 6499"/>
                <a:gd name="T93" fmla="*/ 3923 h 5766"/>
                <a:gd name="T94" fmla="*/ 3388 w 6499"/>
                <a:gd name="T95" fmla="*/ 1602 h 5766"/>
                <a:gd name="T96" fmla="*/ 4543 w 6499"/>
                <a:gd name="T97" fmla="*/ 2706 h 5766"/>
                <a:gd name="T98" fmla="*/ 4492 w 6499"/>
                <a:gd name="T99" fmla="*/ 1496 h 5766"/>
                <a:gd name="T100" fmla="*/ 4777 w 6499"/>
                <a:gd name="T101" fmla="*/ 1048 h 5766"/>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499" h="5766">
                  <a:moveTo>
                    <a:pt x="5048" y="1043"/>
                  </a:moveTo>
                  <a:cubicBezTo>
                    <a:pt x="5180" y="1043"/>
                    <a:pt x="5309" y="1008"/>
                    <a:pt x="5423" y="940"/>
                  </a:cubicBezTo>
                  <a:lnTo>
                    <a:pt x="6499" y="304"/>
                  </a:lnTo>
                  <a:lnTo>
                    <a:pt x="6499" y="7"/>
                  </a:lnTo>
                  <a:lnTo>
                    <a:pt x="5288" y="712"/>
                  </a:lnTo>
                  <a:cubicBezTo>
                    <a:pt x="5196" y="766"/>
                    <a:pt x="5092" y="794"/>
                    <a:pt x="4987" y="792"/>
                  </a:cubicBezTo>
                  <a:lnTo>
                    <a:pt x="3384" y="774"/>
                  </a:lnTo>
                  <a:cubicBezTo>
                    <a:pt x="3304" y="744"/>
                    <a:pt x="3240" y="726"/>
                    <a:pt x="3216" y="716"/>
                  </a:cubicBezTo>
                  <a:cubicBezTo>
                    <a:pt x="2715" y="604"/>
                    <a:pt x="2323" y="648"/>
                    <a:pt x="2056" y="720"/>
                  </a:cubicBezTo>
                  <a:cubicBezTo>
                    <a:pt x="1856" y="774"/>
                    <a:pt x="1643" y="754"/>
                    <a:pt x="1453" y="667"/>
                  </a:cubicBezTo>
                  <a:lnTo>
                    <a:pt x="0" y="0"/>
                  </a:lnTo>
                  <a:lnTo>
                    <a:pt x="0" y="2664"/>
                  </a:lnTo>
                  <a:lnTo>
                    <a:pt x="151" y="2747"/>
                  </a:lnTo>
                  <a:cubicBezTo>
                    <a:pt x="373" y="2868"/>
                    <a:pt x="551" y="3056"/>
                    <a:pt x="661" y="3284"/>
                  </a:cubicBezTo>
                  <a:lnTo>
                    <a:pt x="576" y="3354"/>
                  </a:lnTo>
                  <a:cubicBezTo>
                    <a:pt x="347" y="3520"/>
                    <a:pt x="297" y="3843"/>
                    <a:pt x="448" y="4071"/>
                  </a:cubicBezTo>
                  <a:cubicBezTo>
                    <a:pt x="532" y="4182"/>
                    <a:pt x="651" y="4252"/>
                    <a:pt x="787" y="4276"/>
                  </a:cubicBezTo>
                  <a:cubicBezTo>
                    <a:pt x="803" y="4278"/>
                    <a:pt x="827" y="4279"/>
                    <a:pt x="844" y="4279"/>
                  </a:cubicBezTo>
                  <a:cubicBezTo>
                    <a:pt x="893" y="4282"/>
                    <a:pt x="941" y="4276"/>
                    <a:pt x="983" y="4270"/>
                  </a:cubicBezTo>
                  <a:cubicBezTo>
                    <a:pt x="985" y="4384"/>
                    <a:pt x="1012" y="4483"/>
                    <a:pt x="1080" y="4576"/>
                  </a:cubicBezTo>
                  <a:cubicBezTo>
                    <a:pt x="1171" y="4703"/>
                    <a:pt x="1315" y="4760"/>
                    <a:pt x="1469" y="4768"/>
                  </a:cubicBezTo>
                  <a:cubicBezTo>
                    <a:pt x="1509" y="4771"/>
                    <a:pt x="1551" y="4772"/>
                    <a:pt x="1583" y="4775"/>
                  </a:cubicBezTo>
                  <a:cubicBezTo>
                    <a:pt x="1568" y="4896"/>
                    <a:pt x="1603" y="5020"/>
                    <a:pt x="1679" y="5122"/>
                  </a:cubicBezTo>
                  <a:cubicBezTo>
                    <a:pt x="1763" y="5232"/>
                    <a:pt x="1881" y="5303"/>
                    <a:pt x="2017" y="5327"/>
                  </a:cubicBezTo>
                  <a:cubicBezTo>
                    <a:pt x="2033" y="5328"/>
                    <a:pt x="2057" y="5330"/>
                    <a:pt x="2075" y="5330"/>
                  </a:cubicBezTo>
                  <a:cubicBezTo>
                    <a:pt x="2196" y="5336"/>
                    <a:pt x="2312" y="5302"/>
                    <a:pt x="2405" y="5234"/>
                  </a:cubicBezTo>
                  <a:lnTo>
                    <a:pt x="2456" y="5195"/>
                  </a:lnTo>
                  <a:cubicBezTo>
                    <a:pt x="2468" y="5268"/>
                    <a:pt x="2489" y="5335"/>
                    <a:pt x="2535" y="5395"/>
                  </a:cubicBezTo>
                  <a:cubicBezTo>
                    <a:pt x="2603" y="5488"/>
                    <a:pt x="2705" y="5551"/>
                    <a:pt x="2827" y="5574"/>
                  </a:cubicBezTo>
                  <a:cubicBezTo>
                    <a:pt x="2843" y="5575"/>
                    <a:pt x="2859" y="5575"/>
                    <a:pt x="2876" y="5576"/>
                  </a:cubicBezTo>
                  <a:cubicBezTo>
                    <a:pt x="2973" y="5582"/>
                    <a:pt x="3072" y="5554"/>
                    <a:pt x="3157" y="5494"/>
                  </a:cubicBezTo>
                  <a:lnTo>
                    <a:pt x="3165" y="5494"/>
                  </a:lnTo>
                  <a:lnTo>
                    <a:pt x="3225" y="5578"/>
                  </a:lnTo>
                  <a:cubicBezTo>
                    <a:pt x="3331" y="5730"/>
                    <a:pt x="3549" y="5766"/>
                    <a:pt x="3701" y="5660"/>
                  </a:cubicBezTo>
                  <a:cubicBezTo>
                    <a:pt x="3828" y="5570"/>
                    <a:pt x="3879" y="5392"/>
                    <a:pt x="3821" y="5251"/>
                  </a:cubicBezTo>
                  <a:lnTo>
                    <a:pt x="3832" y="5267"/>
                  </a:lnTo>
                  <a:cubicBezTo>
                    <a:pt x="3932" y="5415"/>
                    <a:pt x="4121" y="5479"/>
                    <a:pt x="4287" y="5411"/>
                  </a:cubicBezTo>
                  <a:cubicBezTo>
                    <a:pt x="4469" y="5336"/>
                    <a:pt x="4543" y="5139"/>
                    <a:pt x="4495" y="4970"/>
                  </a:cubicBezTo>
                  <a:cubicBezTo>
                    <a:pt x="4617" y="5107"/>
                    <a:pt x="4828" y="5134"/>
                    <a:pt x="4980" y="5028"/>
                  </a:cubicBezTo>
                  <a:lnTo>
                    <a:pt x="4988" y="5020"/>
                  </a:lnTo>
                  <a:cubicBezTo>
                    <a:pt x="5140" y="4915"/>
                    <a:pt x="5184" y="4714"/>
                    <a:pt x="5103" y="4554"/>
                  </a:cubicBezTo>
                  <a:cubicBezTo>
                    <a:pt x="5235" y="4675"/>
                    <a:pt x="5445" y="4694"/>
                    <a:pt x="5597" y="4588"/>
                  </a:cubicBezTo>
                  <a:cubicBezTo>
                    <a:pt x="5775" y="4459"/>
                    <a:pt x="5821" y="4210"/>
                    <a:pt x="5692" y="4031"/>
                  </a:cubicBezTo>
                  <a:lnTo>
                    <a:pt x="5503" y="3760"/>
                  </a:lnTo>
                  <a:lnTo>
                    <a:pt x="5915" y="3280"/>
                  </a:lnTo>
                  <a:cubicBezTo>
                    <a:pt x="6023" y="3154"/>
                    <a:pt x="6152" y="3047"/>
                    <a:pt x="6296" y="2963"/>
                  </a:cubicBezTo>
                  <a:lnTo>
                    <a:pt x="6499" y="2846"/>
                  </a:lnTo>
                  <a:lnTo>
                    <a:pt x="6499" y="2528"/>
                  </a:lnTo>
                  <a:lnTo>
                    <a:pt x="6219" y="2687"/>
                  </a:lnTo>
                  <a:cubicBezTo>
                    <a:pt x="6059" y="2778"/>
                    <a:pt x="5915" y="2895"/>
                    <a:pt x="5795" y="3035"/>
                  </a:cubicBezTo>
                  <a:lnTo>
                    <a:pt x="5352" y="3548"/>
                  </a:lnTo>
                  <a:cubicBezTo>
                    <a:pt x="5220" y="3427"/>
                    <a:pt x="5009" y="3408"/>
                    <a:pt x="4857" y="3514"/>
                  </a:cubicBezTo>
                  <a:cubicBezTo>
                    <a:pt x="4680" y="3643"/>
                    <a:pt x="4633" y="3892"/>
                    <a:pt x="4763" y="4071"/>
                  </a:cubicBezTo>
                  <a:lnTo>
                    <a:pt x="4769" y="4088"/>
                  </a:lnTo>
                  <a:lnTo>
                    <a:pt x="4761" y="4088"/>
                  </a:lnTo>
                  <a:cubicBezTo>
                    <a:pt x="4636" y="4000"/>
                    <a:pt x="4465" y="3991"/>
                    <a:pt x="4331" y="4082"/>
                  </a:cubicBezTo>
                  <a:lnTo>
                    <a:pt x="4323" y="4090"/>
                  </a:lnTo>
                  <a:cubicBezTo>
                    <a:pt x="4204" y="4172"/>
                    <a:pt x="4148" y="4316"/>
                    <a:pt x="4173" y="4456"/>
                  </a:cubicBezTo>
                  <a:lnTo>
                    <a:pt x="4131" y="4487"/>
                  </a:lnTo>
                  <a:cubicBezTo>
                    <a:pt x="4012" y="4424"/>
                    <a:pt x="3865" y="4424"/>
                    <a:pt x="3747" y="4507"/>
                  </a:cubicBezTo>
                  <a:cubicBezTo>
                    <a:pt x="3637" y="4583"/>
                    <a:pt x="3581" y="4718"/>
                    <a:pt x="3591" y="4840"/>
                  </a:cubicBezTo>
                  <a:lnTo>
                    <a:pt x="3473" y="4915"/>
                  </a:lnTo>
                  <a:cubicBezTo>
                    <a:pt x="3385" y="4894"/>
                    <a:pt x="3287" y="4914"/>
                    <a:pt x="3211" y="4966"/>
                  </a:cubicBezTo>
                  <a:cubicBezTo>
                    <a:pt x="3117" y="5034"/>
                    <a:pt x="3063" y="5146"/>
                    <a:pt x="3065" y="5251"/>
                  </a:cubicBezTo>
                  <a:lnTo>
                    <a:pt x="3007" y="5288"/>
                  </a:lnTo>
                  <a:cubicBezTo>
                    <a:pt x="2972" y="5319"/>
                    <a:pt x="2915" y="5332"/>
                    <a:pt x="2867" y="5322"/>
                  </a:cubicBezTo>
                  <a:cubicBezTo>
                    <a:pt x="2819" y="5311"/>
                    <a:pt x="2771" y="5284"/>
                    <a:pt x="2740" y="5242"/>
                  </a:cubicBezTo>
                  <a:cubicBezTo>
                    <a:pt x="2709" y="5207"/>
                    <a:pt x="2696" y="5150"/>
                    <a:pt x="2707" y="5102"/>
                  </a:cubicBezTo>
                  <a:cubicBezTo>
                    <a:pt x="2717" y="5054"/>
                    <a:pt x="2744" y="5006"/>
                    <a:pt x="2787" y="4975"/>
                  </a:cubicBezTo>
                  <a:lnTo>
                    <a:pt x="3423" y="4496"/>
                  </a:lnTo>
                  <a:cubicBezTo>
                    <a:pt x="3456" y="4474"/>
                    <a:pt x="3475" y="4442"/>
                    <a:pt x="3476" y="4402"/>
                  </a:cubicBezTo>
                  <a:cubicBezTo>
                    <a:pt x="3480" y="4328"/>
                    <a:pt x="3417" y="4266"/>
                    <a:pt x="3345" y="4266"/>
                  </a:cubicBezTo>
                  <a:cubicBezTo>
                    <a:pt x="3317" y="4266"/>
                    <a:pt x="3295" y="4272"/>
                    <a:pt x="3271" y="4286"/>
                  </a:cubicBezTo>
                  <a:lnTo>
                    <a:pt x="2255" y="5022"/>
                  </a:lnTo>
                  <a:cubicBezTo>
                    <a:pt x="2196" y="5059"/>
                    <a:pt x="2129" y="5080"/>
                    <a:pt x="2057" y="5068"/>
                  </a:cubicBezTo>
                  <a:cubicBezTo>
                    <a:pt x="1985" y="5056"/>
                    <a:pt x="1921" y="5020"/>
                    <a:pt x="1884" y="4962"/>
                  </a:cubicBezTo>
                  <a:cubicBezTo>
                    <a:pt x="1800" y="4851"/>
                    <a:pt x="1825" y="4682"/>
                    <a:pt x="1944" y="4599"/>
                  </a:cubicBezTo>
                  <a:lnTo>
                    <a:pt x="3155" y="3735"/>
                  </a:lnTo>
                  <a:cubicBezTo>
                    <a:pt x="3181" y="3711"/>
                    <a:pt x="3200" y="3678"/>
                    <a:pt x="3200" y="3634"/>
                  </a:cubicBezTo>
                  <a:cubicBezTo>
                    <a:pt x="3201" y="3564"/>
                    <a:pt x="3144" y="3506"/>
                    <a:pt x="3075" y="3503"/>
                  </a:cubicBezTo>
                  <a:cubicBezTo>
                    <a:pt x="3035" y="3502"/>
                    <a:pt x="3003" y="3516"/>
                    <a:pt x="2976" y="3547"/>
                  </a:cubicBezTo>
                  <a:lnTo>
                    <a:pt x="1791" y="4404"/>
                  </a:lnTo>
                  <a:cubicBezTo>
                    <a:pt x="1757" y="4419"/>
                    <a:pt x="1740" y="4443"/>
                    <a:pt x="1715" y="4466"/>
                  </a:cubicBezTo>
                  <a:cubicBezTo>
                    <a:pt x="1572" y="4556"/>
                    <a:pt x="1361" y="4536"/>
                    <a:pt x="1285" y="4435"/>
                  </a:cubicBezTo>
                  <a:cubicBezTo>
                    <a:pt x="1209" y="4326"/>
                    <a:pt x="1225" y="4179"/>
                    <a:pt x="1320" y="4087"/>
                  </a:cubicBezTo>
                  <a:lnTo>
                    <a:pt x="1439" y="4004"/>
                  </a:lnTo>
                  <a:lnTo>
                    <a:pt x="2756" y="3106"/>
                  </a:lnTo>
                  <a:cubicBezTo>
                    <a:pt x="2789" y="3083"/>
                    <a:pt x="2808" y="3051"/>
                    <a:pt x="2809" y="3011"/>
                  </a:cubicBezTo>
                  <a:cubicBezTo>
                    <a:pt x="2812" y="2967"/>
                    <a:pt x="2791" y="2926"/>
                    <a:pt x="2755" y="2900"/>
                  </a:cubicBezTo>
                  <a:cubicBezTo>
                    <a:pt x="2708" y="2867"/>
                    <a:pt x="2661" y="2866"/>
                    <a:pt x="2612" y="2895"/>
                  </a:cubicBezTo>
                  <a:lnTo>
                    <a:pt x="1201" y="3854"/>
                  </a:lnTo>
                  <a:cubicBezTo>
                    <a:pt x="1192" y="3870"/>
                    <a:pt x="1176" y="3876"/>
                    <a:pt x="1167" y="3884"/>
                  </a:cubicBezTo>
                  <a:lnTo>
                    <a:pt x="1031" y="3983"/>
                  </a:lnTo>
                  <a:cubicBezTo>
                    <a:pt x="920" y="4067"/>
                    <a:pt x="751" y="4042"/>
                    <a:pt x="668" y="3923"/>
                  </a:cubicBezTo>
                  <a:cubicBezTo>
                    <a:pt x="584" y="3812"/>
                    <a:pt x="609" y="3643"/>
                    <a:pt x="728" y="3560"/>
                  </a:cubicBezTo>
                  <a:lnTo>
                    <a:pt x="3388" y="1602"/>
                  </a:lnTo>
                  <a:cubicBezTo>
                    <a:pt x="3601" y="1727"/>
                    <a:pt x="3759" y="1979"/>
                    <a:pt x="3759" y="1979"/>
                  </a:cubicBezTo>
                  <a:cubicBezTo>
                    <a:pt x="4020" y="2798"/>
                    <a:pt x="4345" y="2804"/>
                    <a:pt x="4543" y="2706"/>
                  </a:cubicBezTo>
                  <a:cubicBezTo>
                    <a:pt x="4645" y="2655"/>
                    <a:pt x="4692" y="2534"/>
                    <a:pt x="4656" y="2424"/>
                  </a:cubicBezTo>
                  <a:cubicBezTo>
                    <a:pt x="4552" y="2108"/>
                    <a:pt x="4492" y="1496"/>
                    <a:pt x="4492" y="1496"/>
                  </a:cubicBezTo>
                  <a:cubicBezTo>
                    <a:pt x="4419" y="1338"/>
                    <a:pt x="4184" y="1171"/>
                    <a:pt x="3923" y="1035"/>
                  </a:cubicBezTo>
                  <a:lnTo>
                    <a:pt x="4777" y="1048"/>
                  </a:lnTo>
                  <a:lnTo>
                    <a:pt x="5048" y="1043"/>
                  </a:lnTo>
                  <a:close/>
                </a:path>
              </a:pathLst>
            </a:custGeom>
            <a:solidFill>
              <a:schemeClr val="bg1"/>
            </a:solidFill>
            <a:ln>
              <a:noFill/>
            </a:ln>
          </p:spPr>
          <p:txBody>
            <a:bodyPr/>
            <a:lstStyle/>
            <a:p>
              <a:endParaRPr lang="zh-CN" altLang="en-US">
                <a:cs typeface="+mn-ea"/>
                <a:sym typeface="+mn-lt"/>
              </a:endParaRPr>
            </a:p>
          </p:txBody>
        </p:sp>
      </p:grpSp>
      <p:grpSp>
        <p:nvGrpSpPr>
          <p:cNvPr id="4" name="组合 3"/>
          <p:cNvGrpSpPr/>
          <p:nvPr/>
        </p:nvGrpSpPr>
        <p:grpSpPr>
          <a:xfrm>
            <a:off x="2124603" y="2679733"/>
            <a:ext cx="1520523" cy="706967"/>
            <a:chOff x="2471844" y="2575561"/>
            <a:chExt cx="1520523" cy="706967"/>
          </a:xfrm>
        </p:grpSpPr>
        <p:sp>
          <p:nvSpPr>
            <p:cNvPr id="107" name="任意多边形 106"/>
            <p:cNvSpPr/>
            <p:nvPr/>
          </p:nvSpPr>
          <p:spPr>
            <a:xfrm>
              <a:off x="2471844" y="2575561"/>
              <a:ext cx="1520523" cy="706967"/>
            </a:xfrm>
            <a:custGeom>
              <a:gdLst>
                <a:gd name="connsiteX0" fmla="*/ 0 w 1326527"/>
                <a:gd name="connsiteY0" fmla="*/ 0 h 530610"/>
                <a:gd name="connsiteX1" fmla="*/ 1061222 w 1326527"/>
                <a:gd name="connsiteY1" fmla="*/ 0 h 530610"/>
                <a:gd name="connsiteX2" fmla="*/ 1326527 w 1326527"/>
                <a:gd name="connsiteY2" fmla="*/ 265305 h 530610"/>
                <a:gd name="connsiteX3" fmla="*/ 1061222 w 1326527"/>
                <a:gd name="connsiteY3" fmla="*/ 530610 h 530610"/>
                <a:gd name="connsiteX4" fmla="*/ 0 w 1326527"/>
                <a:gd name="connsiteY4" fmla="*/ 530610 h 530610"/>
                <a:gd name="connsiteX5" fmla="*/ 265305 w 1326527"/>
                <a:gd name="connsiteY5" fmla="*/ 265305 h 530610"/>
                <a:gd name="connsiteX6" fmla="*/ 0 w 1326527"/>
                <a:gd name="connsiteY6" fmla="*/ 0 h 53061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6527" h="530610">
                  <a:moveTo>
                    <a:pt x="0" y="0"/>
                  </a:moveTo>
                  <a:lnTo>
                    <a:pt x="1061222" y="0"/>
                  </a:lnTo>
                  <a:lnTo>
                    <a:pt x="1326527" y="265305"/>
                  </a:lnTo>
                  <a:lnTo>
                    <a:pt x="1061222" y="530610"/>
                  </a:lnTo>
                  <a:lnTo>
                    <a:pt x="0" y="530610"/>
                  </a:lnTo>
                  <a:lnTo>
                    <a:pt x="265305" y="265305"/>
                  </a:lnTo>
                  <a:lnTo>
                    <a:pt x="0" y="0"/>
                  </a:lnTo>
                  <a:close/>
                </a:path>
              </a:pathLst>
            </a:cu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22" name="progress-report_18229"/>
            <p:cNvSpPr>
              <a:spLocks noChangeAspect="1"/>
            </p:cNvSpPr>
            <p:nvPr/>
          </p:nvSpPr>
          <p:spPr bwMode="auto">
            <a:xfrm>
              <a:off x="2987024" y="2706664"/>
              <a:ext cx="490162" cy="444761"/>
            </a:xfrm>
            <a:custGeom>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a:noFill/>
            </a:ln>
          </p:spPr>
          <p:txBody>
            <a:bodyPr/>
            <a:lstStyle/>
            <a:p>
              <a:endParaRPr lang="zh-CN" altLang="en-US">
                <a:cs typeface="+mn-ea"/>
                <a:sym typeface="+mn-lt"/>
              </a:endParaRPr>
            </a:p>
          </p:txBody>
        </p:sp>
      </p:grpSp>
      <p:grpSp>
        <p:nvGrpSpPr>
          <p:cNvPr id="3" name="组合 2"/>
          <p:cNvGrpSpPr/>
          <p:nvPr/>
        </p:nvGrpSpPr>
        <p:grpSpPr>
          <a:xfrm>
            <a:off x="2124603" y="1610816"/>
            <a:ext cx="1520523" cy="709083"/>
            <a:chOff x="2471844" y="1506644"/>
            <a:chExt cx="1520523" cy="709083"/>
          </a:xfrm>
        </p:grpSpPr>
        <p:sp>
          <p:nvSpPr>
            <p:cNvPr id="20" name="任意多边形 19"/>
            <p:cNvSpPr/>
            <p:nvPr/>
          </p:nvSpPr>
          <p:spPr>
            <a:xfrm>
              <a:off x="2471844" y="1506644"/>
              <a:ext cx="1520523" cy="709083"/>
            </a:xfrm>
            <a:custGeom>
              <a:gdLst>
                <a:gd name="connsiteX0" fmla="*/ 0 w 1326527"/>
                <a:gd name="connsiteY0" fmla="*/ 0 h 530610"/>
                <a:gd name="connsiteX1" fmla="*/ 1061222 w 1326527"/>
                <a:gd name="connsiteY1" fmla="*/ 0 h 530610"/>
                <a:gd name="connsiteX2" fmla="*/ 1326527 w 1326527"/>
                <a:gd name="connsiteY2" fmla="*/ 265305 h 530610"/>
                <a:gd name="connsiteX3" fmla="*/ 1061222 w 1326527"/>
                <a:gd name="connsiteY3" fmla="*/ 530610 h 530610"/>
                <a:gd name="connsiteX4" fmla="*/ 0 w 1326527"/>
                <a:gd name="connsiteY4" fmla="*/ 530610 h 530610"/>
                <a:gd name="connsiteX5" fmla="*/ 265305 w 1326527"/>
                <a:gd name="connsiteY5" fmla="*/ 265305 h 530610"/>
                <a:gd name="connsiteX6" fmla="*/ 0 w 1326527"/>
                <a:gd name="connsiteY6" fmla="*/ 0 h 53061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6527" h="530610">
                  <a:moveTo>
                    <a:pt x="0" y="0"/>
                  </a:moveTo>
                  <a:lnTo>
                    <a:pt x="1061222" y="0"/>
                  </a:lnTo>
                  <a:lnTo>
                    <a:pt x="1326527" y="265305"/>
                  </a:lnTo>
                  <a:lnTo>
                    <a:pt x="1061222" y="530610"/>
                  </a:lnTo>
                  <a:lnTo>
                    <a:pt x="0" y="530610"/>
                  </a:lnTo>
                  <a:lnTo>
                    <a:pt x="265305" y="265305"/>
                  </a:lnTo>
                  <a:lnTo>
                    <a:pt x="0" y="0"/>
                  </a:lnTo>
                  <a:close/>
                </a:path>
              </a:pathLst>
            </a:cu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23" name="money-bag-of-dollars_44282"/>
            <p:cNvSpPr>
              <a:spLocks noChangeAspect="1"/>
            </p:cNvSpPr>
            <p:nvPr/>
          </p:nvSpPr>
          <p:spPr bwMode="auto">
            <a:xfrm>
              <a:off x="3027010" y="1616104"/>
              <a:ext cx="410190" cy="490162"/>
            </a:xfrm>
            <a:custGeom>
              <a:gdLst>
                <a:gd name="T0" fmla="*/ 282 w 427"/>
                <a:gd name="T1" fmla="*/ 126 h 511"/>
                <a:gd name="T2" fmla="*/ 332 w 427"/>
                <a:gd name="T3" fmla="*/ 126 h 511"/>
                <a:gd name="T4" fmla="*/ 331 w 427"/>
                <a:gd name="T5" fmla="*/ 96 h 511"/>
                <a:gd name="T6" fmla="*/ 289 w 427"/>
                <a:gd name="T7" fmla="*/ 96 h 511"/>
                <a:gd name="T8" fmla="*/ 329 w 427"/>
                <a:gd name="T9" fmla="*/ 13 h 511"/>
                <a:gd name="T10" fmla="*/ 283 w 427"/>
                <a:gd name="T11" fmla="*/ 9 h 511"/>
                <a:gd name="T12" fmla="*/ 244 w 427"/>
                <a:gd name="T13" fmla="*/ 40 h 511"/>
                <a:gd name="T14" fmla="*/ 257 w 427"/>
                <a:gd name="T15" fmla="*/ 5 h 511"/>
                <a:gd name="T16" fmla="*/ 211 w 427"/>
                <a:gd name="T17" fmla="*/ 0 h 511"/>
                <a:gd name="T18" fmla="*/ 195 w 427"/>
                <a:gd name="T19" fmla="*/ 43 h 511"/>
                <a:gd name="T20" fmla="*/ 170 w 427"/>
                <a:gd name="T21" fmla="*/ 10 h 511"/>
                <a:gd name="T22" fmla="*/ 102 w 427"/>
                <a:gd name="T23" fmla="*/ 7 h 511"/>
                <a:gd name="T24" fmla="*/ 147 w 427"/>
                <a:gd name="T25" fmla="*/ 96 h 511"/>
                <a:gd name="T26" fmla="*/ 106 w 427"/>
                <a:gd name="T27" fmla="*/ 94 h 511"/>
                <a:gd name="T28" fmla="*/ 106 w 427"/>
                <a:gd name="T29" fmla="*/ 126 h 511"/>
                <a:gd name="T30" fmla="*/ 146 w 427"/>
                <a:gd name="T31" fmla="*/ 126 h 511"/>
                <a:gd name="T32" fmla="*/ 0 w 427"/>
                <a:gd name="T33" fmla="*/ 375 h 511"/>
                <a:gd name="T34" fmla="*/ 214 w 427"/>
                <a:gd name="T35" fmla="*/ 511 h 511"/>
                <a:gd name="T36" fmla="*/ 427 w 427"/>
                <a:gd name="T37" fmla="*/ 375 h 511"/>
                <a:gd name="T38" fmla="*/ 282 w 427"/>
                <a:gd name="T39" fmla="*/ 126 h 511"/>
                <a:gd name="T40" fmla="*/ 232 w 427"/>
                <a:gd name="T41" fmla="*/ 417 h 511"/>
                <a:gd name="T42" fmla="*/ 232 w 427"/>
                <a:gd name="T43" fmla="*/ 447 h 511"/>
                <a:gd name="T44" fmla="*/ 202 w 427"/>
                <a:gd name="T45" fmla="*/ 447 h 511"/>
                <a:gd name="T46" fmla="*/ 202 w 427"/>
                <a:gd name="T47" fmla="*/ 419 h 511"/>
                <a:gd name="T48" fmla="*/ 152 w 427"/>
                <a:gd name="T49" fmla="*/ 406 h 511"/>
                <a:gd name="T50" fmla="*/ 161 w 427"/>
                <a:gd name="T51" fmla="*/ 371 h 511"/>
                <a:gd name="T52" fmla="*/ 210 w 427"/>
                <a:gd name="T53" fmla="*/ 384 h 511"/>
                <a:gd name="T54" fmla="*/ 239 w 427"/>
                <a:gd name="T55" fmla="*/ 366 h 511"/>
                <a:gd name="T56" fmla="*/ 207 w 427"/>
                <a:gd name="T57" fmla="*/ 340 h 511"/>
                <a:gd name="T58" fmla="*/ 154 w 427"/>
                <a:gd name="T59" fmla="*/ 286 h 511"/>
                <a:gd name="T60" fmla="*/ 204 w 427"/>
                <a:gd name="T61" fmla="*/ 233 h 511"/>
                <a:gd name="T62" fmla="*/ 204 w 427"/>
                <a:gd name="T63" fmla="*/ 205 h 511"/>
                <a:gd name="T64" fmla="*/ 233 w 427"/>
                <a:gd name="T65" fmla="*/ 205 h 511"/>
                <a:gd name="T66" fmla="*/ 233 w 427"/>
                <a:gd name="T67" fmla="*/ 231 h 511"/>
                <a:gd name="T68" fmla="*/ 276 w 427"/>
                <a:gd name="T69" fmla="*/ 241 h 511"/>
                <a:gd name="T70" fmla="*/ 267 w 427"/>
                <a:gd name="T71" fmla="*/ 274 h 511"/>
                <a:gd name="T72" fmla="*/ 225 w 427"/>
                <a:gd name="T73" fmla="*/ 264 h 511"/>
                <a:gd name="T74" fmla="*/ 199 w 427"/>
                <a:gd name="T75" fmla="*/ 281 h 511"/>
                <a:gd name="T76" fmla="*/ 235 w 427"/>
                <a:gd name="T77" fmla="*/ 306 h 511"/>
                <a:gd name="T78" fmla="*/ 284 w 427"/>
                <a:gd name="T79" fmla="*/ 362 h 511"/>
                <a:gd name="T80" fmla="*/ 232 w 427"/>
                <a:gd name="T81" fmla="*/ 417 h 511"/>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27" h="511">
                  <a:moveTo>
                    <a:pt x="282" y="126"/>
                  </a:moveTo>
                  <a:lnTo>
                    <a:pt x="332" y="126"/>
                  </a:lnTo>
                  <a:lnTo>
                    <a:pt x="331" y="96"/>
                  </a:lnTo>
                  <a:lnTo>
                    <a:pt x="289" y="96"/>
                  </a:lnTo>
                  <a:lnTo>
                    <a:pt x="329" y="13"/>
                  </a:lnTo>
                  <a:lnTo>
                    <a:pt x="283" y="9"/>
                  </a:lnTo>
                  <a:lnTo>
                    <a:pt x="244" y="40"/>
                  </a:lnTo>
                  <a:lnTo>
                    <a:pt x="257" y="5"/>
                  </a:lnTo>
                  <a:lnTo>
                    <a:pt x="211" y="0"/>
                  </a:lnTo>
                  <a:lnTo>
                    <a:pt x="195" y="43"/>
                  </a:lnTo>
                  <a:lnTo>
                    <a:pt x="170" y="10"/>
                  </a:lnTo>
                  <a:lnTo>
                    <a:pt x="102" y="7"/>
                  </a:lnTo>
                  <a:lnTo>
                    <a:pt x="147" y="96"/>
                  </a:lnTo>
                  <a:lnTo>
                    <a:pt x="106" y="94"/>
                  </a:lnTo>
                  <a:lnTo>
                    <a:pt x="106" y="126"/>
                  </a:lnTo>
                  <a:lnTo>
                    <a:pt x="146" y="126"/>
                  </a:lnTo>
                  <a:cubicBezTo>
                    <a:pt x="61" y="176"/>
                    <a:pt x="0" y="305"/>
                    <a:pt x="0" y="375"/>
                  </a:cubicBezTo>
                  <a:cubicBezTo>
                    <a:pt x="0" y="462"/>
                    <a:pt x="96" y="511"/>
                    <a:pt x="214" y="511"/>
                  </a:cubicBezTo>
                  <a:cubicBezTo>
                    <a:pt x="332" y="511"/>
                    <a:pt x="427" y="462"/>
                    <a:pt x="427" y="375"/>
                  </a:cubicBezTo>
                  <a:cubicBezTo>
                    <a:pt x="427" y="305"/>
                    <a:pt x="366" y="176"/>
                    <a:pt x="282" y="126"/>
                  </a:cubicBezTo>
                  <a:close/>
                  <a:moveTo>
                    <a:pt x="232" y="417"/>
                  </a:moveTo>
                  <a:lnTo>
                    <a:pt x="232" y="447"/>
                  </a:lnTo>
                  <a:lnTo>
                    <a:pt x="202" y="447"/>
                  </a:lnTo>
                  <a:lnTo>
                    <a:pt x="202" y="419"/>
                  </a:lnTo>
                  <a:cubicBezTo>
                    <a:pt x="183" y="418"/>
                    <a:pt x="163" y="413"/>
                    <a:pt x="152" y="406"/>
                  </a:cubicBezTo>
                  <a:lnTo>
                    <a:pt x="161" y="371"/>
                  </a:lnTo>
                  <a:cubicBezTo>
                    <a:pt x="173" y="378"/>
                    <a:pt x="191" y="384"/>
                    <a:pt x="210" y="384"/>
                  </a:cubicBezTo>
                  <a:cubicBezTo>
                    <a:pt x="227" y="384"/>
                    <a:pt x="239" y="378"/>
                    <a:pt x="239" y="366"/>
                  </a:cubicBezTo>
                  <a:cubicBezTo>
                    <a:pt x="239" y="355"/>
                    <a:pt x="229" y="347"/>
                    <a:pt x="207" y="340"/>
                  </a:cubicBezTo>
                  <a:cubicBezTo>
                    <a:pt x="175" y="329"/>
                    <a:pt x="154" y="315"/>
                    <a:pt x="154" y="286"/>
                  </a:cubicBezTo>
                  <a:cubicBezTo>
                    <a:pt x="154" y="260"/>
                    <a:pt x="172" y="239"/>
                    <a:pt x="204" y="233"/>
                  </a:cubicBezTo>
                  <a:lnTo>
                    <a:pt x="204" y="205"/>
                  </a:lnTo>
                  <a:lnTo>
                    <a:pt x="233" y="205"/>
                  </a:lnTo>
                  <a:lnTo>
                    <a:pt x="233" y="231"/>
                  </a:lnTo>
                  <a:cubicBezTo>
                    <a:pt x="253" y="232"/>
                    <a:pt x="266" y="236"/>
                    <a:pt x="276" y="241"/>
                  </a:cubicBezTo>
                  <a:lnTo>
                    <a:pt x="267" y="274"/>
                  </a:lnTo>
                  <a:cubicBezTo>
                    <a:pt x="260" y="271"/>
                    <a:pt x="246" y="264"/>
                    <a:pt x="225" y="264"/>
                  </a:cubicBezTo>
                  <a:cubicBezTo>
                    <a:pt x="205" y="264"/>
                    <a:pt x="199" y="272"/>
                    <a:pt x="199" y="281"/>
                  </a:cubicBezTo>
                  <a:cubicBezTo>
                    <a:pt x="199" y="291"/>
                    <a:pt x="210" y="297"/>
                    <a:pt x="235" y="306"/>
                  </a:cubicBezTo>
                  <a:cubicBezTo>
                    <a:pt x="270" y="319"/>
                    <a:pt x="284" y="335"/>
                    <a:pt x="284" y="362"/>
                  </a:cubicBezTo>
                  <a:cubicBezTo>
                    <a:pt x="284" y="388"/>
                    <a:pt x="266" y="411"/>
                    <a:pt x="232" y="417"/>
                  </a:cubicBezTo>
                  <a:close/>
                </a:path>
              </a:pathLst>
            </a:custGeom>
            <a:solidFill>
              <a:schemeClr val="bg1"/>
            </a:solidFill>
            <a:ln>
              <a:noFill/>
            </a:ln>
          </p:spPr>
          <p:txBody>
            <a:bodyPr/>
            <a:lstStyle/>
            <a:p>
              <a:endParaRPr lang="zh-CN" altLang="en-US">
                <a:cs typeface="+mn-ea"/>
                <a:sym typeface="+mn-lt"/>
              </a:endParaRPr>
            </a:p>
          </p:txBody>
        </p:sp>
      </p:grpSp>
      <p:grpSp>
        <p:nvGrpSpPr>
          <p:cNvPr id="5" name="组合 4"/>
          <p:cNvGrpSpPr/>
          <p:nvPr/>
        </p:nvGrpSpPr>
        <p:grpSpPr>
          <a:xfrm>
            <a:off x="2124603" y="3721133"/>
            <a:ext cx="1520523" cy="706967"/>
            <a:chOff x="2471844" y="3616961"/>
            <a:chExt cx="1520523" cy="706967"/>
          </a:xfrm>
        </p:grpSpPr>
        <p:sp>
          <p:nvSpPr>
            <p:cNvPr id="108" name="任意多边形 107"/>
            <p:cNvSpPr/>
            <p:nvPr/>
          </p:nvSpPr>
          <p:spPr>
            <a:xfrm>
              <a:off x="2471844" y="3616961"/>
              <a:ext cx="1520523" cy="706967"/>
            </a:xfrm>
            <a:custGeom>
              <a:gdLst>
                <a:gd name="connsiteX0" fmla="*/ 0 w 1326527"/>
                <a:gd name="connsiteY0" fmla="*/ 0 h 530610"/>
                <a:gd name="connsiteX1" fmla="*/ 1061222 w 1326527"/>
                <a:gd name="connsiteY1" fmla="*/ 0 h 530610"/>
                <a:gd name="connsiteX2" fmla="*/ 1326527 w 1326527"/>
                <a:gd name="connsiteY2" fmla="*/ 265305 h 530610"/>
                <a:gd name="connsiteX3" fmla="*/ 1061222 w 1326527"/>
                <a:gd name="connsiteY3" fmla="*/ 530610 h 530610"/>
                <a:gd name="connsiteX4" fmla="*/ 0 w 1326527"/>
                <a:gd name="connsiteY4" fmla="*/ 530610 h 530610"/>
                <a:gd name="connsiteX5" fmla="*/ 265305 w 1326527"/>
                <a:gd name="connsiteY5" fmla="*/ 265305 h 530610"/>
                <a:gd name="connsiteX6" fmla="*/ 0 w 1326527"/>
                <a:gd name="connsiteY6" fmla="*/ 0 h 53061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6527" h="530610">
                  <a:moveTo>
                    <a:pt x="0" y="0"/>
                  </a:moveTo>
                  <a:lnTo>
                    <a:pt x="1061222" y="0"/>
                  </a:lnTo>
                  <a:lnTo>
                    <a:pt x="1326527" y="265305"/>
                  </a:lnTo>
                  <a:lnTo>
                    <a:pt x="1061222" y="530610"/>
                  </a:lnTo>
                  <a:lnTo>
                    <a:pt x="0" y="530610"/>
                  </a:lnTo>
                  <a:lnTo>
                    <a:pt x="265305" y="265305"/>
                  </a:lnTo>
                  <a:lnTo>
                    <a:pt x="0" y="0"/>
                  </a:lnTo>
                  <a:close/>
                </a:path>
              </a:pathLst>
            </a:cu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24" name="to-do-list_105187"/>
            <p:cNvSpPr>
              <a:spLocks noChangeAspect="1"/>
            </p:cNvSpPr>
            <p:nvPr/>
          </p:nvSpPr>
          <p:spPr bwMode="auto">
            <a:xfrm>
              <a:off x="3056080" y="3725363"/>
              <a:ext cx="352051" cy="490162"/>
            </a:xfrm>
            <a:custGeom>
              <a:gdLst>
                <a:gd name="connsiteX0" fmla="*/ 116786 w 436376"/>
                <a:gd name="connsiteY0" fmla="*/ 419300 h 607568"/>
                <a:gd name="connsiteX1" fmla="*/ 219247 w 436376"/>
                <a:gd name="connsiteY1" fmla="*/ 419300 h 607568"/>
                <a:gd name="connsiteX2" fmla="*/ 219247 w 436376"/>
                <a:gd name="connsiteY2" fmla="*/ 449996 h 607568"/>
                <a:gd name="connsiteX3" fmla="*/ 116786 w 436376"/>
                <a:gd name="connsiteY3" fmla="*/ 449996 h 607568"/>
                <a:gd name="connsiteX4" fmla="*/ 302576 w 436376"/>
                <a:gd name="connsiteY4" fmla="*/ 390579 h 607568"/>
                <a:gd name="connsiteX5" fmla="*/ 325165 w 436376"/>
                <a:gd name="connsiteY5" fmla="*/ 411299 h 607568"/>
                <a:gd name="connsiteX6" fmla="*/ 276453 w 436376"/>
                <a:gd name="connsiteY6" fmla="*/ 464249 h 607568"/>
                <a:gd name="connsiteX7" fmla="*/ 241263 w 436376"/>
                <a:gd name="connsiteY7" fmla="*/ 435702 h 607568"/>
                <a:gd name="connsiteX8" fmla="*/ 260625 w 436376"/>
                <a:gd name="connsiteY8" fmla="*/ 411913 h 607568"/>
                <a:gd name="connsiteX9" fmla="*/ 273379 w 436376"/>
                <a:gd name="connsiteY9" fmla="*/ 422196 h 607568"/>
                <a:gd name="connsiteX10" fmla="*/ 116786 w 436376"/>
                <a:gd name="connsiteY10" fmla="*/ 321073 h 607568"/>
                <a:gd name="connsiteX11" fmla="*/ 219247 w 436376"/>
                <a:gd name="connsiteY11" fmla="*/ 321073 h 607568"/>
                <a:gd name="connsiteX12" fmla="*/ 219247 w 436376"/>
                <a:gd name="connsiteY12" fmla="*/ 351769 h 607568"/>
                <a:gd name="connsiteX13" fmla="*/ 116786 w 436376"/>
                <a:gd name="connsiteY13" fmla="*/ 351769 h 607568"/>
                <a:gd name="connsiteX14" fmla="*/ 302576 w 436376"/>
                <a:gd name="connsiteY14" fmla="*/ 292423 h 607568"/>
                <a:gd name="connsiteX15" fmla="*/ 325165 w 436376"/>
                <a:gd name="connsiteY15" fmla="*/ 313142 h 607568"/>
                <a:gd name="connsiteX16" fmla="*/ 276453 w 436376"/>
                <a:gd name="connsiteY16" fmla="*/ 366093 h 607568"/>
                <a:gd name="connsiteX17" fmla="*/ 241263 w 436376"/>
                <a:gd name="connsiteY17" fmla="*/ 337546 h 607568"/>
                <a:gd name="connsiteX18" fmla="*/ 260625 w 436376"/>
                <a:gd name="connsiteY18" fmla="*/ 313756 h 607568"/>
                <a:gd name="connsiteX19" fmla="*/ 273379 w 436376"/>
                <a:gd name="connsiteY19" fmla="*/ 324039 h 607568"/>
                <a:gd name="connsiteX20" fmla="*/ 116786 w 436376"/>
                <a:gd name="connsiteY20" fmla="*/ 222916 h 607568"/>
                <a:gd name="connsiteX21" fmla="*/ 219247 w 436376"/>
                <a:gd name="connsiteY21" fmla="*/ 222916 h 607568"/>
                <a:gd name="connsiteX22" fmla="*/ 219247 w 436376"/>
                <a:gd name="connsiteY22" fmla="*/ 253612 h 607568"/>
                <a:gd name="connsiteX23" fmla="*/ 116786 w 436376"/>
                <a:gd name="connsiteY23" fmla="*/ 253612 h 607568"/>
                <a:gd name="connsiteX24" fmla="*/ 302576 w 436376"/>
                <a:gd name="connsiteY24" fmla="*/ 194196 h 607568"/>
                <a:gd name="connsiteX25" fmla="*/ 325165 w 436376"/>
                <a:gd name="connsiteY25" fmla="*/ 214915 h 607568"/>
                <a:gd name="connsiteX26" fmla="*/ 276453 w 436376"/>
                <a:gd name="connsiteY26" fmla="*/ 267866 h 607568"/>
                <a:gd name="connsiteX27" fmla="*/ 241263 w 436376"/>
                <a:gd name="connsiteY27" fmla="*/ 239319 h 607568"/>
                <a:gd name="connsiteX28" fmla="*/ 260625 w 436376"/>
                <a:gd name="connsiteY28" fmla="*/ 215529 h 607568"/>
                <a:gd name="connsiteX29" fmla="*/ 273379 w 436376"/>
                <a:gd name="connsiteY29" fmla="*/ 225812 h 607568"/>
                <a:gd name="connsiteX30" fmla="*/ 67608 w 436376"/>
                <a:gd name="connsiteY30" fmla="*/ 98193 h 607568"/>
                <a:gd name="connsiteX31" fmla="*/ 67608 w 436376"/>
                <a:gd name="connsiteY31" fmla="*/ 540061 h 607568"/>
                <a:gd name="connsiteX32" fmla="*/ 370766 w 436376"/>
                <a:gd name="connsiteY32" fmla="*/ 540061 h 607568"/>
                <a:gd name="connsiteX33" fmla="*/ 370766 w 436376"/>
                <a:gd name="connsiteY33" fmla="*/ 98193 h 607568"/>
                <a:gd name="connsiteX34" fmla="*/ 335272 w 436376"/>
                <a:gd name="connsiteY34" fmla="*/ 98193 h 607568"/>
                <a:gd name="connsiteX35" fmla="*/ 257216 w 436376"/>
                <a:gd name="connsiteY35" fmla="*/ 161558 h 607568"/>
                <a:gd name="connsiteX36" fmla="*/ 182694 w 436376"/>
                <a:gd name="connsiteY36" fmla="*/ 161558 h 607568"/>
                <a:gd name="connsiteX37" fmla="*/ 104638 w 436376"/>
                <a:gd name="connsiteY37" fmla="*/ 98193 h 607568"/>
                <a:gd name="connsiteX38" fmla="*/ 219878 w 436376"/>
                <a:gd name="connsiteY38" fmla="*/ 32680 h 607568"/>
                <a:gd name="connsiteX39" fmla="*/ 175626 w 436376"/>
                <a:gd name="connsiteY39" fmla="*/ 67507 h 607568"/>
                <a:gd name="connsiteX40" fmla="*/ 264130 w 436376"/>
                <a:gd name="connsiteY40" fmla="*/ 67507 h 607568"/>
                <a:gd name="connsiteX41" fmla="*/ 219878 w 436376"/>
                <a:gd name="connsiteY41" fmla="*/ 32680 h 607568"/>
                <a:gd name="connsiteX42" fmla="*/ 219878 w 436376"/>
                <a:gd name="connsiteY42" fmla="*/ 0 h 607568"/>
                <a:gd name="connsiteX43" fmla="*/ 297473 w 436376"/>
                <a:gd name="connsiteY43" fmla="*/ 67507 h 607568"/>
                <a:gd name="connsiteX44" fmla="*/ 400114 w 436376"/>
                <a:gd name="connsiteY44" fmla="*/ 67507 h 607568"/>
                <a:gd name="connsiteX45" fmla="*/ 436376 w 436376"/>
                <a:gd name="connsiteY45" fmla="*/ 104330 h 607568"/>
                <a:gd name="connsiteX46" fmla="*/ 436376 w 436376"/>
                <a:gd name="connsiteY46" fmla="*/ 570746 h 607568"/>
                <a:gd name="connsiteX47" fmla="*/ 400114 w 436376"/>
                <a:gd name="connsiteY47" fmla="*/ 607568 h 607568"/>
                <a:gd name="connsiteX48" fmla="*/ 37491 w 436376"/>
                <a:gd name="connsiteY48" fmla="*/ 607568 h 607568"/>
                <a:gd name="connsiteX49" fmla="*/ 0 w 436376"/>
                <a:gd name="connsiteY49" fmla="*/ 570746 h 607568"/>
                <a:gd name="connsiteX50" fmla="*/ 0 w 436376"/>
                <a:gd name="connsiteY50" fmla="*/ 104330 h 607568"/>
                <a:gd name="connsiteX51" fmla="*/ 37491 w 436376"/>
                <a:gd name="connsiteY51" fmla="*/ 67507 h 607568"/>
                <a:gd name="connsiteX52" fmla="*/ 142283 w 436376"/>
                <a:gd name="connsiteY52" fmla="*/ 67507 h 607568"/>
                <a:gd name="connsiteX53" fmla="*/ 219878 w 436376"/>
                <a:gd name="connsiteY53" fmla="*/ 0 h 607568"/>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36376" h="607568">
                  <a:moveTo>
                    <a:pt x="116786" y="419300"/>
                  </a:moveTo>
                  <a:lnTo>
                    <a:pt x="219247" y="419300"/>
                  </a:lnTo>
                  <a:lnTo>
                    <a:pt x="219247" y="449996"/>
                  </a:lnTo>
                  <a:lnTo>
                    <a:pt x="116786" y="449996"/>
                  </a:lnTo>
                  <a:close/>
                  <a:moveTo>
                    <a:pt x="302576" y="390579"/>
                  </a:moveTo>
                  <a:lnTo>
                    <a:pt x="325165" y="411299"/>
                  </a:lnTo>
                  <a:lnTo>
                    <a:pt x="276453" y="464249"/>
                  </a:lnTo>
                  <a:lnTo>
                    <a:pt x="241263" y="435702"/>
                  </a:lnTo>
                  <a:lnTo>
                    <a:pt x="260625" y="411913"/>
                  </a:lnTo>
                  <a:lnTo>
                    <a:pt x="273379" y="422196"/>
                  </a:lnTo>
                  <a:close/>
                  <a:moveTo>
                    <a:pt x="116786" y="321073"/>
                  </a:moveTo>
                  <a:lnTo>
                    <a:pt x="219247" y="321073"/>
                  </a:lnTo>
                  <a:lnTo>
                    <a:pt x="219247" y="351769"/>
                  </a:lnTo>
                  <a:lnTo>
                    <a:pt x="116786" y="351769"/>
                  </a:lnTo>
                  <a:close/>
                  <a:moveTo>
                    <a:pt x="302576" y="292423"/>
                  </a:moveTo>
                  <a:lnTo>
                    <a:pt x="325165" y="313142"/>
                  </a:lnTo>
                  <a:lnTo>
                    <a:pt x="276453" y="366093"/>
                  </a:lnTo>
                  <a:lnTo>
                    <a:pt x="241263" y="337546"/>
                  </a:lnTo>
                  <a:lnTo>
                    <a:pt x="260625" y="313756"/>
                  </a:lnTo>
                  <a:lnTo>
                    <a:pt x="273379" y="324039"/>
                  </a:lnTo>
                  <a:close/>
                  <a:moveTo>
                    <a:pt x="116786" y="222916"/>
                  </a:moveTo>
                  <a:lnTo>
                    <a:pt x="219247" y="222916"/>
                  </a:lnTo>
                  <a:lnTo>
                    <a:pt x="219247" y="253612"/>
                  </a:lnTo>
                  <a:lnTo>
                    <a:pt x="116786" y="253612"/>
                  </a:lnTo>
                  <a:close/>
                  <a:moveTo>
                    <a:pt x="302576" y="194196"/>
                  </a:moveTo>
                  <a:lnTo>
                    <a:pt x="325165" y="214915"/>
                  </a:lnTo>
                  <a:lnTo>
                    <a:pt x="276453" y="267866"/>
                  </a:lnTo>
                  <a:lnTo>
                    <a:pt x="241263" y="239319"/>
                  </a:lnTo>
                  <a:lnTo>
                    <a:pt x="260625" y="215529"/>
                  </a:lnTo>
                  <a:lnTo>
                    <a:pt x="273379" y="225812"/>
                  </a:lnTo>
                  <a:close/>
                  <a:moveTo>
                    <a:pt x="67608" y="98193"/>
                  </a:moveTo>
                  <a:lnTo>
                    <a:pt x="67608" y="540061"/>
                  </a:lnTo>
                  <a:lnTo>
                    <a:pt x="370766" y="540061"/>
                  </a:lnTo>
                  <a:lnTo>
                    <a:pt x="370766" y="98193"/>
                  </a:lnTo>
                  <a:lnTo>
                    <a:pt x="335272" y="98193"/>
                  </a:lnTo>
                  <a:cubicBezTo>
                    <a:pt x="328204" y="135015"/>
                    <a:pt x="296090" y="161558"/>
                    <a:pt x="257216" y="161558"/>
                  </a:cubicBezTo>
                  <a:lnTo>
                    <a:pt x="182694" y="161558"/>
                  </a:lnTo>
                  <a:cubicBezTo>
                    <a:pt x="143666" y="161558"/>
                    <a:pt x="111552" y="135015"/>
                    <a:pt x="104638" y="98193"/>
                  </a:cubicBezTo>
                  <a:close/>
                  <a:moveTo>
                    <a:pt x="219878" y="32680"/>
                  </a:moveTo>
                  <a:cubicBezTo>
                    <a:pt x="198520" y="32680"/>
                    <a:pt x="180543" y="47562"/>
                    <a:pt x="175626" y="67507"/>
                  </a:cubicBezTo>
                  <a:lnTo>
                    <a:pt x="264130" y="67507"/>
                  </a:lnTo>
                  <a:cubicBezTo>
                    <a:pt x="259367" y="47562"/>
                    <a:pt x="241390" y="32680"/>
                    <a:pt x="219878" y="32680"/>
                  </a:cubicBezTo>
                  <a:close/>
                  <a:moveTo>
                    <a:pt x="219878" y="0"/>
                  </a:moveTo>
                  <a:cubicBezTo>
                    <a:pt x="259367" y="0"/>
                    <a:pt x="292249" y="29458"/>
                    <a:pt x="297473" y="67507"/>
                  </a:cubicBezTo>
                  <a:lnTo>
                    <a:pt x="400114" y="67507"/>
                  </a:lnTo>
                  <a:cubicBezTo>
                    <a:pt x="420550" y="67507"/>
                    <a:pt x="436376" y="84077"/>
                    <a:pt x="436376" y="104330"/>
                  </a:cubicBezTo>
                  <a:lnTo>
                    <a:pt x="436376" y="570746"/>
                  </a:lnTo>
                  <a:cubicBezTo>
                    <a:pt x="436376" y="590998"/>
                    <a:pt x="420550" y="607568"/>
                    <a:pt x="400114" y="607568"/>
                  </a:cubicBezTo>
                  <a:lnTo>
                    <a:pt x="37491" y="607568"/>
                  </a:lnTo>
                  <a:cubicBezTo>
                    <a:pt x="17209" y="607568"/>
                    <a:pt x="0" y="590998"/>
                    <a:pt x="0" y="570746"/>
                  </a:cubicBezTo>
                  <a:lnTo>
                    <a:pt x="0" y="104330"/>
                  </a:lnTo>
                  <a:cubicBezTo>
                    <a:pt x="0" y="84077"/>
                    <a:pt x="17209" y="67507"/>
                    <a:pt x="37491" y="67507"/>
                  </a:cubicBezTo>
                  <a:lnTo>
                    <a:pt x="142283" y="67507"/>
                  </a:lnTo>
                  <a:cubicBezTo>
                    <a:pt x="147507" y="29458"/>
                    <a:pt x="180389" y="0"/>
                    <a:pt x="219878" y="0"/>
                  </a:cubicBezTo>
                  <a:close/>
                </a:path>
              </a:pathLst>
            </a:custGeom>
            <a:solidFill>
              <a:schemeClr val="bg1"/>
            </a:solidFill>
            <a:ln>
              <a:noFill/>
            </a:ln>
          </p:spPr>
          <p:txBody>
            <a:bodyPr/>
            <a:lstStyle/>
            <a:p>
              <a:endParaRPr lang="zh-CN" altLang="en-US">
                <a:cs typeface="+mn-ea"/>
                <a:sym typeface="+mn-lt"/>
              </a:endParaRPr>
            </a:p>
          </p:txBody>
        </p:sp>
      </p:grpSp>
      <p:grpSp>
        <p:nvGrpSpPr>
          <p:cNvPr id="29" name="组合 28"/>
          <p:cNvGrpSpPr/>
          <p:nvPr/>
        </p:nvGrpSpPr>
        <p:grpSpPr>
          <a:xfrm>
            <a:off x="4181701" y="1477339"/>
            <a:ext cx="5934572" cy="976035"/>
            <a:chOff x="820148" y="2482576"/>
            <a:chExt cx="5934572" cy="976035"/>
          </a:xfrm>
        </p:grpSpPr>
        <p:sp>
          <p:nvSpPr>
            <p:cNvPr id="30" name="文本框 29"/>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31" name="文本框 30"/>
            <p:cNvSpPr txBox="1"/>
            <p:nvPr/>
          </p:nvSpPr>
          <p:spPr>
            <a:xfrm>
              <a:off x="820148" y="2935391"/>
              <a:ext cx="5934572"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a:t>
              </a:r>
              <a:r>
                <a:rPr lang="zh-CN" altLang="en-US" sz="1400">
                  <a:solidFill>
                    <a:schemeClr val="tx1">
                      <a:lumMod val="75000"/>
                      <a:lumOff val="25000"/>
                    </a:schemeClr>
                  </a:solidFill>
                  <a:cs typeface="+mn-ea"/>
                  <a:sym typeface="+mn-lt"/>
                </a:rPr>
                <a:t>文字</a:t>
              </a:r>
              <a:r>
                <a:rPr lang="en-US" altLang="zh-CN" sz="1400">
                  <a:solidFill>
                    <a:schemeClr val="tx1">
                      <a:lumMod val="75000"/>
                      <a:lumOff val="25000"/>
                    </a:schemeClr>
                  </a:solidFill>
                  <a:cs typeface="+mn-ea"/>
                  <a:sym typeface="+mn-lt"/>
                </a:rPr>
                <a:t>,</a:t>
              </a:r>
              <a:r>
                <a:rPr lang="zh-CN" altLang="en-US" sz="1400">
                  <a:solidFill>
                    <a:schemeClr val="tx1">
                      <a:lumMod val="75000"/>
                      <a:lumOff val="25000"/>
                    </a:schemeClr>
                  </a:solidFill>
                  <a:cs typeface="+mn-ea"/>
                  <a:sym typeface="+mn-lt"/>
                </a:rPr>
                <a:t>输入替换内容编辑文字输入替换编辑文字输入替换内容编辑</a:t>
              </a:r>
              <a:r>
                <a:rPr lang="zh-CN" altLang="en-US" sz="1400">
                  <a:solidFill>
                    <a:schemeClr val="tx1">
                      <a:lumMod val="75000"/>
                      <a:lumOff val="25000"/>
                    </a:schemeClr>
                  </a:solidFill>
                  <a:cs typeface="+mn-ea"/>
                  <a:sym typeface="+mn-lt"/>
                </a:rPr>
                <a:t>文字</a:t>
              </a:r>
              <a:endParaRPr lang="en-US" altLang="zh-CN" sz="1400">
                <a:solidFill>
                  <a:schemeClr val="tx1">
                    <a:lumMod val="75000"/>
                    <a:lumOff val="25000"/>
                  </a:schemeClr>
                </a:solidFill>
                <a:cs typeface="+mn-ea"/>
                <a:sym typeface="+mn-lt"/>
              </a:endParaRPr>
            </a:p>
          </p:txBody>
        </p:sp>
      </p:grpSp>
      <p:grpSp>
        <p:nvGrpSpPr>
          <p:cNvPr id="32" name="组合 31"/>
          <p:cNvGrpSpPr/>
          <p:nvPr/>
        </p:nvGrpSpPr>
        <p:grpSpPr>
          <a:xfrm>
            <a:off x="4181701" y="2545198"/>
            <a:ext cx="5934572" cy="976035"/>
            <a:chOff x="820148" y="2482576"/>
            <a:chExt cx="5934572" cy="976035"/>
          </a:xfrm>
        </p:grpSpPr>
        <p:sp>
          <p:nvSpPr>
            <p:cNvPr id="33" name="文本框 32"/>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34" name="文本框 33"/>
            <p:cNvSpPr txBox="1"/>
            <p:nvPr/>
          </p:nvSpPr>
          <p:spPr>
            <a:xfrm>
              <a:off x="820148" y="2935391"/>
              <a:ext cx="5934572"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a:t>
              </a:r>
              <a:r>
                <a:rPr lang="zh-CN" altLang="en-US" sz="1400">
                  <a:solidFill>
                    <a:schemeClr val="tx1">
                      <a:lumMod val="75000"/>
                      <a:lumOff val="25000"/>
                    </a:schemeClr>
                  </a:solidFill>
                  <a:cs typeface="+mn-ea"/>
                  <a:sym typeface="+mn-lt"/>
                </a:rPr>
                <a:t>文字</a:t>
              </a:r>
              <a:r>
                <a:rPr lang="en-US" altLang="zh-CN" sz="1400">
                  <a:solidFill>
                    <a:schemeClr val="tx1">
                      <a:lumMod val="75000"/>
                      <a:lumOff val="25000"/>
                    </a:schemeClr>
                  </a:solidFill>
                  <a:cs typeface="+mn-ea"/>
                  <a:sym typeface="+mn-lt"/>
                </a:rPr>
                <a:t>,</a:t>
              </a:r>
              <a:r>
                <a:rPr lang="zh-CN" altLang="en-US" sz="1400">
                  <a:solidFill>
                    <a:schemeClr val="tx1">
                      <a:lumMod val="75000"/>
                      <a:lumOff val="25000"/>
                    </a:schemeClr>
                  </a:solidFill>
                  <a:cs typeface="+mn-ea"/>
                  <a:sym typeface="+mn-lt"/>
                </a:rPr>
                <a:t>输入替换内容编辑文字输入替换编辑文字输入替换内容编辑</a:t>
              </a:r>
              <a:r>
                <a:rPr lang="zh-CN" altLang="en-US" sz="1400">
                  <a:solidFill>
                    <a:schemeClr val="tx1">
                      <a:lumMod val="75000"/>
                      <a:lumOff val="25000"/>
                    </a:schemeClr>
                  </a:solidFill>
                  <a:cs typeface="+mn-ea"/>
                  <a:sym typeface="+mn-lt"/>
                </a:rPr>
                <a:t>文字</a:t>
              </a:r>
              <a:endParaRPr lang="en-US" altLang="zh-CN" sz="1400">
                <a:solidFill>
                  <a:schemeClr val="tx1">
                    <a:lumMod val="75000"/>
                    <a:lumOff val="25000"/>
                  </a:schemeClr>
                </a:solidFill>
                <a:cs typeface="+mn-ea"/>
                <a:sym typeface="+mn-lt"/>
              </a:endParaRPr>
            </a:p>
          </p:txBody>
        </p:sp>
      </p:grpSp>
      <p:grpSp>
        <p:nvGrpSpPr>
          <p:cNvPr id="35" name="组合 34"/>
          <p:cNvGrpSpPr/>
          <p:nvPr/>
        </p:nvGrpSpPr>
        <p:grpSpPr>
          <a:xfrm>
            <a:off x="4181701" y="3572357"/>
            <a:ext cx="5934572" cy="976035"/>
            <a:chOff x="820148" y="2482576"/>
            <a:chExt cx="5934572" cy="976035"/>
          </a:xfrm>
        </p:grpSpPr>
        <p:sp>
          <p:nvSpPr>
            <p:cNvPr id="36" name="文本框 35"/>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37" name="文本框 36"/>
            <p:cNvSpPr txBox="1"/>
            <p:nvPr/>
          </p:nvSpPr>
          <p:spPr>
            <a:xfrm>
              <a:off x="820148" y="2935391"/>
              <a:ext cx="5934572"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a:t>
              </a:r>
              <a:r>
                <a:rPr lang="zh-CN" altLang="en-US" sz="1400">
                  <a:solidFill>
                    <a:schemeClr val="tx1">
                      <a:lumMod val="75000"/>
                      <a:lumOff val="25000"/>
                    </a:schemeClr>
                  </a:solidFill>
                  <a:cs typeface="+mn-ea"/>
                  <a:sym typeface="+mn-lt"/>
                </a:rPr>
                <a:t>文字</a:t>
              </a:r>
              <a:r>
                <a:rPr lang="en-US" altLang="zh-CN" sz="1400">
                  <a:solidFill>
                    <a:schemeClr val="tx1">
                      <a:lumMod val="75000"/>
                      <a:lumOff val="25000"/>
                    </a:schemeClr>
                  </a:solidFill>
                  <a:cs typeface="+mn-ea"/>
                  <a:sym typeface="+mn-lt"/>
                </a:rPr>
                <a:t>,</a:t>
              </a:r>
              <a:r>
                <a:rPr lang="zh-CN" altLang="en-US" sz="1400">
                  <a:solidFill>
                    <a:schemeClr val="tx1">
                      <a:lumMod val="75000"/>
                      <a:lumOff val="25000"/>
                    </a:schemeClr>
                  </a:solidFill>
                  <a:cs typeface="+mn-ea"/>
                  <a:sym typeface="+mn-lt"/>
                </a:rPr>
                <a:t>输入替换内容编辑文字输入替换编辑文字输入替换内容编辑</a:t>
              </a:r>
              <a:r>
                <a:rPr lang="zh-CN" altLang="en-US" sz="1400">
                  <a:solidFill>
                    <a:schemeClr val="tx1">
                      <a:lumMod val="75000"/>
                      <a:lumOff val="25000"/>
                    </a:schemeClr>
                  </a:solidFill>
                  <a:cs typeface="+mn-ea"/>
                  <a:sym typeface="+mn-lt"/>
                </a:rPr>
                <a:t>文字</a:t>
              </a:r>
              <a:endParaRPr lang="en-US" altLang="zh-CN" sz="1400">
                <a:solidFill>
                  <a:schemeClr val="tx1">
                    <a:lumMod val="75000"/>
                    <a:lumOff val="25000"/>
                  </a:schemeClr>
                </a:solidFill>
                <a:cs typeface="+mn-ea"/>
                <a:sym typeface="+mn-lt"/>
              </a:endParaRPr>
            </a:p>
          </p:txBody>
        </p:sp>
      </p:grpSp>
      <p:grpSp>
        <p:nvGrpSpPr>
          <p:cNvPr id="38" name="组合 37"/>
          <p:cNvGrpSpPr/>
          <p:nvPr/>
        </p:nvGrpSpPr>
        <p:grpSpPr>
          <a:xfrm>
            <a:off x="4181701" y="4640216"/>
            <a:ext cx="5934572" cy="976035"/>
            <a:chOff x="820148" y="2482576"/>
            <a:chExt cx="5934572" cy="976035"/>
          </a:xfrm>
        </p:grpSpPr>
        <p:sp>
          <p:nvSpPr>
            <p:cNvPr id="39" name="文本框 38"/>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40" name="文本框 39"/>
            <p:cNvSpPr txBox="1"/>
            <p:nvPr/>
          </p:nvSpPr>
          <p:spPr>
            <a:xfrm>
              <a:off x="820148" y="2935391"/>
              <a:ext cx="5934572"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a:t>
              </a:r>
              <a:r>
                <a:rPr lang="zh-CN" altLang="en-US" sz="1400">
                  <a:solidFill>
                    <a:schemeClr val="tx1">
                      <a:lumMod val="75000"/>
                      <a:lumOff val="25000"/>
                    </a:schemeClr>
                  </a:solidFill>
                  <a:cs typeface="+mn-ea"/>
                  <a:sym typeface="+mn-lt"/>
                </a:rPr>
                <a:t>文字</a:t>
              </a:r>
              <a:r>
                <a:rPr lang="en-US" altLang="zh-CN" sz="1400">
                  <a:solidFill>
                    <a:schemeClr val="tx1">
                      <a:lumMod val="75000"/>
                      <a:lumOff val="25000"/>
                    </a:schemeClr>
                  </a:solidFill>
                  <a:cs typeface="+mn-ea"/>
                  <a:sym typeface="+mn-lt"/>
                </a:rPr>
                <a:t>,</a:t>
              </a:r>
              <a:r>
                <a:rPr lang="zh-CN" altLang="en-US" sz="1400">
                  <a:solidFill>
                    <a:schemeClr val="tx1">
                      <a:lumMod val="75000"/>
                      <a:lumOff val="25000"/>
                    </a:schemeClr>
                  </a:solidFill>
                  <a:cs typeface="+mn-ea"/>
                  <a:sym typeface="+mn-lt"/>
                </a:rPr>
                <a:t>输入替换内容编辑文字输入替换编辑文字输入替换内容编辑</a:t>
              </a:r>
              <a:r>
                <a:rPr lang="zh-CN" altLang="en-US" sz="1400">
                  <a:solidFill>
                    <a:schemeClr val="tx1">
                      <a:lumMod val="75000"/>
                      <a:lumOff val="25000"/>
                    </a:schemeClr>
                  </a:solidFill>
                  <a:cs typeface="+mn-ea"/>
                  <a:sym typeface="+mn-lt"/>
                </a:rPr>
                <a:t>文字</a:t>
              </a:r>
              <a:endParaRPr lang="en-US" altLang="zh-CN" sz="1400">
                <a:solidFill>
                  <a:schemeClr val="tx1">
                    <a:lumMod val="75000"/>
                    <a:lumOff val="25000"/>
                  </a:schemeClr>
                </a:solidFill>
                <a:cs typeface="+mn-ea"/>
                <a:sym typeface="+mn-lt"/>
              </a:endParaRPr>
            </a:p>
          </p:txBody>
        </p:sp>
      </p:grpSp>
      <p:grpSp>
        <p:nvGrpSpPr>
          <p:cNvPr id="41" name="组合 40"/>
          <p:cNvGrpSpPr/>
          <p:nvPr/>
        </p:nvGrpSpPr>
        <p:grpSpPr>
          <a:xfrm>
            <a:off x="270670" y="143324"/>
            <a:ext cx="3530602" cy="656435"/>
            <a:chOff x="270670" y="143324"/>
            <a:chExt cx="3530602" cy="656435"/>
          </a:xfrm>
        </p:grpSpPr>
        <p:grpSp>
          <p:nvGrpSpPr>
            <p:cNvPr id="42" name="组合 41"/>
            <p:cNvGrpSpPr/>
            <p:nvPr/>
          </p:nvGrpSpPr>
          <p:grpSpPr>
            <a:xfrm rot="16200000">
              <a:off x="279666" y="181091"/>
              <a:ext cx="596991" cy="614984"/>
              <a:chOff x="315186" y="9489"/>
              <a:chExt cx="1252592" cy="1290343"/>
            </a:xfrm>
          </p:grpSpPr>
          <p:sp>
            <p:nvSpPr>
              <p:cNvPr id="46" name="圆角矩形 45"/>
              <p:cNvSpPr/>
              <p:nvPr/>
            </p:nvSpPr>
            <p:spPr>
              <a:xfrm rot="18900000">
                <a:off x="315186" y="9489"/>
                <a:ext cx="1252592" cy="539672"/>
              </a:xfrm>
              <a:prstGeom prst="roundRect">
                <a:avLst>
                  <a:gd name="adj" fmla="val 12668"/>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 name="圆角矩形 46"/>
              <p:cNvSpPr/>
              <p:nvPr/>
            </p:nvSpPr>
            <p:spPr>
              <a:xfrm rot="2700000">
                <a:off x="874702" y="766822"/>
                <a:ext cx="533010" cy="533010"/>
              </a:xfrm>
              <a:prstGeom prst="roundRect">
                <a:avLst>
                  <a:gd name="adj" fmla="val 14919"/>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43" name="组合 42"/>
            <p:cNvGrpSpPr/>
            <p:nvPr/>
          </p:nvGrpSpPr>
          <p:grpSpPr>
            <a:xfrm>
              <a:off x="1004038" y="143324"/>
              <a:ext cx="2797234" cy="656435"/>
              <a:chOff x="716110" y="187653"/>
              <a:chExt cx="2797234" cy="656435"/>
            </a:xfrm>
          </p:grpSpPr>
          <p:sp>
            <p:nvSpPr>
              <p:cNvPr id="44" name="文本框 43"/>
              <p:cNvSpPr txBox="1"/>
              <p:nvPr/>
            </p:nvSpPr>
            <p:spPr>
              <a:xfrm>
                <a:off x="716110" y="187653"/>
                <a:ext cx="2713695" cy="438582"/>
              </a:xfrm>
              <a:prstGeom prst="rect">
                <a:avLst/>
              </a:prstGeom>
              <a:noFill/>
            </p:spPr>
            <p:txBody>
              <a:bodyPr wrap="square" lIns="68580" tIns="34290" rIns="68580" bIns="34290" rtlCol="0">
                <a:spAutoFit/>
              </a:bodyPr>
              <a:lstStyle/>
              <a:p>
                <a:pPr defTabSz="685800"/>
                <a:r>
                  <a:rPr lang="zh-CN" altLang="en-US" sz="2400">
                    <a:solidFill>
                      <a:schemeClr val="tx1">
                        <a:lumMod val="65000"/>
                        <a:lumOff val="35000"/>
                      </a:schemeClr>
                    </a:solidFill>
                    <a:cs typeface="+mn-ea"/>
                    <a:sym typeface="+mn-lt"/>
                  </a:rPr>
                  <a:t>单击输入标题内容</a:t>
                </a:r>
                <a:endParaRPr lang="zh-CN" altLang="en-US" sz="2400">
                  <a:solidFill>
                    <a:schemeClr val="tx1">
                      <a:lumMod val="65000"/>
                      <a:lumOff val="35000"/>
                    </a:schemeClr>
                  </a:solidFill>
                  <a:cs typeface="+mn-ea"/>
                  <a:sym typeface="+mn-lt"/>
                </a:endParaRPr>
              </a:p>
            </p:txBody>
          </p:sp>
          <p:sp>
            <p:nvSpPr>
              <p:cNvPr id="45" name="文本框 44"/>
              <p:cNvSpPr txBox="1"/>
              <p:nvPr/>
            </p:nvSpPr>
            <p:spPr>
              <a:xfrm>
                <a:off x="716110" y="553111"/>
                <a:ext cx="2797234" cy="290977"/>
              </a:xfrm>
              <a:prstGeom prst="rect">
                <a:avLst/>
              </a:prstGeom>
              <a:noFill/>
            </p:spPr>
            <p:txBody>
              <a:bodyPr wrap="square" rtlCol="0">
                <a:spAutoFit/>
              </a:bodyPr>
              <a:lstStyle/>
              <a:p>
                <a:pPr>
                  <a:lnSpc>
                    <a:spcPct val="130000"/>
                  </a:lnSpc>
                </a:pPr>
                <a:r>
                  <a:rPr lang="en-US" altLang="zh-CN" sz="1100">
                    <a:solidFill>
                      <a:schemeClr val="tx1">
                        <a:lumMod val="50000"/>
                        <a:lumOff val="50000"/>
                      </a:schemeClr>
                    </a:solidFill>
                    <a:cs typeface="+mn-ea"/>
                    <a:sym typeface="+mn-lt"/>
                  </a:rPr>
                  <a:t>Add You Text Here Add You Text Here</a:t>
                </a:r>
              </a:p>
            </p:txBody>
          </p:sp>
        </p:grpSp>
      </p:grpSp>
    </p:spTree>
    <p:extLst>
      <p:ext uri="{BB962C8B-B14F-4D97-AF65-F5344CB8AC3E}">
        <p14:creationId xmlns:p14="http://schemas.microsoft.com/office/powerpoint/2010/main" val="3042056526"/>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25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0-#ppt_w/2"/>
                                          </p:val>
                                        </p:tav>
                                        <p:tav tm="100000">
                                          <p:val>
                                            <p:strVal val="#ppt_x"/>
                                          </p:val>
                                        </p:tav>
                                      </p:tavLst>
                                    </p:anim>
                                    <p:anim calcmode="lin" valueType="num">
                                      <p:cBhvr additive="base">
                                        <p:cTn id="16" dur="500" fill="hold"/>
                                        <p:tgtEl>
                                          <p:spTgt spid="5"/>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75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2000"/>
                            </p:stCondLst>
                            <p:childTnLst>
                              <p:par>
                                <p:cTn id="22" presetID="42" presetClass="entr" presetSubtype="0" fill="hold" nodeType="after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1000"/>
                                        <p:tgtEl>
                                          <p:spTgt spid="29"/>
                                        </p:tgtEl>
                                      </p:cBhvr>
                                    </p:animEffect>
                                    <p:anim calcmode="lin" valueType="num">
                                      <p:cBhvr>
                                        <p:cTn id="25" dur="1000" fill="hold"/>
                                        <p:tgtEl>
                                          <p:spTgt spid="29"/>
                                        </p:tgtEl>
                                        <p:attrNameLst>
                                          <p:attrName>ppt_x</p:attrName>
                                        </p:attrNameLst>
                                      </p:cBhvr>
                                      <p:tavLst>
                                        <p:tav tm="0">
                                          <p:val>
                                            <p:strVal val="#ppt_x"/>
                                          </p:val>
                                        </p:tav>
                                        <p:tav tm="100000">
                                          <p:val>
                                            <p:strVal val="#ppt_x"/>
                                          </p:val>
                                        </p:tav>
                                      </p:tavLst>
                                    </p:anim>
                                    <p:anim calcmode="lin" valueType="num">
                                      <p:cBhvr>
                                        <p:cTn id="26" dur="1000" fill="hold"/>
                                        <p:tgtEl>
                                          <p:spTgt spid="29"/>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1000"/>
                                        <p:tgtEl>
                                          <p:spTgt spid="32"/>
                                        </p:tgtEl>
                                      </p:cBhvr>
                                    </p:animEffect>
                                    <p:anim calcmode="lin" valueType="num">
                                      <p:cBhvr>
                                        <p:cTn id="30" dur="1000" fill="hold"/>
                                        <p:tgtEl>
                                          <p:spTgt spid="32"/>
                                        </p:tgtEl>
                                        <p:attrNameLst>
                                          <p:attrName>ppt_x</p:attrName>
                                        </p:attrNameLst>
                                      </p:cBhvr>
                                      <p:tavLst>
                                        <p:tav tm="0">
                                          <p:val>
                                            <p:strVal val="#ppt_x"/>
                                          </p:val>
                                        </p:tav>
                                        <p:tav tm="100000">
                                          <p:val>
                                            <p:strVal val="#ppt_x"/>
                                          </p:val>
                                        </p:tav>
                                      </p:tavLst>
                                    </p:anim>
                                    <p:anim calcmode="lin" valueType="num">
                                      <p:cBhvr>
                                        <p:cTn id="31" dur="1000" fill="hold"/>
                                        <p:tgtEl>
                                          <p:spTgt spid="32"/>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1000"/>
                                        <p:tgtEl>
                                          <p:spTgt spid="35"/>
                                        </p:tgtEl>
                                      </p:cBhvr>
                                    </p:animEffect>
                                    <p:anim calcmode="lin" valueType="num">
                                      <p:cBhvr>
                                        <p:cTn id="35" dur="1000" fill="hold"/>
                                        <p:tgtEl>
                                          <p:spTgt spid="35"/>
                                        </p:tgtEl>
                                        <p:attrNameLst>
                                          <p:attrName>ppt_x</p:attrName>
                                        </p:attrNameLst>
                                      </p:cBhvr>
                                      <p:tavLst>
                                        <p:tav tm="0">
                                          <p:val>
                                            <p:strVal val="#ppt_x"/>
                                          </p:val>
                                        </p:tav>
                                        <p:tav tm="100000">
                                          <p:val>
                                            <p:strVal val="#ppt_x"/>
                                          </p:val>
                                        </p:tav>
                                      </p:tavLst>
                                    </p:anim>
                                    <p:anim calcmode="lin" valueType="num">
                                      <p:cBhvr>
                                        <p:cTn id="36" dur="1000" fill="hold"/>
                                        <p:tgtEl>
                                          <p:spTgt spid="35"/>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fade">
                                      <p:cBhvr>
                                        <p:cTn id="39" dur="1000"/>
                                        <p:tgtEl>
                                          <p:spTgt spid="38"/>
                                        </p:tgtEl>
                                      </p:cBhvr>
                                    </p:animEffect>
                                    <p:anim calcmode="lin" valueType="num">
                                      <p:cBhvr>
                                        <p:cTn id="40" dur="1000" fill="hold"/>
                                        <p:tgtEl>
                                          <p:spTgt spid="38"/>
                                        </p:tgtEl>
                                        <p:attrNameLst>
                                          <p:attrName>ppt_x</p:attrName>
                                        </p:attrNameLst>
                                      </p:cBhvr>
                                      <p:tavLst>
                                        <p:tav tm="0">
                                          <p:val>
                                            <p:strVal val="#ppt_x"/>
                                          </p:val>
                                        </p:tav>
                                        <p:tav tm="100000">
                                          <p:val>
                                            <p:strVal val="#ppt_x"/>
                                          </p:val>
                                        </p:tav>
                                      </p:tavLst>
                                    </p:anim>
                                    <p:anim calcmode="lin" valueType="num">
                                      <p:cBhvr>
                                        <p:cTn id="41"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14="http://schemas.microsoft.com/office/drawing/2010/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5" name="矩形 24"/>
          <p:cNvSpPr/>
          <p:nvPr/>
        </p:nvSpPr>
        <p:spPr>
          <a:xfrm>
            <a:off x="874713" y="3735388"/>
            <a:ext cx="3099495" cy="1901537"/>
          </a:xfrm>
          <a:prstGeom prst="rect">
            <a:avLst/>
          </a:prstGeom>
          <a:blipFill>
            <a:blip r:embed="R885ef2b91f52494b">
              <a:extLst>
                <a:ext uri="{28A0092B-C50C-407E-A947-70E740481C1C}">
                  <a14:useLocalDpi xmlns:a14="http://schemas.microsoft.com/office/drawing/2010/main"/>
                </a:ext>
              </a:extLst>
            </a:blip>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矩形 25"/>
          <p:cNvSpPr/>
          <p:nvPr/>
        </p:nvSpPr>
        <p:spPr>
          <a:xfrm>
            <a:off x="8217793" y="3735388"/>
            <a:ext cx="3099495" cy="1901537"/>
          </a:xfrm>
          <a:prstGeom prst="rect">
            <a:avLst/>
          </a:prstGeom>
          <a:blipFill>
            <a:blip r:embed="R885ef2b91f52494b">
              <a:extLst>
                <a:ext uri="{28A0092B-C50C-407E-A947-70E740481C1C}">
                  <a14:useLocalDpi xmlns:a14="http://schemas.microsoft.com/office/drawing/2010/main"/>
                </a:ext>
              </a:extLst>
            </a:blip>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矩形 43"/>
          <p:cNvSpPr/>
          <p:nvPr/>
        </p:nvSpPr>
        <p:spPr>
          <a:xfrm>
            <a:off x="4562940" y="1583025"/>
            <a:ext cx="3099495" cy="1901537"/>
          </a:xfrm>
          <a:prstGeom prst="rect">
            <a:avLst/>
          </a:prstGeom>
          <a:blipFill>
            <a:blip r:embed="R7d02360fce484a9c">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6" name="矩形 5"/>
          <p:cNvSpPr/>
          <p:nvPr/>
        </p:nvSpPr>
        <p:spPr>
          <a:xfrm>
            <a:off x="874713" y="1583026"/>
            <a:ext cx="3099495" cy="1901537"/>
          </a:xfrm>
          <a:prstGeom prst="rect">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6"/>
          <p:cNvSpPr/>
          <p:nvPr/>
        </p:nvSpPr>
        <p:spPr>
          <a:xfrm>
            <a:off x="8217793" y="1583026"/>
            <a:ext cx="3099495" cy="1901537"/>
          </a:xfrm>
          <a:prstGeom prst="rect">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4562940" y="3735388"/>
            <a:ext cx="3099495" cy="1901537"/>
          </a:xfrm>
          <a:prstGeom prst="rect">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45" name="组合 44"/>
          <p:cNvGrpSpPr/>
          <p:nvPr/>
        </p:nvGrpSpPr>
        <p:grpSpPr>
          <a:xfrm>
            <a:off x="4680732" y="4488172"/>
            <a:ext cx="2863910" cy="976035"/>
            <a:chOff x="820148" y="2482576"/>
            <a:chExt cx="2863910" cy="976035"/>
          </a:xfrm>
        </p:grpSpPr>
        <p:sp>
          <p:nvSpPr>
            <p:cNvPr id="46" name="文本框 45"/>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solidFill>
                    <a:schemeClr val="bg1"/>
                  </a:solidFill>
                  <a:cs typeface="+mn-ea"/>
                  <a:sym typeface="+mn-lt"/>
                </a:rPr>
                <a:t>添加标题</a:t>
              </a:r>
              <a:endParaRPr lang="en-US" altLang="zh-CN" sz="2800">
                <a:solidFill>
                  <a:schemeClr val="bg1"/>
                </a:solidFill>
                <a:cs typeface="+mn-ea"/>
                <a:sym typeface="+mn-lt"/>
              </a:endParaRPr>
            </a:p>
          </p:txBody>
        </p:sp>
        <p:sp>
          <p:nvSpPr>
            <p:cNvPr id="47" name="文本框 46"/>
            <p:cNvSpPr txBox="1"/>
            <p:nvPr/>
          </p:nvSpPr>
          <p:spPr>
            <a:xfrm>
              <a:off x="820148" y="2935391"/>
              <a:ext cx="2863910" cy="523220"/>
            </a:xfrm>
            <a:prstGeom prst="rect">
              <a:avLst/>
            </a:prstGeom>
            <a:noFill/>
          </p:spPr>
          <p:txBody>
            <a:bodyPr wrap="square" rtlCol="0">
              <a:spAutoFit/>
            </a:bodyPr>
            <a:lstStyle/>
            <a:p>
              <a:r>
                <a:rPr lang="zh-CN" altLang="en-US" sz="1400">
                  <a:solidFill>
                    <a:schemeClr val="bg1"/>
                  </a:solidFill>
                  <a:cs typeface="+mn-ea"/>
                  <a:sym typeface="+mn-lt"/>
                </a:rPr>
                <a:t>输入替换内容编辑文字输入替换编辑文字输入替换内容编辑文字</a:t>
              </a:r>
              <a:endParaRPr lang="en-US" sz="1400">
                <a:solidFill>
                  <a:schemeClr val="bg1"/>
                </a:solidFill>
                <a:cs typeface="+mn-ea"/>
                <a:sym typeface="+mn-lt"/>
              </a:endParaRPr>
            </a:p>
          </p:txBody>
        </p:sp>
      </p:grpSp>
      <p:sp>
        <p:nvSpPr>
          <p:cNvPr id="51" name="椭圆 31"/>
          <p:cNvSpPr/>
          <p:nvPr/>
        </p:nvSpPr>
        <p:spPr>
          <a:xfrm>
            <a:off x="1036121" y="1885576"/>
            <a:ext cx="355274" cy="323680"/>
          </a:xfrm>
          <a:custGeom>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2" name="椭圆 32"/>
          <p:cNvSpPr/>
          <p:nvPr/>
        </p:nvSpPr>
        <p:spPr>
          <a:xfrm>
            <a:off x="4774744" y="4028178"/>
            <a:ext cx="355274" cy="287277"/>
          </a:xfrm>
          <a:custGeom>
            <a:gdLst>
              <a:gd name="connsiteX0" fmla="*/ 0 w 331788"/>
              <a:gd name="connsiteY0" fmla="*/ 255587 h 268287"/>
              <a:gd name="connsiteX1" fmla="*/ 331788 w 331788"/>
              <a:gd name="connsiteY1" fmla="*/ 255587 h 268287"/>
              <a:gd name="connsiteX2" fmla="*/ 331788 w 331788"/>
              <a:gd name="connsiteY2" fmla="*/ 268287 h 268287"/>
              <a:gd name="connsiteX3" fmla="*/ 0 w 331788"/>
              <a:gd name="connsiteY3" fmla="*/ 268287 h 268287"/>
              <a:gd name="connsiteX4" fmla="*/ 76201 w 331788"/>
              <a:gd name="connsiteY4" fmla="*/ 207962 h 268287"/>
              <a:gd name="connsiteX5" fmla="*/ 82551 w 331788"/>
              <a:gd name="connsiteY5" fmla="*/ 207962 h 268287"/>
              <a:gd name="connsiteX6" fmla="*/ 82551 w 331788"/>
              <a:gd name="connsiteY6" fmla="*/ 247650 h 268287"/>
              <a:gd name="connsiteX7" fmla="*/ 55563 w 331788"/>
              <a:gd name="connsiteY7" fmla="*/ 247650 h 268287"/>
              <a:gd name="connsiteX8" fmla="*/ 55563 w 331788"/>
              <a:gd name="connsiteY8" fmla="*/ 227012 h 268287"/>
              <a:gd name="connsiteX9" fmla="*/ 115888 w 331788"/>
              <a:gd name="connsiteY9" fmla="*/ 168275 h 268287"/>
              <a:gd name="connsiteX10" fmla="*/ 127168 w 331788"/>
              <a:gd name="connsiteY10" fmla="*/ 168275 h 268287"/>
              <a:gd name="connsiteX11" fmla="*/ 139701 w 331788"/>
              <a:gd name="connsiteY11" fmla="*/ 170835 h 268287"/>
              <a:gd name="connsiteX12" fmla="*/ 139701 w 331788"/>
              <a:gd name="connsiteY12" fmla="*/ 247650 h 268287"/>
              <a:gd name="connsiteX13" fmla="*/ 115888 w 331788"/>
              <a:gd name="connsiteY13" fmla="*/ 247650 h 268287"/>
              <a:gd name="connsiteX14" fmla="*/ 198438 w 331788"/>
              <a:gd name="connsiteY14" fmla="*/ 155575 h 268287"/>
              <a:gd name="connsiteX15" fmla="*/ 198438 w 331788"/>
              <a:gd name="connsiteY15" fmla="*/ 247650 h 268287"/>
              <a:gd name="connsiteX16" fmla="*/ 173038 w 331788"/>
              <a:gd name="connsiteY16" fmla="*/ 247650 h 268287"/>
              <a:gd name="connsiteX17" fmla="*/ 173038 w 331788"/>
              <a:gd name="connsiteY17" fmla="*/ 168363 h 268287"/>
              <a:gd name="connsiteX18" fmla="*/ 198438 w 331788"/>
              <a:gd name="connsiteY18" fmla="*/ 155575 h 268287"/>
              <a:gd name="connsiteX19" fmla="*/ 149226 w 331788"/>
              <a:gd name="connsiteY19" fmla="*/ 41376 h 268287"/>
              <a:gd name="connsiteX20" fmla="*/ 114947 w 331788"/>
              <a:gd name="connsiteY20" fmla="*/ 55968 h 268287"/>
              <a:gd name="connsiteX21" fmla="*/ 114947 w 331788"/>
              <a:gd name="connsiteY21" fmla="*/ 123418 h 268287"/>
              <a:gd name="connsiteX22" fmla="*/ 183504 w 331788"/>
              <a:gd name="connsiteY22" fmla="*/ 123418 h 268287"/>
              <a:gd name="connsiteX23" fmla="*/ 183504 w 331788"/>
              <a:gd name="connsiteY23" fmla="*/ 55968 h 268287"/>
              <a:gd name="connsiteX24" fmla="*/ 149226 w 331788"/>
              <a:gd name="connsiteY24" fmla="*/ 41376 h 268287"/>
              <a:gd name="connsiteX25" fmla="*/ 228600 w 331788"/>
              <a:gd name="connsiteY25" fmla="*/ 39687 h 268287"/>
              <a:gd name="connsiteX26" fmla="*/ 254000 w 331788"/>
              <a:gd name="connsiteY26" fmla="*/ 39687 h 268287"/>
              <a:gd name="connsiteX27" fmla="*/ 254000 w 331788"/>
              <a:gd name="connsiteY27" fmla="*/ 247650 h 268287"/>
              <a:gd name="connsiteX28" fmla="*/ 228600 w 331788"/>
              <a:gd name="connsiteY28" fmla="*/ 247650 h 268287"/>
              <a:gd name="connsiteX29" fmla="*/ 228600 w 331788"/>
              <a:gd name="connsiteY29" fmla="*/ 110730 h 268287"/>
              <a:gd name="connsiteX30" fmla="*/ 231140 w 331788"/>
              <a:gd name="connsiteY30" fmla="*/ 90063 h 268287"/>
              <a:gd name="connsiteX31" fmla="*/ 228600 w 331788"/>
              <a:gd name="connsiteY31" fmla="*/ 69396 h 268287"/>
              <a:gd name="connsiteX32" fmla="*/ 228600 w 331788"/>
              <a:gd name="connsiteY32" fmla="*/ 39687 h 268287"/>
              <a:gd name="connsiteX33" fmla="*/ 149707 w 331788"/>
              <a:gd name="connsiteY33" fmla="*/ 22312 h 268287"/>
              <a:gd name="connsiteX34" fmla="*/ 196764 w 331788"/>
              <a:gd name="connsiteY34" fmla="*/ 41623 h 268287"/>
              <a:gd name="connsiteX35" fmla="*/ 196764 w 331788"/>
              <a:gd name="connsiteY35" fmla="*/ 136893 h 268287"/>
              <a:gd name="connsiteX36" fmla="*/ 109096 w 331788"/>
              <a:gd name="connsiteY36" fmla="*/ 143330 h 268287"/>
              <a:gd name="connsiteX37" fmla="*/ 97492 w 331788"/>
              <a:gd name="connsiteY37" fmla="*/ 154917 h 268287"/>
              <a:gd name="connsiteX38" fmla="*/ 93625 w 331788"/>
              <a:gd name="connsiteY38" fmla="*/ 170366 h 268287"/>
              <a:gd name="connsiteX39" fmla="*/ 43344 w 331788"/>
              <a:gd name="connsiteY39" fmla="*/ 220576 h 268287"/>
              <a:gd name="connsiteX40" fmla="*/ 18848 w 331788"/>
              <a:gd name="connsiteY40" fmla="*/ 220576 h 268287"/>
              <a:gd name="connsiteX41" fmla="*/ 18848 w 331788"/>
              <a:gd name="connsiteY41" fmla="*/ 196115 h 268287"/>
              <a:gd name="connsiteX42" fmla="*/ 67840 w 331788"/>
              <a:gd name="connsiteY42" fmla="*/ 145905 h 268287"/>
              <a:gd name="connsiteX43" fmla="*/ 84600 w 331788"/>
              <a:gd name="connsiteY43" fmla="*/ 140755 h 268287"/>
              <a:gd name="connsiteX44" fmla="*/ 96203 w 331788"/>
              <a:gd name="connsiteY44" fmla="*/ 129168 h 268287"/>
              <a:gd name="connsiteX45" fmla="*/ 102649 w 331788"/>
              <a:gd name="connsiteY45" fmla="*/ 41623 h 268287"/>
              <a:gd name="connsiteX46" fmla="*/ 149707 w 331788"/>
              <a:gd name="connsiteY46" fmla="*/ 22312 h 268287"/>
              <a:gd name="connsiteX47" fmla="*/ 280988 w 331788"/>
              <a:gd name="connsiteY47" fmla="*/ 0 h 268287"/>
              <a:gd name="connsiteX48" fmla="*/ 306388 w 331788"/>
              <a:gd name="connsiteY48" fmla="*/ 0 h 268287"/>
              <a:gd name="connsiteX49" fmla="*/ 306388 w 331788"/>
              <a:gd name="connsiteY49" fmla="*/ 247650 h 268287"/>
              <a:gd name="connsiteX50" fmla="*/ 280988 w 331788"/>
              <a:gd name="connsiteY50" fmla="*/ 247650 h 268287"/>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31788" h="268287">
                <a:moveTo>
                  <a:pt x="0" y="255587"/>
                </a:moveTo>
                <a:lnTo>
                  <a:pt x="331788" y="255587"/>
                </a:lnTo>
                <a:lnTo>
                  <a:pt x="331788" y="268287"/>
                </a:lnTo>
                <a:lnTo>
                  <a:pt x="0" y="268287"/>
                </a:lnTo>
                <a:close/>
                <a:moveTo>
                  <a:pt x="76201" y="207962"/>
                </a:moveTo>
                <a:lnTo>
                  <a:pt x="82551" y="207962"/>
                </a:lnTo>
                <a:lnTo>
                  <a:pt x="82551" y="247650"/>
                </a:lnTo>
                <a:lnTo>
                  <a:pt x="55563" y="247650"/>
                </a:lnTo>
                <a:lnTo>
                  <a:pt x="55563" y="227012"/>
                </a:lnTo>
                <a:close/>
                <a:moveTo>
                  <a:pt x="115888" y="168275"/>
                </a:moveTo>
                <a:cubicBezTo>
                  <a:pt x="115888" y="168275"/>
                  <a:pt x="115888" y="168275"/>
                  <a:pt x="127168" y="168275"/>
                </a:cubicBezTo>
                <a:cubicBezTo>
                  <a:pt x="130928" y="169555"/>
                  <a:pt x="135941" y="170835"/>
                  <a:pt x="139701" y="170835"/>
                </a:cubicBezTo>
                <a:cubicBezTo>
                  <a:pt x="139701" y="170835"/>
                  <a:pt x="139701" y="170835"/>
                  <a:pt x="139701" y="247650"/>
                </a:cubicBezTo>
                <a:cubicBezTo>
                  <a:pt x="139701" y="247650"/>
                  <a:pt x="139701" y="247650"/>
                  <a:pt x="115888" y="247650"/>
                </a:cubicBezTo>
                <a:close/>
                <a:moveTo>
                  <a:pt x="198438" y="155575"/>
                </a:moveTo>
                <a:cubicBezTo>
                  <a:pt x="198438" y="155575"/>
                  <a:pt x="198438" y="155575"/>
                  <a:pt x="198438" y="247650"/>
                </a:cubicBezTo>
                <a:cubicBezTo>
                  <a:pt x="198438" y="247650"/>
                  <a:pt x="198438" y="247650"/>
                  <a:pt x="173038" y="247650"/>
                </a:cubicBezTo>
                <a:lnTo>
                  <a:pt x="173038" y="168363"/>
                </a:lnTo>
                <a:cubicBezTo>
                  <a:pt x="181928" y="165805"/>
                  <a:pt x="190818" y="161969"/>
                  <a:pt x="198438" y="155575"/>
                </a:cubicBezTo>
                <a:close/>
                <a:moveTo>
                  <a:pt x="149226" y="41376"/>
                </a:moveTo>
                <a:cubicBezTo>
                  <a:pt x="136937" y="41376"/>
                  <a:pt x="124649" y="46240"/>
                  <a:pt x="114947" y="55968"/>
                </a:cubicBezTo>
                <a:cubicBezTo>
                  <a:pt x="96838" y="74128"/>
                  <a:pt x="96838" y="105259"/>
                  <a:pt x="114947" y="123418"/>
                </a:cubicBezTo>
                <a:cubicBezTo>
                  <a:pt x="134350" y="142875"/>
                  <a:pt x="164101" y="142875"/>
                  <a:pt x="183504" y="123418"/>
                </a:cubicBezTo>
                <a:cubicBezTo>
                  <a:pt x="201613" y="105259"/>
                  <a:pt x="201613" y="74128"/>
                  <a:pt x="183504" y="55968"/>
                </a:cubicBezTo>
                <a:cubicBezTo>
                  <a:pt x="173803" y="46240"/>
                  <a:pt x="161514" y="41376"/>
                  <a:pt x="149226" y="41376"/>
                </a:cubicBezTo>
                <a:close/>
                <a:moveTo>
                  <a:pt x="228600" y="39687"/>
                </a:moveTo>
                <a:cubicBezTo>
                  <a:pt x="228600" y="39687"/>
                  <a:pt x="228600" y="39687"/>
                  <a:pt x="254000" y="39687"/>
                </a:cubicBezTo>
                <a:lnTo>
                  <a:pt x="254000" y="247650"/>
                </a:lnTo>
                <a:cubicBezTo>
                  <a:pt x="254000" y="247650"/>
                  <a:pt x="254000" y="247650"/>
                  <a:pt x="228600" y="247650"/>
                </a:cubicBezTo>
                <a:cubicBezTo>
                  <a:pt x="228600" y="247650"/>
                  <a:pt x="228600" y="247650"/>
                  <a:pt x="228600" y="110730"/>
                </a:cubicBezTo>
                <a:cubicBezTo>
                  <a:pt x="231140" y="104272"/>
                  <a:pt x="231140" y="96521"/>
                  <a:pt x="231140" y="90063"/>
                </a:cubicBezTo>
                <a:cubicBezTo>
                  <a:pt x="231140" y="83604"/>
                  <a:pt x="231140" y="75854"/>
                  <a:pt x="228600" y="69396"/>
                </a:cubicBezTo>
                <a:cubicBezTo>
                  <a:pt x="228600" y="69396"/>
                  <a:pt x="228600" y="69396"/>
                  <a:pt x="228600" y="39687"/>
                </a:cubicBezTo>
                <a:close/>
                <a:moveTo>
                  <a:pt x="149707" y="22312"/>
                </a:moveTo>
                <a:cubicBezTo>
                  <a:pt x="166789" y="22312"/>
                  <a:pt x="183872" y="28749"/>
                  <a:pt x="196764" y="41623"/>
                </a:cubicBezTo>
                <a:cubicBezTo>
                  <a:pt x="223838" y="68659"/>
                  <a:pt x="223838" y="111144"/>
                  <a:pt x="196764" y="136893"/>
                </a:cubicBezTo>
                <a:cubicBezTo>
                  <a:pt x="173558" y="161354"/>
                  <a:pt x="136170" y="162641"/>
                  <a:pt x="109096" y="143330"/>
                </a:cubicBezTo>
                <a:cubicBezTo>
                  <a:pt x="109096" y="143330"/>
                  <a:pt x="109096" y="143330"/>
                  <a:pt x="97492" y="154917"/>
                </a:cubicBezTo>
                <a:cubicBezTo>
                  <a:pt x="98782" y="160067"/>
                  <a:pt x="97492" y="166504"/>
                  <a:pt x="93625" y="170366"/>
                </a:cubicBezTo>
                <a:cubicBezTo>
                  <a:pt x="93625" y="170366"/>
                  <a:pt x="93625" y="170366"/>
                  <a:pt x="43344" y="220576"/>
                </a:cubicBezTo>
                <a:cubicBezTo>
                  <a:pt x="35608" y="227013"/>
                  <a:pt x="25295" y="227013"/>
                  <a:pt x="18848" y="220576"/>
                </a:cubicBezTo>
                <a:cubicBezTo>
                  <a:pt x="11113" y="214139"/>
                  <a:pt x="11113" y="202552"/>
                  <a:pt x="18848" y="196115"/>
                </a:cubicBezTo>
                <a:cubicBezTo>
                  <a:pt x="18848" y="196115"/>
                  <a:pt x="18848" y="196115"/>
                  <a:pt x="67840" y="145905"/>
                </a:cubicBezTo>
                <a:cubicBezTo>
                  <a:pt x="72997" y="142043"/>
                  <a:pt x="78154" y="140755"/>
                  <a:pt x="84600" y="140755"/>
                </a:cubicBezTo>
                <a:cubicBezTo>
                  <a:pt x="84600" y="140755"/>
                  <a:pt x="84600" y="140755"/>
                  <a:pt x="96203" y="129168"/>
                </a:cubicBezTo>
                <a:cubicBezTo>
                  <a:pt x="75575" y="103420"/>
                  <a:pt x="78154" y="66084"/>
                  <a:pt x="102649" y="41623"/>
                </a:cubicBezTo>
                <a:cubicBezTo>
                  <a:pt x="115542" y="28749"/>
                  <a:pt x="132624" y="22312"/>
                  <a:pt x="149707" y="22312"/>
                </a:cubicBezTo>
                <a:close/>
                <a:moveTo>
                  <a:pt x="280988" y="0"/>
                </a:moveTo>
                <a:lnTo>
                  <a:pt x="306388" y="0"/>
                </a:lnTo>
                <a:lnTo>
                  <a:pt x="306388" y="247650"/>
                </a:lnTo>
                <a:lnTo>
                  <a:pt x="280988" y="247650"/>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3" name="椭圆 34"/>
          <p:cNvSpPr/>
          <p:nvPr/>
        </p:nvSpPr>
        <p:spPr>
          <a:xfrm>
            <a:off x="8422791" y="1869779"/>
            <a:ext cx="355274" cy="355274"/>
          </a:xfrm>
          <a:custGeom>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nvGrpSpPr>
          <p:cNvPr id="54" name="组合 53"/>
          <p:cNvGrpSpPr/>
          <p:nvPr/>
        </p:nvGrpSpPr>
        <p:grpSpPr>
          <a:xfrm>
            <a:off x="8335585" y="2366790"/>
            <a:ext cx="2863910" cy="976035"/>
            <a:chOff x="820148" y="2482576"/>
            <a:chExt cx="2863910" cy="976035"/>
          </a:xfrm>
        </p:grpSpPr>
        <p:sp>
          <p:nvSpPr>
            <p:cNvPr id="55" name="文本框 54"/>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solidFill>
                    <a:schemeClr val="bg1"/>
                  </a:solidFill>
                  <a:cs typeface="+mn-ea"/>
                  <a:sym typeface="+mn-lt"/>
                </a:rPr>
                <a:t>添加标题</a:t>
              </a:r>
              <a:endParaRPr lang="en-US" altLang="zh-CN" sz="2800">
                <a:solidFill>
                  <a:schemeClr val="bg1"/>
                </a:solidFill>
                <a:cs typeface="+mn-ea"/>
                <a:sym typeface="+mn-lt"/>
              </a:endParaRPr>
            </a:p>
          </p:txBody>
        </p:sp>
        <p:sp>
          <p:nvSpPr>
            <p:cNvPr id="56" name="文本框 55"/>
            <p:cNvSpPr txBox="1"/>
            <p:nvPr/>
          </p:nvSpPr>
          <p:spPr>
            <a:xfrm>
              <a:off x="820148" y="2935391"/>
              <a:ext cx="2863910" cy="523220"/>
            </a:xfrm>
            <a:prstGeom prst="rect">
              <a:avLst/>
            </a:prstGeom>
            <a:noFill/>
          </p:spPr>
          <p:txBody>
            <a:bodyPr wrap="square" rtlCol="0">
              <a:spAutoFit/>
            </a:bodyPr>
            <a:lstStyle/>
            <a:p>
              <a:r>
                <a:rPr lang="zh-CN" altLang="en-US" sz="1400">
                  <a:solidFill>
                    <a:schemeClr val="bg1"/>
                  </a:solidFill>
                  <a:cs typeface="+mn-ea"/>
                  <a:sym typeface="+mn-lt"/>
                </a:rPr>
                <a:t>输入替换内容编辑文字输入替换编辑文字输入替换内容编辑文字</a:t>
              </a:r>
              <a:endParaRPr lang="en-US" sz="1400">
                <a:solidFill>
                  <a:schemeClr val="bg1"/>
                </a:solidFill>
                <a:cs typeface="+mn-ea"/>
                <a:sym typeface="+mn-lt"/>
              </a:endParaRPr>
            </a:p>
          </p:txBody>
        </p:sp>
      </p:grpSp>
      <p:grpSp>
        <p:nvGrpSpPr>
          <p:cNvPr id="57" name="组合 56"/>
          <p:cNvGrpSpPr/>
          <p:nvPr/>
        </p:nvGrpSpPr>
        <p:grpSpPr>
          <a:xfrm>
            <a:off x="1036121" y="2358892"/>
            <a:ext cx="2863910" cy="976035"/>
            <a:chOff x="820148" y="2482576"/>
            <a:chExt cx="2863910" cy="976035"/>
          </a:xfrm>
        </p:grpSpPr>
        <p:sp>
          <p:nvSpPr>
            <p:cNvPr id="58" name="文本框 57"/>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solidFill>
                    <a:schemeClr val="bg1"/>
                  </a:solidFill>
                  <a:cs typeface="+mn-ea"/>
                  <a:sym typeface="+mn-lt"/>
                </a:rPr>
                <a:t>添加标题</a:t>
              </a:r>
              <a:endParaRPr lang="en-US" altLang="zh-CN" sz="2800">
                <a:solidFill>
                  <a:schemeClr val="bg1"/>
                </a:solidFill>
                <a:cs typeface="+mn-ea"/>
                <a:sym typeface="+mn-lt"/>
              </a:endParaRPr>
            </a:p>
          </p:txBody>
        </p:sp>
        <p:sp>
          <p:nvSpPr>
            <p:cNvPr id="59" name="文本框 58"/>
            <p:cNvSpPr txBox="1"/>
            <p:nvPr/>
          </p:nvSpPr>
          <p:spPr>
            <a:xfrm>
              <a:off x="820148" y="2935391"/>
              <a:ext cx="2863910" cy="523220"/>
            </a:xfrm>
            <a:prstGeom prst="rect">
              <a:avLst/>
            </a:prstGeom>
            <a:noFill/>
          </p:spPr>
          <p:txBody>
            <a:bodyPr wrap="square" rtlCol="0">
              <a:spAutoFit/>
            </a:bodyPr>
            <a:lstStyle/>
            <a:p>
              <a:r>
                <a:rPr lang="zh-CN" altLang="en-US" sz="1400">
                  <a:solidFill>
                    <a:schemeClr val="bg1"/>
                  </a:solidFill>
                  <a:cs typeface="+mn-ea"/>
                  <a:sym typeface="+mn-lt"/>
                </a:rPr>
                <a:t>输入替换内容编辑文字输入替换编辑文字输入替换内容编辑文字</a:t>
              </a:r>
              <a:endParaRPr lang="en-US" sz="1400">
                <a:solidFill>
                  <a:schemeClr val="bg1"/>
                </a:solidFill>
                <a:cs typeface="+mn-ea"/>
                <a:sym typeface="+mn-lt"/>
              </a:endParaRPr>
            </a:p>
          </p:txBody>
        </p:sp>
      </p:grpSp>
      <p:grpSp>
        <p:nvGrpSpPr>
          <p:cNvPr id="60" name="组合 59"/>
          <p:cNvGrpSpPr/>
          <p:nvPr/>
        </p:nvGrpSpPr>
        <p:grpSpPr>
          <a:xfrm>
            <a:off x="270670" y="143324"/>
            <a:ext cx="3530602" cy="656435"/>
            <a:chOff x="270670" y="143324"/>
            <a:chExt cx="3530602" cy="656435"/>
          </a:xfrm>
        </p:grpSpPr>
        <p:grpSp>
          <p:nvGrpSpPr>
            <p:cNvPr id="61" name="组合 60"/>
            <p:cNvGrpSpPr/>
            <p:nvPr/>
          </p:nvGrpSpPr>
          <p:grpSpPr>
            <a:xfrm rot="16200000">
              <a:off x="279666" y="181091"/>
              <a:ext cx="596991" cy="614984"/>
              <a:chOff x="315186" y="9489"/>
              <a:chExt cx="1252592" cy="1290343"/>
            </a:xfrm>
          </p:grpSpPr>
          <p:sp>
            <p:nvSpPr>
              <p:cNvPr id="65" name="圆角矩形 64"/>
              <p:cNvSpPr/>
              <p:nvPr/>
            </p:nvSpPr>
            <p:spPr>
              <a:xfrm rot="18900000">
                <a:off x="315186" y="9489"/>
                <a:ext cx="1252592" cy="539672"/>
              </a:xfrm>
              <a:prstGeom prst="roundRect">
                <a:avLst>
                  <a:gd name="adj" fmla="val 12668"/>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6" name="圆角矩形 65"/>
              <p:cNvSpPr/>
              <p:nvPr/>
            </p:nvSpPr>
            <p:spPr>
              <a:xfrm rot="2700000">
                <a:off x="874702" y="766822"/>
                <a:ext cx="533010" cy="533010"/>
              </a:xfrm>
              <a:prstGeom prst="roundRect">
                <a:avLst>
                  <a:gd name="adj" fmla="val 14919"/>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62" name="组合 61"/>
            <p:cNvGrpSpPr/>
            <p:nvPr/>
          </p:nvGrpSpPr>
          <p:grpSpPr>
            <a:xfrm>
              <a:off x="1004038" y="143324"/>
              <a:ext cx="2797234" cy="656435"/>
              <a:chOff x="716110" y="187653"/>
              <a:chExt cx="2797234" cy="656435"/>
            </a:xfrm>
          </p:grpSpPr>
          <p:sp>
            <p:nvSpPr>
              <p:cNvPr id="63" name="文本框 62"/>
              <p:cNvSpPr txBox="1"/>
              <p:nvPr/>
            </p:nvSpPr>
            <p:spPr>
              <a:xfrm>
                <a:off x="716110" y="187653"/>
                <a:ext cx="2713695" cy="438582"/>
              </a:xfrm>
              <a:prstGeom prst="rect">
                <a:avLst/>
              </a:prstGeom>
              <a:noFill/>
            </p:spPr>
            <p:txBody>
              <a:bodyPr wrap="square" lIns="68580" tIns="34290" rIns="68580" bIns="34290" rtlCol="0">
                <a:spAutoFit/>
              </a:bodyPr>
              <a:lstStyle/>
              <a:p>
                <a:pPr defTabSz="685800"/>
                <a:r>
                  <a:rPr lang="zh-CN" altLang="en-US" sz="2400">
                    <a:solidFill>
                      <a:schemeClr val="tx1">
                        <a:lumMod val="65000"/>
                        <a:lumOff val="35000"/>
                      </a:schemeClr>
                    </a:solidFill>
                    <a:cs typeface="+mn-ea"/>
                    <a:sym typeface="+mn-lt"/>
                  </a:rPr>
                  <a:t>单击输入标题内容</a:t>
                </a:r>
                <a:endParaRPr lang="zh-CN" altLang="en-US" sz="2400">
                  <a:solidFill>
                    <a:schemeClr val="tx1">
                      <a:lumMod val="65000"/>
                      <a:lumOff val="35000"/>
                    </a:schemeClr>
                  </a:solidFill>
                  <a:cs typeface="+mn-ea"/>
                  <a:sym typeface="+mn-lt"/>
                </a:endParaRPr>
              </a:p>
            </p:txBody>
          </p:sp>
          <p:sp>
            <p:nvSpPr>
              <p:cNvPr id="64" name="文本框 63"/>
              <p:cNvSpPr txBox="1"/>
              <p:nvPr/>
            </p:nvSpPr>
            <p:spPr>
              <a:xfrm>
                <a:off x="716110" y="553111"/>
                <a:ext cx="2797234" cy="290977"/>
              </a:xfrm>
              <a:prstGeom prst="rect">
                <a:avLst/>
              </a:prstGeom>
              <a:noFill/>
            </p:spPr>
            <p:txBody>
              <a:bodyPr wrap="square" rtlCol="0">
                <a:spAutoFit/>
              </a:bodyPr>
              <a:lstStyle/>
              <a:p>
                <a:pPr>
                  <a:lnSpc>
                    <a:spcPct val="130000"/>
                  </a:lnSpc>
                </a:pPr>
                <a:r>
                  <a:rPr lang="en-US" altLang="zh-CN" sz="1100">
                    <a:solidFill>
                      <a:schemeClr val="tx1">
                        <a:lumMod val="50000"/>
                        <a:lumOff val="50000"/>
                      </a:schemeClr>
                    </a:solidFill>
                    <a:cs typeface="+mn-ea"/>
                    <a:sym typeface="+mn-lt"/>
                  </a:rPr>
                  <a:t>Add You Text Here Add You Text Here</a:t>
                </a:r>
              </a:p>
            </p:txBody>
          </p:sp>
        </p:grpSp>
      </p:grpSp>
    </p:spTree>
    <p:extLst>
      <p:ext uri="{BB962C8B-B14F-4D97-AF65-F5344CB8AC3E}">
        <p14:creationId xmlns:p14="http://schemas.microsoft.com/office/powerpoint/2010/main" val="2948405471"/>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childTnLst>
                          </p:cTn>
                        </p:par>
                        <p:par>
                          <p:cTn id="20" fill="hold" nodeType="afterGroup">
                            <p:stCondLst>
                              <p:cond delay="500"/>
                            </p:stCondLst>
                            <p:childTnLst>
                              <p:par>
                                <p:cTn id="21" presetID="53" presetClass="entr" presetSubtype="0" fill="hold" grpId="0" nodeType="after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p:cTn id="23" dur="500" fill="hold"/>
                                        <p:tgtEl>
                                          <p:spTgt spid="25"/>
                                        </p:tgtEl>
                                        <p:attrNameLst>
                                          <p:attrName>ppt_w</p:attrName>
                                        </p:attrNameLst>
                                      </p:cBhvr>
                                      <p:tavLst>
                                        <p:tav tm="0">
                                          <p:val>
                                            <p:fltVal val="0"/>
                                          </p:val>
                                        </p:tav>
                                        <p:tav tm="100000">
                                          <p:val>
                                            <p:strVal val="#ppt_w"/>
                                          </p:val>
                                        </p:tav>
                                      </p:tavLst>
                                    </p:anim>
                                    <p:anim calcmode="lin" valueType="num">
                                      <p:cBhvr>
                                        <p:cTn id="24" dur="500" fill="hold"/>
                                        <p:tgtEl>
                                          <p:spTgt spid="25"/>
                                        </p:tgtEl>
                                        <p:attrNameLst>
                                          <p:attrName>ppt_h</p:attrName>
                                        </p:attrNameLst>
                                      </p:cBhvr>
                                      <p:tavLst>
                                        <p:tav tm="0">
                                          <p:val>
                                            <p:fltVal val="0"/>
                                          </p:val>
                                        </p:tav>
                                        <p:tav tm="100000">
                                          <p:val>
                                            <p:strVal val="#ppt_h"/>
                                          </p:val>
                                        </p:tav>
                                      </p:tavLst>
                                    </p:anim>
                                    <p:animEffect transition="in" filter="fade">
                                      <p:cBhvr>
                                        <p:cTn id="25" dur="500"/>
                                        <p:tgtEl>
                                          <p:spTgt spid="25"/>
                                        </p:tgtEl>
                                      </p:cBhvr>
                                    </p:animEffect>
                                  </p:childTnLst>
                                </p:cTn>
                              </p:par>
                              <p:par>
                                <p:cTn id="26" presetID="53"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 calcmode="lin" valueType="num">
                                      <p:cBhvr>
                                        <p:cTn id="28" dur="500" fill="hold"/>
                                        <p:tgtEl>
                                          <p:spTgt spid="26"/>
                                        </p:tgtEl>
                                        <p:attrNameLst>
                                          <p:attrName>ppt_w</p:attrName>
                                        </p:attrNameLst>
                                      </p:cBhvr>
                                      <p:tavLst>
                                        <p:tav tm="0">
                                          <p:val>
                                            <p:fltVal val="0"/>
                                          </p:val>
                                        </p:tav>
                                        <p:tav tm="100000">
                                          <p:val>
                                            <p:strVal val="#ppt_w"/>
                                          </p:val>
                                        </p:tav>
                                      </p:tavLst>
                                    </p:anim>
                                    <p:anim calcmode="lin" valueType="num">
                                      <p:cBhvr>
                                        <p:cTn id="29" dur="500" fill="hold"/>
                                        <p:tgtEl>
                                          <p:spTgt spid="26"/>
                                        </p:tgtEl>
                                        <p:attrNameLst>
                                          <p:attrName>ppt_h</p:attrName>
                                        </p:attrNameLst>
                                      </p:cBhvr>
                                      <p:tavLst>
                                        <p:tav tm="0">
                                          <p:val>
                                            <p:fltVal val="0"/>
                                          </p:val>
                                        </p:tav>
                                        <p:tav tm="100000">
                                          <p:val>
                                            <p:strVal val="#ppt_h"/>
                                          </p:val>
                                        </p:tav>
                                      </p:tavLst>
                                    </p:anim>
                                    <p:animEffect transition="in" filter="fade">
                                      <p:cBhvr>
                                        <p:cTn id="30" dur="500"/>
                                        <p:tgtEl>
                                          <p:spTgt spid="26"/>
                                        </p:tgtEl>
                                      </p:cBhvr>
                                    </p:animEffect>
                                  </p:childTnLst>
                                </p:cTn>
                              </p:par>
                              <p:par>
                                <p:cTn id="31" presetID="53"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anim calcmode="lin" valueType="num">
                                      <p:cBhvr>
                                        <p:cTn id="33" dur="500" fill="hold"/>
                                        <p:tgtEl>
                                          <p:spTgt spid="44"/>
                                        </p:tgtEl>
                                        <p:attrNameLst>
                                          <p:attrName>ppt_w</p:attrName>
                                        </p:attrNameLst>
                                      </p:cBhvr>
                                      <p:tavLst>
                                        <p:tav tm="0">
                                          <p:val>
                                            <p:fltVal val="0"/>
                                          </p:val>
                                        </p:tav>
                                        <p:tav tm="100000">
                                          <p:val>
                                            <p:strVal val="#ppt_w"/>
                                          </p:val>
                                        </p:tav>
                                      </p:tavLst>
                                    </p:anim>
                                    <p:anim calcmode="lin" valueType="num">
                                      <p:cBhvr>
                                        <p:cTn id="34" dur="500" fill="hold"/>
                                        <p:tgtEl>
                                          <p:spTgt spid="44"/>
                                        </p:tgtEl>
                                        <p:attrNameLst>
                                          <p:attrName>ppt_h</p:attrName>
                                        </p:attrNameLst>
                                      </p:cBhvr>
                                      <p:tavLst>
                                        <p:tav tm="0">
                                          <p:val>
                                            <p:fltVal val="0"/>
                                          </p:val>
                                        </p:tav>
                                        <p:tav tm="100000">
                                          <p:val>
                                            <p:strVal val="#ppt_h"/>
                                          </p:val>
                                        </p:tav>
                                      </p:tavLst>
                                    </p:anim>
                                    <p:animEffect transition="in" filter="fade">
                                      <p:cBhvr>
                                        <p:cTn id="35" dur="500"/>
                                        <p:tgtEl>
                                          <p:spTgt spid="44"/>
                                        </p:tgtEl>
                                      </p:cBhvr>
                                    </p:animEffect>
                                  </p:childTnLst>
                                </p:cTn>
                              </p:par>
                              <p:par>
                                <p:cTn id="36" presetID="42" presetClass="entr" presetSubtype="0" fill="hold"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1000"/>
                                        <p:tgtEl>
                                          <p:spTgt spid="45"/>
                                        </p:tgtEl>
                                      </p:cBhvr>
                                    </p:animEffect>
                                    <p:anim calcmode="lin" valueType="num">
                                      <p:cBhvr>
                                        <p:cTn id="39" dur="1000" fill="hold"/>
                                        <p:tgtEl>
                                          <p:spTgt spid="45"/>
                                        </p:tgtEl>
                                        <p:attrNameLst>
                                          <p:attrName>ppt_x</p:attrName>
                                        </p:attrNameLst>
                                      </p:cBhvr>
                                      <p:tavLst>
                                        <p:tav tm="0">
                                          <p:val>
                                            <p:strVal val="#ppt_x"/>
                                          </p:val>
                                        </p:tav>
                                        <p:tav tm="100000">
                                          <p:val>
                                            <p:strVal val="#ppt_x"/>
                                          </p:val>
                                        </p:tav>
                                      </p:tavLst>
                                    </p:anim>
                                    <p:anim calcmode="lin" valueType="num">
                                      <p:cBhvr>
                                        <p:cTn id="40" dur="1000" fill="hold"/>
                                        <p:tgtEl>
                                          <p:spTgt spid="45"/>
                                        </p:tgtEl>
                                        <p:attrNameLst>
                                          <p:attrName>ppt_y</p:attrName>
                                        </p:attrNameLst>
                                      </p:cBhvr>
                                      <p:tavLst>
                                        <p:tav tm="0">
                                          <p:val>
                                            <p:strVal val="#ppt_y+.1"/>
                                          </p:val>
                                        </p:tav>
                                        <p:tav tm="100000">
                                          <p:val>
                                            <p:strVal val="#ppt_y"/>
                                          </p:val>
                                        </p:tav>
                                      </p:tavLst>
                                    </p:anim>
                                  </p:childTnLst>
                                </p:cTn>
                              </p:par>
                            </p:childTnLst>
                          </p:cTn>
                        </p:par>
                        <p:par>
                          <p:cTn id="41" fill="hold" nodeType="afterGroup">
                            <p:stCondLst>
                              <p:cond delay="1500"/>
                            </p:stCondLst>
                            <p:childTnLst>
                              <p:par>
                                <p:cTn id="42" presetID="53" presetClass="entr" presetSubtype="0" fill="hold" grpId="0" nodeType="afterEffect">
                                  <p:stCondLst>
                                    <p:cond delay="0"/>
                                  </p:stCondLst>
                                  <p:childTnLst>
                                    <p:set>
                                      <p:cBhvr>
                                        <p:cTn id="43" dur="1" fill="hold">
                                          <p:stCondLst>
                                            <p:cond delay="0"/>
                                          </p:stCondLst>
                                        </p:cTn>
                                        <p:tgtEl>
                                          <p:spTgt spid="51"/>
                                        </p:tgtEl>
                                        <p:attrNameLst>
                                          <p:attrName>style.visibility</p:attrName>
                                        </p:attrNameLst>
                                      </p:cBhvr>
                                      <p:to>
                                        <p:strVal val="visible"/>
                                      </p:to>
                                    </p:set>
                                    <p:anim calcmode="lin" valueType="num">
                                      <p:cBhvr>
                                        <p:cTn id="44" dur="500" fill="hold"/>
                                        <p:tgtEl>
                                          <p:spTgt spid="51"/>
                                        </p:tgtEl>
                                        <p:attrNameLst>
                                          <p:attrName>ppt_w</p:attrName>
                                        </p:attrNameLst>
                                      </p:cBhvr>
                                      <p:tavLst>
                                        <p:tav tm="0">
                                          <p:val>
                                            <p:fltVal val="0"/>
                                          </p:val>
                                        </p:tav>
                                        <p:tav tm="100000">
                                          <p:val>
                                            <p:strVal val="#ppt_w"/>
                                          </p:val>
                                        </p:tav>
                                      </p:tavLst>
                                    </p:anim>
                                    <p:anim calcmode="lin" valueType="num">
                                      <p:cBhvr>
                                        <p:cTn id="45" dur="500" fill="hold"/>
                                        <p:tgtEl>
                                          <p:spTgt spid="51"/>
                                        </p:tgtEl>
                                        <p:attrNameLst>
                                          <p:attrName>ppt_h</p:attrName>
                                        </p:attrNameLst>
                                      </p:cBhvr>
                                      <p:tavLst>
                                        <p:tav tm="0">
                                          <p:val>
                                            <p:fltVal val="0"/>
                                          </p:val>
                                        </p:tav>
                                        <p:tav tm="100000">
                                          <p:val>
                                            <p:strVal val="#ppt_h"/>
                                          </p:val>
                                        </p:tav>
                                      </p:tavLst>
                                    </p:anim>
                                    <p:animEffect transition="in" filter="fade">
                                      <p:cBhvr>
                                        <p:cTn id="46" dur="500"/>
                                        <p:tgtEl>
                                          <p:spTgt spid="51"/>
                                        </p:tgtEl>
                                      </p:cBhvr>
                                    </p:animEffect>
                                  </p:childTnLst>
                                </p:cTn>
                              </p:par>
                              <p:par>
                                <p:cTn id="47" presetID="53" presetClass="entr" presetSubtype="0" fill="hold" grpId="0" nodeType="withEffect">
                                  <p:stCondLst>
                                    <p:cond delay="0"/>
                                  </p:stCondLst>
                                  <p:childTnLst>
                                    <p:set>
                                      <p:cBhvr>
                                        <p:cTn id="48" dur="1" fill="hold">
                                          <p:stCondLst>
                                            <p:cond delay="0"/>
                                          </p:stCondLst>
                                        </p:cTn>
                                        <p:tgtEl>
                                          <p:spTgt spid="52"/>
                                        </p:tgtEl>
                                        <p:attrNameLst>
                                          <p:attrName>style.visibility</p:attrName>
                                        </p:attrNameLst>
                                      </p:cBhvr>
                                      <p:to>
                                        <p:strVal val="visible"/>
                                      </p:to>
                                    </p:set>
                                    <p:anim calcmode="lin" valueType="num">
                                      <p:cBhvr>
                                        <p:cTn id="49" dur="500" fill="hold"/>
                                        <p:tgtEl>
                                          <p:spTgt spid="52"/>
                                        </p:tgtEl>
                                        <p:attrNameLst>
                                          <p:attrName>ppt_w</p:attrName>
                                        </p:attrNameLst>
                                      </p:cBhvr>
                                      <p:tavLst>
                                        <p:tav tm="0">
                                          <p:val>
                                            <p:fltVal val="0"/>
                                          </p:val>
                                        </p:tav>
                                        <p:tav tm="100000">
                                          <p:val>
                                            <p:strVal val="#ppt_w"/>
                                          </p:val>
                                        </p:tav>
                                      </p:tavLst>
                                    </p:anim>
                                    <p:anim calcmode="lin" valueType="num">
                                      <p:cBhvr>
                                        <p:cTn id="50" dur="500" fill="hold"/>
                                        <p:tgtEl>
                                          <p:spTgt spid="52"/>
                                        </p:tgtEl>
                                        <p:attrNameLst>
                                          <p:attrName>ppt_h</p:attrName>
                                        </p:attrNameLst>
                                      </p:cBhvr>
                                      <p:tavLst>
                                        <p:tav tm="0">
                                          <p:val>
                                            <p:fltVal val="0"/>
                                          </p:val>
                                        </p:tav>
                                        <p:tav tm="100000">
                                          <p:val>
                                            <p:strVal val="#ppt_h"/>
                                          </p:val>
                                        </p:tav>
                                      </p:tavLst>
                                    </p:anim>
                                    <p:animEffect transition="in" filter="fade">
                                      <p:cBhvr>
                                        <p:cTn id="51" dur="500"/>
                                        <p:tgtEl>
                                          <p:spTgt spid="52"/>
                                        </p:tgtEl>
                                      </p:cBhvr>
                                    </p:animEffect>
                                  </p:childTnLst>
                                </p:cTn>
                              </p:par>
                              <p:par>
                                <p:cTn id="52" presetID="53" presetClass="entr" presetSubtype="0" fill="hold" grpId="0" nodeType="withEffect">
                                  <p:stCondLst>
                                    <p:cond delay="0"/>
                                  </p:stCondLst>
                                  <p:childTnLst>
                                    <p:set>
                                      <p:cBhvr>
                                        <p:cTn id="53" dur="1" fill="hold">
                                          <p:stCondLst>
                                            <p:cond delay="0"/>
                                          </p:stCondLst>
                                        </p:cTn>
                                        <p:tgtEl>
                                          <p:spTgt spid="53"/>
                                        </p:tgtEl>
                                        <p:attrNameLst>
                                          <p:attrName>style.visibility</p:attrName>
                                        </p:attrNameLst>
                                      </p:cBhvr>
                                      <p:to>
                                        <p:strVal val="visible"/>
                                      </p:to>
                                    </p:set>
                                    <p:anim calcmode="lin" valueType="num">
                                      <p:cBhvr>
                                        <p:cTn id="54" dur="500" fill="hold"/>
                                        <p:tgtEl>
                                          <p:spTgt spid="53"/>
                                        </p:tgtEl>
                                        <p:attrNameLst>
                                          <p:attrName>ppt_w</p:attrName>
                                        </p:attrNameLst>
                                      </p:cBhvr>
                                      <p:tavLst>
                                        <p:tav tm="0">
                                          <p:val>
                                            <p:fltVal val="0"/>
                                          </p:val>
                                        </p:tav>
                                        <p:tav tm="100000">
                                          <p:val>
                                            <p:strVal val="#ppt_w"/>
                                          </p:val>
                                        </p:tav>
                                      </p:tavLst>
                                    </p:anim>
                                    <p:anim calcmode="lin" valueType="num">
                                      <p:cBhvr>
                                        <p:cTn id="55" dur="500" fill="hold"/>
                                        <p:tgtEl>
                                          <p:spTgt spid="53"/>
                                        </p:tgtEl>
                                        <p:attrNameLst>
                                          <p:attrName>ppt_h</p:attrName>
                                        </p:attrNameLst>
                                      </p:cBhvr>
                                      <p:tavLst>
                                        <p:tav tm="0">
                                          <p:val>
                                            <p:fltVal val="0"/>
                                          </p:val>
                                        </p:tav>
                                        <p:tav tm="100000">
                                          <p:val>
                                            <p:strVal val="#ppt_h"/>
                                          </p:val>
                                        </p:tav>
                                      </p:tavLst>
                                    </p:anim>
                                    <p:animEffect transition="in" filter="fade">
                                      <p:cBhvr>
                                        <p:cTn id="56" dur="500"/>
                                        <p:tgtEl>
                                          <p:spTgt spid="53"/>
                                        </p:tgtEl>
                                      </p:cBhvr>
                                    </p:animEffect>
                                  </p:childTnLst>
                                </p:cTn>
                              </p:par>
                              <p:par>
                                <p:cTn id="57" presetID="42" presetClass="entr" presetSubtype="0" fill="hold" nodeType="withEffect">
                                  <p:stCondLst>
                                    <p:cond delay="0"/>
                                  </p:stCondLst>
                                  <p:childTnLst>
                                    <p:set>
                                      <p:cBhvr>
                                        <p:cTn id="58" dur="1" fill="hold">
                                          <p:stCondLst>
                                            <p:cond delay="0"/>
                                          </p:stCondLst>
                                        </p:cTn>
                                        <p:tgtEl>
                                          <p:spTgt spid="54"/>
                                        </p:tgtEl>
                                        <p:attrNameLst>
                                          <p:attrName>style.visibility</p:attrName>
                                        </p:attrNameLst>
                                      </p:cBhvr>
                                      <p:to>
                                        <p:strVal val="visible"/>
                                      </p:to>
                                    </p:set>
                                    <p:animEffect transition="in" filter="fade">
                                      <p:cBhvr>
                                        <p:cTn id="59" dur="1000"/>
                                        <p:tgtEl>
                                          <p:spTgt spid="54"/>
                                        </p:tgtEl>
                                      </p:cBhvr>
                                    </p:animEffect>
                                    <p:anim calcmode="lin" valueType="num">
                                      <p:cBhvr>
                                        <p:cTn id="60" dur="1000" fill="hold"/>
                                        <p:tgtEl>
                                          <p:spTgt spid="54"/>
                                        </p:tgtEl>
                                        <p:attrNameLst>
                                          <p:attrName>ppt_x</p:attrName>
                                        </p:attrNameLst>
                                      </p:cBhvr>
                                      <p:tavLst>
                                        <p:tav tm="0">
                                          <p:val>
                                            <p:strVal val="#ppt_x"/>
                                          </p:val>
                                        </p:tav>
                                        <p:tav tm="100000">
                                          <p:val>
                                            <p:strVal val="#ppt_x"/>
                                          </p:val>
                                        </p:tav>
                                      </p:tavLst>
                                    </p:anim>
                                    <p:anim calcmode="lin" valueType="num">
                                      <p:cBhvr>
                                        <p:cTn id="61" dur="1000" fill="hold"/>
                                        <p:tgtEl>
                                          <p:spTgt spid="54"/>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57"/>
                                        </p:tgtEl>
                                        <p:attrNameLst>
                                          <p:attrName>style.visibility</p:attrName>
                                        </p:attrNameLst>
                                      </p:cBhvr>
                                      <p:to>
                                        <p:strVal val="visible"/>
                                      </p:to>
                                    </p:set>
                                    <p:animEffect transition="in" filter="fade">
                                      <p:cBhvr>
                                        <p:cTn id="64" dur="1000"/>
                                        <p:tgtEl>
                                          <p:spTgt spid="57"/>
                                        </p:tgtEl>
                                      </p:cBhvr>
                                    </p:animEffect>
                                    <p:anim calcmode="lin" valueType="num">
                                      <p:cBhvr>
                                        <p:cTn id="65" dur="1000" fill="hold"/>
                                        <p:tgtEl>
                                          <p:spTgt spid="57"/>
                                        </p:tgtEl>
                                        <p:attrNameLst>
                                          <p:attrName>ppt_x</p:attrName>
                                        </p:attrNameLst>
                                      </p:cBhvr>
                                      <p:tavLst>
                                        <p:tav tm="0">
                                          <p:val>
                                            <p:strVal val="#ppt_x"/>
                                          </p:val>
                                        </p:tav>
                                        <p:tav tm="100000">
                                          <p:val>
                                            <p:strVal val="#ppt_x"/>
                                          </p:val>
                                        </p:tav>
                                      </p:tavLst>
                                    </p:anim>
                                    <p:anim calcmode="lin" valueType="num">
                                      <p:cBhvr>
                                        <p:cTn id="66"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44" grpId="0" animBg="1"/>
      <p:bldP spid="6" grpId="0" animBg="1"/>
      <p:bldP spid="7" grpId="0" animBg="1"/>
      <p:bldP spid="11" grpId="0" animBg="1"/>
      <p:bldP spid="51" grpId="0" animBg="1"/>
      <p:bldP spid="52" grpId="0" animBg="1"/>
      <p:bldP spid="53" grpId="0" animBg="1"/>
    </p:bldLst>
  </p:timing>
</p:sld>
</file>

<file path=ppt/slides/slide13.xml><?xml version="1.0" encoding="utf-8"?>
<p:sld xmlns:a14="http://schemas.microsoft.com/office/drawing/2010/main" xmlns:a16="http://schemas.microsoft.com/office/drawing/2014/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grpSp>
        <p:nvGrpSpPr>
          <p:cNvPr id="6" name="组合 5"/>
          <p:cNvGrpSpPr/>
          <p:nvPr/>
        </p:nvGrpSpPr>
        <p:grpSpPr>
          <a:xfrm>
            <a:off x="7394087" y="-697439"/>
            <a:ext cx="7477466" cy="7477466"/>
            <a:chOff x="6814967" y="-697439"/>
            <a:chExt cx="7477466" cy="7477466"/>
          </a:xfrm>
        </p:grpSpPr>
        <p:sp>
          <p:nvSpPr>
            <p:cNvPr id="4" name="圆角矩形 3"/>
            <p:cNvSpPr/>
            <p:nvPr/>
          </p:nvSpPr>
          <p:spPr>
            <a:xfrm rot="18900000">
              <a:off x="6814967" y="-697439"/>
              <a:ext cx="7477466" cy="7477466"/>
            </a:xfrm>
            <a:prstGeom prst="roundRect">
              <a:avLst>
                <a:gd name="adj" fmla="val 10718"/>
              </a:avLst>
            </a:prstGeom>
            <a:blipFill>
              <a:blip r:embed="Re4da47e6641a4126">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圆角矩形 4"/>
            <p:cNvSpPr/>
            <p:nvPr/>
          </p:nvSpPr>
          <p:spPr>
            <a:xfrm rot="18900000">
              <a:off x="6814967" y="-697439"/>
              <a:ext cx="7477466" cy="7477466"/>
            </a:xfrm>
            <a:prstGeom prst="roundRect">
              <a:avLst>
                <a:gd name="adj" fmla="val 10718"/>
              </a:avLst>
            </a:prstGeom>
            <a:solidFill>
              <a:srgbClr val="2DA3DD">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7" name="文本框 6"/>
          <p:cNvSpPr txBox="1"/>
          <p:nvPr/>
        </p:nvSpPr>
        <p:spPr>
          <a:xfrm>
            <a:off x="3270858" y="1377366"/>
            <a:ext cx="2584362" cy="1862048"/>
          </a:xfrm>
          <a:prstGeom prst="rect">
            <a:avLst/>
          </a:prstGeom>
          <a:noFill/>
        </p:spPr>
        <p:txBody>
          <a:bodyPr wrap="none" rtlCol="0">
            <a:spAutoFit/>
          </a:bodyPr>
          <a:lstStyle/>
          <a:p>
            <a:r>
              <a:rPr lang="en-US" altLang="zh-CN" sz="11500" spc="100">
                <a:solidFill>
                  <a:schemeClr val="tx1">
                    <a:lumMod val="75000"/>
                    <a:lumOff val="25000"/>
                  </a:schemeClr>
                </a:solidFill>
                <a:cs typeface="+mn-ea"/>
                <a:sym typeface="+mn-lt"/>
              </a:rPr>
              <a:t>/03</a:t>
            </a:r>
            <a:endParaRPr lang="zh-CN" altLang="en-US" sz="11500" spc="100">
              <a:solidFill>
                <a:schemeClr val="tx1">
                  <a:lumMod val="75000"/>
                  <a:lumOff val="25000"/>
                </a:schemeClr>
              </a:solidFill>
              <a:cs typeface="+mn-ea"/>
              <a:sym typeface="+mn-lt"/>
            </a:endParaRPr>
          </a:p>
        </p:txBody>
      </p:sp>
      <p:sp>
        <p:nvSpPr>
          <p:cNvPr id="8" name="矩形 7">
            <a:extLst>
              <a:ext uri="{FF2B5EF4-FFF2-40B4-BE49-F238E27FC236}">
                <a16:creationId xmlns:a16="http://schemas.microsoft.com/office/drawing/2014/main" id="{A58E9339-1B74-40B6-B2A5-3FFDE0CA7831}"/>
              </a:ext>
            </a:extLst>
          </p:cNvPr>
          <p:cNvSpPr/>
          <p:nvPr/>
        </p:nvSpPr>
        <p:spPr>
          <a:xfrm>
            <a:off x="1244528" y="3883199"/>
            <a:ext cx="4402805" cy="874407"/>
          </a:xfrm>
          <a:prstGeom prst="rect">
            <a:avLst/>
          </a:prstGeom>
        </p:spPr>
        <p:txBody>
          <a:bodyPr wrap="square">
            <a:spAutoFit/>
          </a:bodyPr>
          <a:lstStyle/>
          <a:p>
            <a:pPr algn="r">
              <a:lnSpc>
                <a:spcPct val="150000"/>
              </a:lnSpc>
            </a:pPr>
            <a:r>
              <a:rPr lang="zh-CN" altLang="en-US">
                <a:solidFill>
                  <a:schemeClr val="tx1">
                    <a:lumMod val="85000"/>
                    <a:lumOff val="15000"/>
                  </a:schemeClr>
                </a:solidFill>
                <a:cs typeface="+mn-ea"/>
                <a:sym typeface="+mn-lt"/>
              </a:rPr>
              <a:t>单击此处添加文字阐述，添加简短问题说明文字，具体添加文字在此处添加单击</a:t>
            </a:r>
          </a:p>
        </p:txBody>
      </p:sp>
      <p:sp>
        <p:nvSpPr>
          <p:cNvPr id="9" name="TextBox 7">
            <a:extLst>
              <a:ext uri="{FF2B5EF4-FFF2-40B4-BE49-F238E27FC236}">
                <a16:creationId xmlns:a16="http://schemas.microsoft.com/office/drawing/2014/main" id="{BDE0C5CE-00B3-4265-A611-DD8B2D85C94A}"/>
              </a:ext>
            </a:extLst>
          </p:cNvPr>
          <p:cNvSpPr txBox="1"/>
          <p:nvPr/>
        </p:nvSpPr>
        <p:spPr>
          <a:xfrm>
            <a:off x="649739" y="2991242"/>
            <a:ext cx="4997594" cy="830997"/>
          </a:xfrm>
          <a:prstGeom prst="rect">
            <a:avLst/>
          </a:prstGeom>
          <a:noFill/>
        </p:spPr>
        <p:txBody>
          <a:bodyPr wrap="square" rtlCol="0">
            <a:spAutoFit/>
          </a:bodyPr>
          <a:lstStyle>
            <a:defPPr>
              <a:defRPr lang="zh-CN"/>
            </a:defPPr>
            <a:lvl1pPr algn="r">
              <a:defRPr sz="4800" b="1">
                <a:solidFill>
                  <a:srgbClr val="2DA3DD"/>
                </a:solidFill>
                <a:cs typeface="+mn-ea"/>
              </a:defRPr>
            </a:lvl1pPr>
          </a:lstStyle>
          <a:p>
            <a:r>
              <a:rPr lang="zh-CN" altLang="en-US">
                <a:sym typeface="+mn-lt"/>
              </a:rPr>
              <a:t>第三章标题内容</a:t>
            </a:r>
          </a:p>
        </p:txBody>
      </p:sp>
    </p:spTree>
    <p:extLst>
      <p:ext uri="{BB962C8B-B14F-4D97-AF65-F5344CB8AC3E}">
        <p14:creationId xmlns:p14="http://schemas.microsoft.com/office/powerpoint/2010/main" val="846994494"/>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1"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par>
                          <p:cTn id="11" fill="hold" nodeType="afterGroup">
                            <p:stCondLst>
                              <p:cond delay="1000"/>
                            </p:stCondLst>
                            <p:childTnLst>
                              <p:par>
                                <p:cTn id="12" presetID="42"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par>
                          <p:cTn id="17" fill="hold" nodeType="afterGroup">
                            <p:stCondLst>
                              <p:cond delay="2000"/>
                            </p:stCondLst>
                            <p:childTnLst>
                              <p:par>
                                <p:cTn id="18" presetID="42"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par>
                          <p:cTn id="23" fill="hold" nodeType="afterGroup">
                            <p:stCondLst>
                              <p:cond delay="3000"/>
                            </p:stCondLst>
                            <p:childTnLst>
                              <p:par>
                                <p:cTn id="24" presetID="22" presetClass="entr" presetSubtype="2" fill="hold" nodeType="afterEffect">
                                  <p:stCondLst>
                                    <p:cond delay="0"/>
                                  </p:stCondLst>
                                  <p:childTnLst>
                                    <p:set>
                                      <p:cBhvr>
                                        <p:cTn id="25" dur="1" fill="hold">
                                          <p:stCondLst>
                                            <p:cond delay="0"/>
                                          </p:stCondLst>
                                        </p:cTn>
                                        <p:tgtEl>
                                          <p:spTgt spid="8">
                                            <p:txEl>
                                              <p:pRg st="0" end="0"/>
                                            </p:txEl>
                                          </p:spTgt>
                                        </p:tgtEl>
                                        <p:attrNameLst>
                                          <p:attrName>style.visibility</p:attrName>
                                        </p:attrNameLst>
                                      </p:cBhvr>
                                      <p:to>
                                        <p:strVal val="visible"/>
                                      </p:to>
                                    </p:set>
                                    <p:animEffect transition="in" filter="wipe(right)">
                                      <p:cBhvr>
                                        <p:cTn id="26"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4.xml><?xml version="1.0" encoding="utf-8"?>
<p:sld xmlns:a14="http://schemas.microsoft.com/office/drawing/2010/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3" name="Freeform 138"/>
          <p:cNvSpPr/>
          <p:nvPr/>
        </p:nvSpPr>
        <p:spPr bwMode="auto">
          <a:xfrm>
            <a:off x="5892055" y="1070916"/>
            <a:ext cx="305987" cy="1178140"/>
          </a:xfrm>
          <a:custGeom>
            <a:gdLst>
              <a:gd name="T0" fmla="*/ 161 w 161"/>
              <a:gd name="T1" fmla="*/ 438 h 619"/>
              <a:gd name="T2" fmla="*/ 161 w 161"/>
              <a:gd name="T3" fmla="*/ 51 h 619"/>
              <a:gd name="T4" fmla="*/ 110 w 161"/>
              <a:gd name="T5" fmla="*/ 0 h 619"/>
              <a:gd name="T6" fmla="*/ 51 w 161"/>
              <a:gd name="T7" fmla="*/ 0 h 619"/>
              <a:gd name="T8" fmla="*/ 0 w 161"/>
              <a:gd name="T9" fmla="*/ 51 h 619"/>
              <a:gd name="T10" fmla="*/ 0 w 161"/>
              <a:gd name="T11" fmla="*/ 619 h 619"/>
              <a:gd name="T12" fmla="*/ 161 w 161"/>
              <a:gd name="T13" fmla="*/ 438 h 619"/>
            </a:gdLst>
            <a:cxnLst>
              <a:cxn ang="0">
                <a:pos x="T0" y="T1"/>
              </a:cxn>
              <a:cxn ang="0">
                <a:pos x="T2" y="T3"/>
              </a:cxn>
              <a:cxn ang="0">
                <a:pos x="T4" y="T5"/>
              </a:cxn>
              <a:cxn ang="0">
                <a:pos x="T6" y="T7"/>
              </a:cxn>
              <a:cxn ang="0">
                <a:pos x="T8" y="T9"/>
              </a:cxn>
              <a:cxn ang="0">
                <a:pos x="T10" y="T11"/>
              </a:cxn>
              <a:cxn ang="0">
                <a:pos x="T12" y="T13"/>
              </a:cxn>
            </a:cxnLst>
            <a:rect l="0" t="0" r="r" b="b"/>
            <a:pathLst>
              <a:path w="161" h="619">
                <a:moveTo>
                  <a:pt x="161" y="438"/>
                </a:moveTo>
                <a:cubicBezTo>
                  <a:pt x="161" y="51"/>
                  <a:pt x="161" y="51"/>
                  <a:pt x="161" y="51"/>
                </a:cubicBezTo>
                <a:cubicBezTo>
                  <a:pt x="161" y="23"/>
                  <a:pt x="138" y="0"/>
                  <a:pt x="110" y="0"/>
                </a:cubicBezTo>
                <a:cubicBezTo>
                  <a:pt x="51" y="0"/>
                  <a:pt x="51" y="0"/>
                  <a:pt x="51" y="0"/>
                </a:cubicBezTo>
                <a:cubicBezTo>
                  <a:pt x="23" y="0"/>
                  <a:pt x="0" y="23"/>
                  <a:pt x="0" y="51"/>
                </a:cubicBezTo>
                <a:cubicBezTo>
                  <a:pt x="0" y="619"/>
                  <a:pt x="0" y="619"/>
                  <a:pt x="0" y="619"/>
                </a:cubicBezTo>
                <a:cubicBezTo>
                  <a:pt x="9" y="561"/>
                  <a:pt x="53" y="461"/>
                  <a:pt x="161" y="438"/>
                </a:cubicBezTo>
                <a:close/>
              </a:path>
            </a:pathLst>
          </a:custGeom>
          <a:gradFill>
            <a:gsLst>
              <a:gs pos="84000">
                <a:srgbClr val="F5C130"/>
              </a:gs>
              <a:gs pos="0">
                <a:srgbClr val="E5A010"/>
              </a:gs>
            </a:gsLst>
            <a:lin ang="18900000" scaled="1"/>
          </a:gradFill>
          <a:ln>
            <a:noFill/>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5" name="Freeform 141"/>
          <p:cNvSpPr/>
          <p:nvPr/>
        </p:nvSpPr>
        <p:spPr bwMode="auto">
          <a:xfrm>
            <a:off x="6003823" y="3786319"/>
            <a:ext cx="1832" cy="27484"/>
          </a:xfrm>
          <a:custGeom>
            <a:gdLst>
              <a:gd name="T0" fmla="*/ 1 w 1"/>
              <a:gd name="T1" fmla="*/ 2 h 15"/>
              <a:gd name="T2" fmla="*/ 0 w 1"/>
              <a:gd name="T3" fmla="*/ 0 h 15"/>
              <a:gd name="T4" fmla="*/ 0 w 1"/>
              <a:gd name="T5" fmla="*/ 15 h 15"/>
              <a:gd name="T6" fmla="*/ 1 w 1"/>
              <a:gd name="T7" fmla="*/ 2 h 15"/>
            </a:gdLst>
            <a:cxnLst>
              <a:cxn ang="0">
                <a:pos x="T0" y="T1"/>
              </a:cxn>
              <a:cxn ang="0">
                <a:pos x="T2" y="T3"/>
              </a:cxn>
              <a:cxn ang="0">
                <a:pos x="T4" y="T5"/>
              </a:cxn>
              <a:cxn ang="0">
                <a:pos x="T6" y="T7"/>
              </a:cxn>
            </a:cxnLst>
            <a:rect l="0" t="0" r="r" b="b"/>
            <a:pathLst>
              <a:path w="1" h="15">
                <a:moveTo>
                  <a:pt x="1" y="2"/>
                </a:moveTo>
                <a:cubicBezTo>
                  <a:pt x="0" y="1"/>
                  <a:pt x="0" y="0"/>
                  <a:pt x="0" y="0"/>
                </a:cubicBezTo>
                <a:cubicBezTo>
                  <a:pt x="0" y="15"/>
                  <a:pt x="0" y="15"/>
                  <a:pt x="0" y="15"/>
                </a:cubicBezTo>
                <a:cubicBezTo>
                  <a:pt x="1" y="11"/>
                  <a:pt x="1" y="6"/>
                  <a:pt x="1" y="2"/>
                </a:cubicBezTo>
                <a:close/>
              </a:path>
            </a:pathLst>
          </a:custGeom>
          <a:solidFill>
            <a:srgbClr val="FFDE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a:endParaRPr lang="zh-CN" altLang="en-US" sz="2400">
              <a:solidFill>
                <a:srgbClr val="080808"/>
              </a:solidFill>
              <a:cs typeface="+mn-ea"/>
              <a:sym typeface="+mn-lt"/>
            </a:endParaRPr>
          </a:p>
        </p:txBody>
      </p:sp>
      <p:grpSp>
        <p:nvGrpSpPr>
          <p:cNvPr id="36" name="组合 35"/>
          <p:cNvGrpSpPr/>
          <p:nvPr/>
        </p:nvGrpSpPr>
        <p:grpSpPr>
          <a:xfrm>
            <a:off x="5892055" y="1640960"/>
            <a:ext cx="2276721" cy="2084895"/>
            <a:chOff x="5892055" y="1640960"/>
            <a:chExt cx="2276721" cy="2084895"/>
          </a:xfrm>
        </p:grpSpPr>
        <p:sp>
          <p:nvSpPr>
            <p:cNvPr id="7" name="Freeform 143"/>
            <p:cNvSpPr/>
            <p:nvPr/>
          </p:nvSpPr>
          <p:spPr bwMode="auto">
            <a:xfrm>
              <a:off x="5892055" y="1893599"/>
              <a:ext cx="2000824" cy="1832256"/>
            </a:xfrm>
            <a:custGeom>
              <a:gdLst>
                <a:gd name="T0" fmla="*/ 1004 w 1051"/>
                <a:gd name="T1" fmla="*/ 1 h 963"/>
                <a:gd name="T2" fmla="*/ 218 w 1051"/>
                <a:gd name="T3" fmla="*/ 1 h 963"/>
                <a:gd name="T4" fmla="*/ 161 w 1051"/>
                <a:gd name="T5" fmla="*/ 6 h 963"/>
                <a:gd name="T6" fmla="*/ 0 w 1051"/>
                <a:gd name="T7" fmla="*/ 187 h 963"/>
                <a:gd name="T8" fmla="*/ 0 w 1051"/>
                <a:gd name="T9" fmla="*/ 201 h 963"/>
                <a:gd name="T10" fmla="*/ 0 w 1051"/>
                <a:gd name="T11" fmla="*/ 783 h 963"/>
                <a:gd name="T12" fmla="*/ 161 w 1051"/>
                <a:gd name="T13" fmla="*/ 963 h 963"/>
                <a:gd name="T14" fmla="*/ 161 w 1051"/>
                <a:gd name="T15" fmla="*/ 102 h 963"/>
                <a:gd name="T16" fmla="*/ 214 w 1051"/>
                <a:gd name="T17" fmla="*/ 93 h 963"/>
                <a:gd name="T18" fmla="*/ 1005 w 1051"/>
                <a:gd name="T19" fmla="*/ 93 h 963"/>
                <a:gd name="T20" fmla="*/ 1051 w 1051"/>
                <a:gd name="T21" fmla="*/ 46 h 963"/>
                <a:gd name="T22" fmla="*/ 1004 w 1051"/>
                <a:gd name="T23" fmla="*/ 1 h 963"/>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51" h="963">
                  <a:moveTo>
                    <a:pt x="1004" y="1"/>
                  </a:moveTo>
                  <a:cubicBezTo>
                    <a:pt x="998" y="1"/>
                    <a:pt x="364" y="6"/>
                    <a:pt x="218" y="1"/>
                  </a:cubicBezTo>
                  <a:cubicBezTo>
                    <a:pt x="197" y="0"/>
                    <a:pt x="178" y="2"/>
                    <a:pt x="161" y="6"/>
                  </a:cubicBezTo>
                  <a:cubicBezTo>
                    <a:pt x="53" y="29"/>
                    <a:pt x="9" y="129"/>
                    <a:pt x="0" y="187"/>
                  </a:cubicBezTo>
                  <a:cubicBezTo>
                    <a:pt x="0" y="201"/>
                    <a:pt x="0" y="201"/>
                    <a:pt x="0" y="201"/>
                  </a:cubicBezTo>
                  <a:cubicBezTo>
                    <a:pt x="0" y="783"/>
                    <a:pt x="0" y="783"/>
                    <a:pt x="0" y="783"/>
                  </a:cubicBezTo>
                  <a:cubicBezTo>
                    <a:pt x="108" y="806"/>
                    <a:pt x="152" y="905"/>
                    <a:pt x="161" y="963"/>
                  </a:cubicBezTo>
                  <a:cubicBezTo>
                    <a:pt x="161" y="102"/>
                    <a:pt x="161" y="102"/>
                    <a:pt x="161" y="102"/>
                  </a:cubicBezTo>
                  <a:cubicBezTo>
                    <a:pt x="176" y="96"/>
                    <a:pt x="193" y="92"/>
                    <a:pt x="214" y="93"/>
                  </a:cubicBezTo>
                  <a:cubicBezTo>
                    <a:pt x="363" y="98"/>
                    <a:pt x="979" y="93"/>
                    <a:pt x="1005" y="93"/>
                  </a:cubicBezTo>
                  <a:cubicBezTo>
                    <a:pt x="1031" y="93"/>
                    <a:pt x="1051" y="72"/>
                    <a:pt x="1051" y="46"/>
                  </a:cubicBezTo>
                  <a:cubicBezTo>
                    <a:pt x="1051" y="21"/>
                    <a:pt x="1030" y="1"/>
                    <a:pt x="1004" y="1"/>
                  </a:cubicBezTo>
                  <a:close/>
                </a:path>
              </a:pathLst>
            </a:custGeom>
            <a:gradFill flip="none" rotWithShape="1">
              <a:gsLst>
                <a:gs pos="57000">
                  <a:srgbClr val="2DA3DD"/>
                </a:gs>
                <a:gs pos="0">
                  <a:srgbClr val="2C6CA7"/>
                </a:gs>
              </a:gsLst>
              <a:lin ang="18900000" scaled="1"/>
            </a:gradFill>
            <a:ln>
              <a:noFill/>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5" name="椭圆 14"/>
            <p:cNvSpPr/>
            <p:nvPr/>
          </p:nvSpPr>
          <p:spPr>
            <a:xfrm>
              <a:off x="7453936" y="1640960"/>
              <a:ext cx="714840" cy="714840"/>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7" name="TextBox 682"/>
            <p:cNvSpPr txBox="1"/>
            <p:nvPr/>
          </p:nvSpPr>
          <p:spPr>
            <a:xfrm>
              <a:off x="7590620" y="1734928"/>
              <a:ext cx="413896"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pPr algn="ctr" defTabSz="1219170"/>
              <a:r>
                <a:rPr lang="en-US" altLang="zh-CN" sz="2667">
                  <a:solidFill>
                    <a:srgbClr val="FFFFFF"/>
                  </a:solidFill>
                  <a:latin typeface="+mn-lt"/>
                  <a:ea typeface="+mn-ea"/>
                  <a:cs typeface="+mn-ea"/>
                  <a:sym typeface="+mn-lt"/>
                </a:rPr>
                <a:t>C</a:t>
              </a:r>
              <a:endParaRPr lang="zh-CN" altLang="en-US" sz="2667">
                <a:solidFill>
                  <a:srgbClr val="FFFFFF"/>
                </a:solidFill>
                <a:latin typeface="+mn-lt"/>
                <a:ea typeface="+mn-ea"/>
                <a:cs typeface="+mn-ea"/>
                <a:sym typeface="+mn-lt"/>
              </a:endParaRPr>
            </a:p>
          </p:txBody>
        </p:sp>
      </p:grpSp>
      <p:grpSp>
        <p:nvGrpSpPr>
          <p:cNvPr id="35" name="组合 34"/>
          <p:cNvGrpSpPr/>
          <p:nvPr/>
        </p:nvGrpSpPr>
        <p:grpSpPr>
          <a:xfrm>
            <a:off x="5892055" y="4401093"/>
            <a:ext cx="2276721" cy="1939391"/>
            <a:chOff x="5892055" y="4401093"/>
            <a:chExt cx="2276721" cy="1939391"/>
          </a:xfrm>
        </p:grpSpPr>
        <p:grpSp>
          <p:nvGrpSpPr>
            <p:cNvPr id="32" name="组合 31"/>
            <p:cNvGrpSpPr/>
            <p:nvPr/>
          </p:nvGrpSpPr>
          <p:grpSpPr>
            <a:xfrm>
              <a:off x="5892055" y="4401093"/>
              <a:ext cx="2276721" cy="1939391"/>
              <a:chOff x="5892055" y="4401093"/>
              <a:chExt cx="2276721" cy="1939391"/>
            </a:xfrm>
          </p:grpSpPr>
          <p:sp>
            <p:nvSpPr>
              <p:cNvPr id="4" name="Freeform 140"/>
              <p:cNvSpPr/>
              <p:nvPr/>
            </p:nvSpPr>
            <p:spPr bwMode="auto">
              <a:xfrm>
                <a:off x="5892055" y="4685957"/>
                <a:ext cx="2000824" cy="1654527"/>
              </a:xfrm>
              <a:custGeom>
                <a:gdLst>
                  <a:gd name="T0" fmla="*/ 1004 w 1051"/>
                  <a:gd name="T1" fmla="*/ 0 h 869"/>
                  <a:gd name="T2" fmla="*/ 218 w 1051"/>
                  <a:gd name="T3" fmla="*/ 0 h 869"/>
                  <a:gd name="T4" fmla="*/ 161 w 1051"/>
                  <a:gd name="T5" fmla="*/ 5 h 869"/>
                  <a:gd name="T6" fmla="*/ 0 w 1051"/>
                  <a:gd name="T7" fmla="*/ 186 h 869"/>
                  <a:gd name="T8" fmla="*/ 0 w 1051"/>
                  <a:gd name="T9" fmla="*/ 201 h 869"/>
                  <a:gd name="T10" fmla="*/ 0 w 1051"/>
                  <a:gd name="T11" fmla="*/ 818 h 869"/>
                  <a:gd name="T12" fmla="*/ 51 w 1051"/>
                  <a:gd name="T13" fmla="*/ 869 h 869"/>
                  <a:gd name="T14" fmla="*/ 110 w 1051"/>
                  <a:gd name="T15" fmla="*/ 869 h 869"/>
                  <a:gd name="T16" fmla="*/ 161 w 1051"/>
                  <a:gd name="T17" fmla="*/ 818 h 869"/>
                  <a:gd name="T18" fmla="*/ 161 w 1051"/>
                  <a:gd name="T19" fmla="*/ 101 h 869"/>
                  <a:gd name="T20" fmla="*/ 214 w 1051"/>
                  <a:gd name="T21" fmla="*/ 92 h 869"/>
                  <a:gd name="T22" fmla="*/ 1005 w 1051"/>
                  <a:gd name="T23" fmla="*/ 92 h 869"/>
                  <a:gd name="T24" fmla="*/ 1051 w 1051"/>
                  <a:gd name="T25" fmla="*/ 46 h 869"/>
                  <a:gd name="T26" fmla="*/ 1004 w 1051"/>
                  <a:gd name="T27" fmla="*/ 0 h 86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51" h="869">
                    <a:moveTo>
                      <a:pt x="1004" y="0"/>
                    </a:moveTo>
                    <a:cubicBezTo>
                      <a:pt x="998" y="1"/>
                      <a:pt x="364" y="6"/>
                      <a:pt x="218" y="0"/>
                    </a:cubicBezTo>
                    <a:cubicBezTo>
                      <a:pt x="197" y="0"/>
                      <a:pt x="178" y="2"/>
                      <a:pt x="161" y="5"/>
                    </a:cubicBezTo>
                    <a:cubicBezTo>
                      <a:pt x="53" y="28"/>
                      <a:pt x="9" y="127"/>
                      <a:pt x="0" y="186"/>
                    </a:cubicBezTo>
                    <a:cubicBezTo>
                      <a:pt x="0" y="201"/>
                      <a:pt x="0" y="201"/>
                      <a:pt x="0" y="201"/>
                    </a:cubicBezTo>
                    <a:cubicBezTo>
                      <a:pt x="0" y="818"/>
                      <a:pt x="0" y="818"/>
                      <a:pt x="0" y="818"/>
                    </a:cubicBezTo>
                    <a:cubicBezTo>
                      <a:pt x="0" y="846"/>
                      <a:pt x="23" y="869"/>
                      <a:pt x="51" y="869"/>
                    </a:cubicBezTo>
                    <a:cubicBezTo>
                      <a:pt x="110" y="869"/>
                      <a:pt x="110" y="869"/>
                      <a:pt x="110" y="869"/>
                    </a:cubicBezTo>
                    <a:cubicBezTo>
                      <a:pt x="138" y="869"/>
                      <a:pt x="161" y="846"/>
                      <a:pt x="161" y="818"/>
                    </a:cubicBezTo>
                    <a:cubicBezTo>
                      <a:pt x="161" y="101"/>
                      <a:pt x="161" y="101"/>
                      <a:pt x="161" y="101"/>
                    </a:cubicBezTo>
                    <a:cubicBezTo>
                      <a:pt x="176" y="95"/>
                      <a:pt x="193" y="92"/>
                      <a:pt x="214" y="92"/>
                    </a:cubicBezTo>
                    <a:cubicBezTo>
                      <a:pt x="363" y="98"/>
                      <a:pt x="979" y="93"/>
                      <a:pt x="1005" y="92"/>
                    </a:cubicBezTo>
                    <a:cubicBezTo>
                      <a:pt x="1030" y="92"/>
                      <a:pt x="1051" y="71"/>
                      <a:pt x="1051" y="46"/>
                    </a:cubicBezTo>
                    <a:cubicBezTo>
                      <a:pt x="1050" y="21"/>
                      <a:pt x="1030" y="1"/>
                      <a:pt x="1004" y="0"/>
                    </a:cubicBezTo>
                    <a:close/>
                  </a:path>
                </a:pathLst>
              </a:custGeom>
              <a:gradFill flip="none" rotWithShape="1">
                <a:gsLst>
                  <a:gs pos="57000">
                    <a:srgbClr val="2DA3DD"/>
                  </a:gs>
                  <a:gs pos="0">
                    <a:srgbClr val="2C6CA7"/>
                  </a:gs>
                </a:gsLst>
                <a:lin ang="18900000" scaled="1"/>
              </a:gradFill>
              <a:ln>
                <a:noFill/>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4" name="椭圆 13"/>
              <p:cNvSpPr/>
              <p:nvPr/>
            </p:nvSpPr>
            <p:spPr>
              <a:xfrm>
                <a:off x="7453936" y="4401093"/>
                <a:ext cx="714840" cy="714840"/>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sp>
          <p:nvSpPr>
            <p:cNvPr id="18" name="TextBox 682"/>
            <p:cNvSpPr txBox="1"/>
            <p:nvPr/>
          </p:nvSpPr>
          <p:spPr>
            <a:xfrm>
              <a:off x="7585011" y="4506103"/>
              <a:ext cx="425116"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pPr algn="ctr" defTabSz="1219170"/>
              <a:r>
                <a:rPr lang="en-US" altLang="zh-CN" sz="2667">
                  <a:solidFill>
                    <a:srgbClr val="FFFFFF"/>
                  </a:solidFill>
                  <a:latin typeface="+mn-lt"/>
                  <a:ea typeface="+mn-ea"/>
                  <a:cs typeface="+mn-ea"/>
                  <a:sym typeface="+mn-lt"/>
                </a:rPr>
                <a:t>A</a:t>
              </a:r>
              <a:endParaRPr lang="zh-CN" altLang="en-US" sz="2667">
                <a:solidFill>
                  <a:srgbClr val="FFFFFF"/>
                </a:solidFill>
                <a:latin typeface="+mn-lt"/>
                <a:ea typeface="+mn-ea"/>
                <a:cs typeface="+mn-ea"/>
                <a:sym typeface="+mn-lt"/>
              </a:endParaRPr>
            </a:p>
          </p:txBody>
        </p:sp>
      </p:grpSp>
      <p:grpSp>
        <p:nvGrpSpPr>
          <p:cNvPr id="34" name="组合 33"/>
          <p:cNvGrpSpPr/>
          <p:nvPr/>
        </p:nvGrpSpPr>
        <p:grpSpPr>
          <a:xfrm>
            <a:off x="3841631" y="3098963"/>
            <a:ext cx="2356411" cy="1940619"/>
            <a:chOff x="3841631" y="3098963"/>
            <a:chExt cx="2356411" cy="1940619"/>
          </a:xfrm>
        </p:grpSpPr>
        <p:sp>
          <p:nvSpPr>
            <p:cNvPr id="16" name="椭圆 15"/>
            <p:cNvSpPr/>
            <p:nvPr/>
          </p:nvSpPr>
          <p:spPr>
            <a:xfrm>
              <a:off x="3841631" y="3098963"/>
              <a:ext cx="714840" cy="714840"/>
            </a:xfrm>
            <a:prstGeom prst="ellipse">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nvGrpSpPr>
            <p:cNvPr id="33" name="组合 32"/>
            <p:cNvGrpSpPr/>
            <p:nvPr/>
          </p:nvGrpSpPr>
          <p:grpSpPr>
            <a:xfrm>
              <a:off x="4005069" y="3196216"/>
              <a:ext cx="2192973" cy="1843366"/>
              <a:chOff x="4005069" y="3196216"/>
              <a:chExt cx="2192973" cy="1843366"/>
            </a:xfrm>
          </p:grpSpPr>
          <p:sp>
            <p:nvSpPr>
              <p:cNvPr id="6" name="Freeform 142"/>
              <p:cNvSpPr/>
              <p:nvPr/>
            </p:nvSpPr>
            <p:spPr bwMode="auto">
              <a:xfrm>
                <a:off x="4199051" y="3372229"/>
                <a:ext cx="1998991" cy="1667353"/>
              </a:xfrm>
              <a:custGeom>
                <a:gdLst>
                  <a:gd name="T0" fmla="*/ 889 w 1050"/>
                  <a:gd name="T1" fmla="*/ 6 h 876"/>
                  <a:gd name="T2" fmla="*/ 833 w 1050"/>
                  <a:gd name="T3" fmla="*/ 1 h 876"/>
                  <a:gd name="T4" fmla="*/ 46 w 1050"/>
                  <a:gd name="T5" fmla="*/ 1 h 876"/>
                  <a:gd name="T6" fmla="*/ 0 w 1050"/>
                  <a:gd name="T7" fmla="*/ 47 h 876"/>
                  <a:gd name="T8" fmla="*/ 46 w 1050"/>
                  <a:gd name="T9" fmla="*/ 93 h 876"/>
                  <a:gd name="T10" fmla="*/ 836 w 1050"/>
                  <a:gd name="T11" fmla="*/ 93 h 876"/>
                  <a:gd name="T12" fmla="*/ 889 w 1050"/>
                  <a:gd name="T13" fmla="*/ 102 h 876"/>
                  <a:gd name="T14" fmla="*/ 889 w 1050"/>
                  <a:gd name="T15" fmla="*/ 876 h 876"/>
                  <a:gd name="T16" fmla="*/ 1050 w 1050"/>
                  <a:gd name="T17" fmla="*/ 695 h 876"/>
                  <a:gd name="T18" fmla="*/ 1050 w 1050"/>
                  <a:gd name="T19" fmla="*/ 202 h 876"/>
                  <a:gd name="T20" fmla="*/ 1050 w 1050"/>
                  <a:gd name="T21" fmla="*/ 186 h 876"/>
                  <a:gd name="T22" fmla="*/ 889 w 1050"/>
                  <a:gd name="T23" fmla="*/ 6 h 876"/>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50" h="876">
                    <a:moveTo>
                      <a:pt x="889" y="6"/>
                    </a:moveTo>
                    <a:cubicBezTo>
                      <a:pt x="872" y="2"/>
                      <a:pt x="853" y="0"/>
                      <a:pt x="833" y="1"/>
                    </a:cubicBezTo>
                    <a:cubicBezTo>
                      <a:pt x="687" y="6"/>
                      <a:pt x="53" y="1"/>
                      <a:pt x="46" y="1"/>
                    </a:cubicBezTo>
                    <a:cubicBezTo>
                      <a:pt x="21" y="1"/>
                      <a:pt x="0" y="21"/>
                      <a:pt x="0" y="47"/>
                    </a:cubicBezTo>
                    <a:cubicBezTo>
                      <a:pt x="0" y="72"/>
                      <a:pt x="20" y="93"/>
                      <a:pt x="46" y="93"/>
                    </a:cubicBezTo>
                    <a:cubicBezTo>
                      <a:pt x="72" y="93"/>
                      <a:pt x="688" y="98"/>
                      <a:pt x="836" y="93"/>
                    </a:cubicBezTo>
                    <a:cubicBezTo>
                      <a:pt x="857" y="92"/>
                      <a:pt x="875" y="96"/>
                      <a:pt x="889" y="102"/>
                    </a:cubicBezTo>
                    <a:cubicBezTo>
                      <a:pt x="889" y="876"/>
                      <a:pt x="889" y="876"/>
                      <a:pt x="889" y="876"/>
                    </a:cubicBezTo>
                    <a:cubicBezTo>
                      <a:pt x="898" y="817"/>
                      <a:pt x="942" y="718"/>
                      <a:pt x="1050" y="695"/>
                    </a:cubicBezTo>
                    <a:cubicBezTo>
                      <a:pt x="1050" y="202"/>
                      <a:pt x="1050" y="202"/>
                      <a:pt x="1050" y="202"/>
                    </a:cubicBezTo>
                    <a:cubicBezTo>
                      <a:pt x="1050" y="186"/>
                      <a:pt x="1050" y="186"/>
                      <a:pt x="1050" y="186"/>
                    </a:cubicBezTo>
                    <a:cubicBezTo>
                      <a:pt x="1041" y="128"/>
                      <a:pt x="997" y="29"/>
                      <a:pt x="889" y="6"/>
                    </a:cubicBezTo>
                    <a:close/>
                  </a:path>
                </a:pathLst>
              </a:custGeom>
              <a:gradFill>
                <a:gsLst>
                  <a:gs pos="84000">
                    <a:srgbClr val="F5C130"/>
                  </a:gs>
                  <a:gs pos="0">
                    <a:srgbClr val="E5A010"/>
                  </a:gs>
                </a:gsLst>
                <a:lin ang="18900000" scaled="1"/>
              </a:gradFill>
              <a:ln>
                <a:noFill/>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9" name="TextBox 682"/>
              <p:cNvSpPr txBox="1"/>
              <p:nvPr/>
            </p:nvSpPr>
            <p:spPr>
              <a:xfrm>
                <a:off x="4005069" y="3196216"/>
                <a:ext cx="399468"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pPr algn="ctr" defTabSz="1219170"/>
                <a:r>
                  <a:rPr lang="en-US" altLang="zh-CN" sz="2667">
                    <a:solidFill>
                      <a:srgbClr val="FFFFFF"/>
                    </a:solidFill>
                    <a:latin typeface="+mn-lt"/>
                    <a:ea typeface="+mn-ea"/>
                    <a:cs typeface="+mn-ea"/>
                    <a:sym typeface="+mn-lt"/>
                  </a:rPr>
                  <a:t>B</a:t>
                </a:r>
                <a:endParaRPr lang="zh-CN" altLang="en-US" sz="2667">
                  <a:solidFill>
                    <a:srgbClr val="FFFFFF"/>
                  </a:solidFill>
                  <a:latin typeface="+mn-lt"/>
                  <a:ea typeface="+mn-ea"/>
                  <a:cs typeface="+mn-ea"/>
                  <a:sym typeface="+mn-lt"/>
                </a:endParaRPr>
              </a:p>
            </p:txBody>
          </p:sp>
        </p:grpSp>
      </p:grpSp>
      <p:grpSp>
        <p:nvGrpSpPr>
          <p:cNvPr id="23" name="组合 22"/>
          <p:cNvGrpSpPr/>
          <p:nvPr/>
        </p:nvGrpSpPr>
        <p:grpSpPr>
          <a:xfrm>
            <a:off x="8305460" y="1510362"/>
            <a:ext cx="2751534" cy="976035"/>
            <a:chOff x="820148" y="2482576"/>
            <a:chExt cx="2751534" cy="976035"/>
          </a:xfrm>
        </p:grpSpPr>
        <p:sp>
          <p:nvSpPr>
            <p:cNvPr id="24" name="文本框 23"/>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25" name="文本框 24"/>
            <p:cNvSpPr txBox="1"/>
            <p:nvPr/>
          </p:nvSpPr>
          <p:spPr>
            <a:xfrm>
              <a:off x="820148" y="2935391"/>
              <a:ext cx="2751534"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26" name="组合 25"/>
          <p:cNvGrpSpPr/>
          <p:nvPr/>
        </p:nvGrpSpPr>
        <p:grpSpPr>
          <a:xfrm>
            <a:off x="8305460" y="4197939"/>
            <a:ext cx="2751534" cy="976035"/>
            <a:chOff x="820148" y="2482576"/>
            <a:chExt cx="2751534" cy="976035"/>
          </a:xfrm>
        </p:grpSpPr>
        <p:sp>
          <p:nvSpPr>
            <p:cNvPr id="27" name="文本框 26"/>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28" name="文本框 27"/>
            <p:cNvSpPr txBox="1"/>
            <p:nvPr/>
          </p:nvSpPr>
          <p:spPr>
            <a:xfrm>
              <a:off x="820148" y="2935391"/>
              <a:ext cx="2751534"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29" name="组合 28"/>
          <p:cNvGrpSpPr/>
          <p:nvPr/>
        </p:nvGrpSpPr>
        <p:grpSpPr>
          <a:xfrm>
            <a:off x="934465" y="2959581"/>
            <a:ext cx="2751534" cy="976035"/>
            <a:chOff x="820148" y="2482576"/>
            <a:chExt cx="2751534" cy="976035"/>
          </a:xfrm>
        </p:grpSpPr>
        <p:sp>
          <p:nvSpPr>
            <p:cNvPr id="30" name="文本框 29"/>
            <p:cNvSpPr txBox="1"/>
            <p:nvPr/>
          </p:nvSpPr>
          <p:spPr>
            <a:xfrm>
              <a:off x="1950725" y="2482576"/>
              <a:ext cx="1620957" cy="523220"/>
            </a:xfrm>
            <a:prstGeom prst="rect">
              <a:avLst/>
            </a:prstGeom>
            <a:noFill/>
          </p:spPr>
          <p:txBody>
            <a:bodyPr wrap="none" rtlCol="0">
              <a:spAutoFit/>
            </a:bodyPr>
            <a:lstStyle/>
            <a:p>
              <a:pPr algn="r" eaLnBrk="0" hangingPunct="0">
                <a:defRPr/>
              </a:pPr>
              <a:r>
                <a:rPr lang="zh-CN" altLang="en-US" sz="2800">
                  <a:cs typeface="+mn-ea"/>
                  <a:sym typeface="+mn-lt"/>
                </a:rPr>
                <a:t>添加标题</a:t>
              </a:r>
              <a:endParaRPr lang="en-US" altLang="zh-CN" sz="2800">
                <a:cs typeface="+mn-ea"/>
                <a:sym typeface="+mn-lt"/>
              </a:endParaRPr>
            </a:p>
          </p:txBody>
        </p:sp>
        <p:sp>
          <p:nvSpPr>
            <p:cNvPr id="31" name="文本框 30"/>
            <p:cNvSpPr txBox="1"/>
            <p:nvPr/>
          </p:nvSpPr>
          <p:spPr>
            <a:xfrm>
              <a:off x="820148" y="2935391"/>
              <a:ext cx="2751534" cy="523220"/>
            </a:xfrm>
            <a:prstGeom prst="rect">
              <a:avLst/>
            </a:prstGeom>
            <a:noFill/>
          </p:spPr>
          <p:txBody>
            <a:bodyPr wrap="square" rtlCol="0">
              <a:spAutoFit/>
            </a:bodyPr>
            <a:lstStyle/>
            <a:p>
              <a:pPr algn="r"/>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37" name="组合 36"/>
          <p:cNvGrpSpPr/>
          <p:nvPr/>
        </p:nvGrpSpPr>
        <p:grpSpPr>
          <a:xfrm>
            <a:off x="270670" y="143324"/>
            <a:ext cx="3530602" cy="656435"/>
            <a:chOff x="270670" y="143324"/>
            <a:chExt cx="3530602" cy="656435"/>
          </a:xfrm>
        </p:grpSpPr>
        <p:grpSp>
          <p:nvGrpSpPr>
            <p:cNvPr id="38" name="组合 37"/>
            <p:cNvGrpSpPr/>
            <p:nvPr/>
          </p:nvGrpSpPr>
          <p:grpSpPr>
            <a:xfrm rot="16200000">
              <a:off x="279666" y="181091"/>
              <a:ext cx="596991" cy="614984"/>
              <a:chOff x="315186" y="9489"/>
              <a:chExt cx="1252592" cy="1290343"/>
            </a:xfrm>
          </p:grpSpPr>
          <p:sp>
            <p:nvSpPr>
              <p:cNvPr id="42" name="圆角矩形 41"/>
              <p:cNvSpPr/>
              <p:nvPr/>
            </p:nvSpPr>
            <p:spPr>
              <a:xfrm rot="18900000">
                <a:off x="315186" y="9489"/>
                <a:ext cx="1252592" cy="539672"/>
              </a:xfrm>
              <a:prstGeom prst="roundRect">
                <a:avLst>
                  <a:gd name="adj" fmla="val 12668"/>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圆角矩形 42"/>
              <p:cNvSpPr/>
              <p:nvPr/>
            </p:nvSpPr>
            <p:spPr>
              <a:xfrm rot="2700000">
                <a:off x="874702" y="766822"/>
                <a:ext cx="533010" cy="533010"/>
              </a:xfrm>
              <a:prstGeom prst="roundRect">
                <a:avLst>
                  <a:gd name="adj" fmla="val 14919"/>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9" name="组合 38"/>
            <p:cNvGrpSpPr/>
            <p:nvPr/>
          </p:nvGrpSpPr>
          <p:grpSpPr>
            <a:xfrm>
              <a:off x="1004038" y="143324"/>
              <a:ext cx="2797234" cy="656435"/>
              <a:chOff x="716110" y="187653"/>
              <a:chExt cx="2797234" cy="656435"/>
            </a:xfrm>
          </p:grpSpPr>
          <p:sp>
            <p:nvSpPr>
              <p:cNvPr id="40" name="文本框 39"/>
              <p:cNvSpPr txBox="1"/>
              <p:nvPr/>
            </p:nvSpPr>
            <p:spPr>
              <a:xfrm>
                <a:off x="716110" y="187653"/>
                <a:ext cx="2713695" cy="438582"/>
              </a:xfrm>
              <a:prstGeom prst="rect">
                <a:avLst/>
              </a:prstGeom>
              <a:noFill/>
            </p:spPr>
            <p:txBody>
              <a:bodyPr wrap="square" lIns="68580" tIns="34290" rIns="68580" bIns="34290" rtlCol="0">
                <a:spAutoFit/>
              </a:bodyPr>
              <a:lstStyle/>
              <a:p>
                <a:pPr defTabSz="685800"/>
                <a:r>
                  <a:rPr lang="zh-CN" altLang="en-US" sz="2400">
                    <a:solidFill>
                      <a:schemeClr val="tx1">
                        <a:lumMod val="65000"/>
                        <a:lumOff val="35000"/>
                      </a:schemeClr>
                    </a:solidFill>
                    <a:cs typeface="+mn-ea"/>
                    <a:sym typeface="+mn-lt"/>
                  </a:rPr>
                  <a:t>单击输入标题内容</a:t>
                </a:r>
                <a:endParaRPr lang="zh-CN" altLang="en-US" sz="2400">
                  <a:solidFill>
                    <a:schemeClr val="tx1">
                      <a:lumMod val="65000"/>
                      <a:lumOff val="35000"/>
                    </a:schemeClr>
                  </a:solidFill>
                  <a:cs typeface="+mn-ea"/>
                  <a:sym typeface="+mn-lt"/>
                </a:endParaRPr>
              </a:p>
            </p:txBody>
          </p:sp>
          <p:sp>
            <p:nvSpPr>
              <p:cNvPr id="41" name="文本框 40"/>
              <p:cNvSpPr txBox="1"/>
              <p:nvPr/>
            </p:nvSpPr>
            <p:spPr>
              <a:xfrm>
                <a:off x="716110" y="553111"/>
                <a:ext cx="2797234" cy="290977"/>
              </a:xfrm>
              <a:prstGeom prst="rect">
                <a:avLst/>
              </a:prstGeom>
              <a:noFill/>
            </p:spPr>
            <p:txBody>
              <a:bodyPr wrap="square" rtlCol="0">
                <a:spAutoFit/>
              </a:bodyPr>
              <a:lstStyle/>
              <a:p>
                <a:pPr>
                  <a:lnSpc>
                    <a:spcPct val="130000"/>
                  </a:lnSpc>
                </a:pPr>
                <a:r>
                  <a:rPr lang="en-US" altLang="zh-CN" sz="1100">
                    <a:solidFill>
                      <a:schemeClr val="tx1">
                        <a:lumMod val="50000"/>
                        <a:lumOff val="50000"/>
                      </a:schemeClr>
                    </a:solidFill>
                    <a:cs typeface="+mn-ea"/>
                    <a:sym typeface="+mn-lt"/>
                  </a:rPr>
                  <a:t>Add You Text Here Add You Text Here</a:t>
                </a:r>
              </a:p>
            </p:txBody>
          </p:sp>
        </p:grpSp>
      </p:grpSp>
    </p:spTree>
    <p:extLst>
      <p:ext uri="{BB962C8B-B14F-4D97-AF65-F5344CB8AC3E}">
        <p14:creationId xmlns:p14="http://schemas.microsoft.com/office/powerpoint/2010/main" val="502701388"/>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anim calcmode="lin" valueType="num">
                                      <p:cBhvr>
                                        <p:cTn id="8" dur="1000" fill="hold"/>
                                        <p:tgtEl>
                                          <p:spTgt spid="35"/>
                                        </p:tgtEl>
                                        <p:attrNameLst>
                                          <p:attrName>ppt_x</p:attrName>
                                        </p:attrNameLst>
                                      </p:cBhvr>
                                      <p:tavLst>
                                        <p:tav tm="0">
                                          <p:val>
                                            <p:strVal val="#ppt_x"/>
                                          </p:val>
                                        </p:tav>
                                        <p:tav tm="100000">
                                          <p:val>
                                            <p:strVal val="#ppt_x"/>
                                          </p:val>
                                        </p:tav>
                                      </p:tavLst>
                                    </p:anim>
                                    <p:anim calcmode="lin" valueType="num">
                                      <p:cBhvr>
                                        <p:cTn id="9" dur="1000" fill="hold"/>
                                        <p:tgtEl>
                                          <p:spTgt spid="3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1000"/>
                                        <p:tgtEl>
                                          <p:spTgt spid="34"/>
                                        </p:tgtEl>
                                      </p:cBhvr>
                                    </p:animEffect>
                                    <p:anim calcmode="lin" valueType="num">
                                      <p:cBhvr>
                                        <p:cTn id="13" dur="1000" fill="hold"/>
                                        <p:tgtEl>
                                          <p:spTgt spid="34"/>
                                        </p:tgtEl>
                                        <p:attrNameLst>
                                          <p:attrName>ppt_x</p:attrName>
                                        </p:attrNameLst>
                                      </p:cBhvr>
                                      <p:tavLst>
                                        <p:tav tm="0">
                                          <p:val>
                                            <p:strVal val="#ppt_x"/>
                                          </p:val>
                                        </p:tav>
                                        <p:tav tm="100000">
                                          <p:val>
                                            <p:strVal val="#ppt_x"/>
                                          </p:val>
                                        </p:tav>
                                      </p:tavLst>
                                    </p:anim>
                                    <p:anim calcmode="lin" valueType="num">
                                      <p:cBhvr>
                                        <p:cTn id="14" dur="1000" fill="hold"/>
                                        <p:tgtEl>
                                          <p:spTgt spid="3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1000"/>
                                        <p:tgtEl>
                                          <p:spTgt spid="36"/>
                                        </p:tgtEl>
                                      </p:cBhvr>
                                    </p:animEffect>
                                    <p:anim calcmode="lin" valueType="num">
                                      <p:cBhvr>
                                        <p:cTn id="18" dur="1000" fill="hold"/>
                                        <p:tgtEl>
                                          <p:spTgt spid="36"/>
                                        </p:tgtEl>
                                        <p:attrNameLst>
                                          <p:attrName>ppt_x</p:attrName>
                                        </p:attrNameLst>
                                      </p:cBhvr>
                                      <p:tavLst>
                                        <p:tav tm="0">
                                          <p:val>
                                            <p:strVal val="#ppt_x"/>
                                          </p:val>
                                        </p:tav>
                                        <p:tav tm="100000">
                                          <p:val>
                                            <p:strVal val="#ppt_x"/>
                                          </p:val>
                                        </p:tav>
                                      </p:tavLst>
                                    </p:anim>
                                    <p:anim calcmode="lin" valueType="num">
                                      <p:cBhvr>
                                        <p:cTn id="19" dur="1000" fill="hold"/>
                                        <p:tgtEl>
                                          <p:spTgt spid="3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anim calcmode="lin" valueType="num">
                                      <p:cBhvr>
                                        <p:cTn id="23" dur="1000" fill="hold"/>
                                        <p:tgtEl>
                                          <p:spTgt spid="3"/>
                                        </p:tgtEl>
                                        <p:attrNameLst>
                                          <p:attrName>ppt_x</p:attrName>
                                        </p:attrNameLst>
                                      </p:cBhvr>
                                      <p:tavLst>
                                        <p:tav tm="0">
                                          <p:val>
                                            <p:strVal val="#ppt_x"/>
                                          </p:val>
                                        </p:tav>
                                        <p:tav tm="100000">
                                          <p:val>
                                            <p:strVal val="#ppt_x"/>
                                          </p:val>
                                        </p:tav>
                                      </p:tavLst>
                                    </p:anim>
                                    <p:anim calcmode="lin" valueType="num">
                                      <p:cBhvr>
                                        <p:cTn id="24" dur="1000" fill="hold"/>
                                        <p:tgtEl>
                                          <p:spTgt spid="3"/>
                                        </p:tgtEl>
                                        <p:attrNameLst>
                                          <p:attrName>ppt_y</p:attrName>
                                        </p:attrNameLst>
                                      </p:cBhvr>
                                      <p:tavLst>
                                        <p:tav tm="0">
                                          <p:val>
                                            <p:strVal val="#ppt_y+.1"/>
                                          </p:val>
                                        </p:tav>
                                        <p:tav tm="100000">
                                          <p:val>
                                            <p:strVal val="#ppt_y"/>
                                          </p:val>
                                        </p:tav>
                                      </p:tavLst>
                                    </p:anim>
                                  </p:childTnLst>
                                </p:cTn>
                              </p:par>
                            </p:childTnLst>
                          </p:cTn>
                        </p:par>
                        <p:par>
                          <p:cTn id="25" fill="hold" nodeType="afterGroup">
                            <p:stCondLst>
                              <p:cond delay="1000"/>
                            </p:stCondLst>
                            <p:childTnLst>
                              <p:par>
                                <p:cTn id="26" presetID="42" presetClass="entr" presetSubtype="0" fill="hold" nodeType="after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1000"/>
                                        <p:tgtEl>
                                          <p:spTgt spid="23"/>
                                        </p:tgtEl>
                                      </p:cBhvr>
                                    </p:animEffect>
                                    <p:anim calcmode="lin" valueType="num">
                                      <p:cBhvr>
                                        <p:cTn id="29" dur="1000" fill="hold"/>
                                        <p:tgtEl>
                                          <p:spTgt spid="23"/>
                                        </p:tgtEl>
                                        <p:attrNameLst>
                                          <p:attrName>ppt_x</p:attrName>
                                        </p:attrNameLst>
                                      </p:cBhvr>
                                      <p:tavLst>
                                        <p:tav tm="0">
                                          <p:val>
                                            <p:strVal val="#ppt_x"/>
                                          </p:val>
                                        </p:tav>
                                        <p:tav tm="100000">
                                          <p:val>
                                            <p:strVal val="#ppt_x"/>
                                          </p:val>
                                        </p:tav>
                                      </p:tavLst>
                                    </p:anim>
                                    <p:anim calcmode="lin" valueType="num">
                                      <p:cBhvr>
                                        <p:cTn id="30" dur="1000" fill="hold"/>
                                        <p:tgtEl>
                                          <p:spTgt spid="23"/>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1000"/>
                                        <p:tgtEl>
                                          <p:spTgt spid="26"/>
                                        </p:tgtEl>
                                      </p:cBhvr>
                                    </p:animEffect>
                                    <p:anim calcmode="lin" valueType="num">
                                      <p:cBhvr>
                                        <p:cTn id="34" dur="1000" fill="hold"/>
                                        <p:tgtEl>
                                          <p:spTgt spid="26"/>
                                        </p:tgtEl>
                                        <p:attrNameLst>
                                          <p:attrName>ppt_x</p:attrName>
                                        </p:attrNameLst>
                                      </p:cBhvr>
                                      <p:tavLst>
                                        <p:tav tm="0">
                                          <p:val>
                                            <p:strVal val="#ppt_x"/>
                                          </p:val>
                                        </p:tav>
                                        <p:tav tm="100000">
                                          <p:val>
                                            <p:strVal val="#ppt_x"/>
                                          </p:val>
                                        </p:tav>
                                      </p:tavLst>
                                    </p:anim>
                                    <p:anim calcmode="lin" valueType="num">
                                      <p:cBhvr>
                                        <p:cTn id="35" dur="1000" fill="hold"/>
                                        <p:tgtEl>
                                          <p:spTgt spid="26"/>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1000"/>
                                        <p:tgtEl>
                                          <p:spTgt spid="29"/>
                                        </p:tgtEl>
                                      </p:cBhvr>
                                    </p:animEffect>
                                    <p:anim calcmode="lin" valueType="num">
                                      <p:cBhvr>
                                        <p:cTn id="39" dur="1000" fill="hold"/>
                                        <p:tgtEl>
                                          <p:spTgt spid="29"/>
                                        </p:tgtEl>
                                        <p:attrNameLst>
                                          <p:attrName>ppt_x</p:attrName>
                                        </p:attrNameLst>
                                      </p:cBhvr>
                                      <p:tavLst>
                                        <p:tav tm="0">
                                          <p:val>
                                            <p:strVal val="#ppt_x"/>
                                          </p:val>
                                        </p:tav>
                                        <p:tav tm="100000">
                                          <p:val>
                                            <p:strVal val="#ppt_x"/>
                                          </p:val>
                                        </p:tav>
                                      </p:tavLst>
                                    </p:anim>
                                    <p:anim calcmode="lin" valueType="num">
                                      <p:cBhvr>
                                        <p:cTn id="4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xml><?xml version="1.0" encoding="utf-8"?>
<p:sld xmlns:a14="http://schemas.microsoft.com/office/drawing/2010/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5" name="椭圆 4"/>
          <p:cNvSpPr/>
          <p:nvPr/>
        </p:nvSpPr>
        <p:spPr>
          <a:xfrm flipH="1">
            <a:off x="1639415" y="1815207"/>
            <a:ext cx="3795911" cy="3795911"/>
          </a:xfrm>
          <a:prstGeom prst="ellipse">
            <a:avLst/>
          </a:prstGeom>
          <a:noFill/>
          <a:ln w="19050">
            <a:solidFill>
              <a:schemeClr val="tx1">
                <a:lumMod val="85000"/>
                <a:lumOff val="15000"/>
                <a:alpha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nvGrpSpPr>
          <p:cNvPr id="34" name="组合 33"/>
          <p:cNvGrpSpPr/>
          <p:nvPr/>
        </p:nvGrpSpPr>
        <p:grpSpPr>
          <a:xfrm>
            <a:off x="4847518" y="2143684"/>
            <a:ext cx="759868" cy="759866"/>
            <a:chOff x="4764331" y="2165271"/>
            <a:chExt cx="869091" cy="869091"/>
          </a:xfrm>
        </p:grpSpPr>
        <p:sp>
          <p:nvSpPr>
            <p:cNvPr id="23" name="圆角矩形 22"/>
            <p:cNvSpPr/>
            <p:nvPr/>
          </p:nvSpPr>
          <p:spPr>
            <a:xfrm rot="2700000" flipH="1" flipV="1">
              <a:off x="4764331" y="2165271"/>
              <a:ext cx="869091" cy="869091"/>
            </a:xfrm>
            <a:prstGeom prst="roundRect">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cs typeface="+mn-ea"/>
                <a:sym typeface="+mn-lt"/>
              </a:endParaRPr>
            </a:p>
          </p:txBody>
        </p:sp>
        <p:sp>
          <p:nvSpPr>
            <p:cNvPr id="24" name="任意多边形: 形状 24"/>
            <p:cNvSpPr/>
            <p:nvPr/>
          </p:nvSpPr>
          <p:spPr>
            <a:xfrm flipH="1">
              <a:off x="5034478" y="2455780"/>
              <a:ext cx="328796" cy="288074"/>
            </a:xfrm>
            <a:custGeom>
              <a:rect l="0" t="0" r="0" b="0"/>
              <a:pathLst>
                <a:path w="119999" h="119999"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p:spPr>
          <p:txBody>
            <a:bodyPr anchor="ctr"/>
            <a:lstStyle/>
            <a:p>
              <a:pPr algn="ctr"/>
              <a:endParaRPr>
                <a:cs typeface="+mn-ea"/>
                <a:sym typeface="+mn-lt"/>
              </a:endParaRPr>
            </a:p>
          </p:txBody>
        </p:sp>
      </p:grpSp>
      <p:grpSp>
        <p:nvGrpSpPr>
          <p:cNvPr id="36" name="组合 35"/>
          <p:cNvGrpSpPr/>
          <p:nvPr/>
        </p:nvGrpSpPr>
        <p:grpSpPr>
          <a:xfrm>
            <a:off x="4828905" y="4599710"/>
            <a:ext cx="759868" cy="759866"/>
            <a:chOff x="4745718" y="4621297"/>
            <a:chExt cx="869091" cy="869091"/>
          </a:xfrm>
        </p:grpSpPr>
        <p:sp>
          <p:nvSpPr>
            <p:cNvPr id="21" name="圆角矩形 20"/>
            <p:cNvSpPr/>
            <p:nvPr/>
          </p:nvSpPr>
          <p:spPr>
            <a:xfrm rot="2700000" flipH="1" flipV="1">
              <a:off x="4745718" y="4621297"/>
              <a:ext cx="869091" cy="869091"/>
            </a:xfrm>
            <a:prstGeom prst="roundRect">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cs typeface="+mn-ea"/>
                <a:sym typeface="+mn-lt"/>
              </a:endParaRPr>
            </a:p>
          </p:txBody>
        </p:sp>
        <p:sp>
          <p:nvSpPr>
            <p:cNvPr id="22" name="任意多边形: 形状 22"/>
            <p:cNvSpPr/>
            <p:nvPr/>
          </p:nvSpPr>
          <p:spPr>
            <a:xfrm flipH="1">
              <a:off x="5015862" y="4893803"/>
              <a:ext cx="328802" cy="324080"/>
            </a:xfrm>
            <a:custGeom>
              <a:rect l="0" t="0" r="0" b="0"/>
              <a:pathLst>
                <a:path w="119999" h="119999" extrusionOk="0">
                  <a:moveTo>
                    <a:pt x="105647" y="48605"/>
                  </a:moveTo>
                  <a:lnTo>
                    <a:pt x="105647" y="48605"/>
                  </a:lnTo>
                  <a:cubicBezTo>
                    <a:pt x="104252" y="50016"/>
                    <a:pt x="104252" y="58487"/>
                    <a:pt x="114219" y="64134"/>
                  </a:cubicBezTo>
                  <a:cubicBezTo>
                    <a:pt x="114219" y="64134"/>
                    <a:pt x="100066" y="66957"/>
                    <a:pt x="90299" y="54252"/>
                  </a:cubicBezTo>
                  <a:cubicBezTo>
                    <a:pt x="87308" y="54252"/>
                    <a:pt x="84518" y="55663"/>
                    <a:pt x="81727" y="55663"/>
                  </a:cubicBezTo>
                  <a:cubicBezTo>
                    <a:pt x="60598" y="55663"/>
                    <a:pt x="47840" y="42756"/>
                    <a:pt x="47840" y="27226"/>
                  </a:cubicBezTo>
                  <a:cubicBezTo>
                    <a:pt x="47840" y="12907"/>
                    <a:pt x="60598" y="0"/>
                    <a:pt x="81727" y="0"/>
                  </a:cubicBezTo>
                  <a:cubicBezTo>
                    <a:pt x="102857" y="0"/>
                    <a:pt x="119800" y="12907"/>
                    <a:pt x="119800" y="27226"/>
                  </a:cubicBezTo>
                  <a:cubicBezTo>
                    <a:pt x="119800" y="35697"/>
                    <a:pt x="114219" y="44168"/>
                    <a:pt x="105647" y="48605"/>
                  </a:cubicBezTo>
                  <a:close/>
                  <a:moveTo>
                    <a:pt x="40863" y="30050"/>
                  </a:moveTo>
                  <a:lnTo>
                    <a:pt x="40863" y="30050"/>
                  </a:lnTo>
                  <a:cubicBezTo>
                    <a:pt x="42259" y="46991"/>
                    <a:pt x="56411" y="61310"/>
                    <a:pt x="78936" y="62722"/>
                  </a:cubicBezTo>
                  <a:cubicBezTo>
                    <a:pt x="81727" y="62722"/>
                    <a:pt x="84518" y="62722"/>
                    <a:pt x="87308" y="61310"/>
                  </a:cubicBezTo>
                  <a:lnTo>
                    <a:pt x="87308" y="61310"/>
                  </a:lnTo>
                  <a:lnTo>
                    <a:pt x="87308" y="61310"/>
                  </a:lnTo>
                  <a:cubicBezTo>
                    <a:pt x="94485" y="68369"/>
                    <a:pt x="102857" y="69983"/>
                    <a:pt x="107043" y="69983"/>
                  </a:cubicBezTo>
                  <a:cubicBezTo>
                    <a:pt x="102857" y="88537"/>
                    <a:pt x="84518" y="102655"/>
                    <a:pt x="56411" y="102655"/>
                  </a:cubicBezTo>
                  <a:cubicBezTo>
                    <a:pt x="53621" y="102655"/>
                    <a:pt x="49435" y="101243"/>
                    <a:pt x="45049" y="99831"/>
                  </a:cubicBezTo>
                  <a:cubicBezTo>
                    <a:pt x="31096" y="119798"/>
                    <a:pt x="7176" y="115563"/>
                    <a:pt x="7176" y="115563"/>
                  </a:cubicBezTo>
                  <a:cubicBezTo>
                    <a:pt x="23920" y="108302"/>
                    <a:pt x="23920" y="94184"/>
                    <a:pt x="19734" y="92773"/>
                  </a:cubicBezTo>
                  <a:cubicBezTo>
                    <a:pt x="7176" y="85512"/>
                    <a:pt x="0" y="72806"/>
                    <a:pt x="0" y="59899"/>
                  </a:cubicBezTo>
                  <a:cubicBezTo>
                    <a:pt x="0" y="39932"/>
                    <a:pt x="18338" y="22789"/>
                    <a:pt x="43654" y="18554"/>
                  </a:cubicBezTo>
                  <a:cubicBezTo>
                    <a:pt x="42259" y="22789"/>
                    <a:pt x="40863" y="25815"/>
                    <a:pt x="40863" y="30050"/>
                  </a:cubicBezTo>
                  <a:close/>
                </a:path>
              </a:pathLst>
            </a:custGeom>
            <a:solidFill>
              <a:schemeClr val="bg1"/>
            </a:solidFill>
            <a:ln>
              <a:noFill/>
            </a:ln>
          </p:spPr>
          <p:txBody>
            <a:bodyPr anchor="ctr"/>
            <a:lstStyle/>
            <a:p>
              <a:pPr algn="ctr"/>
              <a:endParaRPr>
                <a:cs typeface="+mn-ea"/>
                <a:sym typeface="+mn-lt"/>
              </a:endParaRPr>
            </a:p>
          </p:txBody>
        </p:sp>
      </p:grpSp>
      <p:pic>
        <p:nvPicPr>
          <p:cNvPr id="4" name="图片占位符 3"/>
          <p:cNvPicPr>
            <a:picLocks noGrp="1" noChangeAspect="1"/>
          </p:cNvPicPr>
          <p:nvPr>
            <p:ph type="pic" sz="quarter" idx="10"/>
          </p:nvPr>
        </p:nvPicPr>
        <p:blipFill>
          <a:blip r:embed="Recba246a2c364234">
            <a:extLst>
              <a:ext uri="{28A0092B-C50C-407E-A947-70E740481C1C}">
                <a14:useLocalDpi xmlns:a14="http://schemas.microsoft.com/office/drawing/2010/main"/>
              </a:ext>
            </a:extLst>
          </a:blip>
          <a:stretch>
            <a:fillRect/>
          </a:stretch>
        </p:blipFill>
        <p:spPr>
          <a:xfrm>
            <a:off x="1991027" y="2166818"/>
            <a:ext cx="3092686" cy="3092688"/>
          </a:xfrm>
        </p:spPr>
      </p:pic>
      <p:grpSp>
        <p:nvGrpSpPr>
          <p:cNvPr id="35" name="组合 34"/>
          <p:cNvGrpSpPr/>
          <p:nvPr/>
        </p:nvGrpSpPr>
        <p:grpSpPr>
          <a:xfrm>
            <a:off x="5082305" y="3357711"/>
            <a:ext cx="759868" cy="759866"/>
            <a:chOff x="4999118" y="3354817"/>
            <a:chExt cx="869091" cy="869091"/>
          </a:xfrm>
        </p:grpSpPr>
        <p:sp>
          <p:nvSpPr>
            <p:cNvPr id="13" name="圆角矩形 12"/>
            <p:cNvSpPr/>
            <p:nvPr/>
          </p:nvSpPr>
          <p:spPr>
            <a:xfrm rot="2700000" flipH="1" flipV="1">
              <a:off x="4999118" y="3354817"/>
              <a:ext cx="869091" cy="869091"/>
            </a:xfrm>
            <a:prstGeom prst="roundRect">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cs typeface="+mn-ea"/>
                <a:sym typeface="+mn-lt"/>
              </a:endParaRPr>
            </a:p>
          </p:txBody>
        </p:sp>
        <p:sp>
          <p:nvSpPr>
            <p:cNvPr id="14" name="任意多边形: 形状 41"/>
            <p:cNvSpPr/>
            <p:nvPr/>
          </p:nvSpPr>
          <p:spPr>
            <a:xfrm flipH="1">
              <a:off x="5307662" y="3634942"/>
              <a:ext cx="252002" cy="308842"/>
            </a:xfrm>
            <a:custGeom>
              <a:rect l="0" t="0" r="0" b="0"/>
              <a:pathLst>
                <a:path w="119999" h="119999"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p:spPr>
          <p:txBody>
            <a:bodyPr anchor="ctr"/>
            <a:lstStyle/>
            <a:p>
              <a:pPr algn="ctr"/>
              <a:endParaRPr>
                <a:cs typeface="+mn-ea"/>
                <a:sym typeface="+mn-lt"/>
              </a:endParaRPr>
            </a:p>
          </p:txBody>
        </p:sp>
      </p:grpSp>
      <p:grpSp>
        <p:nvGrpSpPr>
          <p:cNvPr id="31" name="组合 30"/>
          <p:cNvGrpSpPr/>
          <p:nvPr/>
        </p:nvGrpSpPr>
        <p:grpSpPr>
          <a:xfrm>
            <a:off x="5969215" y="1836338"/>
            <a:ext cx="4624769" cy="1153391"/>
            <a:chOff x="820147" y="2482576"/>
            <a:chExt cx="4624769" cy="1153391"/>
          </a:xfrm>
        </p:grpSpPr>
        <p:sp>
          <p:nvSpPr>
            <p:cNvPr id="32" name="文本框 31"/>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33" name="文本框 32"/>
            <p:cNvSpPr txBox="1"/>
            <p:nvPr/>
          </p:nvSpPr>
          <p:spPr>
            <a:xfrm>
              <a:off x="820147" y="2935391"/>
              <a:ext cx="4624769" cy="700576"/>
            </a:xfrm>
            <a:prstGeom prst="rect">
              <a:avLst/>
            </a:prstGeom>
            <a:noFill/>
          </p:spPr>
          <p:txBody>
            <a:bodyPr wrap="square" rtlCol="0">
              <a:spAutoFit/>
            </a:bodyPr>
            <a:lstStyle/>
            <a:p>
              <a:pPr>
                <a:lnSpc>
                  <a:spcPct val="150000"/>
                </a:lnSpc>
              </a:pPr>
              <a:r>
                <a:rPr lang="zh-CN" altLang="en-US" sz="1400">
                  <a:solidFill>
                    <a:schemeClr val="tx1">
                      <a:lumMod val="75000"/>
                      <a:lumOff val="25000"/>
                    </a:schemeClr>
                  </a:solidFill>
                  <a:cs typeface="+mn-ea"/>
                  <a:sym typeface="+mn-lt"/>
                </a:rPr>
                <a:t>输入替换内容编辑文字输入替换编辑文字输入替换内容编辑文字输入替换内容编辑</a:t>
              </a:r>
              <a:r>
                <a:rPr lang="zh-CN" altLang="en-US" sz="1400">
                  <a:solidFill>
                    <a:schemeClr val="tx1">
                      <a:lumMod val="75000"/>
                      <a:lumOff val="25000"/>
                    </a:schemeClr>
                  </a:solidFill>
                  <a:cs typeface="+mn-ea"/>
                  <a:sym typeface="+mn-lt"/>
                </a:rPr>
                <a:t>文字</a:t>
              </a:r>
              <a:endParaRPr lang="en-US" altLang="zh-CN" sz="1400">
                <a:solidFill>
                  <a:schemeClr val="tx1">
                    <a:lumMod val="75000"/>
                    <a:lumOff val="25000"/>
                  </a:schemeClr>
                </a:solidFill>
                <a:cs typeface="+mn-ea"/>
                <a:sym typeface="+mn-lt"/>
              </a:endParaRPr>
            </a:p>
          </p:txBody>
        </p:sp>
      </p:grpSp>
      <p:grpSp>
        <p:nvGrpSpPr>
          <p:cNvPr id="37" name="组合 36"/>
          <p:cNvGrpSpPr/>
          <p:nvPr/>
        </p:nvGrpSpPr>
        <p:grpSpPr>
          <a:xfrm>
            <a:off x="6151492" y="3141904"/>
            <a:ext cx="4624769" cy="1153391"/>
            <a:chOff x="820147" y="2482576"/>
            <a:chExt cx="4624769" cy="1153391"/>
          </a:xfrm>
        </p:grpSpPr>
        <p:sp>
          <p:nvSpPr>
            <p:cNvPr id="38" name="文本框 37"/>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39" name="文本框 38"/>
            <p:cNvSpPr txBox="1"/>
            <p:nvPr/>
          </p:nvSpPr>
          <p:spPr>
            <a:xfrm>
              <a:off x="820147" y="2935391"/>
              <a:ext cx="4624769" cy="700576"/>
            </a:xfrm>
            <a:prstGeom prst="rect">
              <a:avLst/>
            </a:prstGeom>
            <a:noFill/>
          </p:spPr>
          <p:txBody>
            <a:bodyPr wrap="square" rtlCol="0">
              <a:spAutoFit/>
            </a:bodyPr>
            <a:lstStyle/>
            <a:p>
              <a:pPr>
                <a:lnSpc>
                  <a:spcPct val="150000"/>
                </a:lnSpc>
              </a:pPr>
              <a:r>
                <a:rPr lang="zh-CN" altLang="en-US" sz="1400">
                  <a:solidFill>
                    <a:schemeClr val="tx1">
                      <a:lumMod val="75000"/>
                      <a:lumOff val="25000"/>
                    </a:schemeClr>
                  </a:solidFill>
                  <a:cs typeface="+mn-ea"/>
                  <a:sym typeface="+mn-lt"/>
                </a:rPr>
                <a:t>输入替换内容编辑文字输入替换编辑文字输入替换内容编辑文字输入替换内容编辑</a:t>
              </a:r>
              <a:r>
                <a:rPr lang="zh-CN" altLang="en-US" sz="1400">
                  <a:solidFill>
                    <a:schemeClr val="tx1">
                      <a:lumMod val="75000"/>
                      <a:lumOff val="25000"/>
                    </a:schemeClr>
                  </a:solidFill>
                  <a:cs typeface="+mn-ea"/>
                  <a:sym typeface="+mn-lt"/>
                </a:rPr>
                <a:t>文字</a:t>
              </a:r>
              <a:endParaRPr lang="en-US" altLang="zh-CN" sz="1400">
                <a:solidFill>
                  <a:schemeClr val="tx1">
                    <a:lumMod val="75000"/>
                    <a:lumOff val="25000"/>
                  </a:schemeClr>
                </a:solidFill>
                <a:cs typeface="+mn-ea"/>
                <a:sym typeface="+mn-lt"/>
              </a:endParaRPr>
            </a:p>
          </p:txBody>
        </p:sp>
      </p:grpSp>
      <p:grpSp>
        <p:nvGrpSpPr>
          <p:cNvPr id="60" name="组合 59"/>
          <p:cNvGrpSpPr/>
          <p:nvPr/>
        </p:nvGrpSpPr>
        <p:grpSpPr>
          <a:xfrm>
            <a:off x="5969215" y="4525579"/>
            <a:ext cx="4624769" cy="1153391"/>
            <a:chOff x="820147" y="2482576"/>
            <a:chExt cx="4624769" cy="1153391"/>
          </a:xfrm>
        </p:grpSpPr>
        <p:sp>
          <p:nvSpPr>
            <p:cNvPr id="61" name="文本框 60"/>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62" name="文本框 61"/>
            <p:cNvSpPr txBox="1"/>
            <p:nvPr/>
          </p:nvSpPr>
          <p:spPr>
            <a:xfrm>
              <a:off x="820147" y="2935391"/>
              <a:ext cx="4624769" cy="700576"/>
            </a:xfrm>
            <a:prstGeom prst="rect">
              <a:avLst/>
            </a:prstGeom>
            <a:noFill/>
          </p:spPr>
          <p:txBody>
            <a:bodyPr wrap="square" rtlCol="0">
              <a:spAutoFit/>
            </a:bodyPr>
            <a:lstStyle/>
            <a:p>
              <a:pPr>
                <a:lnSpc>
                  <a:spcPct val="150000"/>
                </a:lnSpc>
              </a:pPr>
              <a:r>
                <a:rPr lang="zh-CN" altLang="en-US" sz="1400">
                  <a:solidFill>
                    <a:schemeClr val="tx1">
                      <a:lumMod val="75000"/>
                      <a:lumOff val="25000"/>
                    </a:schemeClr>
                  </a:solidFill>
                  <a:cs typeface="+mn-ea"/>
                  <a:sym typeface="+mn-lt"/>
                </a:rPr>
                <a:t>输入替换内容编辑文字输入替换编辑文字输入替换内容编辑文字输入替换内容编辑</a:t>
              </a:r>
              <a:r>
                <a:rPr lang="zh-CN" altLang="en-US" sz="1400">
                  <a:solidFill>
                    <a:schemeClr val="tx1">
                      <a:lumMod val="75000"/>
                      <a:lumOff val="25000"/>
                    </a:schemeClr>
                  </a:solidFill>
                  <a:cs typeface="+mn-ea"/>
                  <a:sym typeface="+mn-lt"/>
                </a:rPr>
                <a:t>文字</a:t>
              </a:r>
              <a:endParaRPr lang="en-US" altLang="zh-CN" sz="1400">
                <a:solidFill>
                  <a:schemeClr val="tx1">
                    <a:lumMod val="75000"/>
                    <a:lumOff val="25000"/>
                  </a:schemeClr>
                </a:solidFill>
                <a:cs typeface="+mn-ea"/>
                <a:sym typeface="+mn-lt"/>
              </a:endParaRPr>
            </a:p>
          </p:txBody>
        </p:sp>
      </p:grpSp>
      <p:grpSp>
        <p:nvGrpSpPr>
          <p:cNvPr id="63" name="组合 62"/>
          <p:cNvGrpSpPr/>
          <p:nvPr/>
        </p:nvGrpSpPr>
        <p:grpSpPr>
          <a:xfrm>
            <a:off x="270670" y="143324"/>
            <a:ext cx="3530602" cy="656435"/>
            <a:chOff x="270670" y="143324"/>
            <a:chExt cx="3530602" cy="656435"/>
          </a:xfrm>
        </p:grpSpPr>
        <p:grpSp>
          <p:nvGrpSpPr>
            <p:cNvPr id="64" name="组合 63"/>
            <p:cNvGrpSpPr/>
            <p:nvPr/>
          </p:nvGrpSpPr>
          <p:grpSpPr>
            <a:xfrm rot="16200000">
              <a:off x="279666" y="181091"/>
              <a:ext cx="596991" cy="614984"/>
              <a:chOff x="315186" y="9489"/>
              <a:chExt cx="1252592" cy="1290343"/>
            </a:xfrm>
          </p:grpSpPr>
          <p:sp>
            <p:nvSpPr>
              <p:cNvPr id="68" name="圆角矩形 67"/>
              <p:cNvSpPr/>
              <p:nvPr/>
            </p:nvSpPr>
            <p:spPr>
              <a:xfrm rot="18900000">
                <a:off x="315186" y="9489"/>
                <a:ext cx="1252592" cy="539672"/>
              </a:xfrm>
              <a:prstGeom prst="roundRect">
                <a:avLst>
                  <a:gd name="adj" fmla="val 12668"/>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9" name="圆角矩形 68"/>
              <p:cNvSpPr/>
              <p:nvPr/>
            </p:nvSpPr>
            <p:spPr>
              <a:xfrm rot="2700000">
                <a:off x="874702" y="766822"/>
                <a:ext cx="533010" cy="533010"/>
              </a:xfrm>
              <a:prstGeom prst="roundRect">
                <a:avLst>
                  <a:gd name="adj" fmla="val 14919"/>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65" name="组合 64"/>
            <p:cNvGrpSpPr/>
            <p:nvPr/>
          </p:nvGrpSpPr>
          <p:grpSpPr>
            <a:xfrm>
              <a:off x="1004038" y="143324"/>
              <a:ext cx="2797234" cy="656435"/>
              <a:chOff x="716110" y="187653"/>
              <a:chExt cx="2797234" cy="656435"/>
            </a:xfrm>
          </p:grpSpPr>
          <p:sp>
            <p:nvSpPr>
              <p:cNvPr id="66" name="文本框 65"/>
              <p:cNvSpPr txBox="1"/>
              <p:nvPr/>
            </p:nvSpPr>
            <p:spPr>
              <a:xfrm>
                <a:off x="716110" y="187653"/>
                <a:ext cx="2713695" cy="438582"/>
              </a:xfrm>
              <a:prstGeom prst="rect">
                <a:avLst/>
              </a:prstGeom>
              <a:noFill/>
            </p:spPr>
            <p:txBody>
              <a:bodyPr wrap="square" lIns="68580" tIns="34290" rIns="68580" bIns="34290" rtlCol="0">
                <a:spAutoFit/>
              </a:bodyPr>
              <a:lstStyle/>
              <a:p>
                <a:pPr defTabSz="685800"/>
                <a:r>
                  <a:rPr lang="zh-CN" altLang="en-US" sz="2400">
                    <a:solidFill>
                      <a:schemeClr val="tx1">
                        <a:lumMod val="65000"/>
                        <a:lumOff val="35000"/>
                      </a:schemeClr>
                    </a:solidFill>
                    <a:cs typeface="+mn-ea"/>
                    <a:sym typeface="+mn-lt"/>
                  </a:rPr>
                  <a:t>单击输入标题内容</a:t>
                </a:r>
                <a:endParaRPr lang="zh-CN" altLang="en-US" sz="2400">
                  <a:solidFill>
                    <a:schemeClr val="tx1">
                      <a:lumMod val="65000"/>
                      <a:lumOff val="35000"/>
                    </a:schemeClr>
                  </a:solidFill>
                  <a:cs typeface="+mn-ea"/>
                  <a:sym typeface="+mn-lt"/>
                </a:endParaRPr>
              </a:p>
            </p:txBody>
          </p:sp>
          <p:sp>
            <p:nvSpPr>
              <p:cNvPr id="67" name="文本框 66"/>
              <p:cNvSpPr txBox="1"/>
              <p:nvPr/>
            </p:nvSpPr>
            <p:spPr>
              <a:xfrm>
                <a:off x="716110" y="553111"/>
                <a:ext cx="2797234" cy="290977"/>
              </a:xfrm>
              <a:prstGeom prst="rect">
                <a:avLst/>
              </a:prstGeom>
              <a:noFill/>
            </p:spPr>
            <p:txBody>
              <a:bodyPr wrap="square" rtlCol="0">
                <a:spAutoFit/>
              </a:bodyPr>
              <a:lstStyle/>
              <a:p>
                <a:pPr>
                  <a:lnSpc>
                    <a:spcPct val="130000"/>
                  </a:lnSpc>
                </a:pPr>
                <a:r>
                  <a:rPr lang="en-US" altLang="zh-CN" sz="1100">
                    <a:solidFill>
                      <a:schemeClr val="tx1">
                        <a:lumMod val="50000"/>
                        <a:lumOff val="50000"/>
                      </a:schemeClr>
                    </a:solidFill>
                    <a:cs typeface="+mn-ea"/>
                    <a:sym typeface="+mn-lt"/>
                  </a:rPr>
                  <a:t>Add You Text Here Add You Text Here</a:t>
                </a:r>
              </a:p>
            </p:txBody>
          </p:sp>
        </p:grpSp>
      </p:grpSp>
    </p:spTree>
    <p:extLst>
      <p:ext uri="{BB962C8B-B14F-4D97-AF65-F5344CB8AC3E}">
        <p14:creationId xmlns:p14="http://schemas.microsoft.com/office/powerpoint/2010/main" val="3911804969"/>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1"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par>
                          <p:cTn id="11" fill="hold" nodeType="afterGroup">
                            <p:stCondLst>
                              <p:cond delay="1000"/>
                            </p:stCondLst>
                            <p:childTnLst>
                              <p:par>
                                <p:cTn id="12" presetID="53"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par>
                          <p:cTn id="17" fill="hold" nodeType="afterGroup">
                            <p:stCondLst>
                              <p:cond delay="1500"/>
                            </p:stCondLst>
                            <p:childTnLst>
                              <p:par>
                                <p:cTn id="18" presetID="53" presetClass="entr" presetSubtype="0" fill="hold" nodeType="afterEffect">
                                  <p:stCondLst>
                                    <p:cond delay="0"/>
                                  </p:stCondLst>
                                  <p:childTnLst>
                                    <p:set>
                                      <p:cBhvr>
                                        <p:cTn id="19" dur="1" fill="hold">
                                          <p:stCondLst>
                                            <p:cond delay="0"/>
                                          </p:stCondLst>
                                        </p:cTn>
                                        <p:tgtEl>
                                          <p:spTgt spid="34"/>
                                        </p:tgtEl>
                                        <p:attrNameLst>
                                          <p:attrName>style.visibility</p:attrName>
                                        </p:attrNameLst>
                                      </p:cBhvr>
                                      <p:to>
                                        <p:strVal val="visible"/>
                                      </p:to>
                                    </p:set>
                                    <p:anim calcmode="lin" valueType="num">
                                      <p:cBhvr>
                                        <p:cTn id="20" dur="500" fill="hold"/>
                                        <p:tgtEl>
                                          <p:spTgt spid="34"/>
                                        </p:tgtEl>
                                        <p:attrNameLst>
                                          <p:attrName>ppt_w</p:attrName>
                                        </p:attrNameLst>
                                      </p:cBhvr>
                                      <p:tavLst>
                                        <p:tav tm="0">
                                          <p:val>
                                            <p:fltVal val="0"/>
                                          </p:val>
                                        </p:tav>
                                        <p:tav tm="100000">
                                          <p:val>
                                            <p:strVal val="#ppt_w"/>
                                          </p:val>
                                        </p:tav>
                                      </p:tavLst>
                                    </p:anim>
                                    <p:anim calcmode="lin" valueType="num">
                                      <p:cBhvr>
                                        <p:cTn id="21" dur="500" fill="hold"/>
                                        <p:tgtEl>
                                          <p:spTgt spid="34"/>
                                        </p:tgtEl>
                                        <p:attrNameLst>
                                          <p:attrName>ppt_h</p:attrName>
                                        </p:attrNameLst>
                                      </p:cBhvr>
                                      <p:tavLst>
                                        <p:tav tm="0">
                                          <p:val>
                                            <p:fltVal val="0"/>
                                          </p:val>
                                        </p:tav>
                                        <p:tav tm="100000">
                                          <p:val>
                                            <p:strVal val="#ppt_h"/>
                                          </p:val>
                                        </p:tav>
                                      </p:tavLst>
                                    </p:anim>
                                    <p:animEffect transition="in" filter="fade">
                                      <p:cBhvr>
                                        <p:cTn id="22" dur="500"/>
                                        <p:tgtEl>
                                          <p:spTgt spid="34"/>
                                        </p:tgtEl>
                                      </p:cBhvr>
                                    </p:animEffect>
                                  </p:childTnLst>
                                </p:cTn>
                              </p:par>
                              <p:par>
                                <p:cTn id="23" presetID="53"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anim calcmode="lin" valueType="num">
                                      <p:cBhvr>
                                        <p:cTn id="25" dur="500" fill="hold"/>
                                        <p:tgtEl>
                                          <p:spTgt spid="36"/>
                                        </p:tgtEl>
                                        <p:attrNameLst>
                                          <p:attrName>ppt_w</p:attrName>
                                        </p:attrNameLst>
                                      </p:cBhvr>
                                      <p:tavLst>
                                        <p:tav tm="0">
                                          <p:val>
                                            <p:fltVal val="0"/>
                                          </p:val>
                                        </p:tav>
                                        <p:tav tm="100000">
                                          <p:val>
                                            <p:strVal val="#ppt_w"/>
                                          </p:val>
                                        </p:tav>
                                      </p:tavLst>
                                    </p:anim>
                                    <p:anim calcmode="lin" valueType="num">
                                      <p:cBhvr>
                                        <p:cTn id="26" dur="500" fill="hold"/>
                                        <p:tgtEl>
                                          <p:spTgt spid="36"/>
                                        </p:tgtEl>
                                        <p:attrNameLst>
                                          <p:attrName>ppt_h</p:attrName>
                                        </p:attrNameLst>
                                      </p:cBhvr>
                                      <p:tavLst>
                                        <p:tav tm="0">
                                          <p:val>
                                            <p:fltVal val="0"/>
                                          </p:val>
                                        </p:tav>
                                        <p:tav tm="100000">
                                          <p:val>
                                            <p:strVal val="#ppt_h"/>
                                          </p:val>
                                        </p:tav>
                                      </p:tavLst>
                                    </p:anim>
                                    <p:animEffect transition="in" filter="fade">
                                      <p:cBhvr>
                                        <p:cTn id="27" dur="500"/>
                                        <p:tgtEl>
                                          <p:spTgt spid="36"/>
                                        </p:tgtEl>
                                      </p:cBhvr>
                                    </p:animEffect>
                                  </p:childTnLst>
                                </p:cTn>
                              </p:par>
                              <p:par>
                                <p:cTn id="28" presetID="53" presetClass="entr" presetSubtype="0" fill="hold" nodeType="withEffect">
                                  <p:stCondLst>
                                    <p:cond delay="0"/>
                                  </p:stCondLst>
                                  <p:childTnLst>
                                    <p:set>
                                      <p:cBhvr>
                                        <p:cTn id="29" dur="1" fill="hold">
                                          <p:stCondLst>
                                            <p:cond delay="0"/>
                                          </p:stCondLst>
                                        </p:cTn>
                                        <p:tgtEl>
                                          <p:spTgt spid="35"/>
                                        </p:tgtEl>
                                        <p:attrNameLst>
                                          <p:attrName>style.visibility</p:attrName>
                                        </p:attrNameLst>
                                      </p:cBhvr>
                                      <p:to>
                                        <p:strVal val="visible"/>
                                      </p:to>
                                    </p:set>
                                    <p:anim calcmode="lin" valueType="num">
                                      <p:cBhvr>
                                        <p:cTn id="30" dur="500" fill="hold"/>
                                        <p:tgtEl>
                                          <p:spTgt spid="35"/>
                                        </p:tgtEl>
                                        <p:attrNameLst>
                                          <p:attrName>ppt_w</p:attrName>
                                        </p:attrNameLst>
                                      </p:cBhvr>
                                      <p:tavLst>
                                        <p:tav tm="0">
                                          <p:val>
                                            <p:fltVal val="0"/>
                                          </p:val>
                                        </p:tav>
                                        <p:tav tm="100000">
                                          <p:val>
                                            <p:strVal val="#ppt_w"/>
                                          </p:val>
                                        </p:tav>
                                      </p:tavLst>
                                    </p:anim>
                                    <p:anim calcmode="lin" valueType="num">
                                      <p:cBhvr>
                                        <p:cTn id="31" dur="500" fill="hold"/>
                                        <p:tgtEl>
                                          <p:spTgt spid="35"/>
                                        </p:tgtEl>
                                        <p:attrNameLst>
                                          <p:attrName>ppt_h</p:attrName>
                                        </p:attrNameLst>
                                      </p:cBhvr>
                                      <p:tavLst>
                                        <p:tav tm="0">
                                          <p:val>
                                            <p:fltVal val="0"/>
                                          </p:val>
                                        </p:tav>
                                        <p:tav tm="100000">
                                          <p:val>
                                            <p:strVal val="#ppt_h"/>
                                          </p:val>
                                        </p:tav>
                                      </p:tavLst>
                                    </p:anim>
                                    <p:animEffect transition="in" filter="fade">
                                      <p:cBhvr>
                                        <p:cTn id="32" dur="500"/>
                                        <p:tgtEl>
                                          <p:spTgt spid="35"/>
                                        </p:tgtEl>
                                      </p:cBhvr>
                                    </p:animEffect>
                                  </p:childTnLst>
                                </p:cTn>
                              </p:par>
                              <p:par>
                                <p:cTn id="33" presetID="42"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1000"/>
                                        <p:tgtEl>
                                          <p:spTgt spid="37"/>
                                        </p:tgtEl>
                                      </p:cBhvr>
                                    </p:animEffect>
                                    <p:anim calcmode="lin" valueType="num">
                                      <p:cBhvr>
                                        <p:cTn id="41" dur="1000" fill="hold"/>
                                        <p:tgtEl>
                                          <p:spTgt spid="37"/>
                                        </p:tgtEl>
                                        <p:attrNameLst>
                                          <p:attrName>ppt_x</p:attrName>
                                        </p:attrNameLst>
                                      </p:cBhvr>
                                      <p:tavLst>
                                        <p:tav tm="0">
                                          <p:val>
                                            <p:strVal val="#ppt_x"/>
                                          </p:val>
                                        </p:tav>
                                        <p:tav tm="100000">
                                          <p:val>
                                            <p:strVal val="#ppt_x"/>
                                          </p:val>
                                        </p:tav>
                                      </p:tavLst>
                                    </p:anim>
                                    <p:anim calcmode="lin" valueType="num">
                                      <p:cBhvr>
                                        <p:cTn id="42" dur="1000" fill="hold"/>
                                        <p:tgtEl>
                                          <p:spTgt spid="37"/>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60"/>
                                        </p:tgtEl>
                                        <p:attrNameLst>
                                          <p:attrName>style.visibility</p:attrName>
                                        </p:attrNameLst>
                                      </p:cBhvr>
                                      <p:to>
                                        <p:strVal val="visible"/>
                                      </p:to>
                                    </p:set>
                                    <p:animEffect transition="in" filter="fade">
                                      <p:cBhvr>
                                        <p:cTn id="45" dur="1000"/>
                                        <p:tgtEl>
                                          <p:spTgt spid="60"/>
                                        </p:tgtEl>
                                      </p:cBhvr>
                                    </p:animEffect>
                                    <p:anim calcmode="lin" valueType="num">
                                      <p:cBhvr>
                                        <p:cTn id="46" dur="1000" fill="hold"/>
                                        <p:tgtEl>
                                          <p:spTgt spid="60"/>
                                        </p:tgtEl>
                                        <p:attrNameLst>
                                          <p:attrName>ppt_x</p:attrName>
                                        </p:attrNameLst>
                                      </p:cBhvr>
                                      <p:tavLst>
                                        <p:tav tm="0">
                                          <p:val>
                                            <p:strVal val="#ppt_x"/>
                                          </p:val>
                                        </p:tav>
                                        <p:tav tm="100000">
                                          <p:val>
                                            <p:strVal val="#ppt_x"/>
                                          </p:val>
                                        </p:tav>
                                      </p:tavLst>
                                    </p:anim>
                                    <p:anim calcmode="lin" valueType="num">
                                      <p:cBhvr>
                                        <p:cTn id="47"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grpSp>
        <p:nvGrpSpPr>
          <p:cNvPr id="38" name="组合 37"/>
          <p:cNvGrpSpPr/>
          <p:nvPr/>
        </p:nvGrpSpPr>
        <p:grpSpPr>
          <a:xfrm>
            <a:off x="1186713" y="1506831"/>
            <a:ext cx="4000969" cy="3948611"/>
            <a:chOff x="2205286" y="1743173"/>
            <a:chExt cx="4000969" cy="3948611"/>
          </a:xfrm>
        </p:grpSpPr>
        <p:sp>
          <p:nvSpPr>
            <p:cNvPr id="3" name="五角星 2"/>
            <p:cNvSpPr/>
            <p:nvPr/>
          </p:nvSpPr>
          <p:spPr>
            <a:xfrm>
              <a:off x="2735442" y="2317677"/>
              <a:ext cx="2887133" cy="2887134"/>
            </a:xfrm>
            <a:prstGeom prst="star5">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sz="1600">
                <a:solidFill>
                  <a:prstClr val="white"/>
                </a:solidFill>
                <a:cs typeface="+mn-ea"/>
                <a:sym typeface="+mn-lt"/>
              </a:endParaRPr>
            </a:p>
          </p:txBody>
        </p:sp>
        <p:grpSp>
          <p:nvGrpSpPr>
            <p:cNvPr id="4" name="组合 3"/>
            <p:cNvGrpSpPr/>
            <p:nvPr/>
          </p:nvGrpSpPr>
          <p:grpSpPr>
            <a:xfrm>
              <a:off x="3592786" y="3328538"/>
              <a:ext cx="1150091" cy="1152420"/>
              <a:chOff x="3002267" y="2879804"/>
              <a:chExt cx="775207" cy="776777"/>
            </a:xfrm>
          </p:grpSpPr>
          <p:sp>
            <p:nvSpPr>
              <p:cNvPr id="25" name="椭圆 80"/>
              <p:cNvSpPr/>
              <p:nvPr/>
            </p:nvSpPr>
            <p:spPr bwMode="auto">
              <a:xfrm>
                <a:off x="3002267" y="2879804"/>
                <a:ext cx="775207" cy="776777"/>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26" name="TextBox 25"/>
              <p:cNvSpPr txBox="1"/>
              <p:nvPr/>
            </p:nvSpPr>
            <p:spPr>
              <a:xfrm>
                <a:off x="3008157" y="3020617"/>
                <a:ext cx="739230" cy="504717"/>
              </a:xfrm>
              <a:prstGeom prst="rect">
                <a:avLst/>
              </a:prstGeom>
              <a:noFill/>
              <a:ln>
                <a:noFill/>
              </a:ln>
            </p:spPr>
            <p:txBody>
              <a:bodyPr wrap="square" rtlCol="0">
                <a:spAutoFit/>
              </a:bodyPr>
              <a:lstStyle/>
              <a:p>
                <a:pPr algn="ctr" defTabSz="1219170"/>
                <a:r>
                  <a:rPr lang="zh-CN" altLang="en-US" sz="2133">
                    <a:solidFill>
                      <a:srgbClr val="FFFFFF"/>
                    </a:solidFill>
                    <a:cs typeface="+mn-ea"/>
                    <a:sym typeface="+mn-lt"/>
                  </a:rPr>
                  <a:t>标题</a:t>
                </a:r>
                <a:endParaRPr lang="en-US" altLang="zh-CN" sz="2133">
                  <a:solidFill>
                    <a:srgbClr val="FFFFFF"/>
                  </a:solidFill>
                  <a:cs typeface="+mn-ea"/>
                  <a:sym typeface="+mn-lt"/>
                </a:endParaRPr>
              </a:p>
              <a:p>
                <a:pPr algn="ctr" defTabSz="1219170"/>
                <a:r>
                  <a:rPr lang="zh-CN" altLang="en-US" sz="2133">
                    <a:solidFill>
                      <a:srgbClr val="FFFFFF"/>
                    </a:solidFill>
                    <a:cs typeface="+mn-ea"/>
                    <a:sym typeface="+mn-lt"/>
                  </a:rPr>
                  <a:t>文字</a:t>
                </a:r>
              </a:p>
            </p:txBody>
          </p:sp>
        </p:grpSp>
        <p:grpSp>
          <p:nvGrpSpPr>
            <p:cNvPr id="5" name="组合 4"/>
            <p:cNvGrpSpPr/>
            <p:nvPr/>
          </p:nvGrpSpPr>
          <p:grpSpPr>
            <a:xfrm>
              <a:off x="3832402" y="1743173"/>
              <a:ext cx="699345" cy="700761"/>
              <a:chOff x="3002267" y="2879804"/>
              <a:chExt cx="775207" cy="776777"/>
            </a:xfrm>
          </p:grpSpPr>
          <p:sp>
            <p:nvSpPr>
              <p:cNvPr id="23" name="椭圆 80"/>
              <p:cNvSpPr/>
              <p:nvPr/>
            </p:nvSpPr>
            <p:spPr bwMode="auto">
              <a:xfrm>
                <a:off x="3002267" y="2879804"/>
                <a:ext cx="775207" cy="776777"/>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24" name="TextBox 23"/>
              <p:cNvSpPr txBox="1"/>
              <p:nvPr/>
            </p:nvSpPr>
            <p:spPr>
              <a:xfrm>
                <a:off x="3021853" y="3001037"/>
                <a:ext cx="739230" cy="557304"/>
              </a:xfrm>
              <a:prstGeom prst="rect">
                <a:avLst/>
              </a:prstGeom>
              <a:noFill/>
              <a:ln>
                <a:noFill/>
              </a:ln>
            </p:spPr>
            <p:txBody>
              <a:bodyPr wrap="square" rtlCol="0">
                <a:spAutoFit/>
              </a:bodyPr>
              <a:lstStyle/>
              <a:p>
                <a:pPr algn="ctr" defTabSz="1219170"/>
                <a:r>
                  <a:rPr lang="en-US" altLang="zh-CN" sz="2667">
                    <a:solidFill>
                      <a:srgbClr val="FFFFFF"/>
                    </a:solidFill>
                    <a:cs typeface="+mn-ea"/>
                    <a:sym typeface="+mn-lt"/>
                  </a:rPr>
                  <a:t>01</a:t>
                </a:r>
                <a:endParaRPr lang="zh-CN" altLang="en-US" sz="2667">
                  <a:solidFill>
                    <a:srgbClr val="FFFFFF"/>
                  </a:solidFill>
                  <a:cs typeface="+mn-ea"/>
                  <a:sym typeface="+mn-lt"/>
                </a:endParaRPr>
              </a:p>
            </p:txBody>
          </p:sp>
        </p:grpSp>
        <p:grpSp>
          <p:nvGrpSpPr>
            <p:cNvPr id="6" name="组合 5"/>
            <p:cNvGrpSpPr/>
            <p:nvPr/>
          </p:nvGrpSpPr>
          <p:grpSpPr>
            <a:xfrm>
              <a:off x="5506910" y="3058942"/>
              <a:ext cx="699345" cy="700761"/>
              <a:chOff x="3002267" y="2879804"/>
              <a:chExt cx="775207" cy="776777"/>
            </a:xfrm>
          </p:grpSpPr>
          <p:sp>
            <p:nvSpPr>
              <p:cNvPr id="21" name="椭圆 80"/>
              <p:cNvSpPr/>
              <p:nvPr/>
            </p:nvSpPr>
            <p:spPr bwMode="auto">
              <a:xfrm>
                <a:off x="3002267" y="2879804"/>
                <a:ext cx="775207" cy="776777"/>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22" name="TextBox 21"/>
              <p:cNvSpPr txBox="1"/>
              <p:nvPr/>
            </p:nvSpPr>
            <p:spPr>
              <a:xfrm>
                <a:off x="3021853" y="2989777"/>
                <a:ext cx="739230" cy="557304"/>
              </a:xfrm>
              <a:prstGeom prst="rect">
                <a:avLst/>
              </a:prstGeom>
              <a:noFill/>
              <a:ln>
                <a:noFill/>
              </a:ln>
            </p:spPr>
            <p:txBody>
              <a:bodyPr wrap="square" rtlCol="0">
                <a:spAutoFit/>
              </a:bodyPr>
              <a:lstStyle/>
              <a:p>
                <a:pPr algn="ctr" defTabSz="1219170"/>
                <a:r>
                  <a:rPr lang="en-US" altLang="zh-CN" sz="2667">
                    <a:solidFill>
                      <a:srgbClr val="FFFFFF"/>
                    </a:solidFill>
                    <a:cs typeface="+mn-ea"/>
                    <a:sym typeface="+mn-lt"/>
                  </a:rPr>
                  <a:t>02</a:t>
                </a:r>
                <a:endParaRPr lang="zh-CN" altLang="en-US" sz="2667">
                  <a:solidFill>
                    <a:srgbClr val="FFFFFF"/>
                  </a:solidFill>
                  <a:cs typeface="+mn-ea"/>
                  <a:sym typeface="+mn-lt"/>
                </a:endParaRPr>
              </a:p>
            </p:txBody>
          </p:sp>
        </p:grpSp>
        <p:grpSp>
          <p:nvGrpSpPr>
            <p:cNvPr id="7" name="组合 6"/>
            <p:cNvGrpSpPr/>
            <p:nvPr/>
          </p:nvGrpSpPr>
          <p:grpSpPr>
            <a:xfrm>
              <a:off x="2205286" y="3041986"/>
              <a:ext cx="699345" cy="700761"/>
              <a:chOff x="3002267" y="2879804"/>
              <a:chExt cx="775207" cy="776777"/>
            </a:xfrm>
          </p:grpSpPr>
          <p:sp>
            <p:nvSpPr>
              <p:cNvPr id="19" name="椭圆 80"/>
              <p:cNvSpPr/>
              <p:nvPr/>
            </p:nvSpPr>
            <p:spPr bwMode="auto">
              <a:xfrm>
                <a:off x="3002267" y="2879804"/>
                <a:ext cx="775207" cy="776777"/>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20" name="TextBox 19"/>
              <p:cNvSpPr txBox="1"/>
              <p:nvPr/>
            </p:nvSpPr>
            <p:spPr>
              <a:xfrm>
                <a:off x="3021853" y="2989777"/>
                <a:ext cx="739230" cy="557304"/>
              </a:xfrm>
              <a:prstGeom prst="rect">
                <a:avLst/>
              </a:prstGeom>
              <a:noFill/>
              <a:ln>
                <a:noFill/>
              </a:ln>
            </p:spPr>
            <p:txBody>
              <a:bodyPr wrap="square" rtlCol="0">
                <a:spAutoFit/>
              </a:bodyPr>
              <a:lstStyle/>
              <a:p>
                <a:pPr algn="ctr" defTabSz="1219170"/>
                <a:r>
                  <a:rPr lang="en-US" altLang="zh-CN" sz="2667">
                    <a:solidFill>
                      <a:srgbClr val="FFFFFF"/>
                    </a:solidFill>
                    <a:cs typeface="+mn-ea"/>
                    <a:sym typeface="+mn-lt"/>
                  </a:rPr>
                  <a:t>03</a:t>
                </a:r>
                <a:endParaRPr lang="zh-CN" altLang="en-US" sz="2667">
                  <a:solidFill>
                    <a:srgbClr val="FFFFFF"/>
                  </a:solidFill>
                  <a:cs typeface="+mn-ea"/>
                  <a:sym typeface="+mn-lt"/>
                </a:endParaRPr>
              </a:p>
            </p:txBody>
          </p:sp>
        </p:grpSp>
        <p:grpSp>
          <p:nvGrpSpPr>
            <p:cNvPr id="8" name="组合 7"/>
            <p:cNvGrpSpPr/>
            <p:nvPr/>
          </p:nvGrpSpPr>
          <p:grpSpPr>
            <a:xfrm>
              <a:off x="2852133" y="4991023"/>
              <a:ext cx="699345" cy="700761"/>
              <a:chOff x="3002267" y="2879804"/>
              <a:chExt cx="775207" cy="776777"/>
            </a:xfrm>
          </p:grpSpPr>
          <p:sp>
            <p:nvSpPr>
              <p:cNvPr id="17" name="椭圆 80"/>
              <p:cNvSpPr/>
              <p:nvPr/>
            </p:nvSpPr>
            <p:spPr bwMode="auto">
              <a:xfrm>
                <a:off x="3002267" y="2879804"/>
                <a:ext cx="775207" cy="776777"/>
              </a:xfrm>
              <a:prstGeom prst="ellipse">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TextBox 17"/>
              <p:cNvSpPr txBox="1"/>
              <p:nvPr/>
            </p:nvSpPr>
            <p:spPr>
              <a:xfrm>
                <a:off x="3021853" y="2989777"/>
                <a:ext cx="739230" cy="557304"/>
              </a:xfrm>
              <a:prstGeom prst="rect">
                <a:avLst/>
              </a:prstGeom>
              <a:noFill/>
              <a:ln>
                <a:noFill/>
              </a:ln>
            </p:spPr>
            <p:txBody>
              <a:bodyPr wrap="square" rtlCol="0">
                <a:spAutoFit/>
              </a:bodyPr>
              <a:lstStyle/>
              <a:p>
                <a:pPr algn="ctr" defTabSz="1219170"/>
                <a:r>
                  <a:rPr lang="en-US" altLang="zh-CN" sz="2667">
                    <a:solidFill>
                      <a:srgbClr val="FFFFFF"/>
                    </a:solidFill>
                    <a:cs typeface="+mn-ea"/>
                    <a:sym typeface="+mn-lt"/>
                  </a:rPr>
                  <a:t>04</a:t>
                </a:r>
                <a:endParaRPr lang="zh-CN" altLang="en-US" sz="2667">
                  <a:solidFill>
                    <a:srgbClr val="FFFFFF"/>
                  </a:solidFill>
                  <a:cs typeface="+mn-ea"/>
                  <a:sym typeface="+mn-lt"/>
                </a:endParaRPr>
              </a:p>
            </p:txBody>
          </p:sp>
        </p:grpSp>
        <p:grpSp>
          <p:nvGrpSpPr>
            <p:cNvPr id="9" name="组合 8"/>
            <p:cNvGrpSpPr/>
            <p:nvPr/>
          </p:nvGrpSpPr>
          <p:grpSpPr>
            <a:xfrm>
              <a:off x="4860423" y="4991023"/>
              <a:ext cx="699345" cy="700761"/>
              <a:chOff x="3002267" y="2879804"/>
              <a:chExt cx="775207" cy="776777"/>
            </a:xfrm>
          </p:grpSpPr>
          <p:sp>
            <p:nvSpPr>
              <p:cNvPr id="15" name="椭圆 80"/>
              <p:cNvSpPr/>
              <p:nvPr/>
            </p:nvSpPr>
            <p:spPr bwMode="auto">
              <a:xfrm>
                <a:off x="3002267" y="2879804"/>
                <a:ext cx="775207" cy="776777"/>
              </a:xfrm>
              <a:prstGeom prst="ellipse">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6" name="TextBox 15"/>
              <p:cNvSpPr txBox="1"/>
              <p:nvPr/>
            </p:nvSpPr>
            <p:spPr>
              <a:xfrm>
                <a:off x="3021853" y="2989777"/>
                <a:ext cx="739230" cy="557304"/>
              </a:xfrm>
              <a:prstGeom prst="rect">
                <a:avLst/>
              </a:prstGeom>
              <a:noFill/>
              <a:ln>
                <a:noFill/>
              </a:ln>
            </p:spPr>
            <p:txBody>
              <a:bodyPr wrap="square" rtlCol="0">
                <a:spAutoFit/>
              </a:bodyPr>
              <a:lstStyle/>
              <a:p>
                <a:pPr algn="ctr" defTabSz="1219170"/>
                <a:r>
                  <a:rPr lang="en-US" altLang="zh-CN" sz="2667">
                    <a:solidFill>
                      <a:srgbClr val="FFFFFF"/>
                    </a:solidFill>
                    <a:cs typeface="+mn-ea"/>
                    <a:sym typeface="+mn-lt"/>
                  </a:rPr>
                  <a:t>05</a:t>
                </a:r>
                <a:endParaRPr lang="zh-CN" altLang="en-US" sz="2667">
                  <a:solidFill>
                    <a:srgbClr val="FFFFFF"/>
                  </a:solidFill>
                  <a:cs typeface="+mn-ea"/>
                  <a:sym typeface="+mn-lt"/>
                </a:endParaRPr>
              </a:p>
            </p:txBody>
          </p:sp>
        </p:grpSp>
      </p:grpSp>
      <p:grpSp>
        <p:nvGrpSpPr>
          <p:cNvPr id="40" name="组合 39"/>
          <p:cNvGrpSpPr/>
          <p:nvPr/>
        </p:nvGrpSpPr>
        <p:grpSpPr>
          <a:xfrm>
            <a:off x="6114674" y="2456881"/>
            <a:ext cx="1772831" cy="523220"/>
            <a:chOff x="6103099" y="2325070"/>
            <a:chExt cx="1772831" cy="523220"/>
          </a:xfrm>
        </p:grpSpPr>
        <p:sp>
          <p:nvSpPr>
            <p:cNvPr id="39" name="圆角矩形 38"/>
            <p:cNvSpPr/>
            <p:nvPr/>
          </p:nvSpPr>
          <p:spPr>
            <a:xfrm>
              <a:off x="6103099" y="2354113"/>
              <a:ext cx="1772831" cy="465135"/>
            </a:xfrm>
            <a:prstGeom prst="roundRect">
              <a:avLst>
                <a:gd name="adj" fmla="val 50000"/>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文本框 35"/>
            <p:cNvSpPr txBox="1"/>
            <p:nvPr/>
          </p:nvSpPr>
          <p:spPr>
            <a:xfrm>
              <a:off x="6179036" y="2325070"/>
              <a:ext cx="1620957" cy="523220"/>
            </a:xfrm>
            <a:prstGeom prst="rect">
              <a:avLst/>
            </a:prstGeom>
            <a:noFill/>
          </p:spPr>
          <p:txBody>
            <a:bodyPr wrap="none" rtlCol="0">
              <a:spAutoFit/>
            </a:bodyPr>
            <a:lstStyle/>
            <a:p>
              <a:pPr eaLnBrk="0" hangingPunct="0">
                <a:defRPr/>
              </a:pPr>
              <a:r>
                <a:rPr lang="zh-CN" altLang="en-US" sz="2800">
                  <a:solidFill>
                    <a:schemeClr val="bg1"/>
                  </a:solidFill>
                  <a:cs typeface="+mn-ea"/>
                  <a:sym typeface="+mn-lt"/>
                </a:rPr>
                <a:t>添加标题</a:t>
              </a:r>
              <a:endParaRPr lang="en-US" altLang="zh-CN" sz="2800">
                <a:solidFill>
                  <a:schemeClr val="bg1"/>
                </a:solidFill>
                <a:cs typeface="+mn-ea"/>
                <a:sym typeface="+mn-lt"/>
              </a:endParaRPr>
            </a:p>
          </p:txBody>
        </p:sp>
      </p:grpSp>
      <p:sp>
        <p:nvSpPr>
          <p:cNvPr id="37" name="文本框 36"/>
          <p:cNvSpPr txBox="1"/>
          <p:nvPr/>
        </p:nvSpPr>
        <p:spPr>
          <a:xfrm>
            <a:off x="6114674" y="3083583"/>
            <a:ext cx="4302541" cy="1708160"/>
          </a:xfrm>
          <a:prstGeom prst="rect">
            <a:avLst/>
          </a:prstGeom>
          <a:noFill/>
        </p:spPr>
        <p:txBody>
          <a:bodyPr wrap="square" rtlCol="0">
            <a:spAutoFit/>
          </a:bodyPr>
          <a:lstStyle/>
          <a:p>
            <a:pPr>
              <a:lnSpc>
                <a:spcPct val="150000"/>
              </a:lnSpc>
            </a:pPr>
            <a:r>
              <a:rPr lang="zh-CN" altLang="en-US" sz="1400">
                <a:solidFill>
                  <a:schemeClr val="tx1">
                    <a:lumMod val="75000"/>
                    <a:lumOff val="25000"/>
                  </a:schemeClr>
                </a:solidFill>
                <a:cs typeface="+mn-ea"/>
                <a:sym typeface="+mn-lt"/>
              </a:rPr>
              <a:t>输入替换内容编辑文字输入替换编辑文字输入替换内容编辑</a:t>
            </a:r>
            <a:r>
              <a:rPr lang="zh-CN" altLang="en-US" sz="1400">
                <a:solidFill>
                  <a:schemeClr val="tx1">
                    <a:lumMod val="75000"/>
                    <a:lumOff val="25000"/>
                  </a:schemeClr>
                </a:solidFill>
                <a:cs typeface="+mn-ea"/>
                <a:sym typeface="+mn-lt"/>
              </a:rPr>
              <a:t>文字</a:t>
            </a:r>
            <a:r>
              <a:rPr lang="en-US" altLang="zh-CN" sz="1400">
                <a:solidFill>
                  <a:schemeClr val="tx1">
                    <a:lumMod val="75000"/>
                    <a:lumOff val="25000"/>
                  </a:schemeClr>
                </a:solidFill>
                <a:cs typeface="+mn-ea"/>
                <a:sym typeface="+mn-lt"/>
              </a:rPr>
              <a:t>,</a:t>
            </a:r>
            <a:r>
              <a:rPr lang="zh-CN" altLang="en-US" sz="1400">
                <a:solidFill>
                  <a:schemeClr val="tx1">
                    <a:lumMod val="75000"/>
                    <a:lumOff val="25000"/>
                  </a:schemeClr>
                </a:solidFill>
                <a:cs typeface="+mn-ea"/>
                <a:sym typeface="+mn-lt"/>
              </a:rPr>
              <a:t>输入替换内容编辑文字输入替换编辑文字输入替换内容编辑</a:t>
            </a:r>
            <a:r>
              <a:rPr lang="zh-CN" altLang="en-US" sz="1400">
                <a:solidFill>
                  <a:schemeClr val="tx1">
                    <a:lumMod val="75000"/>
                    <a:lumOff val="25000"/>
                  </a:schemeClr>
                </a:solidFill>
                <a:cs typeface="+mn-ea"/>
                <a:sym typeface="+mn-lt"/>
              </a:rPr>
              <a:t>文字</a:t>
            </a:r>
            <a:r>
              <a:rPr lang="zh-CN" altLang="en-US" sz="1400">
                <a:solidFill>
                  <a:schemeClr val="tx1">
                    <a:lumMod val="75000"/>
                    <a:lumOff val="25000"/>
                  </a:schemeClr>
                </a:solidFill>
                <a:cs typeface="+mn-ea"/>
                <a:sym typeface="+mn-lt"/>
              </a:rPr>
              <a:t>输入替换内容编辑文字输入替换编辑文字输入替换内容编辑文字</a:t>
            </a:r>
            <a:r>
              <a:rPr lang="en-US" altLang="zh-CN" sz="1400">
                <a:solidFill>
                  <a:schemeClr val="tx1">
                    <a:lumMod val="75000"/>
                    <a:lumOff val="25000"/>
                  </a:schemeClr>
                </a:solidFill>
                <a:cs typeface="+mn-ea"/>
                <a:sym typeface="+mn-lt"/>
              </a:rPr>
              <a:t>,</a:t>
            </a:r>
            <a:r>
              <a:rPr lang="zh-CN" altLang="en-US" sz="1400">
                <a:solidFill>
                  <a:schemeClr val="tx1">
                    <a:lumMod val="75000"/>
                    <a:lumOff val="25000"/>
                  </a:schemeClr>
                </a:solidFill>
                <a:cs typeface="+mn-ea"/>
                <a:sym typeface="+mn-lt"/>
              </a:rPr>
              <a:t>输入替换内容编辑文字输入替换编辑文字输入替换内容编辑</a:t>
            </a:r>
            <a:r>
              <a:rPr lang="zh-CN" altLang="en-US" sz="1400">
                <a:solidFill>
                  <a:schemeClr val="tx1">
                    <a:lumMod val="75000"/>
                    <a:lumOff val="25000"/>
                  </a:schemeClr>
                </a:solidFill>
                <a:cs typeface="+mn-ea"/>
                <a:sym typeface="+mn-lt"/>
              </a:rPr>
              <a:t>文字</a:t>
            </a:r>
            <a:endParaRPr lang="en-US" altLang="zh-CN" sz="1400">
              <a:solidFill>
                <a:schemeClr val="tx1">
                  <a:lumMod val="75000"/>
                  <a:lumOff val="25000"/>
                </a:schemeClr>
              </a:solidFill>
              <a:cs typeface="+mn-ea"/>
              <a:sym typeface="+mn-lt"/>
            </a:endParaRPr>
          </a:p>
        </p:txBody>
      </p:sp>
      <p:grpSp>
        <p:nvGrpSpPr>
          <p:cNvPr id="41" name="组合 40"/>
          <p:cNvGrpSpPr/>
          <p:nvPr/>
        </p:nvGrpSpPr>
        <p:grpSpPr>
          <a:xfrm>
            <a:off x="270670" y="143324"/>
            <a:ext cx="3530602" cy="656435"/>
            <a:chOff x="270670" y="143324"/>
            <a:chExt cx="3530602" cy="656435"/>
          </a:xfrm>
        </p:grpSpPr>
        <p:grpSp>
          <p:nvGrpSpPr>
            <p:cNvPr id="42" name="组合 41"/>
            <p:cNvGrpSpPr/>
            <p:nvPr/>
          </p:nvGrpSpPr>
          <p:grpSpPr>
            <a:xfrm rot="16200000">
              <a:off x="279666" y="181091"/>
              <a:ext cx="596991" cy="614984"/>
              <a:chOff x="315186" y="9489"/>
              <a:chExt cx="1252592" cy="1290343"/>
            </a:xfrm>
          </p:grpSpPr>
          <p:sp>
            <p:nvSpPr>
              <p:cNvPr id="46" name="圆角矩形 45"/>
              <p:cNvSpPr/>
              <p:nvPr/>
            </p:nvSpPr>
            <p:spPr>
              <a:xfrm rot="18900000">
                <a:off x="315186" y="9489"/>
                <a:ext cx="1252592" cy="539672"/>
              </a:xfrm>
              <a:prstGeom prst="roundRect">
                <a:avLst>
                  <a:gd name="adj" fmla="val 12668"/>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 name="圆角矩形 46"/>
              <p:cNvSpPr/>
              <p:nvPr/>
            </p:nvSpPr>
            <p:spPr>
              <a:xfrm rot="2700000">
                <a:off x="874702" y="766822"/>
                <a:ext cx="533010" cy="533010"/>
              </a:xfrm>
              <a:prstGeom prst="roundRect">
                <a:avLst>
                  <a:gd name="adj" fmla="val 14919"/>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43" name="组合 42"/>
            <p:cNvGrpSpPr/>
            <p:nvPr/>
          </p:nvGrpSpPr>
          <p:grpSpPr>
            <a:xfrm>
              <a:off x="1004038" y="143324"/>
              <a:ext cx="2797234" cy="656435"/>
              <a:chOff x="716110" y="187653"/>
              <a:chExt cx="2797234" cy="656435"/>
            </a:xfrm>
          </p:grpSpPr>
          <p:sp>
            <p:nvSpPr>
              <p:cNvPr id="44" name="文本框 43"/>
              <p:cNvSpPr txBox="1"/>
              <p:nvPr/>
            </p:nvSpPr>
            <p:spPr>
              <a:xfrm>
                <a:off x="716110" y="187653"/>
                <a:ext cx="2713695" cy="438582"/>
              </a:xfrm>
              <a:prstGeom prst="rect">
                <a:avLst/>
              </a:prstGeom>
              <a:noFill/>
            </p:spPr>
            <p:txBody>
              <a:bodyPr wrap="square" lIns="68580" tIns="34290" rIns="68580" bIns="34290" rtlCol="0">
                <a:spAutoFit/>
              </a:bodyPr>
              <a:lstStyle/>
              <a:p>
                <a:pPr defTabSz="685800"/>
                <a:r>
                  <a:rPr lang="zh-CN" altLang="en-US" sz="2400">
                    <a:solidFill>
                      <a:schemeClr val="tx1">
                        <a:lumMod val="65000"/>
                        <a:lumOff val="35000"/>
                      </a:schemeClr>
                    </a:solidFill>
                    <a:cs typeface="+mn-ea"/>
                    <a:sym typeface="+mn-lt"/>
                  </a:rPr>
                  <a:t>单击输入标题内容</a:t>
                </a:r>
                <a:endParaRPr lang="zh-CN" altLang="en-US" sz="2400">
                  <a:solidFill>
                    <a:schemeClr val="tx1">
                      <a:lumMod val="65000"/>
                      <a:lumOff val="35000"/>
                    </a:schemeClr>
                  </a:solidFill>
                  <a:cs typeface="+mn-ea"/>
                  <a:sym typeface="+mn-lt"/>
                </a:endParaRPr>
              </a:p>
            </p:txBody>
          </p:sp>
          <p:sp>
            <p:nvSpPr>
              <p:cNvPr id="45" name="文本框 44"/>
              <p:cNvSpPr txBox="1"/>
              <p:nvPr/>
            </p:nvSpPr>
            <p:spPr>
              <a:xfrm>
                <a:off x="716110" y="553111"/>
                <a:ext cx="2797234" cy="290977"/>
              </a:xfrm>
              <a:prstGeom prst="rect">
                <a:avLst/>
              </a:prstGeom>
              <a:noFill/>
            </p:spPr>
            <p:txBody>
              <a:bodyPr wrap="square" rtlCol="0">
                <a:spAutoFit/>
              </a:bodyPr>
              <a:lstStyle/>
              <a:p>
                <a:pPr>
                  <a:lnSpc>
                    <a:spcPct val="130000"/>
                  </a:lnSpc>
                </a:pPr>
                <a:r>
                  <a:rPr lang="en-US" altLang="zh-CN" sz="1100">
                    <a:solidFill>
                      <a:schemeClr val="tx1">
                        <a:lumMod val="50000"/>
                        <a:lumOff val="50000"/>
                      </a:schemeClr>
                    </a:solidFill>
                    <a:cs typeface="+mn-ea"/>
                    <a:sym typeface="+mn-lt"/>
                  </a:rPr>
                  <a:t>Add You Text Here Add You Text Here</a:t>
                </a:r>
              </a:p>
            </p:txBody>
          </p:sp>
        </p:grpSp>
      </p:grpSp>
    </p:spTree>
    <p:extLst>
      <p:ext uri="{BB962C8B-B14F-4D97-AF65-F5344CB8AC3E}">
        <p14:creationId xmlns:p14="http://schemas.microsoft.com/office/powerpoint/2010/main" val="534854807"/>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1" presetClass="entr" presetSubtype="0"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1000" fill="hold"/>
                                        <p:tgtEl>
                                          <p:spTgt spid="38"/>
                                        </p:tgtEl>
                                        <p:attrNameLst>
                                          <p:attrName>ppt_w</p:attrName>
                                        </p:attrNameLst>
                                      </p:cBhvr>
                                      <p:tavLst>
                                        <p:tav tm="0">
                                          <p:val>
                                            <p:fltVal val="0"/>
                                          </p:val>
                                        </p:tav>
                                        <p:tav tm="100000">
                                          <p:val>
                                            <p:strVal val="#ppt_w"/>
                                          </p:val>
                                        </p:tav>
                                      </p:tavLst>
                                    </p:anim>
                                    <p:anim calcmode="lin" valueType="num">
                                      <p:cBhvr>
                                        <p:cTn id="8" dur="1000" fill="hold"/>
                                        <p:tgtEl>
                                          <p:spTgt spid="38"/>
                                        </p:tgtEl>
                                        <p:attrNameLst>
                                          <p:attrName>ppt_h</p:attrName>
                                        </p:attrNameLst>
                                      </p:cBhvr>
                                      <p:tavLst>
                                        <p:tav tm="0">
                                          <p:val>
                                            <p:fltVal val="0"/>
                                          </p:val>
                                        </p:tav>
                                        <p:tav tm="100000">
                                          <p:val>
                                            <p:strVal val="#ppt_h"/>
                                          </p:val>
                                        </p:tav>
                                      </p:tavLst>
                                    </p:anim>
                                    <p:anim calcmode="lin" valueType="num">
                                      <p:cBhvr>
                                        <p:cTn id="9" dur="1000" fill="hold"/>
                                        <p:tgtEl>
                                          <p:spTgt spid="38"/>
                                        </p:tgtEl>
                                        <p:attrNameLst>
                                          <p:attrName>style.rotation</p:attrName>
                                        </p:attrNameLst>
                                      </p:cBhvr>
                                      <p:tavLst>
                                        <p:tav tm="0">
                                          <p:val>
                                            <p:fltVal val="90"/>
                                          </p:val>
                                        </p:tav>
                                        <p:tav tm="100000">
                                          <p:val>
                                            <p:fltVal val="0"/>
                                          </p:val>
                                        </p:tav>
                                      </p:tavLst>
                                    </p:anim>
                                    <p:animEffect transition="in" filter="fade">
                                      <p:cBhvr>
                                        <p:cTn id="10" dur="1000"/>
                                        <p:tgtEl>
                                          <p:spTgt spid="38"/>
                                        </p:tgtEl>
                                      </p:cBhvr>
                                    </p:animEffect>
                                  </p:childTnLst>
                                </p:cTn>
                              </p:par>
                            </p:childTnLst>
                          </p:cTn>
                        </p:par>
                        <p:par>
                          <p:cTn id="11" fill="hold" nodeType="afterGroup">
                            <p:stCondLst>
                              <p:cond delay="1000"/>
                            </p:stCondLst>
                            <p:childTnLst>
                              <p:par>
                                <p:cTn id="12" presetID="22" presetClass="entr" presetSubtype="8" fill="hold" nodeType="afterEffect">
                                  <p:stCondLst>
                                    <p:cond delay="0"/>
                                  </p:stCondLst>
                                  <p:childTnLst>
                                    <p:set>
                                      <p:cBhvr>
                                        <p:cTn id="13" dur="1" fill="hold">
                                          <p:stCondLst>
                                            <p:cond delay="0"/>
                                          </p:stCondLst>
                                        </p:cTn>
                                        <p:tgtEl>
                                          <p:spTgt spid="40"/>
                                        </p:tgtEl>
                                        <p:attrNameLst>
                                          <p:attrName>style.visibility</p:attrName>
                                        </p:attrNameLst>
                                      </p:cBhvr>
                                      <p:to>
                                        <p:strVal val="visible"/>
                                      </p:to>
                                    </p:set>
                                    <p:animEffect transition="in" filter="wipe(left)">
                                      <p:cBhvr>
                                        <p:cTn id="14" dur="500"/>
                                        <p:tgtEl>
                                          <p:spTgt spid="40"/>
                                        </p:tgtEl>
                                      </p:cBhvr>
                                    </p:animEffect>
                                  </p:childTnLst>
                                </p:cTn>
                              </p:par>
                            </p:childTnLst>
                          </p:cTn>
                        </p:par>
                        <p:par>
                          <p:cTn id="15" fill="hold" nodeType="afterGroup">
                            <p:stCondLst>
                              <p:cond delay="1500"/>
                            </p:stCondLst>
                            <p:childTnLst>
                              <p:par>
                                <p:cTn id="16" presetID="52" presetClass="entr" presetSubtype="0" fill="hold" grpId="0" nodeType="afterEffect">
                                  <p:stCondLst>
                                    <p:cond delay="0"/>
                                  </p:stCondLst>
                                  <p:childTnLst>
                                    <p:set>
                                      <p:cBhvr>
                                        <p:cTn id="17" dur="1" fill="hold">
                                          <p:stCondLst>
                                            <p:cond delay="0"/>
                                          </p:stCondLst>
                                        </p:cTn>
                                        <p:tgtEl>
                                          <p:spTgt spid="37"/>
                                        </p:tgtEl>
                                        <p:attrNameLst>
                                          <p:attrName>style.visibility</p:attrName>
                                        </p:attrNameLst>
                                      </p:cBhvr>
                                      <p:to>
                                        <p:strVal val="visible"/>
                                      </p:to>
                                    </p:set>
                                    <p:animScale>
                                      <p:cBhvr>
                                        <p:cTn id="18"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 0 0" pathEditMode="relative" ptsTypes="">
                                      <p:cBhvr>
                                        <p:cTn id="19" dur="1000" decel="50000" fill="hold">
                                          <p:stCondLst>
                                            <p:cond delay="0"/>
                                          </p:stCondLst>
                                        </p:cTn>
                                        <p:tgtEl>
                                          <p:spTgt spid="37"/>
                                        </p:tgtEl>
                                        <p:attrNameLst>
                                          <p:attrName>ppt_x</p:attrName>
                                          <p:attrName>ppt_y</p:attrName>
                                        </p:attrNameLst>
                                      </p:cBhvr>
                                    </p:animMotion>
                                    <p:animEffect transition="in" filter="fade">
                                      <p:cBhvr>
                                        <p:cTn id="20"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7.xml><?xml version="1.0" encoding="utf-8"?>
<p:sld xmlns:a14="http://schemas.microsoft.com/office/drawing/2010/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14" name="圆角矩形 13"/>
          <p:cNvSpPr/>
          <p:nvPr/>
        </p:nvSpPr>
        <p:spPr>
          <a:xfrm rot="2700000">
            <a:off x="879929" y="2196029"/>
            <a:ext cx="667658" cy="667658"/>
          </a:xfrm>
          <a:prstGeom prst="roundRect">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圆角矩形 16"/>
          <p:cNvSpPr/>
          <p:nvPr/>
        </p:nvSpPr>
        <p:spPr>
          <a:xfrm rot="2700000">
            <a:off x="879929" y="3908715"/>
            <a:ext cx="667658" cy="667658"/>
          </a:xfrm>
          <a:prstGeom prst="roundRect">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圆角矩形 19"/>
          <p:cNvSpPr/>
          <p:nvPr/>
        </p:nvSpPr>
        <p:spPr>
          <a:xfrm rot="2700000">
            <a:off x="10662558" y="2196029"/>
            <a:ext cx="667658" cy="667658"/>
          </a:xfrm>
          <a:prstGeom prst="roundRect">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圆角矩形 22"/>
          <p:cNvSpPr/>
          <p:nvPr/>
        </p:nvSpPr>
        <p:spPr>
          <a:xfrm rot="2700000">
            <a:off x="10662558" y="3908715"/>
            <a:ext cx="667658" cy="667658"/>
          </a:xfrm>
          <a:prstGeom prst="roundRect">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3" name="图片 2"/>
          <p:cNvPicPr>
            <a:picLocks noChangeAspect="1"/>
          </p:cNvPicPr>
          <p:nvPr/>
        </p:nvPicPr>
        <p:blipFill>
          <a:blip r:embed="R4f047bd24a7a4f33">
            <a:extLst>
              <a:ext uri="{28A0092B-C50C-407E-A947-70E740481C1C}">
                <a14:useLocalDpi xmlns:a14="http://schemas.microsoft.com/office/drawing/2010/main"/>
              </a:ext>
            </a:extLst>
          </a:blip>
          <a:stretch>
            <a:fillRect/>
          </a:stretch>
        </p:blipFill>
        <p:spPr>
          <a:xfrm>
            <a:off x="4279900" y="2198028"/>
            <a:ext cx="3632200" cy="2979856"/>
          </a:xfrm>
          <a:prstGeom prst="rect">
            <a:avLst/>
          </a:prstGeom>
        </p:spPr>
      </p:pic>
      <p:pic>
        <p:nvPicPr>
          <p:cNvPr id="25" name="图片占位符 24"/>
          <p:cNvPicPr>
            <a:picLocks noGrp="1" noChangeAspect="1"/>
          </p:cNvPicPr>
          <p:nvPr>
            <p:ph type="pic" sz="quarter" idx="10"/>
          </p:nvPr>
        </p:nvPicPr>
        <p:blipFill>
          <a:blip r:embed="R0a145fe91eb748af">
            <a:extLst>
              <a:ext uri="{28A0092B-C50C-407E-A947-70E740481C1C}">
                <a14:useLocalDpi xmlns:a14="http://schemas.microsoft.com/office/drawing/2010/main"/>
              </a:ext>
            </a:extLst>
          </a:blip>
          <a:stretch>
            <a:fillRect/>
          </a:stretch>
        </p:blipFill>
        <p:spPr>
          <a:xfrm>
            <a:off x="4377450" y="2314937"/>
            <a:ext cx="3435462" cy="1936410"/>
          </a:xfrm>
        </p:spPr>
      </p:pic>
      <p:sp>
        <p:nvSpPr>
          <p:cNvPr id="36" name="椭圆 31"/>
          <p:cNvSpPr/>
          <p:nvPr/>
        </p:nvSpPr>
        <p:spPr>
          <a:xfrm>
            <a:off x="1036121" y="2377511"/>
            <a:ext cx="355274" cy="323680"/>
          </a:xfrm>
          <a:custGeom>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7" name="椭圆 32"/>
          <p:cNvSpPr/>
          <p:nvPr/>
        </p:nvSpPr>
        <p:spPr>
          <a:xfrm>
            <a:off x="1036121" y="4098354"/>
            <a:ext cx="355274" cy="287277"/>
          </a:xfrm>
          <a:custGeom>
            <a:gdLst>
              <a:gd name="connsiteX0" fmla="*/ 0 w 331788"/>
              <a:gd name="connsiteY0" fmla="*/ 255587 h 268287"/>
              <a:gd name="connsiteX1" fmla="*/ 331788 w 331788"/>
              <a:gd name="connsiteY1" fmla="*/ 255587 h 268287"/>
              <a:gd name="connsiteX2" fmla="*/ 331788 w 331788"/>
              <a:gd name="connsiteY2" fmla="*/ 268287 h 268287"/>
              <a:gd name="connsiteX3" fmla="*/ 0 w 331788"/>
              <a:gd name="connsiteY3" fmla="*/ 268287 h 268287"/>
              <a:gd name="connsiteX4" fmla="*/ 76201 w 331788"/>
              <a:gd name="connsiteY4" fmla="*/ 207962 h 268287"/>
              <a:gd name="connsiteX5" fmla="*/ 82551 w 331788"/>
              <a:gd name="connsiteY5" fmla="*/ 207962 h 268287"/>
              <a:gd name="connsiteX6" fmla="*/ 82551 w 331788"/>
              <a:gd name="connsiteY6" fmla="*/ 247650 h 268287"/>
              <a:gd name="connsiteX7" fmla="*/ 55563 w 331788"/>
              <a:gd name="connsiteY7" fmla="*/ 247650 h 268287"/>
              <a:gd name="connsiteX8" fmla="*/ 55563 w 331788"/>
              <a:gd name="connsiteY8" fmla="*/ 227012 h 268287"/>
              <a:gd name="connsiteX9" fmla="*/ 115888 w 331788"/>
              <a:gd name="connsiteY9" fmla="*/ 168275 h 268287"/>
              <a:gd name="connsiteX10" fmla="*/ 127168 w 331788"/>
              <a:gd name="connsiteY10" fmla="*/ 168275 h 268287"/>
              <a:gd name="connsiteX11" fmla="*/ 139701 w 331788"/>
              <a:gd name="connsiteY11" fmla="*/ 170835 h 268287"/>
              <a:gd name="connsiteX12" fmla="*/ 139701 w 331788"/>
              <a:gd name="connsiteY12" fmla="*/ 247650 h 268287"/>
              <a:gd name="connsiteX13" fmla="*/ 115888 w 331788"/>
              <a:gd name="connsiteY13" fmla="*/ 247650 h 268287"/>
              <a:gd name="connsiteX14" fmla="*/ 198438 w 331788"/>
              <a:gd name="connsiteY14" fmla="*/ 155575 h 268287"/>
              <a:gd name="connsiteX15" fmla="*/ 198438 w 331788"/>
              <a:gd name="connsiteY15" fmla="*/ 247650 h 268287"/>
              <a:gd name="connsiteX16" fmla="*/ 173038 w 331788"/>
              <a:gd name="connsiteY16" fmla="*/ 247650 h 268287"/>
              <a:gd name="connsiteX17" fmla="*/ 173038 w 331788"/>
              <a:gd name="connsiteY17" fmla="*/ 168363 h 268287"/>
              <a:gd name="connsiteX18" fmla="*/ 198438 w 331788"/>
              <a:gd name="connsiteY18" fmla="*/ 155575 h 268287"/>
              <a:gd name="connsiteX19" fmla="*/ 149226 w 331788"/>
              <a:gd name="connsiteY19" fmla="*/ 41376 h 268287"/>
              <a:gd name="connsiteX20" fmla="*/ 114947 w 331788"/>
              <a:gd name="connsiteY20" fmla="*/ 55968 h 268287"/>
              <a:gd name="connsiteX21" fmla="*/ 114947 w 331788"/>
              <a:gd name="connsiteY21" fmla="*/ 123418 h 268287"/>
              <a:gd name="connsiteX22" fmla="*/ 183504 w 331788"/>
              <a:gd name="connsiteY22" fmla="*/ 123418 h 268287"/>
              <a:gd name="connsiteX23" fmla="*/ 183504 w 331788"/>
              <a:gd name="connsiteY23" fmla="*/ 55968 h 268287"/>
              <a:gd name="connsiteX24" fmla="*/ 149226 w 331788"/>
              <a:gd name="connsiteY24" fmla="*/ 41376 h 268287"/>
              <a:gd name="connsiteX25" fmla="*/ 228600 w 331788"/>
              <a:gd name="connsiteY25" fmla="*/ 39687 h 268287"/>
              <a:gd name="connsiteX26" fmla="*/ 254000 w 331788"/>
              <a:gd name="connsiteY26" fmla="*/ 39687 h 268287"/>
              <a:gd name="connsiteX27" fmla="*/ 254000 w 331788"/>
              <a:gd name="connsiteY27" fmla="*/ 247650 h 268287"/>
              <a:gd name="connsiteX28" fmla="*/ 228600 w 331788"/>
              <a:gd name="connsiteY28" fmla="*/ 247650 h 268287"/>
              <a:gd name="connsiteX29" fmla="*/ 228600 w 331788"/>
              <a:gd name="connsiteY29" fmla="*/ 110730 h 268287"/>
              <a:gd name="connsiteX30" fmla="*/ 231140 w 331788"/>
              <a:gd name="connsiteY30" fmla="*/ 90063 h 268287"/>
              <a:gd name="connsiteX31" fmla="*/ 228600 w 331788"/>
              <a:gd name="connsiteY31" fmla="*/ 69396 h 268287"/>
              <a:gd name="connsiteX32" fmla="*/ 228600 w 331788"/>
              <a:gd name="connsiteY32" fmla="*/ 39687 h 268287"/>
              <a:gd name="connsiteX33" fmla="*/ 149707 w 331788"/>
              <a:gd name="connsiteY33" fmla="*/ 22312 h 268287"/>
              <a:gd name="connsiteX34" fmla="*/ 196764 w 331788"/>
              <a:gd name="connsiteY34" fmla="*/ 41623 h 268287"/>
              <a:gd name="connsiteX35" fmla="*/ 196764 w 331788"/>
              <a:gd name="connsiteY35" fmla="*/ 136893 h 268287"/>
              <a:gd name="connsiteX36" fmla="*/ 109096 w 331788"/>
              <a:gd name="connsiteY36" fmla="*/ 143330 h 268287"/>
              <a:gd name="connsiteX37" fmla="*/ 97492 w 331788"/>
              <a:gd name="connsiteY37" fmla="*/ 154917 h 268287"/>
              <a:gd name="connsiteX38" fmla="*/ 93625 w 331788"/>
              <a:gd name="connsiteY38" fmla="*/ 170366 h 268287"/>
              <a:gd name="connsiteX39" fmla="*/ 43344 w 331788"/>
              <a:gd name="connsiteY39" fmla="*/ 220576 h 268287"/>
              <a:gd name="connsiteX40" fmla="*/ 18848 w 331788"/>
              <a:gd name="connsiteY40" fmla="*/ 220576 h 268287"/>
              <a:gd name="connsiteX41" fmla="*/ 18848 w 331788"/>
              <a:gd name="connsiteY41" fmla="*/ 196115 h 268287"/>
              <a:gd name="connsiteX42" fmla="*/ 67840 w 331788"/>
              <a:gd name="connsiteY42" fmla="*/ 145905 h 268287"/>
              <a:gd name="connsiteX43" fmla="*/ 84600 w 331788"/>
              <a:gd name="connsiteY43" fmla="*/ 140755 h 268287"/>
              <a:gd name="connsiteX44" fmla="*/ 96203 w 331788"/>
              <a:gd name="connsiteY44" fmla="*/ 129168 h 268287"/>
              <a:gd name="connsiteX45" fmla="*/ 102649 w 331788"/>
              <a:gd name="connsiteY45" fmla="*/ 41623 h 268287"/>
              <a:gd name="connsiteX46" fmla="*/ 149707 w 331788"/>
              <a:gd name="connsiteY46" fmla="*/ 22312 h 268287"/>
              <a:gd name="connsiteX47" fmla="*/ 280988 w 331788"/>
              <a:gd name="connsiteY47" fmla="*/ 0 h 268287"/>
              <a:gd name="connsiteX48" fmla="*/ 306388 w 331788"/>
              <a:gd name="connsiteY48" fmla="*/ 0 h 268287"/>
              <a:gd name="connsiteX49" fmla="*/ 306388 w 331788"/>
              <a:gd name="connsiteY49" fmla="*/ 247650 h 268287"/>
              <a:gd name="connsiteX50" fmla="*/ 280988 w 331788"/>
              <a:gd name="connsiteY50" fmla="*/ 247650 h 268287"/>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31788" h="268287">
                <a:moveTo>
                  <a:pt x="0" y="255587"/>
                </a:moveTo>
                <a:lnTo>
                  <a:pt x="331788" y="255587"/>
                </a:lnTo>
                <a:lnTo>
                  <a:pt x="331788" y="268287"/>
                </a:lnTo>
                <a:lnTo>
                  <a:pt x="0" y="268287"/>
                </a:lnTo>
                <a:close/>
                <a:moveTo>
                  <a:pt x="76201" y="207962"/>
                </a:moveTo>
                <a:lnTo>
                  <a:pt x="82551" y="207962"/>
                </a:lnTo>
                <a:lnTo>
                  <a:pt x="82551" y="247650"/>
                </a:lnTo>
                <a:lnTo>
                  <a:pt x="55563" y="247650"/>
                </a:lnTo>
                <a:lnTo>
                  <a:pt x="55563" y="227012"/>
                </a:lnTo>
                <a:close/>
                <a:moveTo>
                  <a:pt x="115888" y="168275"/>
                </a:moveTo>
                <a:cubicBezTo>
                  <a:pt x="115888" y="168275"/>
                  <a:pt x="115888" y="168275"/>
                  <a:pt x="127168" y="168275"/>
                </a:cubicBezTo>
                <a:cubicBezTo>
                  <a:pt x="130928" y="169555"/>
                  <a:pt x="135941" y="170835"/>
                  <a:pt x="139701" y="170835"/>
                </a:cubicBezTo>
                <a:cubicBezTo>
                  <a:pt x="139701" y="170835"/>
                  <a:pt x="139701" y="170835"/>
                  <a:pt x="139701" y="247650"/>
                </a:cubicBezTo>
                <a:cubicBezTo>
                  <a:pt x="139701" y="247650"/>
                  <a:pt x="139701" y="247650"/>
                  <a:pt x="115888" y="247650"/>
                </a:cubicBezTo>
                <a:close/>
                <a:moveTo>
                  <a:pt x="198438" y="155575"/>
                </a:moveTo>
                <a:cubicBezTo>
                  <a:pt x="198438" y="155575"/>
                  <a:pt x="198438" y="155575"/>
                  <a:pt x="198438" y="247650"/>
                </a:cubicBezTo>
                <a:cubicBezTo>
                  <a:pt x="198438" y="247650"/>
                  <a:pt x="198438" y="247650"/>
                  <a:pt x="173038" y="247650"/>
                </a:cubicBezTo>
                <a:lnTo>
                  <a:pt x="173038" y="168363"/>
                </a:lnTo>
                <a:cubicBezTo>
                  <a:pt x="181928" y="165805"/>
                  <a:pt x="190818" y="161969"/>
                  <a:pt x="198438" y="155575"/>
                </a:cubicBezTo>
                <a:close/>
                <a:moveTo>
                  <a:pt x="149226" y="41376"/>
                </a:moveTo>
                <a:cubicBezTo>
                  <a:pt x="136937" y="41376"/>
                  <a:pt x="124649" y="46240"/>
                  <a:pt x="114947" y="55968"/>
                </a:cubicBezTo>
                <a:cubicBezTo>
                  <a:pt x="96838" y="74128"/>
                  <a:pt x="96838" y="105259"/>
                  <a:pt x="114947" y="123418"/>
                </a:cubicBezTo>
                <a:cubicBezTo>
                  <a:pt x="134350" y="142875"/>
                  <a:pt x="164101" y="142875"/>
                  <a:pt x="183504" y="123418"/>
                </a:cubicBezTo>
                <a:cubicBezTo>
                  <a:pt x="201613" y="105259"/>
                  <a:pt x="201613" y="74128"/>
                  <a:pt x="183504" y="55968"/>
                </a:cubicBezTo>
                <a:cubicBezTo>
                  <a:pt x="173803" y="46240"/>
                  <a:pt x="161514" y="41376"/>
                  <a:pt x="149226" y="41376"/>
                </a:cubicBezTo>
                <a:close/>
                <a:moveTo>
                  <a:pt x="228600" y="39687"/>
                </a:moveTo>
                <a:cubicBezTo>
                  <a:pt x="228600" y="39687"/>
                  <a:pt x="228600" y="39687"/>
                  <a:pt x="254000" y="39687"/>
                </a:cubicBezTo>
                <a:lnTo>
                  <a:pt x="254000" y="247650"/>
                </a:lnTo>
                <a:cubicBezTo>
                  <a:pt x="254000" y="247650"/>
                  <a:pt x="254000" y="247650"/>
                  <a:pt x="228600" y="247650"/>
                </a:cubicBezTo>
                <a:cubicBezTo>
                  <a:pt x="228600" y="247650"/>
                  <a:pt x="228600" y="247650"/>
                  <a:pt x="228600" y="110730"/>
                </a:cubicBezTo>
                <a:cubicBezTo>
                  <a:pt x="231140" y="104272"/>
                  <a:pt x="231140" y="96521"/>
                  <a:pt x="231140" y="90063"/>
                </a:cubicBezTo>
                <a:cubicBezTo>
                  <a:pt x="231140" y="83604"/>
                  <a:pt x="231140" y="75854"/>
                  <a:pt x="228600" y="69396"/>
                </a:cubicBezTo>
                <a:cubicBezTo>
                  <a:pt x="228600" y="69396"/>
                  <a:pt x="228600" y="69396"/>
                  <a:pt x="228600" y="39687"/>
                </a:cubicBezTo>
                <a:close/>
                <a:moveTo>
                  <a:pt x="149707" y="22312"/>
                </a:moveTo>
                <a:cubicBezTo>
                  <a:pt x="166789" y="22312"/>
                  <a:pt x="183872" y="28749"/>
                  <a:pt x="196764" y="41623"/>
                </a:cubicBezTo>
                <a:cubicBezTo>
                  <a:pt x="223838" y="68659"/>
                  <a:pt x="223838" y="111144"/>
                  <a:pt x="196764" y="136893"/>
                </a:cubicBezTo>
                <a:cubicBezTo>
                  <a:pt x="173558" y="161354"/>
                  <a:pt x="136170" y="162641"/>
                  <a:pt x="109096" y="143330"/>
                </a:cubicBezTo>
                <a:cubicBezTo>
                  <a:pt x="109096" y="143330"/>
                  <a:pt x="109096" y="143330"/>
                  <a:pt x="97492" y="154917"/>
                </a:cubicBezTo>
                <a:cubicBezTo>
                  <a:pt x="98782" y="160067"/>
                  <a:pt x="97492" y="166504"/>
                  <a:pt x="93625" y="170366"/>
                </a:cubicBezTo>
                <a:cubicBezTo>
                  <a:pt x="93625" y="170366"/>
                  <a:pt x="93625" y="170366"/>
                  <a:pt x="43344" y="220576"/>
                </a:cubicBezTo>
                <a:cubicBezTo>
                  <a:pt x="35608" y="227013"/>
                  <a:pt x="25295" y="227013"/>
                  <a:pt x="18848" y="220576"/>
                </a:cubicBezTo>
                <a:cubicBezTo>
                  <a:pt x="11113" y="214139"/>
                  <a:pt x="11113" y="202552"/>
                  <a:pt x="18848" y="196115"/>
                </a:cubicBezTo>
                <a:cubicBezTo>
                  <a:pt x="18848" y="196115"/>
                  <a:pt x="18848" y="196115"/>
                  <a:pt x="67840" y="145905"/>
                </a:cubicBezTo>
                <a:cubicBezTo>
                  <a:pt x="72997" y="142043"/>
                  <a:pt x="78154" y="140755"/>
                  <a:pt x="84600" y="140755"/>
                </a:cubicBezTo>
                <a:cubicBezTo>
                  <a:pt x="84600" y="140755"/>
                  <a:pt x="84600" y="140755"/>
                  <a:pt x="96203" y="129168"/>
                </a:cubicBezTo>
                <a:cubicBezTo>
                  <a:pt x="75575" y="103420"/>
                  <a:pt x="78154" y="66084"/>
                  <a:pt x="102649" y="41623"/>
                </a:cubicBezTo>
                <a:cubicBezTo>
                  <a:pt x="115542" y="28749"/>
                  <a:pt x="132624" y="22312"/>
                  <a:pt x="149707" y="22312"/>
                </a:cubicBezTo>
                <a:close/>
                <a:moveTo>
                  <a:pt x="280988" y="0"/>
                </a:moveTo>
                <a:lnTo>
                  <a:pt x="306388" y="0"/>
                </a:lnTo>
                <a:lnTo>
                  <a:pt x="306388" y="247650"/>
                </a:lnTo>
                <a:lnTo>
                  <a:pt x="280988" y="24765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8" name="椭圆 33"/>
          <p:cNvSpPr/>
          <p:nvPr/>
        </p:nvSpPr>
        <p:spPr>
          <a:xfrm>
            <a:off x="10818750" y="2376280"/>
            <a:ext cx="355274" cy="326143"/>
          </a:xfrm>
          <a:custGeom>
            <a:gdLst>
              <a:gd name="connsiteX0" fmla="*/ 117399 w 337212"/>
              <a:gd name="connsiteY0" fmla="*/ 192088 h 309563"/>
              <a:gd name="connsiteX1" fmla="*/ 130099 w 337212"/>
              <a:gd name="connsiteY1" fmla="*/ 196036 h 309563"/>
              <a:gd name="connsiteX2" fmla="*/ 130099 w 337212"/>
              <a:gd name="connsiteY2" fmla="*/ 278941 h 309563"/>
              <a:gd name="connsiteX3" fmla="*/ 117399 w 337212"/>
              <a:gd name="connsiteY3" fmla="*/ 292101 h 309563"/>
              <a:gd name="connsiteX4" fmla="*/ 176137 w 337212"/>
              <a:gd name="connsiteY4" fmla="*/ 187325 h 309563"/>
              <a:gd name="connsiteX5" fmla="*/ 187250 w 337212"/>
              <a:gd name="connsiteY5" fmla="*/ 191271 h 309563"/>
              <a:gd name="connsiteX6" fmla="*/ 187250 w 337212"/>
              <a:gd name="connsiteY6" fmla="*/ 267562 h 309563"/>
              <a:gd name="connsiteX7" fmla="*/ 176137 w 337212"/>
              <a:gd name="connsiteY7" fmla="*/ 279400 h 309563"/>
              <a:gd name="connsiteX8" fmla="*/ 176137 w 337212"/>
              <a:gd name="connsiteY8" fmla="*/ 187325 h 309563"/>
              <a:gd name="connsiteX9" fmla="*/ 231699 w 337212"/>
              <a:gd name="connsiteY9" fmla="*/ 180975 h 309563"/>
              <a:gd name="connsiteX10" fmla="*/ 239637 w 337212"/>
              <a:gd name="connsiteY10" fmla="*/ 184982 h 309563"/>
              <a:gd name="connsiteX11" fmla="*/ 239637 w 337212"/>
              <a:gd name="connsiteY11" fmla="*/ 254429 h 309563"/>
              <a:gd name="connsiteX12" fmla="*/ 231699 w 337212"/>
              <a:gd name="connsiteY12" fmla="*/ 265113 h 309563"/>
              <a:gd name="connsiteX13" fmla="*/ 277737 w 337212"/>
              <a:gd name="connsiteY13" fmla="*/ 177800 h 309563"/>
              <a:gd name="connsiteX14" fmla="*/ 287262 w 337212"/>
              <a:gd name="connsiteY14" fmla="*/ 180398 h 309563"/>
              <a:gd name="connsiteX15" fmla="*/ 287262 w 337212"/>
              <a:gd name="connsiteY15" fmla="*/ 238847 h 309563"/>
              <a:gd name="connsiteX16" fmla="*/ 277737 w 337212"/>
              <a:gd name="connsiteY16" fmla="*/ 249238 h 309563"/>
              <a:gd name="connsiteX17" fmla="*/ 280912 w 337212"/>
              <a:gd name="connsiteY17" fmla="*/ 92075 h 309563"/>
              <a:gd name="connsiteX18" fmla="*/ 307493 w 337212"/>
              <a:gd name="connsiteY18" fmla="*/ 92075 h 309563"/>
              <a:gd name="connsiteX19" fmla="*/ 315468 w 337212"/>
              <a:gd name="connsiteY19" fmla="*/ 97314 h 309563"/>
              <a:gd name="connsiteX20" fmla="*/ 336733 w 337212"/>
              <a:gd name="connsiteY20" fmla="*/ 158869 h 309563"/>
              <a:gd name="connsiteX21" fmla="*/ 331417 w 337212"/>
              <a:gd name="connsiteY21" fmla="*/ 169347 h 309563"/>
              <a:gd name="connsiteX22" fmla="*/ 320784 w 337212"/>
              <a:gd name="connsiteY22" fmla="*/ 164108 h 309563"/>
              <a:gd name="connsiteX23" fmla="*/ 314139 w 337212"/>
              <a:gd name="connsiteY23" fmla="*/ 145772 h 309563"/>
              <a:gd name="connsiteX24" fmla="*/ 314139 w 337212"/>
              <a:gd name="connsiteY24" fmla="*/ 238761 h 309563"/>
              <a:gd name="connsiteX25" fmla="*/ 304835 w 337212"/>
              <a:gd name="connsiteY25" fmla="*/ 249238 h 309563"/>
              <a:gd name="connsiteX26" fmla="*/ 294203 w 337212"/>
              <a:gd name="connsiteY26" fmla="*/ 238761 h 309563"/>
              <a:gd name="connsiteX27" fmla="*/ 294203 w 337212"/>
              <a:gd name="connsiteY27" fmla="*/ 179824 h 309563"/>
              <a:gd name="connsiteX28" fmla="*/ 288886 w 337212"/>
              <a:gd name="connsiteY28" fmla="*/ 179824 h 309563"/>
              <a:gd name="connsiteX29" fmla="*/ 294203 w 337212"/>
              <a:gd name="connsiteY29" fmla="*/ 178515 h 309563"/>
              <a:gd name="connsiteX30" fmla="*/ 304835 w 337212"/>
              <a:gd name="connsiteY30" fmla="*/ 157560 h 309563"/>
              <a:gd name="connsiteX31" fmla="*/ 280912 w 337212"/>
              <a:gd name="connsiteY31" fmla="*/ 92075 h 309563"/>
              <a:gd name="connsiteX32" fmla="*/ 231699 w 337212"/>
              <a:gd name="connsiteY32" fmla="*/ 82550 h 309563"/>
              <a:gd name="connsiteX33" fmla="*/ 243745 w 337212"/>
              <a:gd name="connsiteY33" fmla="*/ 82550 h 309563"/>
              <a:gd name="connsiteX34" fmla="*/ 262484 w 337212"/>
              <a:gd name="connsiteY34" fmla="*/ 82550 h 309563"/>
              <a:gd name="connsiteX35" fmla="*/ 273192 w 337212"/>
              <a:gd name="connsiteY35" fmla="*/ 89117 h 309563"/>
              <a:gd name="connsiteX36" fmla="*/ 297285 w 337212"/>
              <a:gd name="connsiteY36" fmla="*/ 160041 h 309563"/>
              <a:gd name="connsiteX37" fmla="*/ 291931 w 337212"/>
              <a:gd name="connsiteY37" fmla="*/ 171861 h 309563"/>
              <a:gd name="connsiteX38" fmla="*/ 279885 w 337212"/>
              <a:gd name="connsiteY38" fmla="*/ 166608 h 309563"/>
              <a:gd name="connsiteX39" fmla="*/ 271854 w 337212"/>
              <a:gd name="connsiteY39" fmla="*/ 144280 h 309563"/>
              <a:gd name="connsiteX40" fmla="*/ 271854 w 337212"/>
              <a:gd name="connsiteY40" fmla="*/ 253292 h 309563"/>
              <a:gd name="connsiteX41" fmla="*/ 259807 w 337212"/>
              <a:gd name="connsiteY41" fmla="*/ 265113 h 309563"/>
              <a:gd name="connsiteX42" fmla="*/ 247761 w 337212"/>
              <a:gd name="connsiteY42" fmla="*/ 253292 h 309563"/>
              <a:gd name="connsiteX43" fmla="*/ 247761 w 337212"/>
              <a:gd name="connsiteY43" fmla="*/ 183682 h 309563"/>
              <a:gd name="connsiteX44" fmla="*/ 258469 w 337212"/>
              <a:gd name="connsiteY44" fmla="*/ 160041 h 309563"/>
              <a:gd name="connsiteX45" fmla="*/ 231699 w 337212"/>
              <a:gd name="connsiteY45" fmla="*/ 82550 h 309563"/>
              <a:gd name="connsiteX46" fmla="*/ 177724 w 337212"/>
              <a:gd name="connsiteY46" fmla="*/ 77788 h 309563"/>
              <a:gd name="connsiteX47" fmla="*/ 214510 w 337212"/>
              <a:gd name="connsiteY47" fmla="*/ 77788 h 309563"/>
              <a:gd name="connsiteX48" fmla="*/ 225021 w 337212"/>
              <a:gd name="connsiteY48" fmla="*/ 85643 h 309563"/>
              <a:gd name="connsiteX49" fmla="*/ 252610 w 337212"/>
              <a:gd name="connsiteY49" fmla="*/ 162884 h 309563"/>
              <a:gd name="connsiteX50" fmla="*/ 246041 w 337212"/>
              <a:gd name="connsiteY50" fmla="*/ 175976 h 309563"/>
              <a:gd name="connsiteX51" fmla="*/ 231590 w 337212"/>
              <a:gd name="connsiteY51" fmla="*/ 169430 h 309563"/>
              <a:gd name="connsiteX52" fmla="*/ 223707 w 337212"/>
              <a:gd name="connsiteY52" fmla="*/ 145865 h 309563"/>
              <a:gd name="connsiteX53" fmla="*/ 223707 w 337212"/>
              <a:gd name="connsiteY53" fmla="*/ 266309 h 309563"/>
              <a:gd name="connsiteX54" fmla="*/ 210569 w 337212"/>
              <a:gd name="connsiteY54" fmla="*/ 279401 h 309563"/>
              <a:gd name="connsiteX55" fmla="*/ 198745 w 337212"/>
              <a:gd name="connsiteY55" fmla="*/ 266309 h 309563"/>
              <a:gd name="connsiteX56" fmla="*/ 198745 w 337212"/>
              <a:gd name="connsiteY56" fmla="*/ 189068 h 309563"/>
              <a:gd name="connsiteX57" fmla="*/ 197759 w 337212"/>
              <a:gd name="connsiteY57" fmla="*/ 189068 h 309563"/>
              <a:gd name="connsiteX58" fmla="*/ 194803 w 337212"/>
              <a:gd name="connsiteY58" fmla="*/ 189068 h 309563"/>
              <a:gd name="connsiteX59" fmla="*/ 206628 w 337212"/>
              <a:gd name="connsiteY59" fmla="*/ 178595 h 309563"/>
              <a:gd name="connsiteX60" fmla="*/ 206628 w 337212"/>
              <a:gd name="connsiteY60" fmla="*/ 162884 h 309563"/>
              <a:gd name="connsiteX61" fmla="*/ 177724 w 337212"/>
              <a:gd name="connsiteY61" fmla="*/ 79097 h 309563"/>
              <a:gd name="connsiteX62" fmla="*/ 177724 w 337212"/>
              <a:gd name="connsiteY62" fmla="*/ 77788 h 309563"/>
              <a:gd name="connsiteX63" fmla="*/ 120574 w 337212"/>
              <a:gd name="connsiteY63" fmla="*/ 73025 h 309563"/>
              <a:gd name="connsiteX64" fmla="*/ 157008 w 337212"/>
              <a:gd name="connsiteY64" fmla="*/ 73025 h 309563"/>
              <a:gd name="connsiteX65" fmla="*/ 168720 w 337212"/>
              <a:gd name="connsiteY65" fmla="*/ 80953 h 309563"/>
              <a:gd name="connsiteX66" fmla="*/ 197347 w 337212"/>
              <a:gd name="connsiteY66" fmla="*/ 166840 h 309563"/>
              <a:gd name="connsiteX67" fmla="*/ 190840 w 337212"/>
              <a:gd name="connsiteY67" fmla="*/ 181375 h 309563"/>
              <a:gd name="connsiteX68" fmla="*/ 176527 w 337212"/>
              <a:gd name="connsiteY68" fmla="*/ 173447 h 309563"/>
              <a:gd name="connsiteX69" fmla="*/ 167418 w 337212"/>
              <a:gd name="connsiteY69" fmla="*/ 148341 h 309563"/>
              <a:gd name="connsiteX70" fmla="*/ 167418 w 337212"/>
              <a:gd name="connsiteY70" fmla="*/ 279153 h 309563"/>
              <a:gd name="connsiteX71" fmla="*/ 153105 w 337212"/>
              <a:gd name="connsiteY71" fmla="*/ 293688 h 309563"/>
              <a:gd name="connsiteX72" fmla="*/ 140093 w 337212"/>
              <a:gd name="connsiteY72" fmla="*/ 279153 h 309563"/>
              <a:gd name="connsiteX73" fmla="*/ 140093 w 337212"/>
              <a:gd name="connsiteY73" fmla="*/ 195909 h 309563"/>
              <a:gd name="connsiteX74" fmla="*/ 133586 w 337212"/>
              <a:gd name="connsiteY74" fmla="*/ 195909 h 309563"/>
              <a:gd name="connsiteX75" fmla="*/ 138791 w 337212"/>
              <a:gd name="connsiteY75" fmla="*/ 194588 h 309563"/>
              <a:gd name="connsiteX76" fmla="*/ 151804 w 337212"/>
              <a:gd name="connsiteY76" fmla="*/ 166840 h 309563"/>
              <a:gd name="connsiteX77" fmla="*/ 120574 w 337212"/>
              <a:gd name="connsiteY77" fmla="*/ 73025 h 309563"/>
              <a:gd name="connsiteX78" fmla="*/ 46220 w 337212"/>
              <a:gd name="connsiteY78" fmla="*/ 66675 h 309563"/>
              <a:gd name="connsiteX79" fmla="*/ 72821 w 337212"/>
              <a:gd name="connsiteY79" fmla="*/ 66675 h 309563"/>
              <a:gd name="connsiteX80" fmla="*/ 98092 w 337212"/>
              <a:gd name="connsiteY80" fmla="*/ 66675 h 309563"/>
              <a:gd name="connsiteX81" fmla="*/ 111393 w 337212"/>
              <a:gd name="connsiteY81" fmla="*/ 74595 h 309563"/>
              <a:gd name="connsiteX82" fmla="*/ 143315 w 337212"/>
              <a:gd name="connsiteY82" fmla="*/ 169638 h 309563"/>
              <a:gd name="connsiteX83" fmla="*/ 135334 w 337212"/>
              <a:gd name="connsiteY83" fmla="*/ 185479 h 309563"/>
              <a:gd name="connsiteX84" fmla="*/ 119374 w 337212"/>
              <a:gd name="connsiteY84" fmla="*/ 177559 h 309563"/>
              <a:gd name="connsiteX85" fmla="*/ 108733 w 337212"/>
              <a:gd name="connsiteY85" fmla="*/ 148518 h 309563"/>
              <a:gd name="connsiteX86" fmla="*/ 108733 w 337212"/>
              <a:gd name="connsiteY86" fmla="*/ 295043 h 309563"/>
              <a:gd name="connsiteX87" fmla="*/ 94102 w 337212"/>
              <a:gd name="connsiteY87" fmla="*/ 309563 h 309563"/>
              <a:gd name="connsiteX88" fmla="*/ 78141 w 337212"/>
              <a:gd name="connsiteY88" fmla="*/ 295043 h 309563"/>
              <a:gd name="connsiteX89" fmla="*/ 78141 w 337212"/>
              <a:gd name="connsiteY89" fmla="*/ 202640 h 309563"/>
              <a:gd name="connsiteX90" fmla="*/ 66171 w 337212"/>
              <a:gd name="connsiteY90" fmla="*/ 202640 h 309563"/>
              <a:gd name="connsiteX91" fmla="*/ 66171 w 337212"/>
              <a:gd name="connsiteY91" fmla="*/ 295043 h 309563"/>
              <a:gd name="connsiteX92" fmla="*/ 50210 w 337212"/>
              <a:gd name="connsiteY92" fmla="*/ 309563 h 309563"/>
              <a:gd name="connsiteX93" fmla="*/ 35579 w 337212"/>
              <a:gd name="connsiteY93" fmla="*/ 295043 h 309563"/>
              <a:gd name="connsiteX94" fmla="*/ 35579 w 337212"/>
              <a:gd name="connsiteY94" fmla="*/ 148518 h 309563"/>
              <a:gd name="connsiteX95" fmla="*/ 24938 w 337212"/>
              <a:gd name="connsiteY95" fmla="*/ 177559 h 309563"/>
              <a:gd name="connsiteX96" fmla="*/ 8978 w 337212"/>
              <a:gd name="connsiteY96" fmla="*/ 185479 h 309563"/>
              <a:gd name="connsiteX97" fmla="*/ 997 w 337212"/>
              <a:gd name="connsiteY97" fmla="*/ 169638 h 309563"/>
              <a:gd name="connsiteX98" fmla="*/ 32919 w 337212"/>
              <a:gd name="connsiteY98" fmla="*/ 74595 h 309563"/>
              <a:gd name="connsiteX99" fmla="*/ 46220 w 337212"/>
              <a:gd name="connsiteY99" fmla="*/ 66675 h 309563"/>
              <a:gd name="connsiteX100" fmla="*/ 289643 w 337212"/>
              <a:gd name="connsiteY100" fmla="*/ 49213 h 309563"/>
              <a:gd name="connsiteX101" fmla="*/ 309487 w 337212"/>
              <a:gd name="connsiteY101" fmla="*/ 68263 h 309563"/>
              <a:gd name="connsiteX102" fmla="*/ 289643 w 337212"/>
              <a:gd name="connsiteY102" fmla="*/ 87313 h 309563"/>
              <a:gd name="connsiteX103" fmla="*/ 269799 w 337212"/>
              <a:gd name="connsiteY103" fmla="*/ 68263 h 309563"/>
              <a:gd name="connsiteX104" fmla="*/ 271122 w 337212"/>
              <a:gd name="connsiteY104" fmla="*/ 68263 h 309563"/>
              <a:gd name="connsiteX105" fmla="*/ 272445 w 337212"/>
              <a:gd name="connsiteY105" fmla="*/ 59373 h 309563"/>
              <a:gd name="connsiteX106" fmla="*/ 289643 w 337212"/>
              <a:gd name="connsiteY106" fmla="*/ 49213 h 309563"/>
              <a:gd name="connsiteX107" fmla="*/ 244544 w 337212"/>
              <a:gd name="connsiteY107" fmla="*/ 33338 h 309563"/>
              <a:gd name="connsiteX108" fmla="*/ 266625 w 337212"/>
              <a:gd name="connsiteY108" fmla="*/ 55699 h 309563"/>
              <a:gd name="connsiteX109" fmla="*/ 244544 w 337212"/>
              <a:gd name="connsiteY109" fmla="*/ 79376 h 309563"/>
              <a:gd name="connsiteX110" fmla="*/ 223762 w 337212"/>
              <a:gd name="connsiteY110" fmla="*/ 63592 h 309563"/>
              <a:gd name="connsiteX111" fmla="*/ 226360 w 337212"/>
              <a:gd name="connsiteY111" fmla="*/ 49123 h 309563"/>
              <a:gd name="connsiteX112" fmla="*/ 226360 w 337212"/>
              <a:gd name="connsiteY112" fmla="*/ 43861 h 309563"/>
              <a:gd name="connsiteX113" fmla="*/ 244544 w 337212"/>
              <a:gd name="connsiteY113" fmla="*/ 33338 h 309563"/>
              <a:gd name="connsiteX114" fmla="*/ 192806 w 337212"/>
              <a:gd name="connsiteY114" fmla="*/ 23813 h 309563"/>
              <a:gd name="connsiteX115" fmla="*/ 217412 w 337212"/>
              <a:gd name="connsiteY115" fmla="*/ 48420 h 309563"/>
              <a:gd name="connsiteX116" fmla="*/ 192806 w 337212"/>
              <a:gd name="connsiteY116" fmla="*/ 73026 h 309563"/>
              <a:gd name="connsiteX117" fmla="*/ 168199 w 337212"/>
              <a:gd name="connsiteY117" fmla="*/ 51010 h 309563"/>
              <a:gd name="connsiteX118" fmla="*/ 170789 w 337212"/>
              <a:gd name="connsiteY118" fmla="*/ 39354 h 309563"/>
              <a:gd name="connsiteX119" fmla="*/ 170789 w 337212"/>
              <a:gd name="connsiteY119" fmla="*/ 38059 h 309563"/>
              <a:gd name="connsiteX120" fmla="*/ 192806 w 337212"/>
              <a:gd name="connsiteY120" fmla="*/ 23813 h 309563"/>
              <a:gd name="connsiteX121" fmla="*/ 133275 w 337212"/>
              <a:gd name="connsiteY121" fmla="*/ 12700 h 309563"/>
              <a:gd name="connsiteX122" fmla="*/ 160262 w 337212"/>
              <a:gd name="connsiteY122" fmla="*/ 39029 h 309563"/>
              <a:gd name="connsiteX123" fmla="*/ 133275 w 337212"/>
              <a:gd name="connsiteY123" fmla="*/ 66675 h 309563"/>
              <a:gd name="connsiteX124" fmla="*/ 106287 w 337212"/>
              <a:gd name="connsiteY124" fmla="*/ 48245 h 309563"/>
              <a:gd name="connsiteX125" fmla="*/ 111685 w 337212"/>
              <a:gd name="connsiteY125" fmla="*/ 29814 h 309563"/>
              <a:gd name="connsiteX126" fmla="*/ 110335 w 337212"/>
              <a:gd name="connsiteY126" fmla="*/ 23232 h 309563"/>
              <a:gd name="connsiteX127" fmla="*/ 133275 w 337212"/>
              <a:gd name="connsiteY127" fmla="*/ 12700 h 309563"/>
              <a:gd name="connsiteX128" fmla="*/ 72809 w 337212"/>
              <a:gd name="connsiteY128" fmla="*/ 0 h 309563"/>
              <a:gd name="connsiteX129" fmla="*/ 101525 w 337212"/>
              <a:gd name="connsiteY129" fmla="*/ 30163 h 309563"/>
              <a:gd name="connsiteX130" fmla="*/ 72809 w 337212"/>
              <a:gd name="connsiteY130" fmla="*/ 60325 h 309563"/>
              <a:gd name="connsiteX131" fmla="*/ 42787 w 337212"/>
              <a:gd name="connsiteY131" fmla="*/ 30163 h 309563"/>
              <a:gd name="connsiteX132" fmla="*/ 72809 w 337212"/>
              <a:gd name="connsiteY132" fmla="*/ 0 h 30956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37212" h="309563">
                <a:moveTo>
                  <a:pt x="117399" y="192088"/>
                </a:moveTo>
                <a:cubicBezTo>
                  <a:pt x="121632" y="194720"/>
                  <a:pt x="125866" y="196036"/>
                  <a:pt x="130099" y="196036"/>
                </a:cubicBezTo>
                <a:cubicBezTo>
                  <a:pt x="130099" y="196036"/>
                  <a:pt x="130099" y="196036"/>
                  <a:pt x="130099" y="278941"/>
                </a:cubicBezTo>
                <a:cubicBezTo>
                  <a:pt x="130099" y="285521"/>
                  <a:pt x="124455" y="290785"/>
                  <a:pt x="117399" y="292101"/>
                </a:cubicBezTo>
                <a:close/>
                <a:moveTo>
                  <a:pt x="176137" y="187325"/>
                </a:moveTo>
                <a:cubicBezTo>
                  <a:pt x="179841" y="189956"/>
                  <a:pt x="183546" y="191271"/>
                  <a:pt x="187250" y="191271"/>
                </a:cubicBezTo>
                <a:cubicBezTo>
                  <a:pt x="187250" y="191271"/>
                  <a:pt x="187250" y="191271"/>
                  <a:pt x="187250" y="267562"/>
                </a:cubicBezTo>
                <a:cubicBezTo>
                  <a:pt x="187250" y="274139"/>
                  <a:pt x="182311" y="279400"/>
                  <a:pt x="176137" y="279400"/>
                </a:cubicBezTo>
                <a:cubicBezTo>
                  <a:pt x="176137" y="279400"/>
                  <a:pt x="176137" y="279400"/>
                  <a:pt x="176137" y="187325"/>
                </a:cubicBezTo>
                <a:close/>
                <a:moveTo>
                  <a:pt x="231699" y="180975"/>
                </a:moveTo>
                <a:cubicBezTo>
                  <a:pt x="233967" y="183646"/>
                  <a:pt x="236235" y="183646"/>
                  <a:pt x="239637" y="184982"/>
                </a:cubicBezTo>
                <a:cubicBezTo>
                  <a:pt x="239637" y="184982"/>
                  <a:pt x="239637" y="184982"/>
                  <a:pt x="239637" y="254429"/>
                </a:cubicBezTo>
                <a:cubicBezTo>
                  <a:pt x="239637" y="259771"/>
                  <a:pt x="236235" y="263778"/>
                  <a:pt x="231699" y="265113"/>
                </a:cubicBezTo>
                <a:close/>
                <a:moveTo>
                  <a:pt x="277737" y="177800"/>
                </a:moveTo>
                <a:cubicBezTo>
                  <a:pt x="280458" y="179099"/>
                  <a:pt x="283180" y="180398"/>
                  <a:pt x="287262" y="180398"/>
                </a:cubicBezTo>
                <a:cubicBezTo>
                  <a:pt x="287262" y="180398"/>
                  <a:pt x="287262" y="180398"/>
                  <a:pt x="287262" y="238847"/>
                </a:cubicBezTo>
                <a:cubicBezTo>
                  <a:pt x="287262" y="244043"/>
                  <a:pt x="283180" y="247939"/>
                  <a:pt x="277737" y="249238"/>
                </a:cubicBezTo>
                <a:close/>
                <a:moveTo>
                  <a:pt x="280912" y="92075"/>
                </a:moveTo>
                <a:cubicBezTo>
                  <a:pt x="282241" y="92075"/>
                  <a:pt x="306164" y="92075"/>
                  <a:pt x="307493" y="92075"/>
                </a:cubicBezTo>
                <a:cubicBezTo>
                  <a:pt x="311481" y="92075"/>
                  <a:pt x="314139" y="94694"/>
                  <a:pt x="315468" y="97314"/>
                </a:cubicBezTo>
                <a:cubicBezTo>
                  <a:pt x="315468" y="97314"/>
                  <a:pt x="315468" y="97314"/>
                  <a:pt x="336733" y="158869"/>
                </a:cubicBezTo>
                <a:cubicBezTo>
                  <a:pt x="338062" y="162798"/>
                  <a:pt x="336733" y="168037"/>
                  <a:pt x="331417" y="169347"/>
                </a:cubicBezTo>
                <a:cubicBezTo>
                  <a:pt x="327430" y="170657"/>
                  <a:pt x="322113" y="168037"/>
                  <a:pt x="320784" y="164108"/>
                </a:cubicBezTo>
                <a:cubicBezTo>
                  <a:pt x="320784" y="164108"/>
                  <a:pt x="320784" y="164108"/>
                  <a:pt x="314139" y="145772"/>
                </a:cubicBezTo>
                <a:cubicBezTo>
                  <a:pt x="314139" y="145772"/>
                  <a:pt x="314139" y="145772"/>
                  <a:pt x="314139" y="238761"/>
                </a:cubicBezTo>
                <a:cubicBezTo>
                  <a:pt x="314139" y="243999"/>
                  <a:pt x="310152" y="249238"/>
                  <a:pt x="304835" y="249238"/>
                </a:cubicBezTo>
                <a:cubicBezTo>
                  <a:pt x="299519" y="249238"/>
                  <a:pt x="294203" y="243999"/>
                  <a:pt x="294203" y="238761"/>
                </a:cubicBezTo>
                <a:cubicBezTo>
                  <a:pt x="294203" y="238761"/>
                  <a:pt x="294203" y="238761"/>
                  <a:pt x="294203" y="179824"/>
                </a:cubicBezTo>
                <a:cubicBezTo>
                  <a:pt x="294203" y="179824"/>
                  <a:pt x="294203" y="179824"/>
                  <a:pt x="288886" y="179824"/>
                </a:cubicBezTo>
                <a:cubicBezTo>
                  <a:pt x="291545" y="179824"/>
                  <a:pt x="292874" y="179824"/>
                  <a:pt x="294203" y="178515"/>
                </a:cubicBezTo>
                <a:cubicBezTo>
                  <a:pt x="302177" y="175895"/>
                  <a:pt x="307493" y="166727"/>
                  <a:pt x="304835" y="157560"/>
                </a:cubicBezTo>
                <a:cubicBezTo>
                  <a:pt x="304835" y="157560"/>
                  <a:pt x="304835" y="157560"/>
                  <a:pt x="280912" y="92075"/>
                </a:cubicBezTo>
                <a:close/>
                <a:moveTo>
                  <a:pt x="231699" y="82550"/>
                </a:moveTo>
                <a:cubicBezTo>
                  <a:pt x="235715" y="82550"/>
                  <a:pt x="239730" y="82550"/>
                  <a:pt x="243745" y="82550"/>
                </a:cubicBezTo>
                <a:cubicBezTo>
                  <a:pt x="253115" y="82550"/>
                  <a:pt x="262484" y="82550"/>
                  <a:pt x="262484" y="82550"/>
                </a:cubicBezTo>
                <a:cubicBezTo>
                  <a:pt x="267838" y="82550"/>
                  <a:pt x="271854" y="85177"/>
                  <a:pt x="273192" y="89117"/>
                </a:cubicBezTo>
                <a:cubicBezTo>
                  <a:pt x="273192" y="89117"/>
                  <a:pt x="273192" y="89117"/>
                  <a:pt x="297285" y="160041"/>
                </a:cubicBezTo>
                <a:cubicBezTo>
                  <a:pt x="299962" y="165294"/>
                  <a:pt x="297285" y="170548"/>
                  <a:pt x="291931" y="171861"/>
                </a:cubicBezTo>
                <a:cubicBezTo>
                  <a:pt x="286577" y="174488"/>
                  <a:pt x="281223" y="170548"/>
                  <a:pt x="279885" y="166608"/>
                </a:cubicBezTo>
                <a:cubicBezTo>
                  <a:pt x="279885" y="166608"/>
                  <a:pt x="279885" y="166608"/>
                  <a:pt x="271854" y="144280"/>
                </a:cubicBezTo>
                <a:cubicBezTo>
                  <a:pt x="271854" y="144280"/>
                  <a:pt x="271854" y="144280"/>
                  <a:pt x="271854" y="253292"/>
                </a:cubicBezTo>
                <a:cubicBezTo>
                  <a:pt x="271854" y="259859"/>
                  <a:pt x="266500" y="265113"/>
                  <a:pt x="259807" y="265113"/>
                </a:cubicBezTo>
                <a:cubicBezTo>
                  <a:pt x="253115" y="265113"/>
                  <a:pt x="247761" y="259859"/>
                  <a:pt x="247761" y="253292"/>
                </a:cubicBezTo>
                <a:cubicBezTo>
                  <a:pt x="247761" y="253292"/>
                  <a:pt x="247761" y="253292"/>
                  <a:pt x="247761" y="183682"/>
                </a:cubicBezTo>
                <a:cubicBezTo>
                  <a:pt x="257130" y="179742"/>
                  <a:pt x="262484" y="169235"/>
                  <a:pt x="258469" y="160041"/>
                </a:cubicBezTo>
                <a:cubicBezTo>
                  <a:pt x="258469" y="160041"/>
                  <a:pt x="258469" y="160041"/>
                  <a:pt x="231699" y="82550"/>
                </a:cubicBezTo>
                <a:close/>
                <a:moveTo>
                  <a:pt x="177724" y="77788"/>
                </a:moveTo>
                <a:cubicBezTo>
                  <a:pt x="177724" y="77788"/>
                  <a:pt x="213196" y="77788"/>
                  <a:pt x="214510" y="77788"/>
                </a:cubicBezTo>
                <a:cubicBezTo>
                  <a:pt x="219765" y="77788"/>
                  <a:pt x="223707" y="80406"/>
                  <a:pt x="225021" y="85643"/>
                </a:cubicBezTo>
                <a:cubicBezTo>
                  <a:pt x="225021" y="85643"/>
                  <a:pt x="225021" y="85643"/>
                  <a:pt x="252610" y="162884"/>
                </a:cubicBezTo>
                <a:cubicBezTo>
                  <a:pt x="253924" y="168121"/>
                  <a:pt x="251296" y="174667"/>
                  <a:pt x="246041" y="175976"/>
                </a:cubicBezTo>
                <a:cubicBezTo>
                  <a:pt x="239472" y="178595"/>
                  <a:pt x="234217" y="175976"/>
                  <a:pt x="231590" y="169430"/>
                </a:cubicBezTo>
                <a:cubicBezTo>
                  <a:pt x="231590" y="169430"/>
                  <a:pt x="231590" y="169430"/>
                  <a:pt x="223707" y="145865"/>
                </a:cubicBezTo>
                <a:cubicBezTo>
                  <a:pt x="223707" y="145865"/>
                  <a:pt x="223707" y="145865"/>
                  <a:pt x="223707" y="266309"/>
                </a:cubicBezTo>
                <a:cubicBezTo>
                  <a:pt x="223707" y="272855"/>
                  <a:pt x="218452" y="279401"/>
                  <a:pt x="210569" y="279401"/>
                </a:cubicBezTo>
                <a:cubicBezTo>
                  <a:pt x="204000" y="279401"/>
                  <a:pt x="198745" y="272855"/>
                  <a:pt x="198745" y="266309"/>
                </a:cubicBezTo>
                <a:cubicBezTo>
                  <a:pt x="198745" y="266309"/>
                  <a:pt x="198745" y="266309"/>
                  <a:pt x="198745" y="189068"/>
                </a:cubicBezTo>
                <a:cubicBezTo>
                  <a:pt x="198745" y="189068"/>
                  <a:pt x="198745" y="189068"/>
                  <a:pt x="197759" y="189068"/>
                </a:cubicBezTo>
                <a:lnTo>
                  <a:pt x="194803" y="189068"/>
                </a:lnTo>
                <a:cubicBezTo>
                  <a:pt x="200059" y="187759"/>
                  <a:pt x="204000" y="183831"/>
                  <a:pt x="206628" y="178595"/>
                </a:cubicBezTo>
                <a:cubicBezTo>
                  <a:pt x="209255" y="173358"/>
                  <a:pt x="209255" y="168121"/>
                  <a:pt x="206628" y="162884"/>
                </a:cubicBezTo>
                <a:cubicBezTo>
                  <a:pt x="206628" y="162884"/>
                  <a:pt x="206628" y="162884"/>
                  <a:pt x="177724" y="79097"/>
                </a:cubicBezTo>
                <a:cubicBezTo>
                  <a:pt x="177724" y="79097"/>
                  <a:pt x="177724" y="77788"/>
                  <a:pt x="177724" y="77788"/>
                </a:cubicBezTo>
                <a:close/>
                <a:moveTo>
                  <a:pt x="120574" y="73025"/>
                </a:moveTo>
                <a:cubicBezTo>
                  <a:pt x="120574" y="73025"/>
                  <a:pt x="157008" y="73025"/>
                  <a:pt x="157008" y="73025"/>
                </a:cubicBezTo>
                <a:cubicBezTo>
                  <a:pt x="162213" y="73025"/>
                  <a:pt x="167418" y="75668"/>
                  <a:pt x="168720" y="80953"/>
                </a:cubicBezTo>
                <a:cubicBezTo>
                  <a:pt x="168720" y="80953"/>
                  <a:pt x="168720" y="80953"/>
                  <a:pt x="197347" y="166840"/>
                </a:cubicBezTo>
                <a:cubicBezTo>
                  <a:pt x="199949" y="172125"/>
                  <a:pt x="197347" y="178732"/>
                  <a:pt x="190840" y="181375"/>
                </a:cubicBezTo>
                <a:cubicBezTo>
                  <a:pt x="184334" y="184017"/>
                  <a:pt x="177828" y="180053"/>
                  <a:pt x="176527" y="173447"/>
                </a:cubicBezTo>
                <a:lnTo>
                  <a:pt x="167418" y="148341"/>
                </a:lnTo>
                <a:cubicBezTo>
                  <a:pt x="167418" y="148341"/>
                  <a:pt x="167418" y="148341"/>
                  <a:pt x="167418" y="279153"/>
                </a:cubicBezTo>
                <a:cubicBezTo>
                  <a:pt x="167418" y="287081"/>
                  <a:pt x="160912" y="293688"/>
                  <a:pt x="153105" y="293688"/>
                </a:cubicBezTo>
                <a:cubicBezTo>
                  <a:pt x="145297" y="293688"/>
                  <a:pt x="140093" y="287081"/>
                  <a:pt x="140093" y="279153"/>
                </a:cubicBezTo>
                <a:cubicBezTo>
                  <a:pt x="140093" y="279153"/>
                  <a:pt x="140093" y="279153"/>
                  <a:pt x="140093" y="195909"/>
                </a:cubicBezTo>
                <a:cubicBezTo>
                  <a:pt x="140093" y="195909"/>
                  <a:pt x="140093" y="195909"/>
                  <a:pt x="133586" y="195909"/>
                </a:cubicBezTo>
                <a:cubicBezTo>
                  <a:pt x="134888" y="195909"/>
                  <a:pt x="136189" y="195909"/>
                  <a:pt x="138791" y="194588"/>
                </a:cubicBezTo>
                <a:cubicBezTo>
                  <a:pt x="150502" y="190624"/>
                  <a:pt x="155707" y="177411"/>
                  <a:pt x="151804" y="166840"/>
                </a:cubicBezTo>
                <a:cubicBezTo>
                  <a:pt x="151804" y="166840"/>
                  <a:pt x="151804" y="166840"/>
                  <a:pt x="120574" y="73025"/>
                </a:cubicBezTo>
                <a:close/>
                <a:moveTo>
                  <a:pt x="46220" y="66675"/>
                </a:moveTo>
                <a:cubicBezTo>
                  <a:pt x="47550" y="66675"/>
                  <a:pt x="59520" y="66675"/>
                  <a:pt x="72821" y="66675"/>
                </a:cubicBezTo>
                <a:cubicBezTo>
                  <a:pt x="84792" y="66675"/>
                  <a:pt x="96762" y="66675"/>
                  <a:pt x="98092" y="66675"/>
                </a:cubicBezTo>
                <a:cubicBezTo>
                  <a:pt x="103413" y="66675"/>
                  <a:pt x="108733" y="69315"/>
                  <a:pt x="111393" y="74595"/>
                </a:cubicBezTo>
                <a:cubicBezTo>
                  <a:pt x="111393" y="74595"/>
                  <a:pt x="111393" y="74595"/>
                  <a:pt x="143315" y="169638"/>
                </a:cubicBezTo>
                <a:cubicBezTo>
                  <a:pt x="145975" y="176239"/>
                  <a:pt x="143315" y="184159"/>
                  <a:pt x="135334" y="185479"/>
                </a:cubicBezTo>
                <a:cubicBezTo>
                  <a:pt x="128684" y="188119"/>
                  <a:pt x="122034" y="184159"/>
                  <a:pt x="119374" y="177559"/>
                </a:cubicBezTo>
                <a:cubicBezTo>
                  <a:pt x="119374" y="177559"/>
                  <a:pt x="119374" y="177559"/>
                  <a:pt x="108733" y="148518"/>
                </a:cubicBezTo>
                <a:cubicBezTo>
                  <a:pt x="108733" y="148518"/>
                  <a:pt x="108733" y="148518"/>
                  <a:pt x="108733" y="295043"/>
                </a:cubicBezTo>
                <a:cubicBezTo>
                  <a:pt x="108733" y="302963"/>
                  <a:pt x="102083" y="309563"/>
                  <a:pt x="94102" y="309563"/>
                </a:cubicBezTo>
                <a:cubicBezTo>
                  <a:pt x="84792" y="309563"/>
                  <a:pt x="78141" y="302963"/>
                  <a:pt x="78141" y="295043"/>
                </a:cubicBezTo>
                <a:cubicBezTo>
                  <a:pt x="78141" y="295043"/>
                  <a:pt x="78141" y="295043"/>
                  <a:pt x="78141" y="202640"/>
                </a:cubicBezTo>
                <a:cubicBezTo>
                  <a:pt x="78141" y="202640"/>
                  <a:pt x="78141" y="202640"/>
                  <a:pt x="66171" y="202640"/>
                </a:cubicBezTo>
                <a:cubicBezTo>
                  <a:pt x="66171" y="202640"/>
                  <a:pt x="66171" y="202640"/>
                  <a:pt x="66171" y="295043"/>
                </a:cubicBezTo>
                <a:cubicBezTo>
                  <a:pt x="66171" y="302963"/>
                  <a:pt x="59520" y="309563"/>
                  <a:pt x="50210" y="309563"/>
                </a:cubicBezTo>
                <a:cubicBezTo>
                  <a:pt x="42229" y="309563"/>
                  <a:pt x="35579" y="302963"/>
                  <a:pt x="35579" y="295043"/>
                </a:cubicBezTo>
                <a:cubicBezTo>
                  <a:pt x="35579" y="295043"/>
                  <a:pt x="35579" y="295043"/>
                  <a:pt x="35579" y="148518"/>
                </a:cubicBezTo>
                <a:cubicBezTo>
                  <a:pt x="35579" y="148518"/>
                  <a:pt x="35579" y="148518"/>
                  <a:pt x="24938" y="177559"/>
                </a:cubicBezTo>
                <a:cubicBezTo>
                  <a:pt x="22278" y="184159"/>
                  <a:pt x="15628" y="188119"/>
                  <a:pt x="8978" y="185479"/>
                </a:cubicBezTo>
                <a:cubicBezTo>
                  <a:pt x="997" y="184159"/>
                  <a:pt x="-1663" y="176239"/>
                  <a:pt x="997" y="169638"/>
                </a:cubicBezTo>
                <a:cubicBezTo>
                  <a:pt x="997" y="169638"/>
                  <a:pt x="997" y="169638"/>
                  <a:pt x="32919" y="74595"/>
                </a:cubicBezTo>
                <a:cubicBezTo>
                  <a:pt x="35579" y="69315"/>
                  <a:pt x="40899" y="66675"/>
                  <a:pt x="46220" y="66675"/>
                </a:cubicBezTo>
                <a:close/>
                <a:moveTo>
                  <a:pt x="289643" y="49213"/>
                </a:moveTo>
                <a:cubicBezTo>
                  <a:pt x="301549" y="49213"/>
                  <a:pt x="309487" y="58103"/>
                  <a:pt x="309487" y="68263"/>
                </a:cubicBezTo>
                <a:cubicBezTo>
                  <a:pt x="309487" y="79693"/>
                  <a:pt x="300227" y="87313"/>
                  <a:pt x="289643" y="87313"/>
                </a:cubicBezTo>
                <a:cubicBezTo>
                  <a:pt x="280383" y="87313"/>
                  <a:pt x="269799" y="79693"/>
                  <a:pt x="269799" y="68263"/>
                </a:cubicBezTo>
                <a:cubicBezTo>
                  <a:pt x="269799" y="68263"/>
                  <a:pt x="271122" y="68263"/>
                  <a:pt x="271122" y="68263"/>
                </a:cubicBezTo>
                <a:cubicBezTo>
                  <a:pt x="271122" y="65723"/>
                  <a:pt x="272445" y="63183"/>
                  <a:pt x="272445" y="59373"/>
                </a:cubicBezTo>
                <a:cubicBezTo>
                  <a:pt x="276414" y="54293"/>
                  <a:pt x="283028" y="49213"/>
                  <a:pt x="289643" y="49213"/>
                </a:cubicBezTo>
                <a:close/>
                <a:moveTo>
                  <a:pt x="244544" y="33338"/>
                </a:moveTo>
                <a:cubicBezTo>
                  <a:pt x="257533" y="33338"/>
                  <a:pt x="266625" y="43861"/>
                  <a:pt x="266625" y="55699"/>
                </a:cubicBezTo>
                <a:cubicBezTo>
                  <a:pt x="266625" y="68853"/>
                  <a:pt x="256234" y="79376"/>
                  <a:pt x="244544" y="79376"/>
                </a:cubicBezTo>
                <a:cubicBezTo>
                  <a:pt x="235452" y="79376"/>
                  <a:pt x="226360" y="72799"/>
                  <a:pt x="223762" y="63592"/>
                </a:cubicBezTo>
                <a:cubicBezTo>
                  <a:pt x="225061" y="59645"/>
                  <a:pt x="226360" y="54384"/>
                  <a:pt x="226360" y="49123"/>
                </a:cubicBezTo>
                <a:cubicBezTo>
                  <a:pt x="226360" y="47807"/>
                  <a:pt x="226360" y="46492"/>
                  <a:pt x="226360" y="43861"/>
                </a:cubicBezTo>
                <a:cubicBezTo>
                  <a:pt x="230256" y="37284"/>
                  <a:pt x="236751" y="33338"/>
                  <a:pt x="244544" y="33338"/>
                </a:cubicBezTo>
                <a:close/>
                <a:moveTo>
                  <a:pt x="192806" y="23813"/>
                </a:moveTo>
                <a:cubicBezTo>
                  <a:pt x="205756" y="23813"/>
                  <a:pt x="217412" y="35469"/>
                  <a:pt x="217412" y="48420"/>
                </a:cubicBezTo>
                <a:cubicBezTo>
                  <a:pt x="217412" y="62665"/>
                  <a:pt x="205756" y="73026"/>
                  <a:pt x="192806" y="73026"/>
                </a:cubicBezTo>
                <a:cubicBezTo>
                  <a:pt x="179855" y="73026"/>
                  <a:pt x="169494" y="63961"/>
                  <a:pt x="168199" y="51010"/>
                </a:cubicBezTo>
                <a:cubicBezTo>
                  <a:pt x="169494" y="48420"/>
                  <a:pt x="170789" y="44534"/>
                  <a:pt x="170789" y="39354"/>
                </a:cubicBezTo>
                <a:cubicBezTo>
                  <a:pt x="170789" y="39354"/>
                  <a:pt x="170789" y="39354"/>
                  <a:pt x="170789" y="38059"/>
                </a:cubicBezTo>
                <a:cubicBezTo>
                  <a:pt x="174674" y="30288"/>
                  <a:pt x="182445" y="23813"/>
                  <a:pt x="192806" y="23813"/>
                </a:cubicBezTo>
                <a:close/>
                <a:moveTo>
                  <a:pt x="133275" y="12700"/>
                </a:moveTo>
                <a:cubicBezTo>
                  <a:pt x="148118" y="12700"/>
                  <a:pt x="160262" y="24548"/>
                  <a:pt x="160262" y="39029"/>
                </a:cubicBezTo>
                <a:cubicBezTo>
                  <a:pt x="160262" y="54827"/>
                  <a:pt x="148118" y="66675"/>
                  <a:pt x="133275" y="66675"/>
                </a:cubicBezTo>
                <a:cubicBezTo>
                  <a:pt x="121130" y="66675"/>
                  <a:pt x="110335" y="60093"/>
                  <a:pt x="106287" y="48245"/>
                </a:cubicBezTo>
                <a:cubicBezTo>
                  <a:pt x="108986" y="42979"/>
                  <a:pt x="111685" y="36396"/>
                  <a:pt x="111685" y="29814"/>
                </a:cubicBezTo>
                <a:cubicBezTo>
                  <a:pt x="111685" y="27181"/>
                  <a:pt x="110335" y="25865"/>
                  <a:pt x="110335" y="23232"/>
                </a:cubicBezTo>
                <a:cubicBezTo>
                  <a:pt x="115733" y="16649"/>
                  <a:pt x="123829" y="12700"/>
                  <a:pt x="133275" y="12700"/>
                </a:cubicBezTo>
                <a:close/>
                <a:moveTo>
                  <a:pt x="72809" y="0"/>
                </a:moveTo>
                <a:cubicBezTo>
                  <a:pt x="88472" y="0"/>
                  <a:pt x="101525" y="14426"/>
                  <a:pt x="101525" y="30163"/>
                </a:cubicBezTo>
                <a:cubicBezTo>
                  <a:pt x="101525" y="47211"/>
                  <a:pt x="87167" y="60325"/>
                  <a:pt x="72809" y="60325"/>
                </a:cubicBezTo>
                <a:cubicBezTo>
                  <a:pt x="57145" y="60325"/>
                  <a:pt x="42787" y="47211"/>
                  <a:pt x="42787" y="30163"/>
                </a:cubicBezTo>
                <a:cubicBezTo>
                  <a:pt x="42787" y="14426"/>
                  <a:pt x="55840" y="0"/>
                  <a:pt x="728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9" name="椭圆 34"/>
          <p:cNvSpPr/>
          <p:nvPr/>
        </p:nvSpPr>
        <p:spPr>
          <a:xfrm>
            <a:off x="10818750" y="4064356"/>
            <a:ext cx="355274" cy="355274"/>
          </a:xfrm>
          <a:custGeom>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28" name="文本框 27"/>
          <p:cNvSpPr txBox="1"/>
          <p:nvPr/>
        </p:nvSpPr>
        <p:spPr>
          <a:xfrm>
            <a:off x="1667720" y="2198028"/>
            <a:ext cx="2317712" cy="738664"/>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sp>
        <p:nvSpPr>
          <p:cNvPr id="41" name="文本框 40"/>
          <p:cNvSpPr txBox="1"/>
          <p:nvPr/>
        </p:nvSpPr>
        <p:spPr>
          <a:xfrm>
            <a:off x="1667720" y="3872660"/>
            <a:ext cx="2317712" cy="738664"/>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sp>
        <p:nvSpPr>
          <p:cNvPr id="42" name="文本框 41"/>
          <p:cNvSpPr txBox="1"/>
          <p:nvPr/>
        </p:nvSpPr>
        <p:spPr>
          <a:xfrm>
            <a:off x="8206569" y="2198028"/>
            <a:ext cx="2317712" cy="738664"/>
          </a:xfrm>
          <a:prstGeom prst="rect">
            <a:avLst/>
          </a:prstGeom>
          <a:noFill/>
        </p:spPr>
        <p:txBody>
          <a:bodyPr wrap="square" rtlCol="0">
            <a:spAutoFit/>
          </a:bodyPr>
          <a:lstStyle/>
          <a:p>
            <a:pPr algn="r"/>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sp>
        <p:nvSpPr>
          <p:cNvPr id="43" name="文本框 42"/>
          <p:cNvSpPr txBox="1"/>
          <p:nvPr/>
        </p:nvSpPr>
        <p:spPr>
          <a:xfrm>
            <a:off x="8206569" y="3872660"/>
            <a:ext cx="2317712" cy="738664"/>
          </a:xfrm>
          <a:prstGeom prst="rect">
            <a:avLst/>
          </a:prstGeom>
          <a:noFill/>
        </p:spPr>
        <p:txBody>
          <a:bodyPr wrap="square" rtlCol="0">
            <a:spAutoFit/>
          </a:bodyPr>
          <a:lstStyle/>
          <a:p>
            <a:pPr algn="r"/>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nvGrpSpPr>
          <p:cNvPr id="44" name="组合 43"/>
          <p:cNvGrpSpPr/>
          <p:nvPr/>
        </p:nvGrpSpPr>
        <p:grpSpPr>
          <a:xfrm>
            <a:off x="270670" y="143324"/>
            <a:ext cx="3530602" cy="656435"/>
            <a:chOff x="270670" y="143324"/>
            <a:chExt cx="3530602" cy="656435"/>
          </a:xfrm>
        </p:grpSpPr>
        <p:grpSp>
          <p:nvGrpSpPr>
            <p:cNvPr id="45" name="组合 44"/>
            <p:cNvGrpSpPr/>
            <p:nvPr/>
          </p:nvGrpSpPr>
          <p:grpSpPr>
            <a:xfrm rot="16200000">
              <a:off x="279666" y="181091"/>
              <a:ext cx="596991" cy="614984"/>
              <a:chOff x="315186" y="9489"/>
              <a:chExt cx="1252592" cy="1290343"/>
            </a:xfrm>
          </p:grpSpPr>
          <p:sp>
            <p:nvSpPr>
              <p:cNvPr id="49" name="圆角矩形 48"/>
              <p:cNvSpPr/>
              <p:nvPr/>
            </p:nvSpPr>
            <p:spPr>
              <a:xfrm rot="18900000">
                <a:off x="315186" y="9489"/>
                <a:ext cx="1252592" cy="539672"/>
              </a:xfrm>
              <a:prstGeom prst="roundRect">
                <a:avLst>
                  <a:gd name="adj" fmla="val 12668"/>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圆角矩形 49"/>
              <p:cNvSpPr/>
              <p:nvPr/>
            </p:nvSpPr>
            <p:spPr>
              <a:xfrm rot="2700000">
                <a:off x="874702" y="766822"/>
                <a:ext cx="533010" cy="533010"/>
              </a:xfrm>
              <a:prstGeom prst="roundRect">
                <a:avLst>
                  <a:gd name="adj" fmla="val 14919"/>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46" name="组合 45"/>
            <p:cNvGrpSpPr/>
            <p:nvPr/>
          </p:nvGrpSpPr>
          <p:grpSpPr>
            <a:xfrm>
              <a:off x="1004038" y="143324"/>
              <a:ext cx="2797234" cy="656435"/>
              <a:chOff x="716110" y="187653"/>
              <a:chExt cx="2797234" cy="656435"/>
            </a:xfrm>
          </p:grpSpPr>
          <p:sp>
            <p:nvSpPr>
              <p:cNvPr id="47" name="文本框 46"/>
              <p:cNvSpPr txBox="1"/>
              <p:nvPr/>
            </p:nvSpPr>
            <p:spPr>
              <a:xfrm>
                <a:off x="716110" y="187653"/>
                <a:ext cx="2713695" cy="438582"/>
              </a:xfrm>
              <a:prstGeom prst="rect">
                <a:avLst/>
              </a:prstGeom>
              <a:noFill/>
            </p:spPr>
            <p:txBody>
              <a:bodyPr wrap="square" lIns="68580" tIns="34290" rIns="68580" bIns="34290" rtlCol="0">
                <a:spAutoFit/>
              </a:bodyPr>
              <a:lstStyle/>
              <a:p>
                <a:pPr defTabSz="685800"/>
                <a:r>
                  <a:rPr lang="zh-CN" altLang="en-US" sz="2400">
                    <a:solidFill>
                      <a:schemeClr val="tx1">
                        <a:lumMod val="65000"/>
                        <a:lumOff val="35000"/>
                      </a:schemeClr>
                    </a:solidFill>
                    <a:cs typeface="+mn-ea"/>
                    <a:sym typeface="+mn-lt"/>
                  </a:rPr>
                  <a:t>单击输入标题内容</a:t>
                </a:r>
                <a:endParaRPr lang="zh-CN" altLang="en-US" sz="2400">
                  <a:solidFill>
                    <a:schemeClr val="tx1">
                      <a:lumMod val="65000"/>
                      <a:lumOff val="35000"/>
                    </a:schemeClr>
                  </a:solidFill>
                  <a:cs typeface="+mn-ea"/>
                  <a:sym typeface="+mn-lt"/>
                </a:endParaRPr>
              </a:p>
            </p:txBody>
          </p:sp>
          <p:sp>
            <p:nvSpPr>
              <p:cNvPr id="48" name="文本框 47"/>
              <p:cNvSpPr txBox="1"/>
              <p:nvPr/>
            </p:nvSpPr>
            <p:spPr>
              <a:xfrm>
                <a:off x="716110" y="553111"/>
                <a:ext cx="2797234" cy="290977"/>
              </a:xfrm>
              <a:prstGeom prst="rect">
                <a:avLst/>
              </a:prstGeom>
              <a:noFill/>
            </p:spPr>
            <p:txBody>
              <a:bodyPr wrap="square" rtlCol="0">
                <a:spAutoFit/>
              </a:bodyPr>
              <a:lstStyle/>
              <a:p>
                <a:pPr>
                  <a:lnSpc>
                    <a:spcPct val="130000"/>
                  </a:lnSpc>
                </a:pPr>
                <a:r>
                  <a:rPr lang="en-US" altLang="zh-CN" sz="1100">
                    <a:solidFill>
                      <a:schemeClr val="tx1">
                        <a:lumMod val="50000"/>
                        <a:lumOff val="50000"/>
                      </a:schemeClr>
                    </a:solidFill>
                    <a:cs typeface="+mn-ea"/>
                    <a:sym typeface="+mn-lt"/>
                  </a:rPr>
                  <a:t>Add You Text Here Add You Text Here</a:t>
                </a:r>
              </a:p>
            </p:txBody>
          </p:sp>
        </p:grpSp>
      </p:grpSp>
    </p:spTree>
    <p:extLst>
      <p:ext uri="{BB962C8B-B14F-4D97-AF65-F5344CB8AC3E}">
        <p14:creationId xmlns:p14="http://schemas.microsoft.com/office/powerpoint/2010/main" val="207154691"/>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par>
                          <p:cTn id="15" fill="hold" nodeType="afterGroup">
                            <p:stCondLst>
                              <p:cond delay="1000"/>
                            </p:stCondLst>
                            <p:childTnLst>
                              <p:par>
                                <p:cTn id="16" presetID="53" presetClass="entr" presetSubtype="0" fill="hold" grpId="0" nodeType="afterEffect">
                                  <p:stCondLst>
                                    <p:cond delay="0"/>
                                  </p:stCondLst>
                                  <p:childTnLst>
                                    <p:set>
                                      <p:cBhvr>
                                        <p:cTn id="17" dur="1" fill="hold">
                                          <p:stCondLst>
                                            <p:cond delay="0"/>
                                          </p:stCondLst>
                                        </p:cTn>
                                        <p:tgtEl>
                                          <p:spTgt spid="36"/>
                                        </p:tgtEl>
                                        <p:attrNameLst>
                                          <p:attrName>style.visibility</p:attrName>
                                        </p:attrNameLst>
                                      </p:cBhvr>
                                      <p:to>
                                        <p:strVal val="visible"/>
                                      </p:to>
                                    </p:set>
                                    <p:anim calcmode="lin" valueType="num">
                                      <p:cBhvr>
                                        <p:cTn id="18" dur="500" fill="hold"/>
                                        <p:tgtEl>
                                          <p:spTgt spid="36"/>
                                        </p:tgtEl>
                                        <p:attrNameLst>
                                          <p:attrName>ppt_w</p:attrName>
                                        </p:attrNameLst>
                                      </p:cBhvr>
                                      <p:tavLst>
                                        <p:tav tm="0">
                                          <p:val>
                                            <p:fltVal val="0"/>
                                          </p:val>
                                        </p:tav>
                                        <p:tav tm="100000">
                                          <p:val>
                                            <p:strVal val="#ppt_w"/>
                                          </p:val>
                                        </p:tav>
                                      </p:tavLst>
                                    </p:anim>
                                    <p:anim calcmode="lin" valueType="num">
                                      <p:cBhvr>
                                        <p:cTn id="19" dur="500" fill="hold"/>
                                        <p:tgtEl>
                                          <p:spTgt spid="36"/>
                                        </p:tgtEl>
                                        <p:attrNameLst>
                                          <p:attrName>ppt_h</p:attrName>
                                        </p:attrNameLst>
                                      </p:cBhvr>
                                      <p:tavLst>
                                        <p:tav tm="0">
                                          <p:val>
                                            <p:fltVal val="0"/>
                                          </p:val>
                                        </p:tav>
                                        <p:tav tm="100000">
                                          <p:val>
                                            <p:strVal val="#ppt_h"/>
                                          </p:val>
                                        </p:tav>
                                      </p:tavLst>
                                    </p:anim>
                                    <p:animEffect transition="in" filter="fade">
                                      <p:cBhvr>
                                        <p:cTn id="20" dur="500"/>
                                        <p:tgtEl>
                                          <p:spTgt spid="36"/>
                                        </p:tgtEl>
                                      </p:cBhvr>
                                    </p:animEffect>
                                  </p:childTnLst>
                                </p:cTn>
                              </p:par>
                              <p:par>
                                <p:cTn id="21" presetID="53"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p:cTn id="23" dur="500" fill="hold"/>
                                        <p:tgtEl>
                                          <p:spTgt spid="37"/>
                                        </p:tgtEl>
                                        <p:attrNameLst>
                                          <p:attrName>ppt_w</p:attrName>
                                        </p:attrNameLst>
                                      </p:cBhvr>
                                      <p:tavLst>
                                        <p:tav tm="0">
                                          <p:val>
                                            <p:fltVal val="0"/>
                                          </p:val>
                                        </p:tav>
                                        <p:tav tm="100000">
                                          <p:val>
                                            <p:strVal val="#ppt_w"/>
                                          </p:val>
                                        </p:tav>
                                      </p:tavLst>
                                    </p:anim>
                                    <p:anim calcmode="lin" valueType="num">
                                      <p:cBhvr>
                                        <p:cTn id="24" dur="500" fill="hold"/>
                                        <p:tgtEl>
                                          <p:spTgt spid="37"/>
                                        </p:tgtEl>
                                        <p:attrNameLst>
                                          <p:attrName>ppt_h</p:attrName>
                                        </p:attrNameLst>
                                      </p:cBhvr>
                                      <p:tavLst>
                                        <p:tav tm="0">
                                          <p:val>
                                            <p:fltVal val="0"/>
                                          </p:val>
                                        </p:tav>
                                        <p:tav tm="100000">
                                          <p:val>
                                            <p:strVal val="#ppt_h"/>
                                          </p:val>
                                        </p:tav>
                                      </p:tavLst>
                                    </p:anim>
                                    <p:animEffect transition="in" filter="fade">
                                      <p:cBhvr>
                                        <p:cTn id="25" dur="500"/>
                                        <p:tgtEl>
                                          <p:spTgt spid="37"/>
                                        </p:tgtEl>
                                      </p:cBhvr>
                                    </p:animEffect>
                                  </p:childTnLst>
                                </p:cTn>
                              </p:par>
                              <p:par>
                                <p:cTn id="26" presetID="53"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 calcmode="lin" valueType="num">
                                      <p:cBhvr>
                                        <p:cTn id="28" dur="500" fill="hold"/>
                                        <p:tgtEl>
                                          <p:spTgt spid="38"/>
                                        </p:tgtEl>
                                        <p:attrNameLst>
                                          <p:attrName>ppt_w</p:attrName>
                                        </p:attrNameLst>
                                      </p:cBhvr>
                                      <p:tavLst>
                                        <p:tav tm="0">
                                          <p:val>
                                            <p:fltVal val="0"/>
                                          </p:val>
                                        </p:tav>
                                        <p:tav tm="100000">
                                          <p:val>
                                            <p:strVal val="#ppt_w"/>
                                          </p:val>
                                        </p:tav>
                                      </p:tavLst>
                                    </p:anim>
                                    <p:anim calcmode="lin" valueType="num">
                                      <p:cBhvr>
                                        <p:cTn id="29" dur="500" fill="hold"/>
                                        <p:tgtEl>
                                          <p:spTgt spid="38"/>
                                        </p:tgtEl>
                                        <p:attrNameLst>
                                          <p:attrName>ppt_h</p:attrName>
                                        </p:attrNameLst>
                                      </p:cBhvr>
                                      <p:tavLst>
                                        <p:tav tm="0">
                                          <p:val>
                                            <p:fltVal val="0"/>
                                          </p:val>
                                        </p:tav>
                                        <p:tav tm="100000">
                                          <p:val>
                                            <p:strVal val="#ppt_h"/>
                                          </p:val>
                                        </p:tav>
                                      </p:tavLst>
                                    </p:anim>
                                    <p:animEffect transition="in" filter="fade">
                                      <p:cBhvr>
                                        <p:cTn id="30" dur="500"/>
                                        <p:tgtEl>
                                          <p:spTgt spid="38"/>
                                        </p:tgtEl>
                                      </p:cBhvr>
                                    </p:animEffect>
                                  </p:childTnLst>
                                </p:cTn>
                              </p:par>
                              <p:par>
                                <p:cTn id="31" presetID="53"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anim calcmode="lin" valueType="num">
                                      <p:cBhvr>
                                        <p:cTn id="33" dur="500" fill="hold"/>
                                        <p:tgtEl>
                                          <p:spTgt spid="39"/>
                                        </p:tgtEl>
                                        <p:attrNameLst>
                                          <p:attrName>ppt_w</p:attrName>
                                        </p:attrNameLst>
                                      </p:cBhvr>
                                      <p:tavLst>
                                        <p:tav tm="0">
                                          <p:val>
                                            <p:fltVal val="0"/>
                                          </p:val>
                                        </p:tav>
                                        <p:tav tm="100000">
                                          <p:val>
                                            <p:strVal val="#ppt_w"/>
                                          </p:val>
                                        </p:tav>
                                      </p:tavLst>
                                    </p:anim>
                                    <p:anim calcmode="lin" valueType="num">
                                      <p:cBhvr>
                                        <p:cTn id="34" dur="500" fill="hold"/>
                                        <p:tgtEl>
                                          <p:spTgt spid="39"/>
                                        </p:tgtEl>
                                        <p:attrNameLst>
                                          <p:attrName>ppt_h</p:attrName>
                                        </p:attrNameLst>
                                      </p:cBhvr>
                                      <p:tavLst>
                                        <p:tav tm="0">
                                          <p:val>
                                            <p:fltVal val="0"/>
                                          </p:val>
                                        </p:tav>
                                        <p:tav tm="100000">
                                          <p:val>
                                            <p:strVal val="#ppt_h"/>
                                          </p:val>
                                        </p:tav>
                                      </p:tavLst>
                                    </p:anim>
                                    <p:animEffect transition="in" filter="fade">
                                      <p:cBhvr>
                                        <p:cTn id="35" dur="500"/>
                                        <p:tgtEl>
                                          <p:spTgt spid="39"/>
                                        </p:tgtEl>
                                      </p:cBhvr>
                                    </p:animEffect>
                                  </p:childTnLst>
                                </p:cTn>
                              </p:par>
                              <p:par>
                                <p:cTn id="36" presetID="53"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p:cTn id="38" dur="500" fill="hold"/>
                                        <p:tgtEl>
                                          <p:spTgt spid="14"/>
                                        </p:tgtEl>
                                        <p:attrNameLst>
                                          <p:attrName>ppt_w</p:attrName>
                                        </p:attrNameLst>
                                      </p:cBhvr>
                                      <p:tavLst>
                                        <p:tav tm="0">
                                          <p:val>
                                            <p:fltVal val="0"/>
                                          </p:val>
                                        </p:tav>
                                        <p:tav tm="100000">
                                          <p:val>
                                            <p:strVal val="#ppt_w"/>
                                          </p:val>
                                        </p:tav>
                                      </p:tavLst>
                                    </p:anim>
                                    <p:anim calcmode="lin" valueType="num">
                                      <p:cBhvr>
                                        <p:cTn id="39" dur="500" fill="hold"/>
                                        <p:tgtEl>
                                          <p:spTgt spid="14"/>
                                        </p:tgtEl>
                                        <p:attrNameLst>
                                          <p:attrName>ppt_h</p:attrName>
                                        </p:attrNameLst>
                                      </p:cBhvr>
                                      <p:tavLst>
                                        <p:tav tm="0">
                                          <p:val>
                                            <p:fltVal val="0"/>
                                          </p:val>
                                        </p:tav>
                                        <p:tav tm="100000">
                                          <p:val>
                                            <p:strVal val="#ppt_h"/>
                                          </p:val>
                                        </p:tav>
                                      </p:tavLst>
                                    </p:anim>
                                    <p:animEffect transition="in" filter="fade">
                                      <p:cBhvr>
                                        <p:cTn id="40" dur="500"/>
                                        <p:tgtEl>
                                          <p:spTgt spid="14"/>
                                        </p:tgtEl>
                                      </p:cBhvr>
                                    </p:animEffect>
                                  </p:childTnLst>
                                </p:cTn>
                              </p:par>
                              <p:par>
                                <p:cTn id="41" presetID="53"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500" fill="hold"/>
                                        <p:tgtEl>
                                          <p:spTgt spid="17"/>
                                        </p:tgtEl>
                                        <p:attrNameLst>
                                          <p:attrName>ppt_w</p:attrName>
                                        </p:attrNameLst>
                                      </p:cBhvr>
                                      <p:tavLst>
                                        <p:tav tm="0">
                                          <p:val>
                                            <p:fltVal val="0"/>
                                          </p:val>
                                        </p:tav>
                                        <p:tav tm="100000">
                                          <p:val>
                                            <p:strVal val="#ppt_w"/>
                                          </p:val>
                                        </p:tav>
                                      </p:tavLst>
                                    </p:anim>
                                    <p:anim calcmode="lin" valueType="num">
                                      <p:cBhvr>
                                        <p:cTn id="44" dur="500" fill="hold"/>
                                        <p:tgtEl>
                                          <p:spTgt spid="17"/>
                                        </p:tgtEl>
                                        <p:attrNameLst>
                                          <p:attrName>ppt_h</p:attrName>
                                        </p:attrNameLst>
                                      </p:cBhvr>
                                      <p:tavLst>
                                        <p:tav tm="0">
                                          <p:val>
                                            <p:fltVal val="0"/>
                                          </p:val>
                                        </p:tav>
                                        <p:tav tm="100000">
                                          <p:val>
                                            <p:strVal val="#ppt_h"/>
                                          </p:val>
                                        </p:tav>
                                      </p:tavLst>
                                    </p:anim>
                                    <p:animEffect transition="in" filter="fade">
                                      <p:cBhvr>
                                        <p:cTn id="45" dur="500"/>
                                        <p:tgtEl>
                                          <p:spTgt spid="17"/>
                                        </p:tgtEl>
                                      </p:cBhvr>
                                    </p:animEffect>
                                  </p:childTnLst>
                                </p:cTn>
                              </p:par>
                              <p:par>
                                <p:cTn id="46" presetID="53"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 calcmode="lin" valueType="num">
                                      <p:cBhvr>
                                        <p:cTn id="48" dur="500" fill="hold"/>
                                        <p:tgtEl>
                                          <p:spTgt spid="20"/>
                                        </p:tgtEl>
                                        <p:attrNameLst>
                                          <p:attrName>ppt_w</p:attrName>
                                        </p:attrNameLst>
                                      </p:cBhvr>
                                      <p:tavLst>
                                        <p:tav tm="0">
                                          <p:val>
                                            <p:fltVal val="0"/>
                                          </p:val>
                                        </p:tav>
                                        <p:tav tm="100000">
                                          <p:val>
                                            <p:strVal val="#ppt_w"/>
                                          </p:val>
                                        </p:tav>
                                      </p:tavLst>
                                    </p:anim>
                                    <p:anim calcmode="lin" valueType="num">
                                      <p:cBhvr>
                                        <p:cTn id="49" dur="500" fill="hold"/>
                                        <p:tgtEl>
                                          <p:spTgt spid="20"/>
                                        </p:tgtEl>
                                        <p:attrNameLst>
                                          <p:attrName>ppt_h</p:attrName>
                                        </p:attrNameLst>
                                      </p:cBhvr>
                                      <p:tavLst>
                                        <p:tav tm="0">
                                          <p:val>
                                            <p:fltVal val="0"/>
                                          </p:val>
                                        </p:tav>
                                        <p:tav tm="100000">
                                          <p:val>
                                            <p:strVal val="#ppt_h"/>
                                          </p:val>
                                        </p:tav>
                                      </p:tavLst>
                                    </p:anim>
                                    <p:animEffect transition="in" filter="fade">
                                      <p:cBhvr>
                                        <p:cTn id="50" dur="500"/>
                                        <p:tgtEl>
                                          <p:spTgt spid="20"/>
                                        </p:tgtEl>
                                      </p:cBhvr>
                                    </p:animEffect>
                                  </p:childTnLst>
                                </p:cTn>
                              </p:par>
                              <p:par>
                                <p:cTn id="51" presetID="53"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 calcmode="lin" valueType="num">
                                      <p:cBhvr>
                                        <p:cTn id="53" dur="500" fill="hold"/>
                                        <p:tgtEl>
                                          <p:spTgt spid="23"/>
                                        </p:tgtEl>
                                        <p:attrNameLst>
                                          <p:attrName>ppt_w</p:attrName>
                                        </p:attrNameLst>
                                      </p:cBhvr>
                                      <p:tavLst>
                                        <p:tav tm="0">
                                          <p:val>
                                            <p:fltVal val="0"/>
                                          </p:val>
                                        </p:tav>
                                        <p:tav tm="100000">
                                          <p:val>
                                            <p:strVal val="#ppt_w"/>
                                          </p:val>
                                        </p:tav>
                                      </p:tavLst>
                                    </p:anim>
                                    <p:anim calcmode="lin" valueType="num">
                                      <p:cBhvr>
                                        <p:cTn id="54" dur="500" fill="hold"/>
                                        <p:tgtEl>
                                          <p:spTgt spid="23"/>
                                        </p:tgtEl>
                                        <p:attrNameLst>
                                          <p:attrName>ppt_h</p:attrName>
                                        </p:attrNameLst>
                                      </p:cBhvr>
                                      <p:tavLst>
                                        <p:tav tm="0">
                                          <p:val>
                                            <p:fltVal val="0"/>
                                          </p:val>
                                        </p:tav>
                                        <p:tav tm="100000">
                                          <p:val>
                                            <p:strVal val="#ppt_h"/>
                                          </p:val>
                                        </p:tav>
                                      </p:tavLst>
                                    </p:anim>
                                    <p:animEffect transition="in" filter="fade">
                                      <p:cBhvr>
                                        <p:cTn id="55" dur="500"/>
                                        <p:tgtEl>
                                          <p:spTgt spid="23"/>
                                        </p:tgtEl>
                                      </p:cBhvr>
                                    </p:animEffect>
                                  </p:childTnLst>
                                </p:cTn>
                              </p:par>
                            </p:childTnLst>
                          </p:cTn>
                        </p:par>
                        <p:par>
                          <p:cTn id="56" fill="hold" nodeType="afterGroup">
                            <p:stCondLst>
                              <p:cond delay="1500"/>
                            </p:stCondLst>
                            <p:childTnLst>
                              <p:par>
                                <p:cTn id="57" presetID="2" presetClass="entr" presetSubtype="2" fill="hold" grpId="0" nodeType="afterEffect">
                                  <p:stCondLst>
                                    <p:cond delay="0"/>
                                  </p:stCondLst>
                                  <p:childTnLst>
                                    <p:set>
                                      <p:cBhvr>
                                        <p:cTn id="58" dur="1" fill="hold">
                                          <p:stCondLst>
                                            <p:cond delay="0"/>
                                          </p:stCondLst>
                                        </p:cTn>
                                        <p:tgtEl>
                                          <p:spTgt spid="28"/>
                                        </p:tgtEl>
                                        <p:attrNameLst>
                                          <p:attrName>style.visibility</p:attrName>
                                        </p:attrNameLst>
                                      </p:cBhvr>
                                      <p:to>
                                        <p:strVal val="visible"/>
                                      </p:to>
                                    </p:set>
                                    <p:anim calcmode="lin" valueType="num">
                                      <p:cBhvr additive="base">
                                        <p:cTn id="59" dur="500" fill="hold"/>
                                        <p:tgtEl>
                                          <p:spTgt spid="28"/>
                                        </p:tgtEl>
                                        <p:attrNameLst>
                                          <p:attrName>ppt_x</p:attrName>
                                        </p:attrNameLst>
                                      </p:cBhvr>
                                      <p:tavLst>
                                        <p:tav tm="0">
                                          <p:val>
                                            <p:strVal val="1+#ppt_w/2"/>
                                          </p:val>
                                        </p:tav>
                                        <p:tav tm="100000">
                                          <p:val>
                                            <p:strVal val="#ppt_x"/>
                                          </p:val>
                                        </p:tav>
                                      </p:tavLst>
                                    </p:anim>
                                    <p:anim calcmode="lin" valueType="num">
                                      <p:cBhvr additive="base">
                                        <p:cTn id="60" dur="500" fill="hold"/>
                                        <p:tgtEl>
                                          <p:spTgt spid="28"/>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 calcmode="lin" valueType="num">
                                      <p:cBhvr additive="base">
                                        <p:cTn id="63" dur="500" fill="hold"/>
                                        <p:tgtEl>
                                          <p:spTgt spid="41"/>
                                        </p:tgtEl>
                                        <p:attrNameLst>
                                          <p:attrName>ppt_x</p:attrName>
                                        </p:attrNameLst>
                                      </p:cBhvr>
                                      <p:tavLst>
                                        <p:tav tm="0">
                                          <p:val>
                                            <p:strVal val="1+#ppt_w/2"/>
                                          </p:val>
                                        </p:tav>
                                        <p:tav tm="100000">
                                          <p:val>
                                            <p:strVal val="#ppt_x"/>
                                          </p:val>
                                        </p:tav>
                                      </p:tavLst>
                                    </p:anim>
                                    <p:anim calcmode="lin" valueType="num">
                                      <p:cBhvr additive="base">
                                        <p:cTn id="64" dur="500" fill="hold"/>
                                        <p:tgtEl>
                                          <p:spTgt spid="41"/>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42"/>
                                        </p:tgtEl>
                                        <p:attrNameLst>
                                          <p:attrName>style.visibility</p:attrName>
                                        </p:attrNameLst>
                                      </p:cBhvr>
                                      <p:to>
                                        <p:strVal val="visible"/>
                                      </p:to>
                                    </p:set>
                                    <p:anim calcmode="lin" valueType="num">
                                      <p:cBhvr additive="base">
                                        <p:cTn id="67" dur="500" fill="hold"/>
                                        <p:tgtEl>
                                          <p:spTgt spid="42"/>
                                        </p:tgtEl>
                                        <p:attrNameLst>
                                          <p:attrName>ppt_x</p:attrName>
                                        </p:attrNameLst>
                                      </p:cBhvr>
                                      <p:tavLst>
                                        <p:tav tm="0">
                                          <p:val>
                                            <p:strVal val="0-#ppt_w/2"/>
                                          </p:val>
                                        </p:tav>
                                        <p:tav tm="100000">
                                          <p:val>
                                            <p:strVal val="#ppt_x"/>
                                          </p:val>
                                        </p:tav>
                                      </p:tavLst>
                                    </p:anim>
                                    <p:anim calcmode="lin" valueType="num">
                                      <p:cBhvr additive="base">
                                        <p:cTn id="68" dur="500" fill="hold"/>
                                        <p:tgtEl>
                                          <p:spTgt spid="42"/>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0"/>
                                  </p:stCondLst>
                                  <p:childTnLst>
                                    <p:set>
                                      <p:cBhvr>
                                        <p:cTn id="70" dur="1" fill="hold">
                                          <p:stCondLst>
                                            <p:cond delay="0"/>
                                          </p:stCondLst>
                                        </p:cTn>
                                        <p:tgtEl>
                                          <p:spTgt spid="43"/>
                                        </p:tgtEl>
                                        <p:attrNameLst>
                                          <p:attrName>style.visibility</p:attrName>
                                        </p:attrNameLst>
                                      </p:cBhvr>
                                      <p:to>
                                        <p:strVal val="visible"/>
                                      </p:to>
                                    </p:set>
                                    <p:anim calcmode="lin" valueType="num">
                                      <p:cBhvr additive="base">
                                        <p:cTn id="71" dur="500" fill="hold"/>
                                        <p:tgtEl>
                                          <p:spTgt spid="43"/>
                                        </p:tgtEl>
                                        <p:attrNameLst>
                                          <p:attrName>ppt_x</p:attrName>
                                        </p:attrNameLst>
                                      </p:cBhvr>
                                      <p:tavLst>
                                        <p:tav tm="0">
                                          <p:val>
                                            <p:strVal val="0-#ppt_w/2"/>
                                          </p:val>
                                        </p:tav>
                                        <p:tav tm="100000">
                                          <p:val>
                                            <p:strVal val="#ppt_x"/>
                                          </p:val>
                                        </p:tav>
                                      </p:tavLst>
                                    </p:anim>
                                    <p:anim calcmode="lin" valueType="num">
                                      <p:cBhvr additive="base">
                                        <p:cTn id="72" dur="500" fill="hold"/>
                                        <p:tgtEl>
                                          <p:spTgt spid="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20" grpId="0" animBg="1"/>
      <p:bldP spid="23" grpId="0" animBg="1"/>
      <p:bldP spid="36" grpId="0" animBg="1"/>
      <p:bldP spid="37" grpId="0" animBg="1"/>
      <p:bldP spid="38" grpId="0" animBg="1"/>
      <p:bldP spid="39" grpId="0" animBg="1"/>
      <p:bldP spid="28" grpId="0"/>
      <p:bldP spid="41" grpId="0"/>
      <p:bldP spid="42" grpId="0"/>
      <p:bldP spid="43" grpId="0"/>
    </p:bldLst>
  </p:timing>
</p:sld>
</file>

<file path=ppt/slides/slide18.xml><?xml version="1.0" encoding="utf-8"?>
<p:sld xmlns:a14="http://schemas.microsoft.com/office/drawing/2010/main" xmlns:a16="http://schemas.microsoft.com/office/drawing/2014/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grpSp>
        <p:nvGrpSpPr>
          <p:cNvPr id="6" name="组合 5"/>
          <p:cNvGrpSpPr/>
          <p:nvPr/>
        </p:nvGrpSpPr>
        <p:grpSpPr>
          <a:xfrm>
            <a:off x="7394087" y="-697439"/>
            <a:ext cx="7477466" cy="7477466"/>
            <a:chOff x="6814967" y="-697439"/>
            <a:chExt cx="7477466" cy="7477466"/>
          </a:xfrm>
        </p:grpSpPr>
        <p:sp>
          <p:nvSpPr>
            <p:cNvPr id="4" name="圆角矩形 3"/>
            <p:cNvSpPr/>
            <p:nvPr/>
          </p:nvSpPr>
          <p:spPr>
            <a:xfrm rot="18900000">
              <a:off x="6814967" y="-697439"/>
              <a:ext cx="7477466" cy="7477466"/>
            </a:xfrm>
            <a:prstGeom prst="roundRect">
              <a:avLst>
                <a:gd name="adj" fmla="val 10718"/>
              </a:avLst>
            </a:prstGeom>
            <a:blipFill>
              <a:blip r:embed="Rdb4123c2ff4f4709">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圆角矩形 4"/>
            <p:cNvSpPr/>
            <p:nvPr/>
          </p:nvSpPr>
          <p:spPr>
            <a:xfrm rot="18900000">
              <a:off x="6814967" y="-697439"/>
              <a:ext cx="7477466" cy="7477466"/>
            </a:xfrm>
            <a:prstGeom prst="roundRect">
              <a:avLst>
                <a:gd name="adj" fmla="val 10718"/>
              </a:avLst>
            </a:prstGeom>
            <a:solidFill>
              <a:srgbClr val="2DA3DD">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7" name="文本框 6"/>
          <p:cNvSpPr txBox="1"/>
          <p:nvPr/>
        </p:nvSpPr>
        <p:spPr>
          <a:xfrm>
            <a:off x="3270858" y="1377366"/>
            <a:ext cx="2584362" cy="1862048"/>
          </a:xfrm>
          <a:prstGeom prst="rect">
            <a:avLst/>
          </a:prstGeom>
          <a:noFill/>
        </p:spPr>
        <p:txBody>
          <a:bodyPr wrap="none" rtlCol="0">
            <a:spAutoFit/>
          </a:bodyPr>
          <a:lstStyle/>
          <a:p>
            <a:r>
              <a:rPr lang="en-US" altLang="zh-CN" sz="11500" spc="100">
                <a:solidFill>
                  <a:schemeClr val="tx1">
                    <a:lumMod val="75000"/>
                    <a:lumOff val="25000"/>
                  </a:schemeClr>
                </a:solidFill>
                <a:cs typeface="+mn-ea"/>
                <a:sym typeface="+mn-lt"/>
              </a:rPr>
              <a:t>/04</a:t>
            </a:r>
            <a:endParaRPr lang="zh-CN" altLang="en-US" sz="11500" spc="100">
              <a:solidFill>
                <a:schemeClr val="tx1">
                  <a:lumMod val="75000"/>
                  <a:lumOff val="25000"/>
                </a:schemeClr>
              </a:solidFill>
              <a:cs typeface="+mn-ea"/>
              <a:sym typeface="+mn-lt"/>
            </a:endParaRPr>
          </a:p>
        </p:txBody>
      </p:sp>
      <p:sp>
        <p:nvSpPr>
          <p:cNvPr id="8" name="矩形 7">
            <a:extLst>
              <a:ext uri="{FF2B5EF4-FFF2-40B4-BE49-F238E27FC236}">
                <a16:creationId xmlns:a16="http://schemas.microsoft.com/office/drawing/2014/main" id="{A58E9339-1B74-40B6-B2A5-3FFDE0CA7831}"/>
              </a:ext>
            </a:extLst>
          </p:cNvPr>
          <p:cNvSpPr/>
          <p:nvPr/>
        </p:nvSpPr>
        <p:spPr>
          <a:xfrm>
            <a:off x="1244528" y="3883199"/>
            <a:ext cx="4402805" cy="874407"/>
          </a:xfrm>
          <a:prstGeom prst="rect">
            <a:avLst/>
          </a:prstGeom>
        </p:spPr>
        <p:txBody>
          <a:bodyPr wrap="square">
            <a:spAutoFit/>
          </a:bodyPr>
          <a:lstStyle/>
          <a:p>
            <a:pPr algn="r">
              <a:lnSpc>
                <a:spcPct val="150000"/>
              </a:lnSpc>
            </a:pPr>
            <a:r>
              <a:rPr lang="zh-CN" altLang="en-US">
                <a:solidFill>
                  <a:schemeClr val="tx1">
                    <a:lumMod val="85000"/>
                    <a:lumOff val="15000"/>
                  </a:schemeClr>
                </a:solidFill>
                <a:cs typeface="+mn-ea"/>
                <a:sym typeface="+mn-lt"/>
              </a:rPr>
              <a:t>单击此处添加文字阐述，添加简短问题说明文字，具体添加文字在此处添加单击</a:t>
            </a:r>
          </a:p>
        </p:txBody>
      </p:sp>
      <p:sp>
        <p:nvSpPr>
          <p:cNvPr id="9" name="TextBox 7">
            <a:extLst>
              <a:ext uri="{FF2B5EF4-FFF2-40B4-BE49-F238E27FC236}">
                <a16:creationId xmlns:a16="http://schemas.microsoft.com/office/drawing/2014/main" id="{BDE0C5CE-00B3-4265-A611-DD8B2D85C94A}"/>
              </a:ext>
            </a:extLst>
          </p:cNvPr>
          <p:cNvSpPr txBox="1"/>
          <p:nvPr/>
        </p:nvSpPr>
        <p:spPr>
          <a:xfrm>
            <a:off x="649739" y="2991242"/>
            <a:ext cx="4997594" cy="830997"/>
          </a:xfrm>
          <a:prstGeom prst="rect">
            <a:avLst/>
          </a:prstGeom>
          <a:noFill/>
        </p:spPr>
        <p:txBody>
          <a:bodyPr wrap="square" rtlCol="0">
            <a:spAutoFit/>
          </a:bodyPr>
          <a:lstStyle>
            <a:defPPr>
              <a:defRPr lang="zh-CN"/>
            </a:defPPr>
            <a:lvl1pPr algn="r">
              <a:defRPr sz="4800" b="1">
                <a:solidFill>
                  <a:srgbClr val="2DA3DD"/>
                </a:solidFill>
                <a:cs typeface="+mn-ea"/>
              </a:defRPr>
            </a:lvl1pPr>
          </a:lstStyle>
          <a:p>
            <a:r>
              <a:rPr lang="zh-CN" altLang="en-US">
                <a:sym typeface="+mn-lt"/>
              </a:rPr>
              <a:t>第四章标题内容</a:t>
            </a:r>
          </a:p>
        </p:txBody>
      </p:sp>
    </p:spTree>
    <p:extLst>
      <p:ext uri="{BB962C8B-B14F-4D97-AF65-F5344CB8AC3E}">
        <p14:creationId xmlns:p14="http://schemas.microsoft.com/office/powerpoint/2010/main" val="1301343161"/>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1"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par>
                          <p:cTn id="11" fill="hold" nodeType="afterGroup">
                            <p:stCondLst>
                              <p:cond delay="1000"/>
                            </p:stCondLst>
                            <p:childTnLst>
                              <p:par>
                                <p:cTn id="12" presetID="42"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par>
                          <p:cTn id="17" fill="hold" nodeType="afterGroup">
                            <p:stCondLst>
                              <p:cond delay="2000"/>
                            </p:stCondLst>
                            <p:childTnLst>
                              <p:par>
                                <p:cTn id="18" presetID="42"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par>
                          <p:cTn id="23" fill="hold" nodeType="afterGroup">
                            <p:stCondLst>
                              <p:cond delay="3000"/>
                            </p:stCondLst>
                            <p:childTnLst>
                              <p:par>
                                <p:cTn id="24" presetID="22" presetClass="entr" presetSubtype="2" fill="hold" nodeType="afterEffect">
                                  <p:stCondLst>
                                    <p:cond delay="0"/>
                                  </p:stCondLst>
                                  <p:childTnLst>
                                    <p:set>
                                      <p:cBhvr>
                                        <p:cTn id="25" dur="1" fill="hold">
                                          <p:stCondLst>
                                            <p:cond delay="0"/>
                                          </p:stCondLst>
                                        </p:cTn>
                                        <p:tgtEl>
                                          <p:spTgt spid="8">
                                            <p:txEl>
                                              <p:pRg st="0" end="0"/>
                                            </p:txEl>
                                          </p:spTgt>
                                        </p:tgtEl>
                                        <p:attrNameLst>
                                          <p:attrName>style.visibility</p:attrName>
                                        </p:attrNameLst>
                                      </p:cBhvr>
                                      <p:to>
                                        <p:strVal val="visible"/>
                                      </p:to>
                                    </p:set>
                                    <p:animEffect transition="in" filter="wipe(right)">
                                      <p:cBhvr>
                                        <p:cTn id="26"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9.xml><?xml version="1.0" encoding="utf-8"?>
<p:sld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grpSp>
        <p:nvGrpSpPr>
          <p:cNvPr id="15" name="组合 14"/>
          <p:cNvGrpSpPr/>
          <p:nvPr/>
        </p:nvGrpSpPr>
        <p:grpSpPr>
          <a:xfrm>
            <a:off x="1476004" y="4361392"/>
            <a:ext cx="776086" cy="776088"/>
            <a:chOff x="1133291" y="4361392"/>
            <a:chExt cx="776086" cy="776088"/>
          </a:xfrm>
        </p:grpSpPr>
        <p:sp>
          <p:nvSpPr>
            <p:cNvPr id="21" name="Oval 57"/>
            <p:cNvSpPr>
              <a:spLocks noChangeAspect="1"/>
            </p:cNvSpPr>
            <p:nvPr/>
          </p:nvSpPr>
          <p:spPr>
            <a:xfrm>
              <a:off x="1133291" y="4361392"/>
              <a:ext cx="776086" cy="776088"/>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24" name="progress-report_18229"/>
            <p:cNvSpPr>
              <a:spLocks noChangeAspect="1"/>
            </p:cNvSpPr>
            <p:nvPr/>
          </p:nvSpPr>
          <p:spPr bwMode="auto">
            <a:xfrm>
              <a:off x="1303605" y="4551874"/>
              <a:ext cx="435456" cy="395122"/>
            </a:xfrm>
            <a:custGeom>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a:noFill/>
            </a:ln>
          </p:spPr>
          <p:txBody>
            <a:bodyPr/>
            <a:lstStyle/>
            <a:p>
              <a:endParaRPr lang="zh-CN" altLang="en-US">
                <a:cs typeface="+mn-ea"/>
                <a:sym typeface="+mn-lt"/>
              </a:endParaRPr>
            </a:p>
          </p:txBody>
        </p:sp>
      </p:grpSp>
      <p:grpSp>
        <p:nvGrpSpPr>
          <p:cNvPr id="12" name="组合 11"/>
          <p:cNvGrpSpPr/>
          <p:nvPr/>
        </p:nvGrpSpPr>
        <p:grpSpPr>
          <a:xfrm>
            <a:off x="1475431" y="3003560"/>
            <a:ext cx="766156" cy="763222"/>
            <a:chOff x="1132718" y="3003560"/>
            <a:chExt cx="766156" cy="763222"/>
          </a:xfrm>
        </p:grpSpPr>
        <p:sp>
          <p:nvSpPr>
            <p:cNvPr id="17" name="Oval 54"/>
            <p:cNvSpPr>
              <a:spLocks noChangeAspect="1"/>
            </p:cNvSpPr>
            <p:nvPr/>
          </p:nvSpPr>
          <p:spPr>
            <a:xfrm>
              <a:off x="1132718" y="3003560"/>
              <a:ext cx="766156" cy="763222"/>
            </a:xfrm>
            <a:prstGeom prst="ellipse">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25" name="supermarket-sale-tag_58219"/>
            <p:cNvSpPr>
              <a:spLocks noChangeAspect="1"/>
            </p:cNvSpPr>
            <p:nvPr/>
          </p:nvSpPr>
          <p:spPr bwMode="auto">
            <a:xfrm>
              <a:off x="1298067" y="3167784"/>
              <a:ext cx="435457" cy="434773"/>
            </a:xfrm>
            <a:custGeom>
              <a:gdLst>
                <a:gd name="connsiteX0" fmla="*/ 405876 w 578142"/>
                <a:gd name="connsiteY0" fmla="*/ 338859 h 577234"/>
                <a:gd name="connsiteX1" fmla="*/ 342227 w 578142"/>
                <a:gd name="connsiteY1" fmla="*/ 404236 h 577234"/>
                <a:gd name="connsiteX2" fmla="*/ 383737 w 578142"/>
                <a:gd name="connsiteY2" fmla="*/ 444752 h 577234"/>
                <a:gd name="connsiteX3" fmla="*/ 395729 w 578142"/>
                <a:gd name="connsiteY3" fmla="*/ 432781 h 577234"/>
                <a:gd name="connsiteX4" fmla="*/ 368978 w 578142"/>
                <a:gd name="connsiteY4" fmla="*/ 406078 h 577234"/>
                <a:gd name="connsiteX5" fmla="*/ 383737 w 578142"/>
                <a:gd name="connsiteY5" fmla="*/ 391345 h 577234"/>
                <a:gd name="connsiteX6" fmla="*/ 407721 w 578142"/>
                <a:gd name="connsiteY6" fmla="*/ 414365 h 577234"/>
                <a:gd name="connsiteX7" fmla="*/ 419713 w 578142"/>
                <a:gd name="connsiteY7" fmla="*/ 402395 h 577234"/>
                <a:gd name="connsiteX8" fmla="*/ 395729 w 578142"/>
                <a:gd name="connsiteY8" fmla="*/ 379374 h 577234"/>
                <a:gd name="connsiteX9" fmla="*/ 408643 w 578142"/>
                <a:gd name="connsiteY9" fmla="*/ 365562 h 577234"/>
                <a:gd name="connsiteX10" fmla="*/ 434472 w 578142"/>
                <a:gd name="connsiteY10" fmla="*/ 390424 h 577234"/>
                <a:gd name="connsiteX11" fmla="*/ 446464 w 578142"/>
                <a:gd name="connsiteY11" fmla="*/ 378453 h 577234"/>
                <a:gd name="connsiteX12" fmla="*/ 361599 w 578142"/>
                <a:gd name="connsiteY12" fmla="*/ 295580 h 577234"/>
                <a:gd name="connsiteX13" fmla="*/ 297950 w 578142"/>
                <a:gd name="connsiteY13" fmla="*/ 360037 h 577234"/>
                <a:gd name="connsiteX14" fmla="*/ 338537 w 578142"/>
                <a:gd name="connsiteY14" fmla="*/ 400553 h 577234"/>
                <a:gd name="connsiteX15" fmla="*/ 350529 w 578142"/>
                <a:gd name="connsiteY15" fmla="*/ 387662 h 577234"/>
                <a:gd name="connsiteX16" fmla="*/ 324701 w 578142"/>
                <a:gd name="connsiteY16" fmla="*/ 362800 h 577234"/>
                <a:gd name="connsiteX17" fmla="*/ 376358 w 578142"/>
                <a:gd name="connsiteY17" fmla="*/ 310313 h 577234"/>
                <a:gd name="connsiteX18" fmla="*/ 316456 w 578142"/>
                <a:gd name="connsiteY18" fmla="*/ 272516 h 577234"/>
                <a:gd name="connsiteX19" fmla="*/ 297942 w 578142"/>
                <a:gd name="connsiteY19" fmla="*/ 306691 h 577234"/>
                <a:gd name="connsiteX20" fmla="*/ 284056 w 578142"/>
                <a:gd name="connsiteY20" fmla="*/ 291913 h 577234"/>
                <a:gd name="connsiteX21" fmla="*/ 316456 w 578142"/>
                <a:gd name="connsiteY21" fmla="*/ 272516 h 577234"/>
                <a:gd name="connsiteX22" fmla="*/ 318244 w 578142"/>
                <a:gd name="connsiteY22" fmla="*/ 252302 h 577234"/>
                <a:gd name="connsiteX23" fmla="*/ 234301 w 578142"/>
                <a:gd name="connsiteY23" fmla="*/ 298343 h 577234"/>
                <a:gd name="connsiteX24" fmla="*/ 249982 w 578142"/>
                <a:gd name="connsiteY24" fmla="*/ 313076 h 577234"/>
                <a:gd name="connsiteX25" fmla="*/ 271199 w 578142"/>
                <a:gd name="connsiteY25" fmla="*/ 301105 h 577234"/>
                <a:gd name="connsiteX26" fmla="*/ 289648 w 578142"/>
                <a:gd name="connsiteY26" fmla="*/ 319522 h 577234"/>
                <a:gd name="connsiteX27" fmla="*/ 277656 w 578142"/>
                <a:gd name="connsiteY27" fmla="*/ 340700 h 577234"/>
                <a:gd name="connsiteX28" fmla="*/ 293338 w 578142"/>
                <a:gd name="connsiteY28" fmla="*/ 356354 h 577234"/>
                <a:gd name="connsiteX29" fmla="*/ 337615 w 578142"/>
                <a:gd name="connsiteY29" fmla="*/ 271639 h 577234"/>
                <a:gd name="connsiteX30" fmla="*/ 256555 w 578142"/>
                <a:gd name="connsiteY30" fmla="*/ 200737 h 577234"/>
                <a:gd name="connsiteX31" fmla="*/ 236146 w 578142"/>
                <a:gd name="connsiteY31" fmla="*/ 208103 h 577234"/>
                <a:gd name="connsiteX32" fmla="*/ 235223 w 578142"/>
                <a:gd name="connsiteY32" fmla="*/ 244935 h 577234"/>
                <a:gd name="connsiteX33" fmla="*/ 237068 w 578142"/>
                <a:gd name="connsiteY33" fmla="*/ 264272 h 577234"/>
                <a:gd name="connsiteX34" fmla="*/ 219542 w 578142"/>
                <a:gd name="connsiteY34" fmla="*/ 261510 h 577234"/>
                <a:gd name="connsiteX35" fmla="*/ 207550 w 578142"/>
                <a:gd name="connsiteY35" fmla="*/ 241252 h 577234"/>
                <a:gd name="connsiteX36" fmla="*/ 192791 w 578142"/>
                <a:gd name="connsiteY36" fmla="*/ 250460 h 577234"/>
                <a:gd name="connsiteX37" fmla="*/ 206627 w 578142"/>
                <a:gd name="connsiteY37" fmla="*/ 272560 h 577234"/>
                <a:gd name="connsiteX38" fmla="*/ 252750 w 578142"/>
                <a:gd name="connsiteY38" fmla="*/ 278085 h 577234"/>
                <a:gd name="connsiteX39" fmla="*/ 255517 w 578142"/>
                <a:gd name="connsiteY39" fmla="*/ 242173 h 577234"/>
                <a:gd name="connsiteX40" fmla="*/ 251827 w 578142"/>
                <a:gd name="connsiteY40" fmla="*/ 221915 h 577234"/>
                <a:gd name="connsiteX41" fmla="*/ 267509 w 578142"/>
                <a:gd name="connsiteY41" fmla="*/ 224678 h 577234"/>
                <a:gd name="connsiteX42" fmla="*/ 278578 w 578142"/>
                <a:gd name="connsiteY42" fmla="*/ 241252 h 577234"/>
                <a:gd name="connsiteX43" fmla="*/ 293338 w 578142"/>
                <a:gd name="connsiteY43" fmla="*/ 232044 h 577234"/>
                <a:gd name="connsiteX44" fmla="*/ 280423 w 578142"/>
                <a:gd name="connsiteY44" fmla="*/ 212707 h 577234"/>
                <a:gd name="connsiteX45" fmla="*/ 256555 w 578142"/>
                <a:gd name="connsiteY45" fmla="*/ 200737 h 577234"/>
                <a:gd name="connsiteX46" fmla="*/ 143901 w 578142"/>
                <a:gd name="connsiteY46" fmla="*/ 90930 h 577234"/>
                <a:gd name="connsiteX47" fmla="*/ 106081 w 578142"/>
                <a:gd name="connsiteY47" fmla="*/ 106814 h 577234"/>
                <a:gd name="connsiteX48" fmla="*/ 106081 w 578142"/>
                <a:gd name="connsiteY48" fmla="*/ 181399 h 577234"/>
                <a:gd name="connsiteX49" fmla="*/ 181721 w 578142"/>
                <a:gd name="connsiteY49" fmla="*/ 181399 h 577234"/>
                <a:gd name="connsiteX50" fmla="*/ 181721 w 578142"/>
                <a:gd name="connsiteY50" fmla="*/ 106814 h 577234"/>
                <a:gd name="connsiteX51" fmla="*/ 143901 w 578142"/>
                <a:gd name="connsiteY51" fmla="*/ 90930 h 577234"/>
                <a:gd name="connsiteX52" fmla="*/ 210317 w 578142"/>
                <a:gd name="connsiteY52" fmla="*/ 0 h 577234"/>
                <a:gd name="connsiteX53" fmla="*/ 260129 w 578142"/>
                <a:gd name="connsiteY53" fmla="*/ 19337 h 577234"/>
                <a:gd name="connsiteX54" fmla="*/ 558079 w 578142"/>
                <a:gd name="connsiteY54" fmla="*/ 316759 h 577234"/>
                <a:gd name="connsiteX55" fmla="*/ 558079 w 578142"/>
                <a:gd name="connsiteY55" fmla="*/ 413444 h 577234"/>
                <a:gd name="connsiteX56" fmla="*/ 414178 w 578142"/>
                <a:gd name="connsiteY56" fmla="*/ 558012 h 577234"/>
                <a:gd name="connsiteX57" fmla="*/ 318244 w 578142"/>
                <a:gd name="connsiteY57" fmla="*/ 557091 h 577234"/>
                <a:gd name="connsiteX58" fmla="*/ 20294 w 578142"/>
                <a:gd name="connsiteY58" fmla="*/ 260589 h 577234"/>
                <a:gd name="connsiteX59" fmla="*/ 0 w 578142"/>
                <a:gd name="connsiteY59" fmla="*/ 210865 h 577234"/>
                <a:gd name="connsiteX60" fmla="*/ 3690 w 578142"/>
                <a:gd name="connsiteY60" fmla="*/ 54328 h 577234"/>
                <a:gd name="connsiteX61" fmla="*/ 54424 w 578142"/>
                <a:gd name="connsiteY61" fmla="*/ 3683 h 577234"/>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578142" h="577234">
                  <a:moveTo>
                    <a:pt x="405876" y="338859"/>
                  </a:moveTo>
                  <a:lnTo>
                    <a:pt x="342227" y="404236"/>
                  </a:lnTo>
                  <a:lnTo>
                    <a:pt x="383737" y="444752"/>
                  </a:lnTo>
                  <a:lnTo>
                    <a:pt x="395729" y="432781"/>
                  </a:lnTo>
                  <a:lnTo>
                    <a:pt x="368978" y="406078"/>
                  </a:lnTo>
                  <a:lnTo>
                    <a:pt x="383737" y="391345"/>
                  </a:lnTo>
                  <a:lnTo>
                    <a:pt x="407721" y="414365"/>
                  </a:lnTo>
                  <a:lnTo>
                    <a:pt x="419713" y="402395"/>
                  </a:lnTo>
                  <a:lnTo>
                    <a:pt x="395729" y="379374"/>
                  </a:lnTo>
                  <a:lnTo>
                    <a:pt x="408643" y="365562"/>
                  </a:lnTo>
                  <a:lnTo>
                    <a:pt x="434472" y="390424"/>
                  </a:lnTo>
                  <a:lnTo>
                    <a:pt x="446464" y="378453"/>
                  </a:lnTo>
                  <a:close/>
                  <a:moveTo>
                    <a:pt x="361599" y="295580"/>
                  </a:moveTo>
                  <a:lnTo>
                    <a:pt x="297950" y="360037"/>
                  </a:lnTo>
                  <a:lnTo>
                    <a:pt x="338537" y="400553"/>
                  </a:lnTo>
                  <a:lnTo>
                    <a:pt x="350529" y="387662"/>
                  </a:lnTo>
                  <a:lnTo>
                    <a:pt x="324701" y="362800"/>
                  </a:lnTo>
                  <a:lnTo>
                    <a:pt x="376358" y="310313"/>
                  </a:lnTo>
                  <a:close/>
                  <a:moveTo>
                    <a:pt x="316456" y="272516"/>
                  </a:moveTo>
                  <a:lnTo>
                    <a:pt x="297942" y="306691"/>
                  </a:lnTo>
                  <a:lnTo>
                    <a:pt x="284056" y="291913"/>
                  </a:lnTo>
                  <a:cubicBezTo>
                    <a:pt x="284056" y="291913"/>
                    <a:pt x="311828" y="275287"/>
                    <a:pt x="316456" y="272516"/>
                  </a:cubicBezTo>
                  <a:close/>
                  <a:moveTo>
                    <a:pt x="318244" y="252302"/>
                  </a:moveTo>
                  <a:lnTo>
                    <a:pt x="234301" y="298343"/>
                  </a:lnTo>
                  <a:lnTo>
                    <a:pt x="249982" y="313076"/>
                  </a:lnTo>
                  <a:lnTo>
                    <a:pt x="271199" y="301105"/>
                  </a:lnTo>
                  <a:lnTo>
                    <a:pt x="289648" y="319522"/>
                  </a:lnTo>
                  <a:lnTo>
                    <a:pt x="277656" y="340700"/>
                  </a:lnTo>
                  <a:lnTo>
                    <a:pt x="293338" y="356354"/>
                  </a:lnTo>
                  <a:lnTo>
                    <a:pt x="337615" y="271639"/>
                  </a:lnTo>
                  <a:close/>
                  <a:moveTo>
                    <a:pt x="256555" y="200737"/>
                  </a:moveTo>
                  <a:cubicBezTo>
                    <a:pt x="248829" y="200046"/>
                    <a:pt x="241680" y="202578"/>
                    <a:pt x="236146" y="208103"/>
                  </a:cubicBezTo>
                  <a:cubicBezTo>
                    <a:pt x="226921" y="217311"/>
                    <a:pt x="227844" y="230202"/>
                    <a:pt x="235223" y="244935"/>
                  </a:cubicBezTo>
                  <a:cubicBezTo>
                    <a:pt x="239835" y="255064"/>
                    <a:pt x="240758" y="260589"/>
                    <a:pt x="237068" y="264272"/>
                  </a:cubicBezTo>
                  <a:cubicBezTo>
                    <a:pt x="232456" y="268876"/>
                    <a:pt x="225999" y="267956"/>
                    <a:pt x="219542" y="261510"/>
                  </a:cubicBezTo>
                  <a:cubicBezTo>
                    <a:pt x="213085" y="255064"/>
                    <a:pt x="209395" y="247698"/>
                    <a:pt x="207550" y="241252"/>
                  </a:cubicBezTo>
                  <a:lnTo>
                    <a:pt x="192791" y="250460"/>
                  </a:lnTo>
                  <a:cubicBezTo>
                    <a:pt x="193713" y="255985"/>
                    <a:pt x="199248" y="265193"/>
                    <a:pt x="206627" y="272560"/>
                  </a:cubicBezTo>
                  <a:cubicBezTo>
                    <a:pt x="225076" y="290056"/>
                    <a:pt x="242603" y="289135"/>
                    <a:pt x="252750" y="278085"/>
                  </a:cubicBezTo>
                  <a:cubicBezTo>
                    <a:pt x="261974" y="268876"/>
                    <a:pt x="262897" y="257827"/>
                    <a:pt x="255517" y="242173"/>
                  </a:cubicBezTo>
                  <a:cubicBezTo>
                    <a:pt x="249982" y="231123"/>
                    <a:pt x="248137" y="225598"/>
                    <a:pt x="251827" y="221915"/>
                  </a:cubicBezTo>
                  <a:cubicBezTo>
                    <a:pt x="255517" y="218232"/>
                    <a:pt x="261052" y="218232"/>
                    <a:pt x="267509" y="224678"/>
                  </a:cubicBezTo>
                  <a:cubicBezTo>
                    <a:pt x="273966" y="231123"/>
                    <a:pt x="276733" y="237569"/>
                    <a:pt x="278578" y="241252"/>
                  </a:cubicBezTo>
                  <a:lnTo>
                    <a:pt x="293338" y="232044"/>
                  </a:lnTo>
                  <a:cubicBezTo>
                    <a:pt x="291493" y="226519"/>
                    <a:pt x="286881" y="220074"/>
                    <a:pt x="280423" y="212707"/>
                  </a:cubicBezTo>
                  <a:cubicBezTo>
                    <a:pt x="272582" y="205341"/>
                    <a:pt x="264280" y="201427"/>
                    <a:pt x="256555" y="200737"/>
                  </a:cubicBezTo>
                  <a:close/>
                  <a:moveTo>
                    <a:pt x="143901" y="90930"/>
                  </a:moveTo>
                  <a:cubicBezTo>
                    <a:pt x="130295" y="90930"/>
                    <a:pt x="116689" y="96225"/>
                    <a:pt x="106081" y="106814"/>
                  </a:cubicBezTo>
                  <a:cubicBezTo>
                    <a:pt x="85787" y="127072"/>
                    <a:pt x="85787" y="161142"/>
                    <a:pt x="106081" y="181399"/>
                  </a:cubicBezTo>
                  <a:cubicBezTo>
                    <a:pt x="127297" y="202578"/>
                    <a:pt x="160505" y="202578"/>
                    <a:pt x="181721" y="181399"/>
                  </a:cubicBezTo>
                  <a:cubicBezTo>
                    <a:pt x="202938" y="161142"/>
                    <a:pt x="202938" y="127072"/>
                    <a:pt x="181721" y="106814"/>
                  </a:cubicBezTo>
                  <a:cubicBezTo>
                    <a:pt x="171113" y="96225"/>
                    <a:pt x="157507" y="90930"/>
                    <a:pt x="143901" y="90930"/>
                  </a:cubicBezTo>
                  <a:close/>
                  <a:moveTo>
                    <a:pt x="210317" y="0"/>
                  </a:moveTo>
                  <a:cubicBezTo>
                    <a:pt x="229689" y="0"/>
                    <a:pt x="247215" y="6445"/>
                    <a:pt x="260129" y="19337"/>
                  </a:cubicBezTo>
                  <a:lnTo>
                    <a:pt x="558079" y="316759"/>
                  </a:lnTo>
                  <a:cubicBezTo>
                    <a:pt x="584830" y="343463"/>
                    <a:pt x="584830" y="386741"/>
                    <a:pt x="558079" y="413444"/>
                  </a:cubicBezTo>
                  <a:lnTo>
                    <a:pt x="414178" y="558012"/>
                  </a:lnTo>
                  <a:cubicBezTo>
                    <a:pt x="387427" y="583794"/>
                    <a:pt x="344072" y="583794"/>
                    <a:pt x="318244" y="557091"/>
                  </a:cubicBezTo>
                  <a:lnTo>
                    <a:pt x="20294" y="260589"/>
                  </a:lnTo>
                  <a:cubicBezTo>
                    <a:pt x="6457" y="246777"/>
                    <a:pt x="0" y="229282"/>
                    <a:pt x="0" y="210865"/>
                  </a:cubicBezTo>
                  <a:lnTo>
                    <a:pt x="3690" y="54328"/>
                  </a:lnTo>
                  <a:cubicBezTo>
                    <a:pt x="4612" y="26703"/>
                    <a:pt x="26751" y="4604"/>
                    <a:pt x="54424" y="3683"/>
                  </a:cubicBezTo>
                  <a:close/>
                </a:path>
              </a:pathLst>
            </a:custGeom>
            <a:solidFill>
              <a:schemeClr val="bg1"/>
            </a:solidFill>
            <a:ln>
              <a:noFill/>
            </a:ln>
          </p:spPr>
          <p:txBody>
            <a:bodyPr/>
            <a:lstStyle/>
            <a:p>
              <a:endParaRPr lang="zh-CN" altLang="en-US">
                <a:cs typeface="+mn-ea"/>
                <a:sym typeface="+mn-lt"/>
              </a:endParaRPr>
            </a:p>
          </p:txBody>
        </p:sp>
      </p:grpSp>
      <p:grpSp>
        <p:nvGrpSpPr>
          <p:cNvPr id="2" name="组合 1"/>
          <p:cNvGrpSpPr/>
          <p:nvPr/>
        </p:nvGrpSpPr>
        <p:grpSpPr>
          <a:xfrm>
            <a:off x="1472439" y="1562583"/>
            <a:ext cx="811834" cy="811834"/>
            <a:chOff x="1129726" y="1562583"/>
            <a:chExt cx="811834" cy="811834"/>
          </a:xfrm>
        </p:grpSpPr>
        <p:sp>
          <p:nvSpPr>
            <p:cNvPr id="16" name="Oval 53"/>
            <p:cNvSpPr>
              <a:spLocks noChangeAspect="1"/>
            </p:cNvSpPr>
            <p:nvPr/>
          </p:nvSpPr>
          <p:spPr>
            <a:xfrm>
              <a:off x="1129726" y="1562583"/>
              <a:ext cx="811834" cy="811834"/>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26" name="upload-to-cloud_87913"/>
            <p:cNvSpPr>
              <a:spLocks noChangeAspect="1"/>
            </p:cNvSpPr>
            <p:nvPr/>
          </p:nvSpPr>
          <p:spPr bwMode="auto">
            <a:xfrm>
              <a:off x="1317914" y="1842118"/>
              <a:ext cx="435457" cy="252763"/>
            </a:xfrm>
            <a:custGeom>
              <a:gdLst>
                <a:gd name="T0" fmla="*/ 2971 w 2971"/>
                <a:gd name="T1" fmla="*/ 1051 h 1727"/>
                <a:gd name="T2" fmla="*/ 2295 w 2971"/>
                <a:gd name="T3" fmla="*/ 1727 h 1727"/>
                <a:gd name="T4" fmla="*/ 1592 w 2971"/>
                <a:gd name="T5" fmla="*/ 1727 h 1727"/>
                <a:gd name="T6" fmla="*/ 1592 w 2971"/>
                <a:gd name="T7" fmla="*/ 944 h 1727"/>
                <a:gd name="T8" fmla="*/ 1781 w 2971"/>
                <a:gd name="T9" fmla="*/ 1133 h 1727"/>
                <a:gd name="T10" fmla="*/ 1852 w 2971"/>
                <a:gd name="T11" fmla="*/ 1162 h 1727"/>
                <a:gd name="T12" fmla="*/ 1922 w 2971"/>
                <a:gd name="T13" fmla="*/ 1133 h 1727"/>
                <a:gd name="T14" fmla="*/ 1922 w 2971"/>
                <a:gd name="T15" fmla="*/ 992 h 1727"/>
                <a:gd name="T16" fmla="*/ 1556 w 2971"/>
                <a:gd name="T17" fmla="*/ 625 h 1727"/>
                <a:gd name="T18" fmla="*/ 1415 w 2971"/>
                <a:gd name="T19" fmla="*/ 625 h 1727"/>
                <a:gd name="T20" fmla="*/ 1048 w 2971"/>
                <a:gd name="T21" fmla="*/ 992 h 1727"/>
                <a:gd name="T22" fmla="*/ 1048 w 2971"/>
                <a:gd name="T23" fmla="*/ 1133 h 1727"/>
                <a:gd name="T24" fmla="*/ 1119 w 2971"/>
                <a:gd name="T25" fmla="*/ 1162 h 1727"/>
                <a:gd name="T26" fmla="*/ 1190 w 2971"/>
                <a:gd name="T27" fmla="*/ 1133 h 1727"/>
                <a:gd name="T28" fmla="*/ 1392 w 2971"/>
                <a:gd name="T29" fmla="*/ 931 h 1727"/>
                <a:gd name="T30" fmla="*/ 1392 w 2971"/>
                <a:gd name="T31" fmla="*/ 1727 h 1727"/>
                <a:gd name="T32" fmla="*/ 519 w 2971"/>
                <a:gd name="T33" fmla="*/ 1727 h 1727"/>
                <a:gd name="T34" fmla="*/ 0 w 2971"/>
                <a:gd name="T35" fmla="*/ 1208 h 1727"/>
                <a:gd name="T36" fmla="*/ 477 w 2971"/>
                <a:gd name="T37" fmla="*/ 690 h 1727"/>
                <a:gd name="T38" fmla="*/ 740 w 2971"/>
                <a:gd name="T39" fmla="*/ 226 h 1727"/>
                <a:gd name="T40" fmla="*/ 1322 w 2971"/>
                <a:gd name="T41" fmla="*/ 0 h 1727"/>
                <a:gd name="T42" fmla="*/ 2062 w 2971"/>
                <a:gd name="T43" fmla="*/ 418 h 1727"/>
                <a:gd name="T44" fmla="*/ 2295 w 2971"/>
                <a:gd name="T45" fmla="*/ 376 h 1727"/>
                <a:gd name="T46" fmla="*/ 2971 w 2971"/>
                <a:gd name="T47" fmla="*/ 1051 h 172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71" h="1727">
                  <a:moveTo>
                    <a:pt x="2971" y="1051"/>
                  </a:moveTo>
                  <a:cubicBezTo>
                    <a:pt x="2971" y="1424"/>
                    <a:pt x="2668" y="1727"/>
                    <a:pt x="2295" y="1727"/>
                  </a:cubicBezTo>
                  <a:lnTo>
                    <a:pt x="1592" y="1727"/>
                  </a:lnTo>
                  <a:lnTo>
                    <a:pt x="1592" y="944"/>
                  </a:lnTo>
                  <a:lnTo>
                    <a:pt x="1781" y="1133"/>
                  </a:lnTo>
                  <a:cubicBezTo>
                    <a:pt x="1800" y="1152"/>
                    <a:pt x="1826" y="1162"/>
                    <a:pt x="1852" y="1162"/>
                  </a:cubicBezTo>
                  <a:cubicBezTo>
                    <a:pt x="1877" y="1162"/>
                    <a:pt x="1903" y="1153"/>
                    <a:pt x="1922" y="1133"/>
                  </a:cubicBezTo>
                  <a:cubicBezTo>
                    <a:pt x="1961" y="1094"/>
                    <a:pt x="1961" y="1031"/>
                    <a:pt x="1922" y="992"/>
                  </a:cubicBezTo>
                  <a:lnTo>
                    <a:pt x="1556" y="625"/>
                  </a:lnTo>
                  <a:cubicBezTo>
                    <a:pt x="1517" y="586"/>
                    <a:pt x="1454" y="586"/>
                    <a:pt x="1415" y="625"/>
                  </a:cubicBezTo>
                  <a:lnTo>
                    <a:pt x="1048" y="992"/>
                  </a:lnTo>
                  <a:cubicBezTo>
                    <a:pt x="1009" y="1031"/>
                    <a:pt x="1009" y="1094"/>
                    <a:pt x="1048" y="1133"/>
                  </a:cubicBezTo>
                  <a:cubicBezTo>
                    <a:pt x="1068" y="1152"/>
                    <a:pt x="1093" y="1162"/>
                    <a:pt x="1119" y="1162"/>
                  </a:cubicBezTo>
                  <a:cubicBezTo>
                    <a:pt x="1145" y="1162"/>
                    <a:pt x="1170" y="1153"/>
                    <a:pt x="1190" y="1133"/>
                  </a:cubicBezTo>
                  <a:lnTo>
                    <a:pt x="1392" y="931"/>
                  </a:lnTo>
                  <a:lnTo>
                    <a:pt x="1392" y="1727"/>
                  </a:lnTo>
                  <a:lnTo>
                    <a:pt x="519" y="1727"/>
                  </a:lnTo>
                  <a:cubicBezTo>
                    <a:pt x="233" y="1727"/>
                    <a:pt x="0" y="1494"/>
                    <a:pt x="0" y="1208"/>
                  </a:cubicBezTo>
                  <a:cubicBezTo>
                    <a:pt x="0" y="936"/>
                    <a:pt x="210" y="712"/>
                    <a:pt x="477" y="690"/>
                  </a:cubicBezTo>
                  <a:cubicBezTo>
                    <a:pt x="513" y="513"/>
                    <a:pt x="604" y="350"/>
                    <a:pt x="740" y="226"/>
                  </a:cubicBezTo>
                  <a:cubicBezTo>
                    <a:pt x="899" y="80"/>
                    <a:pt x="1106" y="0"/>
                    <a:pt x="1322" y="0"/>
                  </a:cubicBezTo>
                  <a:cubicBezTo>
                    <a:pt x="1627" y="0"/>
                    <a:pt x="1907" y="161"/>
                    <a:pt x="2062" y="418"/>
                  </a:cubicBezTo>
                  <a:cubicBezTo>
                    <a:pt x="2136" y="391"/>
                    <a:pt x="2216" y="376"/>
                    <a:pt x="2295" y="376"/>
                  </a:cubicBezTo>
                  <a:cubicBezTo>
                    <a:pt x="2668" y="376"/>
                    <a:pt x="2971" y="679"/>
                    <a:pt x="2971" y="1051"/>
                  </a:cubicBezTo>
                  <a:close/>
                </a:path>
              </a:pathLst>
            </a:custGeom>
            <a:solidFill>
              <a:schemeClr val="bg1"/>
            </a:solidFill>
            <a:ln>
              <a:noFill/>
            </a:ln>
          </p:spPr>
          <p:txBody>
            <a:bodyPr/>
            <a:lstStyle/>
            <a:p>
              <a:endParaRPr lang="zh-CN" altLang="en-US">
                <a:cs typeface="+mn-ea"/>
                <a:sym typeface="+mn-lt"/>
              </a:endParaRPr>
            </a:p>
          </p:txBody>
        </p:sp>
      </p:grpSp>
      <p:grpSp>
        <p:nvGrpSpPr>
          <p:cNvPr id="29" name="组合 28"/>
          <p:cNvGrpSpPr/>
          <p:nvPr/>
        </p:nvGrpSpPr>
        <p:grpSpPr>
          <a:xfrm>
            <a:off x="2622338" y="3003560"/>
            <a:ext cx="3292948" cy="976035"/>
            <a:chOff x="820148" y="2482576"/>
            <a:chExt cx="3292948" cy="976035"/>
          </a:xfrm>
        </p:grpSpPr>
        <p:sp>
          <p:nvSpPr>
            <p:cNvPr id="30" name="文本框 29"/>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31" name="文本框 30"/>
            <p:cNvSpPr txBox="1"/>
            <p:nvPr/>
          </p:nvSpPr>
          <p:spPr>
            <a:xfrm>
              <a:off x="820148" y="2935391"/>
              <a:ext cx="3292948"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32" name="组合 31"/>
          <p:cNvGrpSpPr/>
          <p:nvPr/>
        </p:nvGrpSpPr>
        <p:grpSpPr>
          <a:xfrm>
            <a:off x="2622338" y="4361391"/>
            <a:ext cx="3292948" cy="976035"/>
            <a:chOff x="820148" y="2482576"/>
            <a:chExt cx="3292948" cy="976035"/>
          </a:xfrm>
        </p:grpSpPr>
        <p:sp>
          <p:nvSpPr>
            <p:cNvPr id="33" name="文本框 32"/>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34" name="文本框 33"/>
            <p:cNvSpPr txBox="1"/>
            <p:nvPr/>
          </p:nvSpPr>
          <p:spPr>
            <a:xfrm>
              <a:off x="820148" y="2935391"/>
              <a:ext cx="3292948"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35" name="组合 34"/>
          <p:cNvGrpSpPr/>
          <p:nvPr/>
        </p:nvGrpSpPr>
        <p:grpSpPr>
          <a:xfrm>
            <a:off x="2622338" y="1537757"/>
            <a:ext cx="3292948" cy="976035"/>
            <a:chOff x="820148" y="2482576"/>
            <a:chExt cx="3292948" cy="976035"/>
          </a:xfrm>
        </p:grpSpPr>
        <p:sp>
          <p:nvSpPr>
            <p:cNvPr id="36" name="文本框 35"/>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37" name="文本框 36"/>
            <p:cNvSpPr txBox="1"/>
            <p:nvPr/>
          </p:nvSpPr>
          <p:spPr>
            <a:xfrm>
              <a:off x="820148" y="2935391"/>
              <a:ext cx="3292948"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20" name="组合 19"/>
          <p:cNvGrpSpPr/>
          <p:nvPr/>
        </p:nvGrpSpPr>
        <p:grpSpPr>
          <a:xfrm>
            <a:off x="7772400" y="1150408"/>
            <a:ext cx="2258484" cy="2256367"/>
            <a:chOff x="7772400" y="1150408"/>
            <a:chExt cx="2258484" cy="2256367"/>
          </a:xfrm>
        </p:grpSpPr>
        <p:sp>
          <p:nvSpPr>
            <p:cNvPr id="6" name="任意多边形 5"/>
            <p:cNvSpPr/>
            <p:nvPr/>
          </p:nvSpPr>
          <p:spPr bwMode="auto">
            <a:xfrm>
              <a:off x="7962899" y="1313390"/>
              <a:ext cx="1964267" cy="1964267"/>
            </a:xfrm>
            <a:custGeom>
              <a:gdLst>
                <a:gd name="connsiteX0" fmla="*/ 866011 w 1157387"/>
                <a:gd name="connsiteY0" fmla="*/ 293137 h 1157387"/>
                <a:gd name="connsiteX1" fmla="*/ 1036765 w 1157387"/>
                <a:gd name="connsiteY1" fmla="*/ 241675 h 1157387"/>
                <a:gd name="connsiteX2" fmla="*/ 1099596 w 1157387"/>
                <a:gd name="connsiteY2" fmla="*/ 350501 h 1157387"/>
                <a:gd name="connsiteX3" fmla="*/ 969652 w 1157387"/>
                <a:gd name="connsiteY3" fmla="*/ 472647 h 1157387"/>
                <a:gd name="connsiteX4" fmla="*/ 969652 w 1157387"/>
                <a:gd name="connsiteY4" fmla="*/ 684739 h 1157387"/>
                <a:gd name="connsiteX5" fmla="*/ 1099596 w 1157387"/>
                <a:gd name="connsiteY5" fmla="*/ 806886 h 1157387"/>
                <a:gd name="connsiteX6" fmla="*/ 1036765 w 1157387"/>
                <a:gd name="connsiteY6" fmla="*/ 915712 h 1157387"/>
                <a:gd name="connsiteX7" fmla="*/ 866011 w 1157387"/>
                <a:gd name="connsiteY7" fmla="*/ 864250 h 1157387"/>
                <a:gd name="connsiteX8" fmla="*/ 682334 w 1157387"/>
                <a:gd name="connsiteY8" fmla="*/ 970296 h 1157387"/>
                <a:gd name="connsiteX9" fmla="*/ 641525 w 1157387"/>
                <a:gd name="connsiteY9" fmla="*/ 1143904 h 1157387"/>
                <a:gd name="connsiteX10" fmla="*/ 515862 w 1157387"/>
                <a:gd name="connsiteY10" fmla="*/ 1143904 h 1157387"/>
                <a:gd name="connsiteX11" fmla="*/ 475053 w 1157387"/>
                <a:gd name="connsiteY11" fmla="*/ 970296 h 1157387"/>
                <a:gd name="connsiteX12" fmla="*/ 291376 w 1157387"/>
                <a:gd name="connsiteY12" fmla="*/ 864250 h 1157387"/>
                <a:gd name="connsiteX13" fmla="*/ 120622 w 1157387"/>
                <a:gd name="connsiteY13" fmla="*/ 915712 h 1157387"/>
                <a:gd name="connsiteX14" fmla="*/ 57791 w 1157387"/>
                <a:gd name="connsiteY14" fmla="*/ 806886 h 1157387"/>
                <a:gd name="connsiteX15" fmla="*/ 187735 w 1157387"/>
                <a:gd name="connsiteY15" fmla="*/ 684740 h 1157387"/>
                <a:gd name="connsiteX16" fmla="*/ 187735 w 1157387"/>
                <a:gd name="connsiteY16" fmla="*/ 472648 h 1157387"/>
                <a:gd name="connsiteX17" fmla="*/ 57791 w 1157387"/>
                <a:gd name="connsiteY17" fmla="*/ 350501 h 1157387"/>
                <a:gd name="connsiteX18" fmla="*/ 120622 w 1157387"/>
                <a:gd name="connsiteY18" fmla="*/ 241675 h 1157387"/>
                <a:gd name="connsiteX19" fmla="*/ 291376 w 1157387"/>
                <a:gd name="connsiteY19" fmla="*/ 293137 h 1157387"/>
                <a:gd name="connsiteX20" fmla="*/ 475053 w 1157387"/>
                <a:gd name="connsiteY20" fmla="*/ 187091 h 1157387"/>
                <a:gd name="connsiteX21" fmla="*/ 515862 w 1157387"/>
                <a:gd name="connsiteY21" fmla="*/ 13483 h 1157387"/>
                <a:gd name="connsiteX22" fmla="*/ 641525 w 1157387"/>
                <a:gd name="connsiteY22" fmla="*/ 13483 h 1157387"/>
                <a:gd name="connsiteX23" fmla="*/ 682334 w 1157387"/>
                <a:gd name="connsiteY23" fmla="*/ 187091 h 1157387"/>
                <a:gd name="connsiteX24" fmla="*/ 866011 w 1157387"/>
                <a:gd name="connsiteY24" fmla="*/ 293137 h 1157387"/>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57387" h="1157387">
                  <a:moveTo>
                    <a:pt x="744948" y="292765"/>
                  </a:moveTo>
                  <a:lnTo>
                    <a:pt x="868742" y="216094"/>
                  </a:lnTo>
                  <a:lnTo>
                    <a:pt x="941293" y="288644"/>
                  </a:lnTo>
                  <a:lnTo>
                    <a:pt x="864622" y="412438"/>
                  </a:lnTo>
                  <a:cubicBezTo>
                    <a:pt x="894153" y="463226"/>
                    <a:pt x="909623" y="520961"/>
                    <a:pt x="909443" y="579710"/>
                  </a:cubicBezTo>
                  <a:lnTo>
                    <a:pt x="1037739" y="648584"/>
                  </a:lnTo>
                  <a:lnTo>
                    <a:pt x="1011183" y="747690"/>
                  </a:lnTo>
                  <a:lnTo>
                    <a:pt x="865639" y="743187"/>
                  </a:lnTo>
                  <a:cubicBezTo>
                    <a:pt x="836421" y="794155"/>
                    <a:pt x="794155" y="836421"/>
                    <a:pt x="743187" y="865639"/>
                  </a:cubicBezTo>
                  <a:lnTo>
                    <a:pt x="747690" y="1011183"/>
                  </a:lnTo>
                  <a:lnTo>
                    <a:pt x="648583" y="1037738"/>
                  </a:lnTo>
                  <a:lnTo>
                    <a:pt x="579710" y="909442"/>
                  </a:lnTo>
                  <a:cubicBezTo>
                    <a:pt x="520962" y="909623"/>
                    <a:pt x="463226" y="894153"/>
                    <a:pt x="412439" y="864622"/>
                  </a:cubicBezTo>
                  <a:lnTo>
                    <a:pt x="288645" y="941293"/>
                  </a:lnTo>
                  <a:lnTo>
                    <a:pt x="216094" y="868743"/>
                  </a:lnTo>
                  <a:lnTo>
                    <a:pt x="292765" y="744949"/>
                  </a:lnTo>
                  <a:cubicBezTo>
                    <a:pt x="263234" y="694161"/>
                    <a:pt x="247764" y="636426"/>
                    <a:pt x="247944" y="577677"/>
                  </a:cubicBezTo>
                  <a:lnTo>
                    <a:pt x="119648" y="508803"/>
                  </a:lnTo>
                  <a:lnTo>
                    <a:pt x="146204" y="409697"/>
                  </a:lnTo>
                  <a:lnTo>
                    <a:pt x="291748" y="414200"/>
                  </a:lnTo>
                  <a:cubicBezTo>
                    <a:pt x="320966" y="363232"/>
                    <a:pt x="363232" y="320966"/>
                    <a:pt x="414200" y="291748"/>
                  </a:cubicBezTo>
                  <a:lnTo>
                    <a:pt x="409697" y="146204"/>
                  </a:lnTo>
                  <a:lnTo>
                    <a:pt x="508804" y="119649"/>
                  </a:lnTo>
                  <a:lnTo>
                    <a:pt x="577677" y="247945"/>
                  </a:lnTo>
                  <a:cubicBezTo>
                    <a:pt x="636425" y="247764"/>
                    <a:pt x="694161" y="263234"/>
                    <a:pt x="744948" y="292765"/>
                  </a:cubicBezTo>
                  <a:close/>
                </a:path>
              </a:pathLst>
            </a:cu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9" name="环形箭头 8"/>
            <p:cNvSpPr/>
            <p:nvPr/>
          </p:nvSpPr>
          <p:spPr bwMode="auto">
            <a:xfrm>
              <a:off x="7772400" y="1150408"/>
              <a:ext cx="2258484" cy="2256367"/>
            </a:xfrm>
            <a:prstGeom prst="circularArrow">
              <a:avLst>
                <a:gd name="adj1" fmla="val 5984"/>
                <a:gd name="adj2" fmla="val 394124"/>
                <a:gd name="adj3" fmla="val 13313824"/>
                <a:gd name="adj4" fmla="val 10508221"/>
                <a:gd name="adj5" fmla="val 6981"/>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38" name="upload-to-cloud_87913"/>
            <p:cNvSpPr>
              <a:spLocks noChangeAspect="1"/>
            </p:cNvSpPr>
            <p:nvPr/>
          </p:nvSpPr>
          <p:spPr bwMode="auto">
            <a:xfrm>
              <a:off x="8727304" y="2169142"/>
              <a:ext cx="435457" cy="252763"/>
            </a:xfrm>
            <a:custGeom>
              <a:gdLst>
                <a:gd name="T0" fmla="*/ 2971 w 2971"/>
                <a:gd name="T1" fmla="*/ 1051 h 1727"/>
                <a:gd name="T2" fmla="*/ 2295 w 2971"/>
                <a:gd name="T3" fmla="*/ 1727 h 1727"/>
                <a:gd name="T4" fmla="*/ 1592 w 2971"/>
                <a:gd name="T5" fmla="*/ 1727 h 1727"/>
                <a:gd name="T6" fmla="*/ 1592 w 2971"/>
                <a:gd name="T7" fmla="*/ 944 h 1727"/>
                <a:gd name="T8" fmla="*/ 1781 w 2971"/>
                <a:gd name="T9" fmla="*/ 1133 h 1727"/>
                <a:gd name="T10" fmla="*/ 1852 w 2971"/>
                <a:gd name="T11" fmla="*/ 1162 h 1727"/>
                <a:gd name="T12" fmla="*/ 1922 w 2971"/>
                <a:gd name="T13" fmla="*/ 1133 h 1727"/>
                <a:gd name="T14" fmla="*/ 1922 w 2971"/>
                <a:gd name="T15" fmla="*/ 992 h 1727"/>
                <a:gd name="T16" fmla="*/ 1556 w 2971"/>
                <a:gd name="T17" fmla="*/ 625 h 1727"/>
                <a:gd name="T18" fmla="*/ 1415 w 2971"/>
                <a:gd name="T19" fmla="*/ 625 h 1727"/>
                <a:gd name="T20" fmla="*/ 1048 w 2971"/>
                <a:gd name="T21" fmla="*/ 992 h 1727"/>
                <a:gd name="T22" fmla="*/ 1048 w 2971"/>
                <a:gd name="T23" fmla="*/ 1133 h 1727"/>
                <a:gd name="T24" fmla="*/ 1119 w 2971"/>
                <a:gd name="T25" fmla="*/ 1162 h 1727"/>
                <a:gd name="T26" fmla="*/ 1190 w 2971"/>
                <a:gd name="T27" fmla="*/ 1133 h 1727"/>
                <a:gd name="T28" fmla="*/ 1392 w 2971"/>
                <a:gd name="T29" fmla="*/ 931 h 1727"/>
                <a:gd name="T30" fmla="*/ 1392 w 2971"/>
                <a:gd name="T31" fmla="*/ 1727 h 1727"/>
                <a:gd name="T32" fmla="*/ 519 w 2971"/>
                <a:gd name="T33" fmla="*/ 1727 h 1727"/>
                <a:gd name="T34" fmla="*/ 0 w 2971"/>
                <a:gd name="T35" fmla="*/ 1208 h 1727"/>
                <a:gd name="T36" fmla="*/ 477 w 2971"/>
                <a:gd name="T37" fmla="*/ 690 h 1727"/>
                <a:gd name="T38" fmla="*/ 740 w 2971"/>
                <a:gd name="T39" fmla="*/ 226 h 1727"/>
                <a:gd name="T40" fmla="*/ 1322 w 2971"/>
                <a:gd name="T41" fmla="*/ 0 h 1727"/>
                <a:gd name="T42" fmla="*/ 2062 w 2971"/>
                <a:gd name="T43" fmla="*/ 418 h 1727"/>
                <a:gd name="T44" fmla="*/ 2295 w 2971"/>
                <a:gd name="T45" fmla="*/ 376 h 1727"/>
                <a:gd name="T46" fmla="*/ 2971 w 2971"/>
                <a:gd name="T47" fmla="*/ 1051 h 172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71" h="1727">
                  <a:moveTo>
                    <a:pt x="2971" y="1051"/>
                  </a:moveTo>
                  <a:cubicBezTo>
                    <a:pt x="2971" y="1424"/>
                    <a:pt x="2668" y="1727"/>
                    <a:pt x="2295" y="1727"/>
                  </a:cubicBezTo>
                  <a:lnTo>
                    <a:pt x="1592" y="1727"/>
                  </a:lnTo>
                  <a:lnTo>
                    <a:pt x="1592" y="944"/>
                  </a:lnTo>
                  <a:lnTo>
                    <a:pt x="1781" y="1133"/>
                  </a:lnTo>
                  <a:cubicBezTo>
                    <a:pt x="1800" y="1152"/>
                    <a:pt x="1826" y="1162"/>
                    <a:pt x="1852" y="1162"/>
                  </a:cubicBezTo>
                  <a:cubicBezTo>
                    <a:pt x="1877" y="1162"/>
                    <a:pt x="1903" y="1153"/>
                    <a:pt x="1922" y="1133"/>
                  </a:cubicBezTo>
                  <a:cubicBezTo>
                    <a:pt x="1961" y="1094"/>
                    <a:pt x="1961" y="1031"/>
                    <a:pt x="1922" y="992"/>
                  </a:cubicBezTo>
                  <a:lnTo>
                    <a:pt x="1556" y="625"/>
                  </a:lnTo>
                  <a:cubicBezTo>
                    <a:pt x="1517" y="586"/>
                    <a:pt x="1454" y="586"/>
                    <a:pt x="1415" y="625"/>
                  </a:cubicBezTo>
                  <a:lnTo>
                    <a:pt x="1048" y="992"/>
                  </a:lnTo>
                  <a:cubicBezTo>
                    <a:pt x="1009" y="1031"/>
                    <a:pt x="1009" y="1094"/>
                    <a:pt x="1048" y="1133"/>
                  </a:cubicBezTo>
                  <a:cubicBezTo>
                    <a:pt x="1068" y="1152"/>
                    <a:pt x="1093" y="1162"/>
                    <a:pt x="1119" y="1162"/>
                  </a:cubicBezTo>
                  <a:cubicBezTo>
                    <a:pt x="1145" y="1162"/>
                    <a:pt x="1170" y="1153"/>
                    <a:pt x="1190" y="1133"/>
                  </a:cubicBezTo>
                  <a:lnTo>
                    <a:pt x="1392" y="931"/>
                  </a:lnTo>
                  <a:lnTo>
                    <a:pt x="1392" y="1727"/>
                  </a:lnTo>
                  <a:lnTo>
                    <a:pt x="519" y="1727"/>
                  </a:lnTo>
                  <a:cubicBezTo>
                    <a:pt x="233" y="1727"/>
                    <a:pt x="0" y="1494"/>
                    <a:pt x="0" y="1208"/>
                  </a:cubicBezTo>
                  <a:cubicBezTo>
                    <a:pt x="0" y="936"/>
                    <a:pt x="210" y="712"/>
                    <a:pt x="477" y="690"/>
                  </a:cubicBezTo>
                  <a:cubicBezTo>
                    <a:pt x="513" y="513"/>
                    <a:pt x="604" y="350"/>
                    <a:pt x="740" y="226"/>
                  </a:cubicBezTo>
                  <a:cubicBezTo>
                    <a:pt x="899" y="80"/>
                    <a:pt x="1106" y="0"/>
                    <a:pt x="1322" y="0"/>
                  </a:cubicBezTo>
                  <a:cubicBezTo>
                    <a:pt x="1627" y="0"/>
                    <a:pt x="1907" y="161"/>
                    <a:pt x="2062" y="418"/>
                  </a:cubicBezTo>
                  <a:cubicBezTo>
                    <a:pt x="2136" y="391"/>
                    <a:pt x="2216" y="376"/>
                    <a:pt x="2295" y="376"/>
                  </a:cubicBezTo>
                  <a:cubicBezTo>
                    <a:pt x="2668" y="376"/>
                    <a:pt x="2971" y="679"/>
                    <a:pt x="2971" y="1051"/>
                  </a:cubicBezTo>
                  <a:close/>
                </a:path>
              </a:pathLst>
            </a:custGeom>
            <a:solidFill>
              <a:schemeClr val="bg1"/>
            </a:solidFill>
            <a:ln>
              <a:noFill/>
            </a:ln>
          </p:spPr>
          <p:txBody>
            <a:bodyPr/>
            <a:lstStyle/>
            <a:p>
              <a:endParaRPr lang="zh-CN" altLang="en-US">
                <a:cs typeface="+mn-ea"/>
                <a:sym typeface="+mn-lt"/>
              </a:endParaRPr>
            </a:p>
          </p:txBody>
        </p:sp>
      </p:grpSp>
      <p:grpSp>
        <p:nvGrpSpPr>
          <p:cNvPr id="27" name="组合 26"/>
          <p:cNvGrpSpPr/>
          <p:nvPr/>
        </p:nvGrpSpPr>
        <p:grpSpPr>
          <a:xfrm>
            <a:off x="6936317" y="2268008"/>
            <a:ext cx="2093383" cy="2093383"/>
            <a:chOff x="6936317" y="2268008"/>
            <a:chExt cx="2093383" cy="2093383"/>
          </a:xfrm>
        </p:grpSpPr>
        <p:sp>
          <p:nvSpPr>
            <p:cNvPr id="5" name="任意多边形 4"/>
            <p:cNvSpPr/>
            <p:nvPr/>
          </p:nvSpPr>
          <p:spPr bwMode="auto">
            <a:xfrm>
              <a:off x="7226299" y="2623608"/>
              <a:ext cx="1638300" cy="1636182"/>
            </a:xfrm>
            <a:custGeom>
              <a:gdLst>
                <a:gd name="connsiteX0" fmla="*/ 883869 w 1181253"/>
                <a:gd name="connsiteY0" fmla="*/ 299181 h 1181253"/>
                <a:gd name="connsiteX1" fmla="*/ 1058144 w 1181253"/>
                <a:gd name="connsiteY1" fmla="*/ 246658 h 1181253"/>
                <a:gd name="connsiteX2" fmla="*/ 1122270 w 1181253"/>
                <a:gd name="connsiteY2" fmla="*/ 357729 h 1181253"/>
                <a:gd name="connsiteX3" fmla="*/ 989647 w 1181253"/>
                <a:gd name="connsiteY3" fmla="*/ 482394 h 1181253"/>
                <a:gd name="connsiteX4" fmla="*/ 989647 w 1181253"/>
                <a:gd name="connsiteY4" fmla="*/ 698860 h 1181253"/>
                <a:gd name="connsiteX5" fmla="*/ 1122270 w 1181253"/>
                <a:gd name="connsiteY5" fmla="*/ 823524 h 1181253"/>
                <a:gd name="connsiteX6" fmla="*/ 1058144 w 1181253"/>
                <a:gd name="connsiteY6" fmla="*/ 934595 h 1181253"/>
                <a:gd name="connsiteX7" fmla="*/ 883869 w 1181253"/>
                <a:gd name="connsiteY7" fmla="*/ 882072 h 1181253"/>
                <a:gd name="connsiteX8" fmla="*/ 696404 w 1181253"/>
                <a:gd name="connsiteY8" fmla="*/ 990305 h 1181253"/>
                <a:gd name="connsiteX9" fmla="*/ 654753 w 1181253"/>
                <a:gd name="connsiteY9" fmla="*/ 1167492 h 1181253"/>
                <a:gd name="connsiteX10" fmla="*/ 526500 w 1181253"/>
                <a:gd name="connsiteY10" fmla="*/ 1167492 h 1181253"/>
                <a:gd name="connsiteX11" fmla="*/ 484849 w 1181253"/>
                <a:gd name="connsiteY11" fmla="*/ 990305 h 1181253"/>
                <a:gd name="connsiteX12" fmla="*/ 297384 w 1181253"/>
                <a:gd name="connsiteY12" fmla="*/ 882072 h 1181253"/>
                <a:gd name="connsiteX13" fmla="*/ 123109 w 1181253"/>
                <a:gd name="connsiteY13" fmla="*/ 934595 h 1181253"/>
                <a:gd name="connsiteX14" fmla="*/ 58983 w 1181253"/>
                <a:gd name="connsiteY14" fmla="*/ 823524 h 1181253"/>
                <a:gd name="connsiteX15" fmla="*/ 191606 w 1181253"/>
                <a:gd name="connsiteY15" fmla="*/ 698859 h 1181253"/>
                <a:gd name="connsiteX16" fmla="*/ 191606 w 1181253"/>
                <a:gd name="connsiteY16" fmla="*/ 482393 h 1181253"/>
                <a:gd name="connsiteX17" fmla="*/ 58983 w 1181253"/>
                <a:gd name="connsiteY17" fmla="*/ 357729 h 1181253"/>
                <a:gd name="connsiteX18" fmla="*/ 123109 w 1181253"/>
                <a:gd name="connsiteY18" fmla="*/ 246658 h 1181253"/>
                <a:gd name="connsiteX19" fmla="*/ 297384 w 1181253"/>
                <a:gd name="connsiteY19" fmla="*/ 299181 h 1181253"/>
                <a:gd name="connsiteX20" fmla="*/ 484849 w 1181253"/>
                <a:gd name="connsiteY20" fmla="*/ 190948 h 1181253"/>
                <a:gd name="connsiteX21" fmla="*/ 526500 w 1181253"/>
                <a:gd name="connsiteY21" fmla="*/ 13761 h 1181253"/>
                <a:gd name="connsiteX22" fmla="*/ 654753 w 1181253"/>
                <a:gd name="connsiteY22" fmla="*/ 13761 h 1181253"/>
                <a:gd name="connsiteX23" fmla="*/ 696404 w 1181253"/>
                <a:gd name="connsiteY23" fmla="*/ 190948 h 1181253"/>
                <a:gd name="connsiteX24" fmla="*/ 883869 w 1181253"/>
                <a:gd name="connsiteY24" fmla="*/ 299181 h 118125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81253" h="1181253">
                  <a:moveTo>
                    <a:pt x="883869" y="299181"/>
                  </a:moveTo>
                  <a:lnTo>
                    <a:pt x="1058144" y="246658"/>
                  </a:lnTo>
                  <a:lnTo>
                    <a:pt x="1122270" y="357729"/>
                  </a:lnTo>
                  <a:lnTo>
                    <a:pt x="989647" y="482394"/>
                  </a:lnTo>
                  <a:cubicBezTo>
                    <a:pt x="1008872" y="553269"/>
                    <a:pt x="1008872" y="627985"/>
                    <a:pt x="989647" y="698860"/>
                  </a:cubicBezTo>
                  <a:lnTo>
                    <a:pt x="1122270" y="823524"/>
                  </a:lnTo>
                  <a:lnTo>
                    <a:pt x="1058144" y="934595"/>
                  </a:lnTo>
                  <a:lnTo>
                    <a:pt x="883869" y="882072"/>
                  </a:lnTo>
                  <a:cubicBezTo>
                    <a:pt x="832102" y="934158"/>
                    <a:pt x="767396" y="971517"/>
                    <a:pt x="696404" y="990305"/>
                  </a:cubicBezTo>
                  <a:lnTo>
                    <a:pt x="654753" y="1167492"/>
                  </a:lnTo>
                  <a:lnTo>
                    <a:pt x="526500" y="1167492"/>
                  </a:lnTo>
                  <a:lnTo>
                    <a:pt x="484849" y="990305"/>
                  </a:lnTo>
                  <a:cubicBezTo>
                    <a:pt x="413857" y="971517"/>
                    <a:pt x="349151" y="934158"/>
                    <a:pt x="297384" y="882072"/>
                  </a:cubicBezTo>
                  <a:lnTo>
                    <a:pt x="123109" y="934595"/>
                  </a:lnTo>
                  <a:lnTo>
                    <a:pt x="58983" y="823524"/>
                  </a:lnTo>
                  <a:lnTo>
                    <a:pt x="191606" y="698859"/>
                  </a:lnTo>
                  <a:cubicBezTo>
                    <a:pt x="172381" y="627984"/>
                    <a:pt x="172381" y="553268"/>
                    <a:pt x="191606" y="482393"/>
                  </a:cubicBezTo>
                  <a:lnTo>
                    <a:pt x="58983" y="357729"/>
                  </a:lnTo>
                  <a:lnTo>
                    <a:pt x="123109" y="246658"/>
                  </a:lnTo>
                  <a:lnTo>
                    <a:pt x="297384" y="299181"/>
                  </a:lnTo>
                  <a:cubicBezTo>
                    <a:pt x="349151" y="247095"/>
                    <a:pt x="413857" y="209736"/>
                    <a:pt x="484849" y="190948"/>
                  </a:cubicBezTo>
                  <a:lnTo>
                    <a:pt x="526500" y="13761"/>
                  </a:lnTo>
                  <a:lnTo>
                    <a:pt x="654753" y="13761"/>
                  </a:lnTo>
                  <a:lnTo>
                    <a:pt x="696404" y="190948"/>
                  </a:lnTo>
                  <a:cubicBezTo>
                    <a:pt x="767396" y="209736"/>
                    <a:pt x="832102" y="247095"/>
                    <a:pt x="883869" y="299181"/>
                  </a:cubicBezTo>
                  <a:close/>
                </a:path>
              </a:pathLst>
            </a:cu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8" name="形状 7"/>
            <p:cNvSpPr/>
            <p:nvPr/>
          </p:nvSpPr>
          <p:spPr bwMode="auto">
            <a:xfrm>
              <a:off x="6936317" y="2268008"/>
              <a:ext cx="2093383" cy="2093383"/>
            </a:xfrm>
            <a:prstGeom prst="leftCircularArrow">
              <a:avLst>
                <a:gd name="adj1" fmla="val 6452"/>
                <a:gd name="adj2" fmla="val 429999"/>
                <a:gd name="adj3" fmla="val 10489124"/>
                <a:gd name="adj4" fmla="val 14837806"/>
                <a:gd name="adj5" fmla="val 7527"/>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39" name="supermarket-sale-tag_58219"/>
            <p:cNvSpPr>
              <a:spLocks noChangeAspect="1"/>
            </p:cNvSpPr>
            <p:nvPr/>
          </p:nvSpPr>
          <p:spPr bwMode="auto">
            <a:xfrm>
              <a:off x="7827721" y="3298597"/>
              <a:ext cx="435457" cy="434773"/>
            </a:xfrm>
            <a:custGeom>
              <a:gdLst>
                <a:gd name="connsiteX0" fmla="*/ 405876 w 578142"/>
                <a:gd name="connsiteY0" fmla="*/ 338859 h 577234"/>
                <a:gd name="connsiteX1" fmla="*/ 342227 w 578142"/>
                <a:gd name="connsiteY1" fmla="*/ 404236 h 577234"/>
                <a:gd name="connsiteX2" fmla="*/ 383737 w 578142"/>
                <a:gd name="connsiteY2" fmla="*/ 444752 h 577234"/>
                <a:gd name="connsiteX3" fmla="*/ 395729 w 578142"/>
                <a:gd name="connsiteY3" fmla="*/ 432781 h 577234"/>
                <a:gd name="connsiteX4" fmla="*/ 368978 w 578142"/>
                <a:gd name="connsiteY4" fmla="*/ 406078 h 577234"/>
                <a:gd name="connsiteX5" fmla="*/ 383737 w 578142"/>
                <a:gd name="connsiteY5" fmla="*/ 391345 h 577234"/>
                <a:gd name="connsiteX6" fmla="*/ 407721 w 578142"/>
                <a:gd name="connsiteY6" fmla="*/ 414365 h 577234"/>
                <a:gd name="connsiteX7" fmla="*/ 419713 w 578142"/>
                <a:gd name="connsiteY7" fmla="*/ 402395 h 577234"/>
                <a:gd name="connsiteX8" fmla="*/ 395729 w 578142"/>
                <a:gd name="connsiteY8" fmla="*/ 379374 h 577234"/>
                <a:gd name="connsiteX9" fmla="*/ 408643 w 578142"/>
                <a:gd name="connsiteY9" fmla="*/ 365562 h 577234"/>
                <a:gd name="connsiteX10" fmla="*/ 434472 w 578142"/>
                <a:gd name="connsiteY10" fmla="*/ 390424 h 577234"/>
                <a:gd name="connsiteX11" fmla="*/ 446464 w 578142"/>
                <a:gd name="connsiteY11" fmla="*/ 378453 h 577234"/>
                <a:gd name="connsiteX12" fmla="*/ 361599 w 578142"/>
                <a:gd name="connsiteY12" fmla="*/ 295580 h 577234"/>
                <a:gd name="connsiteX13" fmla="*/ 297950 w 578142"/>
                <a:gd name="connsiteY13" fmla="*/ 360037 h 577234"/>
                <a:gd name="connsiteX14" fmla="*/ 338537 w 578142"/>
                <a:gd name="connsiteY14" fmla="*/ 400553 h 577234"/>
                <a:gd name="connsiteX15" fmla="*/ 350529 w 578142"/>
                <a:gd name="connsiteY15" fmla="*/ 387662 h 577234"/>
                <a:gd name="connsiteX16" fmla="*/ 324701 w 578142"/>
                <a:gd name="connsiteY16" fmla="*/ 362800 h 577234"/>
                <a:gd name="connsiteX17" fmla="*/ 376358 w 578142"/>
                <a:gd name="connsiteY17" fmla="*/ 310313 h 577234"/>
                <a:gd name="connsiteX18" fmla="*/ 316456 w 578142"/>
                <a:gd name="connsiteY18" fmla="*/ 272516 h 577234"/>
                <a:gd name="connsiteX19" fmla="*/ 297942 w 578142"/>
                <a:gd name="connsiteY19" fmla="*/ 306691 h 577234"/>
                <a:gd name="connsiteX20" fmla="*/ 284056 w 578142"/>
                <a:gd name="connsiteY20" fmla="*/ 291913 h 577234"/>
                <a:gd name="connsiteX21" fmla="*/ 316456 w 578142"/>
                <a:gd name="connsiteY21" fmla="*/ 272516 h 577234"/>
                <a:gd name="connsiteX22" fmla="*/ 318244 w 578142"/>
                <a:gd name="connsiteY22" fmla="*/ 252302 h 577234"/>
                <a:gd name="connsiteX23" fmla="*/ 234301 w 578142"/>
                <a:gd name="connsiteY23" fmla="*/ 298343 h 577234"/>
                <a:gd name="connsiteX24" fmla="*/ 249982 w 578142"/>
                <a:gd name="connsiteY24" fmla="*/ 313076 h 577234"/>
                <a:gd name="connsiteX25" fmla="*/ 271199 w 578142"/>
                <a:gd name="connsiteY25" fmla="*/ 301105 h 577234"/>
                <a:gd name="connsiteX26" fmla="*/ 289648 w 578142"/>
                <a:gd name="connsiteY26" fmla="*/ 319522 h 577234"/>
                <a:gd name="connsiteX27" fmla="*/ 277656 w 578142"/>
                <a:gd name="connsiteY27" fmla="*/ 340700 h 577234"/>
                <a:gd name="connsiteX28" fmla="*/ 293338 w 578142"/>
                <a:gd name="connsiteY28" fmla="*/ 356354 h 577234"/>
                <a:gd name="connsiteX29" fmla="*/ 337615 w 578142"/>
                <a:gd name="connsiteY29" fmla="*/ 271639 h 577234"/>
                <a:gd name="connsiteX30" fmla="*/ 256555 w 578142"/>
                <a:gd name="connsiteY30" fmla="*/ 200737 h 577234"/>
                <a:gd name="connsiteX31" fmla="*/ 236146 w 578142"/>
                <a:gd name="connsiteY31" fmla="*/ 208103 h 577234"/>
                <a:gd name="connsiteX32" fmla="*/ 235223 w 578142"/>
                <a:gd name="connsiteY32" fmla="*/ 244935 h 577234"/>
                <a:gd name="connsiteX33" fmla="*/ 237068 w 578142"/>
                <a:gd name="connsiteY33" fmla="*/ 264272 h 577234"/>
                <a:gd name="connsiteX34" fmla="*/ 219542 w 578142"/>
                <a:gd name="connsiteY34" fmla="*/ 261510 h 577234"/>
                <a:gd name="connsiteX35" fmla="*/ 207550 w 578142"/>
                <a:gd name="connsiteY35" fmla="*/ 241252 h 577234"/>
                <a:gd name="connsiteX36" fmla="*/ 192791 w 578142"/>
                <a:gd name="connsiteY36" fmla="*/ 250460 h 577234"/>
                <a:gd name="connsiteX37" fmla="*/ 206627 w 578142"/>
                <a:gd name="connsiteY37" fmla="*/ 272560 h 577234"/>
                <a:gd name="connsiteX38" fmla="*/ 252750 w 578142"/>
                <a:gd name="connsiteY38" fmla="*/ 278085 h 577234"/>
                <a:gd name="connsiteX39" fmla="*/ 255517 w 578142"/>
                <a:gd name="connsiteY39" fmla="*/ 242173 h 577234"/>
                <a:gd name="connsiteX40" fmla="*/ 251827 w 578142"/>
                <a:gd name="connsiteY40" fmla="*/ 221915 h 577234"/>
                <a:gd name="connsiteX41" fmla="*/ 267509 w 578142"/>
                <a:gd name="connsiteY41" fmla="*/ 224678 h 577234"/>
                <a:gd name="connsiteX42" fmla="*/ 278578 w 578142"/>
                <a:gd name="connsiteY42" fmla="*/ 241252 h 577234"/>
                <a:gd name="connsiteX43" fmla="*/ 293338 w 578142"/>
                <a:gd name="connsiteY43" fmla="*/ 232044 h 577234"/>
                <a:gd name="connsiteX44" fmla="*/ 280423 w 578142"/>
                <a:gd name="connsiteY44" fmla="*/ 212707 h 577234"/>
                <a:gd name="connsiteX45" fmla="*/ 256555 w 578142"/>
                <a:gd name="connsiteY45" fmla="*/ 200737 h 577234"/>
                <a:gd name="connsiteX46" fmla="*/ 143901 w 578142"/>
                <a:gd name="connsiteY46" fmla="*/ 90930 h 577234"/>
                <a:gd name="connsiteX47" fmla="*/ 106081 w 578142"/>
                <a:gd name="connsiteY47" fmla="*/ 106814 h 577234"/>
                <a:gd name="connsiteX48" fmla="*/ 106081 w 578142"/>
                <a:gd name="connsiteY48" fmla="*/ 181399 h 577234"/>
                <a:gd name="connsiteX49" fmla="*/ 181721 w 578142"/>
                <a:gd name="connsiteY49" fmla="*/ 181399 h 577234"/>
                <a:gd name="connsiteX50" fmla="*/ 181721 w 578142"/>
                <a:gd name="connsiteY50" fmla="*/ 106814 h 577234"/>
                <a:gd name="connsiteX51" fmla="*/ 143901 w 578142"/>
                <a:gd name="connsiteY51" fmla="*/ 90930 h 577234"/>
                <a:gd name="connsiteX52" fmla="*/ 210317 w 578142"/>
                <a:gd name="connsiteY52" fmla="*/ 0 h 577234"/>
                <a:gd name="connsiteX53" fmla="*/ 260129 w 578142"/>
                <a:gd name="connsiteY53" fmla="*/ 19337 h 577234"/>
                <a:gd name="connsiteX54" fmla="*/ 558079 w 578142"/>
                <a:gd name="connsiteY54" fmla="*/ 316759 h 577234"/>
                <a:gd name="connsiteX55" fmla="*/ 558079 w 578142"/>
                <a:gd name="connsiteY55" fmla="*/ 413444 h 577234"/>
                <a:gd name="connsiteX56" fmla="*/ 414178 w 578142"/>
                <a:gd name="connsiteY56" fmla="*/ 558012 h 577234"/>
                <a:gd name="connsiteX57" fmla="*/ 318244 w 578142"/>
                <a:gd name="connsiteY57" fmla="*/ 557091 h 577234"/>
                <a:gd name="connsiteX58" fmla="*/ 20294 w 578142"/>
                <a:gd name="connsiteY58" fmla="*/ 260589 h 577234"/>
                <a:gd name="connsiteX59" fmla="*/ 0 w 578142"/>
                <a:gd name="connsiteY59" fmla="*/ 210865 h 577234"/>
                <a:gd name="connsiteX60" fmla="*/ 3690 w 578142"/>
                <a:gd name="connsiteY60" fmla="*/ 54328 h 577234"/>
                <a:gd name="connsiteX61" fmla="*/ 54424 w 578142"/>
                <a:gd name="connsiteY61" fmla="*/ 3683 h 577234"/>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578142" h="577234">
                  <a:moveTo>
                    <a:pt x="405876" y="338859"/>
                  </a:moveTo>
                  <a:lnTo>
                    <a:pt x="342227" y="404236"/>
                  </a:lnTo>
                  <a:lnTo>
                    <a:pt x="383737" y="444752"/>
                  </a:lnTo>
                  <a:lnTo>
                    <a:pt x="395729" y="432781"/>
                  </a:lnTo>
                  <a:lnTo>
                    <a:pt x="368978" y="406078"/>
                  </a:lnTo>
                  <a:lnTo>
                    <a:pt x="383737" y="391345"/>
                  </a:lnTo>
                  <a:lnTo>
                    <a:pt x="407721" y="414365"/>
                  </a:lnTo>
                  <a:lnTo>
                    <a:pt x="419713" y="402395"/>
                  </a:lnTo>
                  <a:lnTo>
                    <a:pt x="395729" y="379374"/>
                  </a:lnTo>
                  <a:lnTo>
                    <a:pt x="408643" y="365562"/>
                  </a:lnTo>
                  <a:lnTo>
                    <a:pt x="434472" y="390424"/>
                  </a:lnTo>
                  <a:lnTo>
                    <a:pt x="446464" y="378453"/>
                  </a:lnTo>
                  <a:close/>
                  <a:moveTo>
                    <a:pt x="361599" y="295580"/>
                  </a:moveTo>
                  <a:lnTo>
                    <a:pt x="297950" y="360037"/>
                  </a:lnTo>
                  <a:lnTo>
                    <a:pt x="338537" y="400553"/>
                  </a:lnTo>
                  <a:lnTo>
                    <a:pt x="350529" y="387662"/>
                  </a:lnTo>
                  <a:lnTo>
                    <a:pt x="324701" y="362800"/>
                  </a:lnTo>
                  <a:lnTo>
                    <a:pt x="376358" y="310313"/>
                  </a:lnTo>
                  <a:close/>
                  <a:moveTo>
                    <a:pt x="316456" y="272516"/>
                  </a:moveTo>
                  <a:lnTo>
                    <a:pt x="297942" y="306691"/>
                  </a:lnTo>
                  <a:lnTo>
                    <a:pt x="284056" y="291913"/>
                  </a:lnTo>
                  <a:cubicBezTo>
                    <a:pt x="284056" y="291913"/>
                    <a:pt x="311828" y="275287"/>
                    <a:pt x="316456" y="272516"/>
                  </a:cubicBezTo>
                  <a:close/>
                  <a:moveTo>
                    <a:pt x="318244" y="252302"/>
                  </a:moveTo>
                  <a:lnTo>
                    <a:pt x="234301" y="298343"/>
                  </a:lnTo>
                  <a:lnTo>
                    <a:pt x="249982" y="313076"/>
                  </a:lnTo>
                  <a:lnTo>
                    <a:pt x="271199" y="301105"/>
                  </a:lnTo>
                  <a:lnTo>
                    <a:pt x="289648" y="319522"/>
                  </a:lnTo>
                  <a:lnTo>
                    <a:pt x="277656" y="340700"/>
                  </a:lnTo>
                  <a:lnTo>
                    <a:pt x="293338" y="356354"/>
                  </a:lnTo>
                  <a:lnTo>
                    <a:pt x="337615" y="271639"/>
                  </a:lnTo>
                  <a:close/>
                  <a:moveTo>
                    <a:pt x="256555" y="200737"/>
                  </a:moveTo>
                  <a:cubicBezTo>
                    <a:pt x="248829" y="200046"/>
                    <a:pt x="241680" y="202578"/>
                    <a:pt x="236146" y="208103"/>
                  </a:cubicBezTo>
                  <a:cubicBezTo>
                    <a:pt x="226921" y="217311"/>
                    <a:pt x="227844" y="230202"/>
                    <a:pt x="235223" y="244935"/>
                  </a:cubicBezTo>
                  <a:cubicBezTo>
                    <a:pt x="239835" y="255064"/>
                    <a:pt x="240758" y="260589"/>
                    <a:pt x="237068" y="264272"/>
                  </a:cubicBezTo>
                  <a:cubicBezTo>
                    <a:pt x="232456" y="268876"/>
                    <a:pt x="225999" y="267956"/>
                    <a:pt x="219542" y="261510"/>
                  </a:cubicBezTo>
                  <a:cubicBezTo>
                    <a:pt x="213085" y="255064"/>
                    <a:pt x="209395" y="247698"/>
                    <a:pt x="207550" y="241252"/>
                  </a:cubicBezTo>
                  <a:lnTo>
                    <a:pt x="192791" y="250460"/>
                  </a:lnTo>
                  <a:cubicBezTo>
                    <a:pt x="193713" y="255985"/>
                    <a:pt x="199248" y="265193"/>
                    <a:pt x="206627" y="272560"/>
                  </a:cubicBezTo>
                  <a:cubicBezTo>
                    <a:pt x="225076" y="290056"/>
                    <a:pt x="242603" y="289135"/>
                    <a:pt x="252750" y="278085"/>
                  </a:cubicBezTo>
                  <a:cubicBezTo>
                    <a:pt x="261974" y="268876"/>
                    <a:pt x="262897" y="257827"/>
                    <a:pt x="255517" y="242173"/>
                  </a:cubicBezTo>
                  <a:cubicBezTo>
                    <a:pt x="249982" y="231123"/>
                    <a:pt x="248137" y="225598"/>
                    <a:pt x="251827" y="221915"/>
                  </a:cubicBezTo>
                  <a:cubicBezTo>
                    <a:pt x="255517" y="218232"/>
                    <a:pt x="261052" y="218232"/>
                    <a:pt x="267509" y="224678"/>
                  </a:cubicBezTo>
                  <a:cubicBezTo>
                    <a:pt x="273966" y="231123"/>
                    <a:pt x="276733" y="237569"/>
                    <a:pt x="278578" y="241252"/>
                  </a:cubicBezTo>
                  <a:lnTo>
                    <a:pt x="293338" y="232044"/>
                  </a:lnTo>
                  <a:cubicBezTo>
                    <a:pt x="291493" y="226519"/>
                    <a:pt x="286881" y="220074"/>
                    <a:pt x="280423" y="212707"/>
                  </a:cubicBezTo>
                  <a:cubicBezTo>
                    <a:pt x="272582" y="205341"/>
                    <a:pt x="264280" y="201427"/>
                    <a:pt x="256555" y="200737"/>
                  </a:cubicBezTo>
                  <a:close/>
                  <a:moveTo>
                    <a:pt x="143901" y="90930"/>
                  </a:moveTo>
                  <a:cubicBezTo>
                    <a:pt x="130295" y="90930"/>
                    <a:pt x="116689" y="96225"/>
                    <a:pt x="106081" y="106814"/>
                  </a:cubicBezTo>
                  <a:cubicBezTo>
                    <a:pt x="85787" y="127072"/>
                    <a:pt x="85787" y="161142"/>
                    <a:pt x="106081" y="181399"/>
                  </a:cubicBezTo>
                  <a:cubicBezTo>
                    <a:pt x="127297" y="202578"/>
                    <a:pt x="160505" y="202578"/>
                    <a:pt x="181721" y="181399"/>
                  </a:cubicBezTo>
                  <a:cubicBezTo>
                    <a:pt x="202938" y="161142"/>
                    <a:pt x="202938" y="127072"/>
                    <a:pt x="181721" y="106814"/>
                  </a:cubicBezTo>
                  <a:cubicBezTo>
                    <a:pt x="171113" y="96225"/>
                    <a:pt x="157507" y="90930"/>
                    <a:pt x="143901" y="90930"/>
                  </a:cubicBezTo>
                  <a:close/>
                  <a:moveTo>
                    <a:pt x="210317" y="0"/>
                  </a:moveTo>
                  <a:cubicBezTo>
                    <a:pt x="229689" y="0"/>
                    <a:pt x="247215" y="6445"/>
                    <a:pt x="260129" y="19337"/>
                  </a:cubicBezTo>
                  <a:lnTo>
                    <a:pt x="558079" y="316759"/>
                  </a:lnTo>
                  <a:cubicBezTo>
                    <a:pt x="584830" y="343463"/>
                    <a:pt x="584830" y="386741"/>
                    <a:pt x="558079" y="413444"/>
                  </a:cubicBezTo>
                  <a:lnTo>
                    <a:pt x="414178" y="558012"/>
                  </a:lnTo>
                  <a:cubicBezTo>
                    <a:pt x="387427" y="583794"/>
                    <a:pt x="344072" y="583794"/>
                    <a:pt x="318244" y="557091"/>
                  </a:cubicBezTo>
                  <a:lnTo>
                    <a:pt x="20294" y="260589"/>
                  </a:lnTo>
                  <a:cubicBezTo>
                    <a:pt x="6457" y="246777"/>
                    <a:pt x="0" y="229282"/>
                    <a:pt x="0" y="210865"/>
                  </a:cubicBezTo>
                  <a:lnTo>
                    <a:pt x="3690" y="54328"/>
                  </a:lnTo>
                  <a:cubicBezTo>
                    <a:pt x="4612" y="26703"/>
                    <a:pt x="26751" y="4604"/>
                    <a:pt x="54424" y="3683"/>
                  </a:cubicBezTo>
                  <a:close/>
                </a:path>
              </a:pathLst>
            </a:custGeom>
            <a:solidFill>
              <a:schemeClr val="bg1"/>
            </a:solidFill>
            <a:ln>
              <a:noFill/>
            </a:ln>
          </p:spPr>
          <p:txBody>
            <a:bodyPr/>
            <a:lstStyle/>
            <a:p>
              <a:endParaRPr lang="zh-CN" altLang="en-US">
                <a:cs typeface="+mn-ea"/>
                <a:sym typeface="+mn-lt"/>
              </a:endParaRPr>
            </a:p>
          </p:txBody>
        </p:sp>
      </p:grpSp>
      <p:grpSp>
        <p:nvGrpSpPr>
          <p:cNvPr id="28" name="组合 27"/>
          <p:cNvGrpSpPr/>
          <p:nvPr/>
        </p:nvGrpSpPr>
        <p:grpSpPr>
          <a:xfrm>
            <a:off x="8343900" y="2826808"/>
            <a:ext cx="2882900" cy="2880783"/>
            <a:chOff x="8343900" y="2826808"/>
            <a:chExt cx="2882900" cy="2880783"/>
          </a:xfrm>
        </p:grpSpPr>
        <p:sp>
          <p:nvSpPr>
            <p:cNvPr id="4" name="任意多边形 3"/>
            <p:cNvSpPr/>
            <p:nvPr/>
          </p:nvSpPr>
          <p:spPr bwMode="auto">
            <a:xfrm>
              <a:off x="8536516" y="3154890"/>
              <a:ext cx="2252133" cy="2252133"/>
            </a:xfrm>
            <a:custGeom>
              <a:gdLst>
                <a:gd name="connsiteX0" fmla="*/ 1152880 w 1624223"/>
                <a:gd name="connsiteY0" fmla="*/ 258964 h 1624223"/>
                <a:gd name="connsiteX1" fmla="*/ 1279219 w 1624223"/>
                <a:gd name="connsiteY1" fmla="*/ 152947 h 1624223"/>
                <a:gd name="connsiteX2" fmla="*/ 1380149 w 1624223"/>
                <a:gd name="connsiteY2" fmla="*/ 237638 h 1624223"/>
                <a:gd name="connsiteX3" fmla="*/ 1297682 w 1624223"/>
                <a:gd name="connsiteY3" fmla="*/ 380466 h 1624223"/>
                <a:gd name="connsiteX4" fmla="*/ 1428712 w 1624223"/>
                <a:gd name="connsiteY4" fmla="*/ 607417 h 1624223"/>
                <a:gd name="connsiteX5" fmla="*/ 1593639 w 1624223"/>
                <a:gd name="connsiteY5" fmla="*/ 607413 h 1624223"/>
                <a:gd name="connsiteX6" fmla="*/ 1616518 w 1624223"/>
                <a:gd name="connsiteY6" fmla="*/ 737167 h 1624223"/>
                <a:gd name="connsiteX7" fmla="*/ 1461536 w 1624223"/>
                <a:gd name="connsiteY7" fmla="*/ 793571 h 1624223"/>
                <a:gd name="connsiteX8" fmla="*/ 1416030 w 1624223"/>
                <a:gd name="connsiteY8" fmla="*/ 1051650 h 1624223"/>
                <a:gd name="connsiteX9" fmla="*/ 1542374 w 1624223"/>
                <a:gd name="connsiteY9" fmla="*/ 1157660 h 1624223"/>
                <a:gd name="connsiteX10" fmla="*/ 1476497 w 1624223"/>
                <a:gd name="connsiteY10" fmla="*/ 1271763 h 1624223"/>
                <a:gd name="connsiteX11" fmla="*/ 1321517 w 1624223"/>
                <a:gd name="connsiteY11" fmla="*/ 1215351 h 1624223"/>
                <a:gd name="connsiteX12" fmla="*/ 1120767 w 1624223"/>
                <a:gd name="connsiteY12" fmla="*/ 1383800 h 1624223"/>
                <a:gd name="connsiteX13" fmla="*/ 1149411 w 1624223"/>
                <a:gd name="connsiteY13" fmla="*/ 1546221 h 1624223"/>
                <a:gd name="connsiteX14" fmla="*/ 1025602 w 1624223"/>
                <a:gd name="connsiteY14" fmla="*/ 1591284 h 1624223"/>
                <a:gd name="connsiteX15" fmla="*/ 943142 w 1624223"/>
                <a:gd name="connsiteY15" fmla="*/ 1448450 h 1624223"/>
                <a:gd name="connsiteX16" fmla="*/ 681081 w 1624223"/>
                <a:gd name="connsiteY16" fmla="*/ 1448450 h 1624223"/>
                <a:gd name="connsiteX17" fmla="*/ 598621 w 1624223"/>
                <a:gd name="connsiteY17" fmla="*/ 1591284 h 1624223"/>
                <a:gd name="connsiteX18" fmla="*/ 474812 w 1624223"/>
                <a:gd name="connsiteY18" fmla="*/ 1546221 h 1624223"/>
                <a:gd name="connsiteX19" fmla="*/ 503456 w 1624223"/>
                <a:gd name="connsiteY19" fmla="*/ 1383800 h 1624223"/>
                <a:gd name="connsiteX20" fmla="*/ 302706 w 1624223"/>
                <a:gd name="connsiteY20" fmla="*/ 1215351 h 1624223"/>
                <a:gd name="connsiteX21" fmla="*/ 147726 w 1624223"/>
                <a:gd name="connsiteY21" fmla="*/ 1271763 h 1624223"/>
                <a:gd name="connsiteX22" fmla="*/ 81849 w 1624223"/>
                <a:gd name="connsiteY22" fmla="*/ 1157660 h 1624223"/>
                <a:gd name="connsiteX23" fmla="*/ 208193 w 1624223"/>
                <a:gd name="connsiteY23" fmla="*/ 1051650 h 1624223"/>
                <a:gd name="connsiteX24" fmla="*/ 162687 w 1624223"/>
                <a:gd name="connsiteY24" fmla="*/ 793571 h 1624223"/>
                <a:gd name="connsiteX25" fmla="*/ 7705 w 1624223"/>
                <a:gd name="connsiteY25" fmla="*/ 737167 h 1624223"/>
                <a:gd name="connsiteX26" fmla="*/ 30584 w 1624223"/>
                <a:gd name="connsiteY26" fmla="*/ 607413 h 1624223"/>
                <a:gd name="connsiteX27" fmla="*/ 195511 w 1624223"/>
                <a:gd name="connsiteY27" fmla="*/ 607418 h 1624223"/>
                <a:gd name="connsiteX28" fmla="*/ 326541 w 1624223"/>
                <a:gd name="connsiteY28" fmla="*/ 380467 h 1624223"/>
                <a:gd name="connsiteX29" fmla="*/ 244074 w 1624223"/>
                <a:gd name="connsiteY29" fmla="*/ 237638 h 1624223"/>
                <a:gd name="connsiteX30" fmla="*/ 345004 w 1624223"/>
                <a:gd name="connsiteY30" fmla="*/ 152947 h 1624223"/>
                <a:gd name="connsiteX31" fmla="*/ 471343 w 1624223"/>
                <a:gd name="connsiteY31" fmla="*/ 258964 h 1624223"/>
                <a:gd name="connsiteX32" fmla="*/ 717599 w 1624223"/>
                <a:gd name="connsiteY32" fmla="*/ 169334 h 1624223"/>
                <a:gd name="connsiteX33" fmla="*/ 746234 w 1624223"/>
                <a:gd name="connsiteY33" fmla="*/ 6911 h 1624223"/>
                <a:gd name="connsiteX34" fmla="*/ 877989 w 1624223"/>
                <a:gd name="connsiteY34" fmla="*/ 6911 h 1624223"/>
                <a:gd name="connsiteX35" fmla="*/ 906624 w 1624223"/>
                <a:gd name="connsiteY35" fmla="*/ 169334 h 1624223"/>
                <a:gd name="connsiteX36" fmla="*/ 1152880 w 1624223"/>
                <a:gd name="connsiteY36" fmla="*/ 258964 h 162422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624223" h="1624223">
                  <a:moveTo>
                    <a:pt x="1152880" y="258964"/>
                  </a:moveTo>
                  <a:lnTo>
                    <a:pt x="1279219" y="152947"/>
                  </a:lnTo>
                  <a:lnTo>
                    <a:pt x="1380149" y="237638"/>
                  </a:lnTo>
                  <a:lnTo>
                    <a:pt x="1297682" y="380466"/>
                  </a:lnTo>
                  <a:cubicBezTo>
                    <a:pt x="1356321" y="446431"/>
                    <a:pt x="1400905" y="523652"/>
                    <a:pt x="1428712" y="607417"/>
                  </a:cubicBezTo>
                  <a:lnTo>
                    <a:pt x="1593639" y="607413"/>
                  </a:lnTo>
                  <a:lnTo>
                    <a:pt x="1616518" y="737167"/>
                  </a:lnTo>
                  <a:lnTo>
                    <a:pt x="1461536" y="793571"/>
                  </a:lnTo>
                  <a:cubicBezTo>
                    <a:pt x="1464055" y="881795"/>
                    <a:pt x="1448571" y="969608"/>
                    <a:pt x="1416030" y="1051650"/>
                  </a:cubicBezTo>
                  <a:lnTo>
                    <a:pt x="1542374" y="1157660"/>
                  </a:lnTo>
                  <a:lnTo>
                    <a:pt x="1476497" y="1271763"/>
                  </a:lnTo>
                  <a:lnTo>
                    <a:pt x="1321517" y="1215351"/>
                  </a:lnTo>
                  <a:cubicBezTo>
                    <a:pt x="1266737" y="1284554"/>
                    <a:pt x="1198431" y="1341869"/>
                    <a:pt x="1120767" y="1383800"/>
                  </a:cubicBezTo>
                  <a:lnTo>
                    <a:pt x="1149411" y="1546221"/>
                  </a:lnTo>
                  <a:lnTo>
                    <a:pt x="1025602" y="1591284"/>
                  </a:lnTo>
                  <a:lnTo>
                    <a:pt x="943142" y="1448450"/>
                  </a:lnTo>
                  <a:cubicBezTo>
                    <a:pt x="856695" y="1466250"/>
                    <a:pt x="767528" y="1466251"/>
                    <a:pt x="681081" y="1448450"/>
                  </a:cubicBezTo>
                  <a:lnTo>
                    <a:pt x="598621" y="1591284"/>
                  </a:lnTo>
                  <a:lnTo>
                    <a:pt x="474812" y="1546221"/>
                  </a:lnTo>
                  <a:lnTo>
                    <a:pt x="503456" y="1383800"/>
                  </a:lnTo>
                  <a:cubicBezTo>
                    <a:pt x="425792" y="1341869"/>
                    <a:pt x="357486" y="1284554"/>
                    <a:pt x="302706" y="1215351"/>
                  </a:cubicBezTo>
                  <a:lnTo>
                    <a:pt x="147726" y="1271763"/>
                  </a:lnTo>
                  <a:lnTo>
                    <a:pt x="81849" y="1157660"/>
                  </a:lnTo>
                  <a:lnTo>
                    <a:pt x="208193" y="1051650"/>
                  </a:lnTo>
                  <a:cubicBezTo>
                    <a:pt x="175652" y="969608"/>
                    <a:pt x="160168" y="881795"/>
                    <a:pt x="162687" y="793571"/>
                  </a:cubicBezTo>
                  <a:lnTo>
                    <a:pt x="7705" y="737167"/>
                  </a:lnTo>
                  <a:lnTo>
                    <a:pt x="30584" y="607413"/>
                  </a:lnTo>
                  <a:lnTo>
                    <a:pt x="195511" y="607418"/>
                  </a:lnTo>
                  <a:cubicBezTo>
                    <a:pt x="223319" y="523653"/>
                    <a:pt x="267902" y="446432"/>
                    <a:pt x="326541" y="380467"/>
                  </a:cubicBezTo>
                  <a:lnTo>
                    <a:pt x="244074" y="237638"/>
                  </a:lnTo>
                  <a:lnTo>
                    <a:pt x="345004" y="152947"/>
                  </a:lnTo>
                  <a:lnTo>
                    <a:pt x="471343" y="258964"/>
                  </a:lnTo>
                  <a:cubicBezTo>
                    <a:pt x="546488" y="212670"/>
                    <a:pt x="630278" y="182174"/>
                    <a:pt x="717599" y="169334"/>
                  </a:cubicBezTo>
                  <a:lnTo>
                    <a:pt x="746234" y="6911"/>
                  </a:lnTo>
                  <a:lnTo>
                    <a:pt x="877989" y="6911"/>
                  </a:lnTo>
                  <a:lnTo>
                    <a:pt x="906624" y="169334"/>
                  </a:lnTo>
                  <a:cubicBezTo>
                    <a:pt x="993945" y="182174"/>
                    <a:pt x="1077735" y="212670"/>
                    <a:pt x="1152880" y="258964"/>
                  </a:cubicBezTo>
                  <a:close/>
                </a:path>
              </a:pathLst>
            </a:cu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7" name="环形箭头 6"/>
            <p:cNvSpPr/>
            <p:nvPr/>
          </p:nvSpPr>
          <p:spPr bwMode="auto">
            <a:xfrm>
              <a:off x="8343900" y="2826808"/>
              <a:ext cx="2882900" cy="2880783"/>
            </a:xfrm>
            <a:prstGeom prst="circularArrow">
              <a:avLst>
                <a:gd name="adj1" fmla="val 4688"/>
                <a:gd name="adj2" fmla="val 299029"/>
                <a:gd name="adj3" fmla="val 2476760"/>
                <a:gd name="adj4" fmla="val 15948935"/>
                <a:gd name="adj5" fmla="val 5469"/>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cs typeface="+mn-ea"/>
                <a:sym typeface="+mn-lt"/>
              </a:endParaRPr>
            </a:p>
          </p:txBody>
        </p:sp>
        <p:sp>
          <p:nvSpPr>
            <p:cNvPr id="40" name="progress-report_18229"/>
            <p:cNvSpPr>
              <a:spLocks noChangeAspect="1"/>
            </p:cNvSpPr>
            <p:nvPr/>
          </p:nvSpPr>
          <p:spPr bwMode="auto">
            <a:xfrm>
              <a:off x="9264496" y="3919743"/>
              <a:ext cx="796172" cy="722426"/>
            </a:xfrm>
            <a:custGeom>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a:noFill/>
            </a:ln>
          </p:spPr>
          <p:txBody>
            <a:bodyPr/>
            <a:lstStyle/>
            <a:p>
              <a:endParaRPr lang="zh-CN" altLang="en-US">
                <a:cs typeface="+mn-ea"/>
                <a:sym typeface="+mn-lt"/>
              </a:endParaRPr>
            </a:p>
          </p:txBody>
        </p:sp>
      </p:grpSp>
      <p:grpSp>
        <p:nvGrpSpPr>
          <p:cNvPr id="44" name="组合 43"/>
          <p:cNvGrpSpPr/>
          <p:nvPr/>
        </p:nvGrpSpPr>
        <p:grpSpPr>
          <a:xfrm>
            <a:off x="270670" y="143324"/>
            <a:ext cx="3530602" cy="656435"/>
            <a:chOff x="270670" y="143324"/>
            <a:chExt cx="3530602" cy="656435"/>
          </a:xfrm>
        </p:grpSpPr>
        <p:grpSp>
          <p:nvGrpSpPr>
            <p:cNvPr id="45" name="组合 44"/>
            <p:cNvGrpSpPr/>
            <p:nvPr/>
          </p:nvGrpSpPr>
          <p:grpSpPr>
            <a:xfrm rot="16200000">
              <a:off x="279666" y="181091"/>
              <a:ext cx="596991" cy="614984"/>
              <a:chOff x="315186" y="9489"/>
              <a:chExt cx="1252592" cy="1290343"/>
            </a:xfrm>
          </p:grpSpPr>
          <p:sp>
            <p:nvSpPr>
              <p:cNvPr id="49" name="圆角矩形 48"/>
              <p:cNvSpPr/>
              <p:nvPr/>
            </p:nvSpPr>
            <p:spPr>
              <a:xfrm rot="18900000">
                <a:off x="315186" y="9489"/>
                <a:ext cx="1252592" cy="539672"/>
              </a:xfrm>
              <a:prstGeom prst="roundRect">
                <a:avLst>
                  <a:gd name="adj" fmla="val 12668"/>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圆角矩形 49"/>
              <p:cNvSpPr/>
              <p:nvPr/>
            </p:nvSpPr>
            <p:spPr>
              <a:xfrm rot="2700000">
                <a:off x="874702" y="766822"/>
                <a:ext cx="533010" cy="533010"/>
              </a:xfrm>
              <a:prstGeom prst="roundRect">
                <a:avLst>
                  <a:gd name="adj" fmla="val 14919"/>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46" name="组合 45"/>
            <p:cNvGrpSpPr/>
            <p:nvPr/>
          </p:nvGrpSpPr>
          <p:grpSpPr>
            <a:xfrm>
              <a:off x="1004038" y="143324"/>
              <a:ext cx="2797234" cy="656435"/>
              <a:chOff x="716110" y="187653"/>
              <a:chExt cx="2797234" cy="656435"/>
            </a:xfrm>
          </p:grpSpPr>
          <p:sp>
            <p:nvSpPr>
              <p:cNvPr id="47" name="文本框 46"/>
              <p:cNvSpPr txBox="1"/>
              <p:nvPr/>
            </p:nvSpPr>
            <p:spPr>
              <a:xfrm>
                <a:off x="716110" y="187653"/>
                <a:ext cx="2713695" cy="438582"/>
              </a:xfrm>
              <a:prstGeom prst="rect">
                <a:avLst/>
              </a:prstGeom>
              <a:noFill/>
            </p:spPr>
            <p:txBody>
              <a:bodyPr wrap="square" lIns="68580" tIns="34290" rIns="68580" bIns="34290" rtlCol="0">
                <a:spAutoFit/>
              </a:bodyPr>
              <a:lstStyle/>
              <a:p>
                <a:pPr defTabSz="685800"/>
                <a:r>
                  <a:rPr lang="zh-CN" altLang="en-US" sz="2400">
                    <a:solidFill>
                      <a:schemeClr val="tx1">
                        <a:lumMod val="65000"/>
                        <a:lumOff val="35000"/>
                      </a:schemeClr>
                    </a:solidFill>
                    <a:cs typeface="+mn-ea"/>
                    <a:sym typeface="+mn-lt"/>
                  </a:rPr>
                  <a:t>单击输入标题内容</a:t>
                </a:r>
                <a:endParaRPr lang="zh-CN" altLang="en-US" sz="2400">
                  <a:solidFill>
                    <a:schemeClr val="tx1">
                      <a:lumMod val="65000"/>
                      <a:lumOff val="35000"/>
                    </a:schemeClr>
                  </a:solidFill>
                  <a:cs typeface="+mn-ea"/>
                  <a:sym typeface="+mn-lt"/>
                </a:endParaRPr>
              </a:p>
            </p:txBody>
          </p:sp>
          <p:sp>
            <p:nvSpPr>
              <p:cNvPr id="48" name="文本框 47"/>
              <p:cNvSpPr txBox="1"/>
              <p:nvPr/>
            </p:nvSpPr>
            <p:spPr>
              <a:xfrm>
                <a:off x="716110" y="553111"/>
                <a:ext cx="2797234" cy="290977"/>
              </a:xfrm>
              <a:prstGeom prst="rect">
                <a:avLst/>
              </a:prstGeom>
              <a:noFill/>
            </p:spPr>
            <p:txBody>
              <a:bodyPr wrap="square" rtlCol="0">
                <a:spAutoFit/>
              </a:bodyPr>
              <a:lstStyle/>
              <a:p>
                <a:pPr>
                  <a:lnSpc>
                    <a:spcPct val="130000"/>
                  </a:lnSpc>
                </a:pPr>
                <a:r>
                  <a:rPr lang="en-US" altLang="zh-CN" sz="1100">
                    <a:solidFill>
                      <a:schemeClr val="tx1">
                        <a:lumMod val="50000"/>
                        <a:lumOff val="50000"/>
                      </a:schemeClr>
                    </a:solidFill>
                    <a:cs typeface="+mn-ea"/>
                    <a:sym typeface="+mn-lt"/>
                  </a:rPr>
                  <a:t>Add You Text Here Add You Text Here</a:t>
                </a:r>
              </a:p>
            </p:txBody>
          </p:sp>
        </p:grpSp>
      </p:grpSp>
    </p:spTree>
    <p:extLst>
      <p:ext uri="{BB962C8B-B14F-4D97-AF65-F5344CB8AC3E}">
        <p14:creationId xmlns:p14="http://schemas.microsoft.com/office/powerpoint/2010/main" val="3893706486"/>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53"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par>
                                <p:cTn id="15" presetID="53"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childTnLst>
                          </p:cTn>
                        </p:par>
                        <p:par>
                          <p:cTn id="20" fill="hold" nodeType="afterGroup">
                            <p:stCondLst>
                              <p:cond delay="500"/>
                            </p:stCondLst>
                            <p:childTnLst>
                              <p:par>
                                <p:cTn id="21" presetID="42" presetClass="entr" presetSubtype="0" fill="hold"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1000"/>
                                        <p:tgtEl>
                                          <p:spTgt spid="29"/>
                                        </p:tgtEl>
                                      </p:cBhvr>
                                    </p:animEffect>
                                    <p:anim calcmode="lin" valueType="num">
                                      <p:cBhvr>
                                        <p:cTn id="24" dur="1000" fill="hold"/>
                                        <p:tgtEl>
                                          <p:spTgt spid="29"/>
                                        </p:tgtEl>
                                        <p:attrNameLst>
                                          <p:attrName>ppt_x</p:attrName>
                                        </p:attrNameLst>
                                      </p:cBhvr>
                                      <p:tavLst>
                                        <p:tav tm="0">
                                          <p:val>
                                            <p:strVal val="#ppt_x"/>
                                          </p:val>
                                        </p:tav>
                                        <p:tav tm="100000">
                                          <p:val>
                                            <p:strVal val="#ppt_x"/>
                                          </p:val>
                                        </p:tav>
                                      </p:tavLst>
                                    </p:anim>
                                    <p:anim calcmode="lin" valueType="num">
                                      <p:cBhvr>
                                        <p:cTn id="25" dur="1000" fill="hold"/>
                                        <p:tgtEl>
                                          <p:spTgt spid="29"/>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1000"/>
                                        <p:tgtEl>
                                          <p:spTgt spid="32"/>
                                        </p:tgtEl>
                                      </p:cBhvr>
                                    </p:animEffect>
                                    <p:anim calcmode="lin" valueType="num">
                                      <p:cBhvr>
                                        <p:cTn id="29" dur="1000" fill="hold"/>
                                        <p:tgtEl>
                                          <p:spTgt spid="32"/>
                                        </p:tgtEl>
                                        <p:attrNameLst>
                                          <p:attrName>ppt_x</p:attrName>
                                        </p:attrNameLst>
                                      </p:cBhvr>
                                      <p:tavLst>
                                        <p:tav tm="0">
                                          <p:val>
                                            <p:strVal val="#ppt_x"/>
                                          </p:val>
                                        </p:tav>
                                        <p:tav tm="100000">
                                          <p:val>
                                            <p:strVal val="#ppt_x"/>
                                          </p:val>
                                        </p:tav>
                                      </p:tavLst>
                                    </p:anim>
                                    <p:anim calcmode="lin" valueType="num">
                                      <p:cBhvr>
                                        <p:cTn id="30" dur="1000" fill="hold"/>
                                        <p:tgtEl>
                                          <p:spTgt spid="32"/>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1000"/>
                                        <p:tgtEl>
                                          <p:spTgt spid="35"/>
                                        </p:tgtEl>
                                      </p:cBhvr>
                                    </p:animEffect>
                                    <p:anim calcmode="lin" valueType="num">
                                      <p:cBhvr>
                                        <p:cTn id="34" dur="1000" fill="hold"/>
                                        <p:tgtEl>
                                          <p:spTgt spid="35"/>
                                        </p:tgtEl>
                                        <p:attrNameLst>
                                          <p:attrName>ppt_x</p:attrName>
                                        </p:attrNameLst>
                                      </p:cBhvr>
                                      <p:tavLst>
                                        <p:tav tm="0">
                                          <p:val>
                                            <p:strVal val="#ppt_x"/>
                                          </p:val>
                                        </p:tav>
                                        <p:tav tm="100000">
                                          <p:val>
                                            <p:strVal val="#ppt_x"/>
                                          </p:val>
                                        </p:tav>
                                      </p:tavLst>
                                    </p:anim>
                                    <p:anim calcmode="lin" valueType="num">
                                      <p:cBhvr>
                                        <p:cTn id="35" dur="1000" fill="hold"/>
                                        <p:tgtEl>
                                          <p:spTgt spid="35"/>
                                        </p:tgtEl>
                                        <p:attrNameLst>
                                          <p:attrName>ppt_y</p:attrName>
                                        </p:attrNameLst>
                                      </p:cBhvr>
                                      <p:tavLst>
                                        <p:tav tm="0">
                                          <p:val>
                                            <p:strVal val="#ppt_y+.1"/>
                                          </p:val>
                                        </p:tav>
                                        <p:tav tm="100000">
                                          <p:val>
                                            <p:strVal val="#ppt_y"/>
                                          </p:val>
                                        </p:tav>
                                      </p:tavLst>
                                    </p:anim>
                                  </p:childTnLst>
                                </p:cTn>
                              </p:par>
                            </p:childTnLst>
                          </p:cTn>
                        </p:par>
                        <p:par>
                          <p:cTn id="36" fill="hold" nodeType="afterGroup">
                            <p:stCondLst>
                              <p:cond delay="1500"/>
                            </p:stCondLst>
                            <p:childTnLst>
                              <p:par>
                                <p:cTn id="37" presetID="31" presetClass="entr" presetSubtype="0" fill="hold" nodeType="afterEffect">
                                  <p:stCondLst>
                                    <p:cond delay="0"/>
                                  </p:stCondLst>
                                  <p:childTnLst>
                                    <p:set>
                                      <p:cBhvr>
                                        <p:cTn id="38" dur="1" fill="hold">
                                          <p:stCondLst>
                                            <p:cond delay="0"/>
                                          </p:stCondLst>
                                        </p:cTn>
                                        <p:tgtEl>
                                          <p:spTgt spid="28"/>
                                        </p:tgtEl>
                                        <p:attrNameLst>
                                          <p:attrName>style.visibility</p:attrName>
                                        </p:attrNameLst>
                                      </p:cBhvr>
                                      <p:to>
                                        <p:strVal val="visible"/>
                                      </p:to>
                                    </p:set>
                                    <p:anim calcmode="lin" valueType="num">
                                      <p:cBhvr>
                                        <p:cTn id="39" dur="1000" fill="hold"/>
                                        <p:tgtEl>
                                          <p:spTgt spid="28"/>
                                        </p:tgtEl>
                                        <p:attrNameLst>
                                          <p:attrName>ppt_w</p:attrName>
                                        </p:attrNameLst>
                                      </p:cBhvr>
                                      <p:tavLst>
                                        <p:tav tm="0">
                                          <p:val>
                                            <p:fltVal val="0"/>
                                          </p:val>
                                        </p:tav>
                                        <p:tav tm="100000">
                                          <p:val>
                                            <p:strVal val="#ppt_w"/>
                                          </p:val>
                                        </p:tav>
                                      </p:tavLst>
                                    </p:anim>
                                    <p:anim calcmode="lin" valueType="num">
                                      <p:cBhvr>
                                        <p:cTn id="40" dur="1000" fill="hold"/>
                                        <p:tgtEl>
                                          <p:spTgt spid="28"/>
                                        </p:tgtEl>
                                        <p:attrNameLst>
                                          <p:attrName>ppt_h</p:attrName>
                                        </p:attrNameLst>
                                      </p:cBhvr>
                                      <p:tavLst>
                                        <p:tav tm="0">
                                          <p:val>
                                            <p:fltVal val="0"/>
                                          </p:val>
                                        </p:tav>
                                        <p:tav tm="100000">
                                          <p:val>
                                            <p:strVal val="#ppt_h"/>
                                          </p:val>
                                        </p:tav>
                                      </p:tavLst>
                                    </p:anim>
                                    <p:anim calcmode="lin" valueType="num">
                                      <p:cBhvr>
                                        <p:cTn id="41" dur="1000" fill="hold"/>
                                        <p:tgtEl>
                                          <p:spTgt spid="28"/>
                                        </p:tgtEl>
                                        <p:attrNameLst>
                                          <p:attrName>style.rotation</p:attrName>
                                        </p:attrNameLst>
                                      </p:cBhvr>
                                      <p:tavLst>
                                        <p:tav tm="0">
                                          <p:val>
                                            <p:fltVal val="90"/>
                                          </p:val>
                                        </p:tav>
                                        <p:tav tm="100000">
                                          <p:val>
                                            <p:fltVal val="0"/>
                                          </p:val>
                                        </p:tav>
                                      </p:tavLst>
                                    </p:anim>
                                    <p:animEffect transition="in" filter="fade">
                                      <p:cBhvr>
                                        <p:cTn id="42" dur="1000"/>
                                        <p:tgtEl>
                                          <p:spTgt spid="28"/>
                                        </p:tgtEl>
                                      </p:cBhvr>
                                    </p:animEffect>
                                  </p:childTnLst>
                                </p:cTn>
                              </p:par>
                              <p:par>
                                <p:cTn id="43" presetID="31" presetClass="entr" presetSubtype="0" fill="hold" nodeType="withEffect">
                                  <p:stCondLst>
                                    <p:cond delay="0"/>
                                  </p:stCondLst>
                                  <p:childTnLst>
                                    <p:set>
                                      <p:cBhvr>
                                        <p:cTn id="44" dur="1" fill="hold">
                                          <p:stCondLst>
                                            <p:cond delay="0"/>
                                          </p:stCondLst>
                                        </p:cTn>
                                        <p:tgtEl>
                                          <p:spTgt spid="27"/>
                                        </p:tgtEl>
                                        <p:attrNameLst>
                                          <p:attrName>style.visibility</p:attrName>
                                        </p:attrNameLst>
                                      </p:cBhvr>
                                      <p:to>
                                        <p:strVal val="visible"/>
                                      </p:to>
                                    </p:set>
                                    <p:anim calcmode="lin" valueType="num">
                                      <p:cBhvr>
                                        <p:cTn id="45" dur="1000" fill="hold"/>
                                        <p:tgtEl>
                                          <p:spTgt spid="27"/>
                                        </p:tgtEl>
                                        <p:attrNameLst>
                                          <p:attrName>ppt_w</p:attrName>
                                        </p:attrNameLst>
                                      </p:cBhvr>
                                      <p:tavLst>
                                        <p:tav tm="0">
                                          <p:val>
                                            <p:fltVal val="0"/>
                                          </p:val>
                                        </p:tav>
                                        <p:tav tm="100000">
                                          <p:val>
                                            <p:strVal val="#ppt_w"/>
                                          </p:val>
                                        </p:tav>
                                      </p:tavLst>
                                    </p:anim>
                                    <p:anim calcmode="lin" valueType="num">
                                      <p:cBhvr>
                                        <p:cTn id="46" dur="1000" fill="hold"/>
                                        <p:tgtEl>
                                          <p:spTgt spid="27"/>
                                        </p:tgtEl>
                                        <p:attrNameLst>
                                          <p:attrName>ppt_h</p:attrName>
                                        </p:attrNameLst>
                                      </p:cBhvr>
                                      <p:tavLst>
                                        <p:tav tm="0">
                                          <p:val>
                                            <p:fltVal val="0"/>
                                          </p:val>
                                        </p:tav>
                                        <p:tav tm="100000">
                                          <p:val>
                                            <p:strVal val="#ppt_h"/>
                                          </p:val>
                                        </p:tav>
                                      </p:tavLst>
                                    </p:anim>
                                    <p:anim calcmode="lin" valueType="num">
                                      <p:cBhvr>
                                        <p:cTn id="47" dur="1000" fill="hold"/>
                                        <p:tgtEl>
                                          <p:spTgt spid="27"/>
                                        </p:tgtEl>
                                        <p:attrNameLst>
                                          <p:attrName>style.rotation</p:attrName>
                                        </p:attrNameLst>
                                      </p:cBhvr>
                                      <p:tavLst>
                                        <p:tav tm="0">
                                          <p:val>
                                            <p:fltVal val="90"/>
                                          </p:val>
                                        </p:tav>
                                        <p:tav tm="100000">
                                          <p:val>
                                            <p:fltVal val="0"/>
                                          </p:val>
                                        </p:tav>
                                      </p:tavLst>
                                    </p:anim>
                                    <p:animEffect transition="in" filter="fade">
                                      <p:cBhvr>
                                        <p:cTn id="48" dur="1000"/>
                                        <p:tgtEl>
                                          <p:spTgt spid="27"/>
                                        </p:tgtEl>
                                      </p:cBhvr>
                                    </p:animEffect>
                                  </p:childTnLst>
                                </p:cTn>
                              </p:par>
                              <p:par>
                                <p:cTn id="49" presetID="31"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p:cTn id="51" dur="1000" fill="hold"/>
                                        <p:tgtEl>
                                          <p:spTgt spid="20"/>
                                        </p:tgtEl>
                                        <p:attrNameLst>
                                          <p:attrName>ppt_w</p:attrName>
                                        </p:attrNameLst>
                                      </p:cBhvr>
                                      <p:tavLst>
                                        <p:tav tm="0">
                                          <p:val>
                                            <p:fltVal val="0"/>
                                          </p:val>
                                        </p:tav>
                                        <p:tav tm="100000">
                                          <p:val>
                                            <p:strVal val="#ppt_w"/>
                                          </p:val>
                                        </p:tav>
                                      </p:tavLst>
                                    </p:anim>
                                    <p:anim calcmode="lin" valueType="num">
                                      <p:cBhvr>
                                        <p:cTn id="52" dur="1000" fill="hold"/>
                                        <p:tgtEl>
                                          <p:spTgt spid="20"/>
                                        </p:tgtEl>
                                        <p:attrNameLst>
                                          <p:attrName>ppt_h</p:attrName>
                                        </p:attrNameLst>
                                      </p:cBhvr>
                                      <p:tavLst>
                                        <p:tav tm="0">
                                          <p:val>
                                            <p:fltVal val="0"/>
                                          </p:val>
                                        </p:tav>
                                        <p:tav tm="100000">
                                          <p:val>
                                            <p:strVal val="#ppt_h"/>
                                          </p:val>
                                        </p:tav>
                                      </p:tavLst>
                                    </p:anim>
                                    <p:anim calcmode="lin" valueType="num">
                                      <p:cBhvr>
                                        <p:cTn id="53" dur="1000" fill="hold"/>
                                        <p:tgtEl>
                                          <p:spTgt spid="20"/>
                                        </p:tgtEl>
                                        <p:attrNameLst>
                                          <p:attrName>style.rotation</p:attrName>
                                        </p:attrNameLst>
                                      </p:cBhvr>
                                      <p:tavLst>
                                        <p:tav tm="0">
                                          <p:val>
                                            <p:fltVal val="90"/>
                                          </p:val>
                                        </p:tav>
                                        <p:tav tm="100000">
                                          <p:val>
                                            <p:fltVal val="0"/>
                                          </p:val>
                                        </p:tav>
                                      </p:tavLst>
                                    </p:anim>
                                    <p:animEffect transition="in" filter="fade">
                                      <p:cBhvr>
                                        <p:cTn id="54"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14="http://schemas.microsoft.com/office/drawing/2010/main" xmlns:a16="http://schemas.microsoft.com/office/drawing/2014/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34" name="矩形 33"/>
          <p:cNvSpPr/>
          <p:nvPr/>
        </p:nvSpPr>
        <p:spPr>
          <a:xfrm>
            <a:off x="869675" y="1365813"/>
            <a:ext cx="4512553" cy="4537276"/>
          </a:xfrm>
          <a:prstGeom prst="rect">
            <a:avLst/>
          </a:prstGeom>
          <a:blipFill>
            <a:blip r:embed="R55a176c454d84892">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组合 2"/>
          <p:cNvGrpSpPr/>
          <p:nvPr/>
        </p:nvGrpSpPr>
        <p:grpSpPr>
          <a:xfrm>
            <a:off x="6096000" y="2679391"/>
            <a:ext cx="4914018" cy="751735"/>
            <a:chOff x="6096000" y="2887735"/>
            <a:chExt cx="4914018" cy="751735"/>
          </a:xfrm>
        </p:grpSpPr>
        <p:sp>
          <p:nvSpPr>
            <p:cNvPr id="19" name="Oval 23"/>
            <p:cNvSpPr/>
            <p:nvPr/>
          </p:nvSpPr>
          <p:spPr>
            <a:xfrm>
              <a:off x="6096000" y="2949147"/>
              <a:ext cx="579183" cy="579183"/>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cs typeface="+mn-ea"/>
                <a:sym typeface="+mn-lt"/>
              </a:endParaRPr>
            </a:p>
          </p:txBody>
        </p:sp>
        <p:sp>
          <p:nvSpPr>
            <p:cNvPr id="20" name="Freeform: Shape 25"/>
            <p:cNvSpPr/>
            <p:nvPr/>
          </p:nvSpPr>
          <p:spPr bwMode="auto">
            <a:xfrm>
              <a:off x="6303631" y="3167941"/>
              <a:ext cx="152136" cy="153144"/>
            </a:xfrm>
            <a:custGeom>
              <a:gdLst>
                <a:gd name="T0" fmla="*/ 32 w 64"/>
                <a:gd name="T1" fmla="*/ 0 h 64"/>
                <a:gd name="T2" fmla="*/ 0 w 64"/>
                <a:gd name="T3" fmla="*/ 32 h 64"/>
                <a:gd name="T4" fmla="*/ 32 w 64"/>
                <a:gd name="T5" fmla="*/ 64 h 64"/>
                <a:gd name="T6" fmla="*/ 64 w 64"/>
                <a:gd name="T7" fmla="*/ 32 h 64"/>
                <a:gd name="T8" fmla="*/ 32 w 64"/>
                <a:gd name="T9" fmla="*/ 0 h 64"/>
                <a:gd name="T10" fmla="*/ 51 w 64"/>
                <a:gd name="T11" fmla="*/ 47 h 64"/>
                <a:gd name="T12" fmla="*/ 17 w 64"/>
                <a:gd name="T13" fmla="*/ 50 h 64"/>
                <a:gd name="T14" fmla="*/ 14 w 64"/>
                <a:gd name="T15" fmla="*/ 16 h 64"/>
                <a:gd name="T16" fmla="*/ 48 w 64"/>
                <a:gd name="T17" fmla="*/ 14 h 64"/>
                <a:gd name="T18" fmla="*/ 51 w 64"/>
                <a:gd name="T19" fmla="*/ 47 h 6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0"/>
                  </a:moveTo>
                  <a:cubicBezTo>
                    <a:pt x="15" y="0"/>
                    <a:pt x="0" y="14"/>
                    <a:pt x="0" y="32"/>
                  </a:cubicBezTo>
                  <a:cubicBezTo>
                    <a:pt x="0" y="49"/>
                    <a:pt x="15" y="64"/>
                    <a:pt x="32" y="64"/>
                  </a:cubicBezTo>
                  <a:cubicBezTo>
                    <a:pt x="50" y="64"/>
                    <a:pt x="64" y="49"/>
                    <a:pt x="64" y="32"/>
                  </a:cubicBezTo>
                  <a:cubicBezTo>
                    <a:pt x="64" y="14"/>
                    <a:pt x="50" y="0"/>
                    <a:pt x="32" y="0"/>
                  </a:cubicBezTo>
                  <a:close/>
                  <a:moveTo>
                    <a:pt x="51" y="47"/>
                  </a:moveTo>
                  <a:cubicBezTo>
                    <a:pt x="42" y="57"/>
                    <a:pt x="27" y="59"/>
                    <a:pt x="17" y="50"/>
                  </a:cubicBezTo>
                  <a:cubicBezTo>
                    <a:pt x="7" y="41"/>
                    <a:pt x="6" y="26"/>
                    <a:pt x="14" y="16"/>
                  </a:cubicBezTo>
                  <a:cubicBezTo>
                    <a:pt x="23" y="6"/>
                    <a:pt x="38" y="5"/>
                    <a:pt x="48" y="14"/>
                  </a:cubicBezTo>
                  <a:cubicBezTo>
                    <a:pt x="58" y="22"/>
                    <a:pt x="59" y="37"/>
                    <a:pt x="51"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 name="Freeform: Shape 26"/>
            <p:cNvSpPr/>
            <p:nvPr/>
          </p:nvSpPr>
          <p:spPr bwMode="auto">
            <a:xfrm>
              <a:off x="6341916" y="3206226"/>
              <a:ext cx="42316" cy="43323"/>
            </a:xfrm>
            <a:custGeom>
              <a:gdLst>
                <a:gd name="T0" fmla="*/ 16 w 18"/>
                <a:gd name="T1" fmla="*/ 0 h 18"/>
                <a:gd name="T2" fmla="*/ 0 w 18"/>
                <a:gd name="T3" fmla="*/ 16 h 18"/>
                <a:gd name="T4" fmla="*/ 0 w 18"/>
                <a:gd name="T5" fmla="*/ 16 h 18"/>
                <a:gd name="T6" fmla="*/ 2 w 18"/>
                <a:gd name="T7" fmla="*/ 18 h 18"/>
                <a:gd name="T8" fmla="*/ 4 w 18"/>
                <a:gd name="T9" fmla="*/ 16 h 18"/>
                <a:gd name="T10" fmla="*/ 4 w 18"/>
                <a:gd name="T11" fmla="*/ 16 h 18"/>
                <a:gd name="T12" fmla="*/ 16 w 18"/>
                <a:gd name="T13" fmla="*/ 4 h 18"/>
                <a:gd name="T14" fmla="*/ 18 w 18"/>
                <a:gd name="T15" fmla="*/ 2 h 18"/>
                <a:gd name="T16" fmla="*/ 16 w 18"/>
                <a:gd name="T17" fmla="*/ 0 h 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8">
                  <a:moveTo>
                    <a:pt x="16" y="0"/>
                  </a:moveTo>
                  <a:cubicBezTo>
                    <a:pt x="8" y="0"/>
                    <a:pt x="0" y="7"/>
                    <a:pt x="0" y="16"/>
                  </a:cubicBezTo>
                  <a:cubicBezTo>
                    <a:pt x="0" y="16"/>
                    <a:pt x="0" y="16"/>
                    <a:pt x="0" y="16"/>
                  </a:cubicBezTo>
                  <a:cubicBezTo>
                    <a:pt x="0" y="17"/>
                    <a:pt x="1" y="18"/>
                    <a:pt x="2" y="18"/>
                  </a:cubicBezTo>
                  <a:cubicBezTo>
                    <a:pt x="4" y="18"/>
                    <a:pt x="4" y="17"/>
                    <a:pt x="4" y="16"/>
                  </a:cubicBezTo>
                  <a:cubicBezTo>
                    <a:pt x="4" y="16"/>
                    <a:pt x="4" y="16"/>
                    <a:pt x="4" y="16"/>
                  </a:cubicBezTo>
                  <a:cubicBezTo>
                    <a:pt x="4" y="9"/>
                    <a:pt x="10" y="4"/>
                    <a:pt x="16" y="4"/>
                  </a:cubicBezTo>
                  <a:cubicBezTo>
                    <a:pt x="18" y="4"/>
                    <a:pt x="18" y="3"/>
                    <a:pt x="18" y="2"/>
                  </a:cubicBezTo>
                  <a:cubicBezTo>
                    <a:pt x="18" y="1"/>
                    <a:pt x="18" y="0"/>
                    <a:pt x="1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 name="Freeform: Shape 27"/>
            <p:cNvSpPr/>
            <p:nvPr/>
          </p:nvSpPr>
          <p:spPr bwMode="auto">
            <a:xfrm>
              <a:off x="6227059" y="3101444"/>
              <a:ext cx="305279" cy="257926"/>
            </a:xfrm>
            <a:custGeom>
              <a:gdLst>
                <a:gd name="T0" fmla="*/ 118 w 128"/>
                <a:gd name="T1" fmla="*/ 24 h 108"/>
                <a:gd name="T2" fmla="*/ 101 w 128"/>
                <a:gd name="T3" fmla="*/ 21 h 108"/>
                <a:gd name="T4" fmla="*/ 96 w 128"/>
                <a:gd name="T5" fmla="*/ 7 h 108"/>
                <a:gd name="T6" fmla="*/ 84 w 128"/>
                <a:gd name="T7" fmla="*/ 0 h 108"/>
                <a:gd name="T8" fmla="*/ 44 w 128"/>
                <a:gd name="T9" fmla="*/ 0 h 108"/>
                <a:gd name="T10" fmla="*/ 33 w 128"/>
                <a:gd name="T11" fmla="*/ 7 h 108"/>
                <a:gd name="T12" fmla="*/ 28 w 128"/>
                <a:gd name="T13" fmla="*/ 21 h 108"/>
                <a:gd name="T14" fmla="*/ 10 w 128"/>
                <a:gd name="T15" fmla="*/ 24 h 108"/>
                <a:gd name="T16" fmla="*/ 0 w 128"/>
                <a:gd name="T17" fmla="*/ 36 h 108"/>
                <a:gd name="T18" fmla="*/ 0 w 128"/>
                <a:gd name="T19" fmla="*/ 96 h 108"/>
                <a:gd name="T20" fmla="*/ 12 w 128"/>
                <a:gd name="T21" fmla="*/ 108 h 108"/>
                <a:gd name="T22" fmla="*/ 116 w 128"/>
                <a:gd name="T23" fmla="*/ 108 h 108"/>
                <a:gd name="T24" fmla="*/ 128 w 128"/>
                <a:gd name="T25" fmla="*/ 96 h 108"/>
                <a:gd name="T26" fmla="*/ 128 w 128"/>
                <a:gd name="T27" fmla="*/ 36 h 108"/>
                <a:gd name="T28" fmla="*/ 118 w 128"/>
                <a:gd name="T29" fmla="*/ 24 h 108"/>
                <a:gd name="T30" fmla="*/ 120 w 128"/>
                <a:gd name="T31" fmla="*/ 96 h 108"/>
                <a:gd name="T32" fmla="*/ 116 w 128"/>
                <a:gd name="T33" fmla="*/ 100 h 108"/>
                <a:gd name="T34" fmla="*/ 12 w 128"/>
                <a:gd name="T35" fmla="*/ 100 h 108"/>
                <a:gd name="T36" fmla="*/ 8 w 128"/>
                <a:gd name="T37" fmla="*/ 96 h 108"/>
                <a:gd name="T38" fmla="*/ 8 w 128"/>
                <a:gd name="T39" fmla="*/ 36 h 108"/>
                <a:gd name="T40" fmla="*/ 12 w 128"/>
                <a:gd name="T41" fmla="*/ 32 h 108"/>
                <a:gd name="T42" fmla="*/ 34 w 128"/>
                <a:gd name="T43" fmla="*/ 28 h 108"/>
                <a:gd name="T44" fmla="*/ 41 w 128"/>
                <a:gd name="T45" fmla="*/ 10 h 108"/>
                <a:gd name="T46" fmla="*/ 44 w 128"/>
                <a:gd name="T47" fmla="*/ 8 h 108"/>
                <a:gd name="T48" fmla="*/ 84 w 128"/>
                <a:gd name="T49" fmla="*/ 8 h 108"/>
                <a:gd name="T50" fmla="*/ 88 w 128"/>
                <a:gd name="T51" fmla="*/ 10 h 108"/>
                <a:gd name="T52" fmla="*/ 95 w 128"/>
                <a:gd name="T53" fmla="*/ 28 h 108"/>
                <a:gd name="T54" fmla="*/ 117 w 128"/>
                <a:gd name="T55" fmla="*/ 32 h 108"/>
                <a:gd name="T56" fmla="*/ 120 w 128"/>
                <a:gd name="T57" fmla="*/ 36 h 108"/>
                <a:gd name="T58" fmla="*/ 120 w 128"/>
                <a:gd name="T59" fmla="*/ 96 h 10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8" h="108">
                  <a:moveTo>
                    <a:pt x="118" y="24"/>
                  </a:moveTo>
                  <a:cubicBezTo>
                    <a:pt x="101" y="21"/>
                    <a:pt x="101" y="21"/>
                    <a:pt x="101" y="21"/>
                  </a:cubicBezTo>
                  <a:cubicBezTo>
                    <a:pt x="96" y="7"/>
                    <a:pt x="96" y="7"/>
                    <a:pt x="96" y="7"/>
                  </a:cubicBezTo>
                  <a:cubicBezTo>
                    <a:pt x="94" y="3"/>
                    <a:pt x="89" y="0"/>
                    <a:pt x="84" y="0"/>
                  </a:cubicBezTo>
                  <a:cubicBezTo>
                    <a:pt x="44" y="0"/>
                    <a:pt x="44" y="0"/>
                    <a:pt x="44" y="0"/>
                  </a:cubicBezTo>
                  <a:cubicBezTo>
                    <a:pt x="40" y="0"/>
                    <a:pt x="35" y="3"/>
                    <a:pt x="33" y="7"/>
                  </a:cubicBezTo>
                  <a:cubicBezTo>
                    <a:pt x="28" y="21"/>
                    <a:pt x="28" y="21"/>
                    <a:pt x="28" y="21"/>
                  </a:cubicBezTo>
                  <a:cubicBezTo>
                    <a:pt x="10" y="24"/>
                    <a:pt x="10" y="24"/>
                    <a:pt x="10" y="24"/>
                  </a:cubicBezTo>
                  <a:cubicBezTo>
                    <a:pt x="5" y="25"/>
                    <a:pt x="0" y="30"/>
                    <a:pt x="0" y="36"/>
                  </a:cubicBezTo>
                  <a:cubicBezTo>
                    <a:pt x="0" y="96"/>
                    <a:pt x="0" y="96"/>
                    <a:pt x="0" y="96"/>
                  </a:cubicBezTo>
                  <a:cubicBezTo>
                    <a:pt x="0" y="102"/>
                    <a:pt x="6" y="108"/>
                    <a:pt x="12" y="108"/>
                  </a:cubicBezTo>
                  <a:cubicBezTo>
                    <a:pt x="116" y="108"/>
                    <a:pt x="116" y="108"/>
                    <a:pt x="116" y="108"/>
                  </a:cubicBezTo>
                  <a:cubicBezTo>
                    <a:pt x="123" y="108"/>
                    <a:pt x="128" y="102"/>
                    <a:pt x="128" y="96"/>
                  </a:cubicBezTo>
                  <a:cubicBezTo>
                    <a:pt x="128" y="36"/>
                    <a:pt x="128" y="36"/>
                    <a:pt x="128" y="36"/>
                  </a:cubicBezTo>
                  <a:cubicBezTo>
                    <a:pt x="128" y="30"/>
                    <a:pt x="124" y="25"/>
                    <a:pt x="118" y="24"/>
                  </a:cubicBezTo>
                  <a:close/>
                  <a:moveTo>
                    <a:pt x="120" y="96"/>
                  </a:moveTo>
                  <a:cubicBezTo>
                    <a:pt x="120" y="98"/>
                    <a:pt x="119" y="100"/>
                    <a:pt x="116" y="100"/>
                  </a:cubicBezTo>
                  <a:cubicBezTo>
                    <a:pt x="12" y="100"/>
                    <a:pt x="12" y="100"/>
                    <a:pt x="12" y="100"/>
                  </a:cubicBezTo>
                  <a:cubicBezTo>
                    <a:pt x="10" y="100"/>
                    <a:pt x="8" y="98"/>
                    <a:pt x="8" y="96"/>
                  </a:cubicBezTo>
                  <a:cubicBezTo>
                    <a:pt x="8" y="36"/>
                    <a:pt x="8" y="36"/>
                    <a:pt x="8" y="36"/>
                  </a:cubicBezTo>
                  <a:cubicBezTo>
                    <a:pt x="8" y="34"/>
                    <a:pt x="10" y="32"/>
                    <a:pt x="12" y="32"/>
                  </a:cubicBezTo>
                  <a:cubicBezTo>
                    <a:pt x="34" y="28"/>
                    <a:pt x="34" y="28"/>
                    <a:pt x="34" y="28"/>
                  </a:cubicBezTo>
                  <a:cubicBezTo>
                    <a:pt x="41" y="10"/>
                    <a:pt x="41" y="10"/>
                    <a:pt x="41" y="10"/>
                  </a:cubicBezTo>
                  <a:cubicBezTo>
                    <a:pt x="41" y="9"/>
                    <a:pt x="43" y="8"/>
                    <a:pt x="44" y="8"/>
                  </a:cubicBezTo>
                  <a:cubicBezTo>
                    <a:pt x="84" y="8"/>
                    <a:pt x="84" y="8"/>
                    <a:pt x="84" y="8"/>
                  </a:cubicBezTo>
                  <a:cubicBezTo>
                    <a:pt x="86" y="8"/>
                    <a:pt x="88" y="9"/>
                    <a:pt x="88" y="10"/>
                  </a:cubicBezTo>
                  <a:cubicBezTo>
                    <a:pt x="95" y="28"/>
                    <a:pt x="95" y="28"/>
                    <a:pt x="95" y="28"/>
                  </a:cubicBezTo>
                  <a:cubicBezTo>
                    <a:pt x="117" y="32"/>
                    <a:pt x="117" y="32"/>
                    <a:pt x="117" y="32"/>
                  </a:cubicBezTo>
                  <a:cubicBezTo>
                    <a:pt x="119" y="32"/>
                    <a:pt x="120" y="34"/>
                    <a:pt x="120" y="36"/>
                  </a:cubicBezTo>
                  <a:lnTo>
                    <a:pt x="120" y="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grpSp>
          <p:nvGrpSpPr>
            <p:cNvPr id="23" name="组合 22"/>
            <p:cNvGrpSpPr/>
            <p:nvPr/>
          </p:nvGrpSpPr>
          <p:grpSpPr>
            <a:xfrm>
              <a:off x="6806242" y="2887735"/>
              <a:ext cx="4203776" cy="751735"/>
              <a:chOff x="874712" y="3336038"/>
              <a:chExt cx="4203776" cy="751735"/>
            </a:xfrm>
          </p:grpSpPr>
          <p:sp>
            <p:nvSpPr>
              <p:cNvPr id="24" name="矩形 23">
                <a:extLst>
                  <a:ext uri="{FF2B5EF4-FFF2-40B4-BE49-F238E27FC236}">
                    <a16:creationId xmlns:a16="http://schemas.microsoft.com/office/drawing/2014/main" id="{E3EB1709-6D20-4440-8800-976CC5E9712E}"/>
                  </a:ext>
                </a:extLst>
              </p:cNvPr>
              <p:cNvSpPr/>
              <p:nvPr/>
            </p:nvSpPr>
            <p:spPr>
              <a:xfrm>
                <a:off x="874712" y="3758837"/>
                <a:ext cx="4203776" cy="328936"/>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a:solidFill>
                      <a:schemeClr val="tx1">
                        <a:lumMod val="75000"/>
                        <a:lumOff val="25000"/>
                      </a:schemeClr>
                    </a:solidFill>
                    <a:cs typeface="+mn-ea"/>
                    <a:sym typeface="+mn-lt"/>
                  </a:rPr>
                  <a:t>输入替换内容编辑文字输入替换编辑文字</a:t>
                </a:r>
              </a:p>
            </p:txBody>
          </p:sp>
          <p:sp>
            <p:nvSpPr>
              <p:cNvPr id="25" name="矩形 24">
                <a:extLst>
                  <a:ext uri="{FF2B5EF4-FFF2-40B4-BE49-F238E27FC236}">
                    <a16:creationId xmlns:a16="http://schemas.microsoft.com/office/drawing/2014/main" id="{CBCE2F27-1948-4AAF-B7D2-B7B4F23C2784}"/>
                  </a:ext>
                </a:extLst>
              </p:cNvPr>
              <p:cNvSpPr/>
              <p:nvPr/>
            </p:nvSpPr>
            <p:spPr>
              <a:xfrm>
                <a:off x="874712" y="3336038"/>
                <a:ext cx="2241974" cy="523220"/>
              </a:xfrm>
              <a:prstGeom prst="rect">
                <a:avLst/>
              </a:prstGeom>
            </p:spPr>
            <p:txBody>
              <a:bodyPr wrap="square">
                <a:spAutoFit/>
                <a:scene3d>
                  <a:camera prst="orthographicFront"/>
                  <a:lightRig rig="threePt" dir="t"/>
                </a:scene3d>
                <a:sp3d contourW="12700"/>
              </a:bodyPr>
              <a:lstStyle/>
              <a:p>
                <a:pPr eaLnBrk="0" hangingPunct="0">
                  <a:defRPr/>
                </a:pPr>
                <a:r>
                  <a:rPr lang="zh-CN" altLang="en-US" sz="2800">
                    <a:cs typeface="+mn-ea"/>
                    <a:sym typeface="+mn-lt"/>
                  </a:rPr>
                  <a:t>添加标题</a:t>
                </a:r>
                <a:endParaRPr lang="en-US" altLang="zh-CN" sz="2800">
                  <a:cs typeface="+mn-ea"/>
                  <a:sym typeface="+mn-lt"/>
                </a:endParaRPr>
              </a:p>
            </p:txBody>
          </p:sp>
        </p:grpSp>
      </p:grpSp>
      <p:grpSp>
        <p:nvGrpSpPr>
          <p:cNvPr id="4" name="组合 3"/>
          <p:cNvGrpSpPr/>
          <p:nvPr/>
        </p:nvGrpSpPr>
        <p:grpSpPr>
          <a:xfrm>
            <a:off x="6096000" y="3770593"/>
            <a:ext cx="4914018" cy="751734"/>
            <a:chOff x="6096000" y="3971633"/>
            <a:chExt cx="4914018" cy="751734"/>
          </a:xfrm>
        </p:grpSpPr>
        <p:sp>
          <p:nvSpPr>
            <p:cNvPr id="15" name="Oval 17"/>
            <p:cNvSpPr/>
            <p:nvPr/>
          </p:nvSpPr>
          <p:spPr>
            <a:xfrm>
              <a:off x="6096000" y="4074563"/>
              <a:ext cx="579183" cy="579183"/>
            </a:xfrm>
            <a:prstGeom prst="ellipse">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cs typeface="+mn-ea"/>
                <a:sym typeface="+mn-lt"/>
              </a:endParaRPr>
            </a:p>
          </p:txBody>
        </p:sp>
        <p:sp>
          <p:nvSpPr>
            <p:cNvPr id="16" name="Freeform: Shape 19"/>
            <p:cNvSpPr/>
            <p:nvPr/>
          </p:nvSpPr>
          <p:spPr bwMode="auto">
            <a:xfrm>
              <a:off x="6236631" y="4226418"/>
              <a:ext cx="286137" cy="306286"/>
            </a:xfrm>
            <a:custGeom>
              <a:gdLst>
                <a:gd name="T0" fmla="*/ 104 w 120"/>
                <a:gd name="T1" fmla="*/ 0 h 128"/>
                <a:gd name="T2" fmla="*/ 16 w 120"/>
                <a:gd name="T3" fmla="*/ 0 h 128"/>
                <a:gd name="T4" fmla="*/ 0 w 120"/>
                <a:gd name="T5" fmla="*/ 16 h 128"/>
                <a:gd name="T6" fmla="*/ 0 w 120"/>
                <a:gd name="T7" fmla="*/ 112 h 128"/>
                <a:gd name="T8" fmla="*/ 16 w 120"/>
                <a:gd name="T9" fmla="*/ 128 h 128"/>
                <a:gd name="T10" fmla="*/ 104 w 120"/>
                <a:gd name="T11" fmla="*/ 128 h 128"/>
                <a:gd name="T12" fmla="*/ 120 w 120"/>
                <a:gd name="T13" fmla="*/ 112 h 128"/>
                <a:gd name="T14" fmla="*/ 120 w 120"/>
                <a:gd name="T15" fmla="*/ 16 h 128"/>
                <a:gd name="T16" fmla="*/ 104 w 120"/>
                <a:gd name="T17" fmla="*/ 0 h 128"/>
                <a:gd name="T18" fmla="*/ 112 w 120"/>
                <a:gd name="T19" fmla="*/ 112 h 128"/>
                <a:gd name="T20" fmla="*/ 104 w 120"/>
                <a:gd name="T21" fmla="*/ 120 h 128"/>
                <a:gd name="T22" fmla="*/ 16 w 120"/>
                <a:gd name="T23" fmla="*/ 120 h 128"/>
                <a:gd name="T24" fmla="*/ 8 w 120"/>
                <a:gd name="T25" fmla="*/ 112 h 128"/>
                <a:gd name="T26" fmla="*/ 8 w 120"/>
                <a:gd name="T27" fmla="*/ 16 h 128"/>
                <a:gd name="T28" fmla="*/ 16 w 120"/>
                <a:gd name="T29" fmla="*/ 8 h 128"/>
                <a:gd name="T30" fmla="*/ 104 w 120"/>
                <a:gd name="T31" fmla="*/ 8 h 128"/>
                <a:gd name="T32" fmla="*/ 112 w 120"/>
                <a:gd name="T33" fmla="*/ 16 h 128"/>
                <a:gd name="T34" fmla="*/ 112 w 120"/>
                <a:gd name="T35" fmla="*/ 112 h 12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0" h="128">
                  <a:moveTo>
                    <a:pt x="104" y="0"/>
                  </a:moveTo>
                  <a:cubicBezTo>
                    <a:pt x="16" y="0"/>
                    <a:pt x="16" y="0"/>
                    <a:pt x="16" y="0"/>
                  </a:cubicBezTo>
                  <a:cubicBezTo>
                    <a:pt x="8" y="0"/>
                    <a:pt x="0" y="7"/>
                    <a:pt x="0" y="16"/>
                  </a:cubicBezTo>
                  <a:cubicBezTo>
                    <a:pt x="0" y="112"/>
                    <a:pt x="0" y="112"/>
                    <a:pt x="0" y="112"/>
                  </a:cubicBezTo>
                  <a:cubicBezTo>
                    <a:pt x="0" y="121"/>
                    <a:pt x="8" y="128"/>
                    <a:pt x="16" y="128"/>
                  </a:cubicBezTo>
                  <a:cubicBezTo>
                    <a:pt x="104" y="128"/>
                    <a:pt x="104" y="128"/>
                    <a:pt x="104" y="128"/>
                  </a:cubicBezTo>
                  <a:cubicBezTo>
                    <a:pt x="113" y="128"/>
                    <a:pt x="120" y="121"/>
                    <a:pt x="120" y="112"/>
                  </a:cubicBezTo>
                  <a:cubicBezTo>
                    <a:pt x="120" y="16"/>
                    <a:pt x="120" y="16"/>
                    <a:pt x="120" y="16"/>
                  </a:cubicBezTo>
                  <a:cubicBezTo>
                    <a:pt x="120" y="7"/>
                    <a:pt x="113" y="0"/>
                    <a:pt x="104" y="0"/>
                  </a:cubicBezTo>
                  <a:close/>
                  <a:moveTo>
                    <a:pt x="112" y="112"/>
                  </a:moveTo>
                  <a:cubicBezTo>
                    <a:pt x="112" y="116"/>
                    <a:pt x="109" y="120"/>
                    <a:pt x="104" y="120"/>
                  </a:cubicBezTo>
                  <a:cubicBezTo>
                    <a:pt x="16" y="120"/>
                    <a:pt x="16" y="120"/>
                    <a:pt x="16" y="120"/>
                  </a:cubicBezTo>
                  <a:cubicBezTo>
                    <a:pt x="12" y="120"/>
                    <a:pt x="8" y="116"/>
                    <a:pt x="8" y="112"/>
                  </a:cubicBezTo>
                  <a:cubicBezTo>
                    <a:pt x="8" y="16"/>
                    <a:pt x="8" y="16"/>
                    <a:pt x="8" y="16"/>
                  </a:cubicBezTo>
                  <a:cubicBezTo>
                    <a:pt x="8" y="11"/>
                    <a:pt x="12" y="8"/>
                    <a:pt x="16" y="8"/>
                  </a:cubicBezTo>
                  <a:cubicBezTo>
                    <a:pt x="104" y="8"/>
                    <a:pt x="104" y="8"/>
                    <a:pt x="104" y="8"/>
                  </a:cubicBezTo>
                  <a:cubicBezTo>
                    <a:pt x="109" y="8"/>
                    <a:pt x="112" y="11"/>
                    <a:pt x="112" y="16"/>
                  </a:cubicBezTo>
                  <a:lnTo>
                    <a:pt x="112" y="1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7" name="Freeform: Shape 20"/>
            <p:cNvSpPr/>
            <p:nvPr/>
          </p:nvSpPr>
          <p:spPr bwMode="auto">
            <a:xfrm>
              <a:off x="6274917" y="4264704"/>
              <a:ext cx="209565" cy="191429"/>
            </a:xfrm>
            <a:custGeom>
              <a:gdLst>
                <a:gd name="T0" fmla="*/ 84 w 88"/>
                <a:gd name="T1" fmla="*/ 0 h 80"/>
                <a:gd name="T2" fmla="*/ 4 w 88"/>
                <a:gd name="T3" fmla="*/ 0 h 80"/>
                <a:gd name="T4" fmla="*/ 0 w 88"/>
                <a:gd name="T5" fmla="*/ 4 h 80"/>
                <a:gd name="T6" fmla="*/ 0 w 88"/>
                <a:gd name="T7" fmla="*/ 76 h 80"/>
                <a:gd name="T8" fmla="*/ 4 w 88"/>
                <a:gd name="T9" fmla="*/ 80 h 80"/>
                <a:gd name="T10" fmla="*/ 84 w 88"/>
                <a:gd name="T11" fmla="*/ 80 h 80"/>
                <a:gd name="T12" fmla="*/ 88 w 88"/>
                <a:gd name="T13" fmla="*/ 76 h 80"/>
                <a:gd name="T14" fmla="*/ 88 w 88"/>
                <a:gd name="T15" fmla="*/ 4 h 80"/>
                <a:gd name="T16" fmla="*/ 84 w 88"/>
                <a:gd name="T17" fmla="*/ 0 h 80"/>
                <a:gd name="T18" fmla="*/ 84 w 88"/>
                <a:gd name="T19" fmla="*/ 4 h 80"/>
                <a:gd name="T20" fmla="*/ 84 w 88"/>
                <a:gd name="T21" fmla="*/ 59 h 80"/>
                <a:gd name="T22" fmla="*/ 71 w 88"/>
                <a:gd name="T23" fmla="*/ 45 h 80"/>
                <a:gd name="T24" fmla="*/ 68 w 88"/>
                <a:gd name="T25" fmla="*/ 44 h 80"/>
                <a:gd name="T26" fmla="*/ 65 w 88"/>
                <a:gd name="T27" fmla="*/ 45 h 80"/>
                <a:gd name="T28" fmla="*/ 55 w 88"/>
                <a:gd name="T29" fmla="*/ 57 h 80"/>
                <a:gd name="T30" fmla="*/ 23 w 88"/>
                <a:gd name="T31" fmla="*/ 21 h 80"/>
                <a:gd name="T32" fmla="*/ 20 w 88"/>
                <a:gd name="T33" fmla="*/ 20 h 80"/>
                <a:gd name="T34" fmla="*/ 17 w 88"/>
                <a:gd name="T35" fmla="*/ 21 h 80"/>
                <a:gd name="T36" fmla="*/ 4 w 88"/>
                <a:gd name="T37" fmla="*/ 36 h 80"/>
                <a:gd name="T38" fmla="*/ 4 w 88"/>
                <a:gd name="T39" fmla="*/ 4 h 80"/>
                <a:gd name="T40" fmla="*/ 84 w 88"/>
                <a:gd name="T41" fmla="*/ 4 h 80"/>
                <a:gd name="T42" fmla="*/ 4 w 88"/>
                <a:gd name="T43" fmla="*/ 42 h 80"/>
                <a:gd name="T44" fmla="*/ 20 w 88"/>
                <a:gd name="T45" fmla="*/ 24 h 80"/>
                <a:gd name="T46" fmla="*/ 53 w 88"/>
                <a:gd name="T47" fmla="*/ 60 h 80"/>
                <a:gd name="T48" fmla="*/ 55 w 88"/>
                <a:gd name="T49" fmla="*/ 63 h 80"/>
                <a:gd name="T50" fmla="*/ 66 w 88"/>
                <a:gd name="T51" fmla="*/ 76 h 80"/>
                <a:gd name="T52" fmla="*/ 4 w 88"/>
                <a:gd name="T53" fmla="*/ 76 h 80"/>
                <a:gd name="T54" fmla="*/ 4 w 88"/>
                <a:gd name="T55" fmla="*/ 42 h 80"/>
                <a:gd name="T56" fmla="*/ 71 w 88"/>
                <a:gd name="T57" fmla="*/ 76 h 80"/>
                <a:gd name="T58" fmla="*/ 58 w 88"/>
                <a:gd name="T59" fmla="*/ 60 h 80"/>
                <a:gd name="T60" fmla="*/ 68 w 88"/>
                <a:gd name="T61" fmla="*/ 48 h 80"/>
                <a:gd name="T62" fmla="*/ 84 w 88"/>
                <a:gd name="T63" fmla="*/ 65 h 80"/>
                <a:gd name="T64" fmla="*/ 84 w 88"/>
                <a:gd name="T65" fmla="*/ 76 h 80"/>
                <a:gd name="T66" fmla="*/ 71 w 88"/>
                <a:gd name="T67" fmla="*/ 76 h 8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8" h="80">
                  <a:moveTo>
                    <a:pt x="84" y="0"/>
                  </a:moveTo>
                  <a:cubicBezTo>
                    <a:pt x="4" y="0"/>
                    <a:pt x="4" y="0"/>
                    <a:pt x="4" y="0"/>
                  </a:cubicBezTo>
                  <a:cubicBezTo>
                    <a:pt x="2" y="0"/>
                    <a:pt x="0" y="2"/>
                    <a:pt x="0" y="4"/>
                  </a:cubicBezTo>
                  <a:cubicBezTo>
                    <a:pt x="0" y="76"/>
                    <a:pt x="0" y="76"/>
                    <a:pt x="0" y="76"/>
                  </a:cubicBezTo>
                  <a:cubicBezTo>
                    <a:pt x="0" y="78"/>
                    <a:pt x="2" y="80"/>
                    <a:pt x="4" y="80"/>
                  </a:cubicBezTo>
                  <a:cubicBezTo>
                    <a:pt x="84" y="80"/>
                    <a:pt x="84" y="80"/>
                    <a:pt x="84" y="80"/>
                  </a:cubicBezTo>
                  <a:cubicBezTo>
                    <a:pt x="87" y="80"/>
                    <a:pt x="88" y="78"/>
                    <a:pt x="88" y="76"/>
                  </a:cubicBezTo>
                  <a:cubicBezTo>
                    <a:pt x="88" y="4"/>
                    <a:pt x="88" y="4"/>
                    <a:pt x="88" y="4"/>
                  </a:cubicBezTo>
                  <a:cubicBezTo>
                    <a:pt x="88" y="2"/>
                    <a:pt x="87" y="0"/>
                    <a:pt x="84" y="0"/>
                  </a:cubicBezTo>
                  <a:close/>
                  <a:moveTo>
                    <a:pt x="84" y="4"/>
                  </a:moveTo>
                  <a:cubicBezTo>
                    <a:pt x="84" y="59"/>
                    <a:pt x="84" y="59"/>
                    <a:pt x="84" y="59"/>
                  </a:cubicBezTo>
                  <a:cubicBezTo>
                    <a:pt x="71" y="45"/>
                    <a:pt x="71" y="45"/>
                    <a:pt x="71" y="45"/>
                  </a:cubicBezTo>
                  <a:cubicBezTo>
                    <a:pt x="71" y="44"/>
                    <a:pt x="70" y="44"/>
                    <a:pt x="68" y="44"/>
                  </a:cubicBezTo>
                  <a:cubicBezTo>
                    <a:pt x="67" y="44"/>
                    <a:pt x="66" y="44"/>
                    <a:pt x="65" y="45"/>
                  </a:cubicBezTo>
                  <a:cubicBezTo>
                    <a:pt x="55" y="57"/>
                    <a:pt x="55" y="57"/>
                    <a:pt x="55" y="57"/>
                  </a:cubicBezTo>
                  <a:cubicBezTo>
                    <a:pt x="23" y="21"/>
                    <a:pt x="23" y="21"/>
                    <a:pt x="23" y="21"/>
                  </a:cubicBezTo>
                  <a:cubicBezTo>
                    <a:pt x="23" y="20"/>
                    <a:pt x="22" y="20"/>
                    <a:pt x="20" y="20"/>
                  </a:cubicBezTo>
                  <a:cubicBezTo>
                    <a:pt x="19" y="20"/>
                    <a:pt x="18" y="20"/>
                    <a:pt x="17" y="21"/>
                  </a:cubicBezTo>
                  <a:cubicBezTo>
                    <a:pt x="4" y="36"/>
                    <a:pt x="4" y="36"/>
                    <a:pt x="4" y="36"/>
                  </a:cubicBezTo>
                  <a:cubicBezTo>
                    <a:pt x="4" y="4"/>
                    <a:pt x="4" y="4"/>
                    <a:pt x="4" y="4"/>
                  </a:cubicBezTo>
                  <a:lnTo>
                    <a:pt x="84" y="4"/>
                  </a:lnTo>
                  <a:close/>
                  <a:moveTo>
                    <a:pt x="4" y="42"/>
                  </a:moveTo>
                  <a:cubicBezTo>
                    <a:pt x="20" y="24"/>
                    <a:pt x="20" y="24"/>
                    <a:pt x="20" y="24"/>
                  </a:cubicBezTo>
                  <a:cubicBezTo>
                    <a:pt x="53" y="60"/>
                    <a:pt x="53" y="60"/>
                    <a:pt x="53" y="60"/>
                  </a:cubicBezTo>
                  <a:cubicBezTo>
                    <a:pt x="55" y="63"/>
                    <a:pt x="55" y="63"/>
                    <a:pt x="55" y="63"/>
                  </a:cubicBezTo>
                  <a:cubicBezTo>
                    <a:pt x="66" y="76"/>
                    <a:pt x="66" y="76"/>
                    <a:pt x="66" y="76"/>
                  </a:cubicBezTo>
                  <a:cubicBezTo>
                    <a:pt x="4" y="76"/>
                    <a:pt x="4" y="76"/>
                    <a:pt x="4" y="76"/>
                  </a:cubicBezTo>
                  <a:lnTo>
                    <a:pt x="4" y="42"/>
                  </a:lnTo>
                  <a:close/>
                  <a:moveTo>
                    <a:pt x="71" y="76"/>
                  </a:moveTo>
                  <a:cubicBezTo>
                    <a:pt x="58" y="60"/>
                    <a:pt x="58" y="60"/>
                    <a:pt x="58" y="60"/>
                  </a:cubicBezTo>
                  <a:cubicBezTo>
                    <a:pt x="68" y="48"/>
                    <a:pt x="68" y="48"/>
                    <a:pt x="68" y="48"/>
                  </a:cubicBezTo>
                  <a:cubicBezTo>
                    <a:pt x="84" y="65"/>
                    <a:pt x="84" y="65"/>
                    <a:pt x="84" y="65"/>
                  </a:cubicBezTo>
                  <a:cubicBezTo>
                    <a:pt x="84" y="76"/>
                    <a:pt x="84" y="76"/>
                    <a:pt x="84" y="76"/>
                  </a:cubicBezTo>
                  <a:lnTo>
                    <a:pt x="71" y="7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8" name="Freeform: Shape 21"/>
            <p:cNvSpPr/>
            <p:nvPr/>
          </p:nvSpPr>
          <p:spPr bwMode="auto">
            <a:xfrm>
              <a:off x="6388767" y="4293922"/>
              <a:ext cx="57429" cy="57428"/>
            </a:xfrm>
            <a:custGeom>
              <a:gdLst>
                <a:gd name="T0" fmla="*/ 12 w 24"/>
                <a:gd name="T1" fmla="*/ 24 h 24"/>
                <a:gd name="T2" fmla="*/ 24 w 24"/>
                <a:gd name="T3" fmla="*/ 12 h 24"/>
                <a:gd name="T4" fmla="*/ 12 w 24"/>
                <a:gd name="T5" fmla="*/ 0 h 24"/>
                <a:gd name="T6" fmla="*/ 0 w 24"/>
                <a:gd name="T7" fmla="*/ 12 h 24"/>
                <a:gd name="T8" fmla="*/ 12 w 24"/>
                <a:gd name="T9" fmla="*/ 24 h 24"/>
                <a:gd name="T10" fmla="*/ 12 w 24"/>
                <a:gd name="T11" fmla="*/ 4 h 24"/>
                <a:gd name="T12" fmla="*/ 20 w 24"/>
                <a:gd name="T13" fmla="*/ 12 h 24"/>
                <a:gd name="T14" fmla="*/ 12 w 24"/>
                <a:gd name="T15" fmla="*/ 20 h 24"/>
                <a:gd name="T16" fmla="*/ 4 w 24"/>
                <a:gd name="T17" fmla="*/ 12 h 24"/>
                <a:gd name="T18" fmla="*/ 12 w 24"/>
                <a:gd name="T19" fmla="*/ 4 h 2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19" y="24"/>
                    <a:pt x="24" y="19"/>
                    <a:pt x="24" y="12"/>
                  </a:cubicBezTo>
                  <a:cubicBezTo>
                    <a:pt x="24" y="5"/>
                    <a:pt x="19" y="0"/>
                    <a:pt x="12" y="0"/>
                  </a:cubicBezTo>
                  <a:cubicBezTo>
                    <a:pt x="6" y="0"/>
                    <a:pt x="0" y="5"/>
                    <a:pt x="0" y="12"/>
                  </a:cubicBezTo>
                  <a:cubicBezTo>
                    <a:pt x="0" y="19"/>
                    <a:pt x="6" y="24"/>
                    <a:pt x="12" y="24"/>
                  </a:cubicBezTo>
                  <a:close/>
                  <a:moveTo>
                    <a:pt x="12" y="4"/>
                  </a:moveTo>
                  <a:cubicBezTo>
                    <a:pt x="17" y="4"/>
                    <a:pt x="20" y="7"/>
                    <a:pt x="20" y="12"/>
                  </a:cubicBezTo>
                  <a:cubicBezTo>
                    <a:pt x="20" y="16"/>
                    <a:pt x="17" y="20"/>
                    <a:pt x="12" y="20"/>
                  </a:cubicBezTo>
                  <a:cubicBezTo>
                    <a:pt x="8" y="20"/>
                    <a:pt x="4" y="16"/>
                    <a:pt x="4" y="12"/>
                  </a:cubicBezTo>
                  <a:cubicBezTo>
                    <a:pt x="4" y="7"/>
                    <a:pt x="8" y="4"/>
                    <a:pt x="12"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grpSp>
          <p:nvGrpSpPr>
            <p:cNvPr id="26" name="组合 25"/>
            <p:cNvGrpSpPr/>
            <p:nvPr/>
          </p:nvGrpSpPr>
          <p:grpSpPr>
            <a:xfrm>
              <a:off x="6806242" y="3971633"/>
              <a:ext cx="4203776" cy="751734"/>
              <a:chOff x="874712" y="3336038"/>
              <a:chExt cx="4203776" cy="751734"/>
            </a:xfrm>
          </p:grpSpPr>
          <p:sp>
            <p:nvSpPr>
              <p:cNvPr id="27" name="矩形 26">
                <a:extLst>
                  <a:ext uri="{FF2B5EF4-FFF2-40B4-BE49-F238E27FC236}">
                    <a16:creationId xmlns:a16="http://schemas.microsoft.com/office/drawing/2014/main" id="{E3EB1709-6D20-4440-8800-976CC5E9712E}"/>
                  </a:ext>
                </a:extLst>
              </p:cNvPr>
              <p:cNvSpPr/>
              <p:nvPr/>
            </p:nvSpPr>
            <p:spPr>
              <a:xfrm>
                <a:off x="874712" y="3758836"/>
                <a:ext cx="4203776" cy="328936"/>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a:solidFill>
                      <a:schemeClr val="tx1">
                        <a:lumMod val="75000"/>
                        <a:lumOff val="25000"/>
                      </a:schemeClr>
                    </a:solidFill>
                    <a:cs typeface="+mn-ea"/>
                    <a:sym typeface="+mn-lt"/>
                  </a:rPr>
                  <a:t>输入替换内容编辑文字输入替换编辑文字</a:t>
                </a:r>
              </a:p>
            </p:txBody>
          </p:sp>
          <p:sp>
            <p:nvSpPr>
              <p:cNvPr id="28" name="矩形 27">
                <a:extLst>
                  <a:ext uri="{FF2B5EF4-FFF2-40B4-BE49-F238E27FC236}">
                    <a16:creationId xmlns:a16="http://schemas.microsoft.com/office/drawing/2014/main" id="{CBCE2F27-1948-4AAF-B7D2-B7B4F23C2784}"/>
                  </a:ext>
                </a:extLst>
              </p:cNvPr>
              <p:cNvSpPr/>
              <p:nvPr/>
            </p:nvSpPr>
            <p:spPr>
              <a:xfrm>
                <a:off x="874712" y="3336038"/>
                <a:ext cx="2241974" cy="523220"/>
              </a:xfrm>
              <a:prstGeom prst="rect">
                <a:avLst/>
              </a:prstGeom>
            </p:spPr>
            <p:txBody>
              <a:bodyPr wrap="square">
                <a:spAutoFit/>
                <a:scene3d>
                  <a:camera prst="orthographicFront"/>
                  <a:lightRig rig="threePt" dir="t"/>
                </a:scene3d>
                <a:sp3d contourW="12700"/>
              </a:bodyPr>
              <a:lstStyle/>
              <a:p>
                <a:pPr eaLnBrk="0" hangingPunct="0">
                  <a:defRPr/>
                </a:pPr>
                <a:r>
                  <a:rPr lang="zh-CN" altLang="en-US" sz="2800">
                    <a:cs typeface="+mn-ea"/>
                    <a:sym typeface="+mn-lt"/>
                  </a:rPr>
                  <a:t>添加标题</a:t>
                </a:r>
                <a:endParaRPr lang="en-US" altLang="zh-CN" sz="2800">
                  <a:cs typeface="+mn-ea"/>
                  <a:sym typeface="+mn-lt"/>
                </a:endParaRPr>
              </a:p>
            </p:txBody>
          </p:sp>
        </p:grpSp>
      </p:grpSp>
      <p:grpSp>
        <p:nvGrpSpPr>
          <p:cNvPr id="6" name="组合 5"/>
          <p:cNvGrpSpPr/>
          <p:nvPr/>
        </p:nvGrpSpPr>
        <p:grpSpPr>
          <a:xfrm>
            <a:off x="6096000" y="4911352"/>
            <a:ext cx="4914018" cy="751735"/>
            <a:chOff x="6096000" y="5119696"/>
            <a:chExt cx="4914018" cy="751735"/>
          </a:xfrm>
        </p:grpSpPr>
        <p:sp>
          <p:nvSpPr>
            <p:cNvPr id="7" name="Oval 7"/>
            <p:cNvSpPr/>
            <p:nvPr/>
          </p:nvSpPr>
          <p:spPr>
            <a:xfrm>
              <a:off x="6096000" y="5199979"/>
              <a:ext cx="579183" cy="579183"/>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cs typeface="+mn-ea"/>
                <a:sym typeface="+mn-lt"/>
              </a:endParaRPr>
            </a:p>
          </p:txBody>
        </p:sp>
        <p:sp>
          <p:nvSpPr>
            <p:cNvPr id="8" name="Freeform: Shape 9"/>
            <p:cNvSpPr/>
            <p:nvPr/>
          </p:nvSpPr>
          <p:spPr bwMode="auto">
            <a:xfrm>
              <a:off x="6272902" y="5423872"/>
              <a:ext cx="197474" cy="153143"/>
            </a:xfrm>
            <a:custGeom>
              <a:gdLst>
                <a:gd name="T0" fmla="*/ 74 w 83"/>
                <a:gd name="T1" fmla="*/ 3 h 64"/>
                <a:gd name="T2" fmla="*/ 41 w 83"/>
                <a:gd name="T3" fmla="*/ 0 h 64"/>
                <a:gd name="T4" fmla="*/ 8 w 83"/>
                <a:gd name="T5" fmla="*/ 3 h 64"/>
                <a:gd name="T6" fmla="*/ 5 w 83"/>
                <a:gd name="T7" fmla="*/ 6 h 64"/>
                <a:gd name="T8" fmla="*/ 5 w 83"/>
                <a:gd name="T9" fmla="*/ 58 h 64"/>
                <a:gd name="T10" fmla="*/ 8 w 83"/>
                <a:gd name="T11" fmla="*/ 61 h 64"/>
                <a:gd name="T12" fmla="*/ 41 w 83"/>
                <a:gd name="T13" fmla="*/ 64 h 64"/>
                <a:gd name="T14" fmla="*/ 74 w 83"/>
                <a:gd name="T15" fmla="*/ 61 h 64"/>
                <a:gd name="T16" fmla="*/ 77 w 83"/>
                <a:gd name="T17" fmla="*/ 58 h 64"/>
                <a:gd name="T18" fmla="*/ 77 w 83"/>
                <a:gd name="T19" fmla="*/ 6 h 64"/>
                <a:gd name="T20" fmla="*/ 74 w 83"/>
                <a:gd name="T21" fmla="*/ 3 h 64"/>
                <a:gd name="T22" fmla="*/ 73 w 83"/>
                <a:gd name="T23" fmla="*/ 57 h 64"/>
                <a:gd name="T24" fmla="*/ 9 w 83"/>
                <a:gd name="T25" fmla="*/ 57 h 64"/>
                <a:gd name="T26" fmla="*/ 9 w 83"/>
                <a:gd name="T27" fmla="*/ 7 h 64"/>
                <a:gd name="T28" fmla="*/ 73 w 83"/>
                <a:gd name="T29" fmla="*/ 7 h 64"/>
                <a:gd name="T30" fmla="*/ 73 w 83"/>
                <a:gd name="T31" fmla="*/ 57 h 6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3" h="64">
                  <a:moveTo>
                    <a:pt x="74" y="3"/>
                  </a:moveTo>
                  <a:cubicBezTo>
                    <a:pt x="63" y="1"/>
                    <a:pt x="52" y="0"/>
                    <a:pt x="41" y="0"/>
                  </a:cubicBezTo>
                  <a:cubicBezTo>
                    <a:pt x="30" y="0"/>
                    <a:pt x="19" y="1"/>
                    <a:pt x="8" y="3"/>
                  </a:cubicBezTo>
                  <a:cubicBezTo>
                    <a:pt x="7" y="3"/>
                    <a:pt x="6" y="4"/>
                    <a:pt x="5" y="6"/>
                  </a:cubicBezTo>
                  <a:cubicBezTo>
                    <a:pt x="0" y="23"/>
                    <a:pt x="0" y="41"/>
                    <a:pt x="5" y="58"/>
                  </a:cubicBezTo>
                  <a:cubicBezTo>
                    <a:pt x="6" y="60"/>
                    <a:pt x="7" y="61"/>
                    <a:pt x="8" y="61"/>
                  </a:cubicBezTo>
                  <a:cubicBezTo>
                    <a:pt x="19" y="63"/>
                    <a:pt x="30" y="64"/>
                    <a:pt x="41" y="64"/>
                  </a:cubicBezTo>
                  <a:cubicBezTo>
                    <a:pt x="52" y="64"/>
                    <a:pt x="63" y="63"/>
                    <a:pt x="74" y="61"/>
                  </a:cubicBezTo>
                  <a:cubicBezTo>
                    <a:pt x="75" y="61"/>
                    <a:pt x="76" y="60"/>
                    <a:pt x="77" y="58"/>
                  </a:cubicBezTo>
                  <a:cubicBezTo>
                    <a:pt x="83" y="41"/>
                    <a:pt x="83" y="23"/>
                    <a:pt x="77" y="6"/>
                  </a:cubicBezTo>
                  <a:cubicBezTo>
                    <a:pt x="76" y="4"/>
                    <a:pt x="75" y="3"/>
                    <a:pt x="74" y="3"/>
                  </a:cubicBezTo>
                  <a:close/>
                  <a:moveTo>
                    <a:pt x="73" y="57"/>
                  </a:moveTo>
                  <a:cubicBezTo>
                    <a:pt x="52" y="61"/>
                    <a:pt x="31" y="61"/>
                    <a:pt x="9" y="57"/>
                  </a:cubicBezTo>
                  <a:cubicBezTo>
                    <a:pt x="4" y="40"/>
                    <a:pt x="4" y="24"/>
                    <a:pt x="9" y="7"/>
                  </a:cubicBezTo>
                  <a:cubicBezTo>
                    <a:pt x="31" y="2"/>
                    <a:pt x="52" y="2"/>
                    <a:pt x="73" y="7"/>
                  </a:cubicBezTo>
                  <a:cubicBezTo>
                    <a:pt x="79" y="24"/>
                    <a:pt x="79" y="40"/>
                    <a:pt x="73" y="5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 name="Freeform: Shape 10"/>
            <p:cNvSpPr/>
            <p:nvPr/>
          </p:nvSpPr>
          <p:spPr bwMode="auto">
            <a:xfrm>
              <a:off x="6234616" y="5385586"/>
              <a:ext cx="312332" cy="238782"/>
            </a:xfrm>
            <a:custGeom>
              <a:gdLst>
                <a:gd name="T0" fmla="*/ 125 w 131"/>
                <a:gd name="T1" fmla="*/ 10 h 100"/>
                <a:gd name="T2" fmla="*/ 118 w 131"/>
                <a:gd name="T3" fmla="*/ 4 h 100"/>
                <a:gd name="T4" fmla="*/ 65 w 131"/>
                <a:gd name="T5" fmla="*/ 0 h 100"/>
                <a:gd name="T6" fmla="*/ 13 w 131"/>
                <a:gd name="T7" fmla="*/ 4 h 100"/>
                <a:gd name="T8" fmla="*/ 6 w 131"/>
                <a:gd name="T9" fmla="*/ 10 h 100"/>
                <a:gd name="T10" fmla="*/ 6 w 131"/>
                <a:gd name="T11" fmla="*/ 87 h 100"/>
                <a:gd name="T12" fmla="*/ 13 w 131"/>
                <a:gd name="T13" fmla="*/ 93 h 100"/>
                <a:gd name="T14" fmla="*/ 38 w 131"/>
                <a:gd name="T15" fmla="*/ 96 h 100"/>
                <a:gd name="T16" fmla="*/ 37 w 131"/>
                <a:gd name="T17" fmla="*/ 96 h 100"/>
                <a:gd name="T18" fmla="*/ 65 w 131"/>
                <a:gd name="T19" fmla="*/ 100 h 100"/>
                <a:gd name="T20" fmla="*/ 93 w 131"/>
                <a:gd name="T21" fmla="*/ 96 h 100"/>
                <a:gd name="T22" fmla="*/ 92 w 131"/>
                <a:gd name="T23" fmla="*/ 96 h 100"/>
                <a:gd name="T24" fmla="*/ 118 w 131"/>
                <a:gd name="T25" fmla="*/ 93 h 100"/>
                <a:gd name="T26" fmla="*/ 125 w 131"/>
                <a:gd name="T27" fmla="*/ 87 h 100"/>
                <a:gd name="T28" fmla="*/ 125 w 131"/>
                <a:gd name="T29" fmla="*/ 10 h 100"/>
                <a:gd name="T30" fmla="*/ 117 w 131"/>
                <a:gd name="T31" fmla="*/ 85 h 100"/>
                <a:gd name="T32" fmla="*/ 14 w 131"/>
                <a:gd name="T33" fmla="*/ 85 h 100"/>
                <a:gd name="T34" fmla="*/ 14 w 131"/>
                <a:gd name="T35" fmla="*/ 12 h 100"/>
                <a:gd name="T36" fmla="*/ 117 w 131"/>
                <a:gd name="T37" fmla="*/ 12 h 100"/>
                <a:gd name="T38" fmla="*/ 117 w 131"/>
                <a:gd name="T39" fmla="*/ 85 h 10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1" h="100">
                  <a:moveTo>
                    <a:pt x="125" y="10"/>
                  </a:moveTo>
                  <a:cubicBezTo>
                    <a:pt x="124" y="6"/>
                    <a:pt x="121" y="4"/>
                    <a:pt x="118" y="4"/>
                  </a:cubicBezTo>
                  <a:cubicBezTo>
                    <a:pt x="100" y="1"/>
                    <a:pt x="83" y="0"/>
                    <a:pt x="65" y="0"/>
                  </a:cubicBezTo>
                  <a:cubicBezTo>
                    <a:pt x="48" y="0"/>
                    <a:pt x="30" y="1"/>
                    <a:pt x="13" y="4"/>
                  </a:cubicBezTo>
                  <a:cubicBezTo>
                    <a:pt x="9" y="4"/>
                    <a:pt x="7" y="6"/>
                    <a:pt x="6" y="10"/>
                  </a:cubicBezTo>
                  <a:cubicBezTo>
                    <a:pt x="0" y="35"/>
                    <a:pt x="0" y="61"/>
                    <a:pt x="6" y="87"/>
                  </a:cubicBezTo>
                  <a:cubicBezTo>
                    <a:pt x="7" y="90"/>
                    <a:pt x="9" y="93"/>
                    <a:pt x="13" y="93"/>
                  </a:cubicBezTo>
                  <a:cubicBezTo>
                    <a:pt x="21" y="94"/>
                    <a:pt x="29" y="95"/>
                    <a:pt x="38" y="96"/>
                  </a:cubicBezTo>
                  <a:cubicBezTo>
                    <a:pt x="37" y="96"/>
                    <a:pt x="37" y="96"/>
                    <a:pt x="37" y="96"/>
                  </a:cubicBezTo>
                  <a:cubicBezTo>
                    <a:pt x="37" y="99"/>
                    <a:pt x="50" y="100"/>
                    <a:pt x="65" y="100"/>
                  </a:cubicBezTo>
                  <a:cubicBezTo>
                    <a:pt x="81" y="100"/>
                    <a:pt x="93" y="99"/>
                    <a:pt x="93" y="96"/>
                  </a:cubicBezTo>
                  <a:cubicBezTo>
                    <a:pt x="93" y="96"/>
                    <a:pt x="93" y="96"/>
                    <a:pt x="92" y="96"/>
                  </a:cubicBezTo>
                  <a:cubicBezTo>
                    <a:pt x="101" y="95"/>
                    <a:pt x="109" y="94"/>
                    <a:pt x="118" y="93"/>
                  </a:cubicBezTo>
                  <a:cubicBezTo>
                    <a:pt x="121" y="93"/>
                    <a:pt x="124" y="90"/>
                    <a:pt x="125" y="87"/>
                  </a:cubicBezTo>
                  <a:cubicBezTo>
                    <a:pt x="131" y="61"/>
                    <a:pt x="131" y="35"/>
                    <a:pt x="125" y="10"/>
                  </a:cubicBezTo>
                  <a:close/>
                  <a:moveTo>
                    <a:pt x="117" y="85"/>
                  </a:moveTo>
                  <a:cubicBezTo>
                    <a:pt x="82" y="89"/>
                    <a:pt x="48" y="89"/>
                    <a:pt x="14" y="85"/>
                  </a:cubicBezTo>
                  <a:cubicBezTo>
                    <a:pt x="8" y="61"/>
                    <a:pt x="8" y="36"/>
                    <a:pt x="14" y="12"/>
                  </a:cubicBezTo>
                  <a:cubicBezTo>
                    <a:pt x="48" y="7"/>
                    <a:pt x="82" y="7"/>
                    <a:pt x="117" y="12"/>
                  </a:cubicBezTo>
                  <a:cubicBezTo>
                    <a:pt x="123" y="36"/>
                    <a:pt x="123" y="61"/>
                    <a:pt x="117" y="8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 name="Freeform: Shape 11"/>
            <p:cNvSpPr/>
            <p:nvPr/>
          </p:nvSpPr>
          <p:spPr bwMode="auto">
            <a:xfrm>
              <a:off x="6475414" y="5432940"/>
              <a:ext cx="28211" cy="29218"/>
            </a:xfrm>
            <a:custGeom>
              <a:gdLst>
                <a:gd name="T0" fmla="*/ 6 w 12"/>
                <a:gd name="T1" fmla="*/ 12 h 12"/>
                <a:gd name="T2" fmla="*/ 12 w 12"/>
                <a:gd name="T3" fmla="*/ 6 h 12"/>
                <a:gd name="T4" fmla="*/ 6 w 12"/>
                <a:gd name="T5" fmla="*/ 0 h 12"/>
                <a:gd name="T6" fmla="*/ 0 w 12"/>
                <a:gd name="T7" fmla="*/ 6 h 12"/>
                <a:gd name="T8" fmla="*/ 6 w 12"/>
                <a:gd name="T9" fmla="*/ 12 h 12"/>
                <a:gd name="T10" fmla="*/ 6 w 12"/>
                <a:gd name="T11" fmla="*/ 4 h 12"/>
                <a:gd name="T12" fmla="*/ 8 w 12"/>
                <a:gd name="T13" fmla="*/ 6 h 12"/>
                <a:gd name="T14" fmla="*/ 6 w 12"/>
                <a:gd name="T15" fmla="*/ 8 h 12"/>
                <a:gd name="T16" fmla="*/ 4 w 12"/>
                <a:gd name="T17" fmla="*/ 6 h 12"/>
                <a:gd name="T18" fmla="*/ 6 w 12"/>
                <a:gd name="T19" fmla="*/ 4 h 12"/>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2">
                  <a:moveTo>
                    <a:pt x="6" y="12"/>
                  </a:moveTo>
                  <a:cubicBezTo>
                    <a:pt x="9" y="12"/>
                    <a:pt x="12" y="10"/>
                    <a:pt x="12" y="6"/>
                  </a:cubicBezTo>
                  <a:cubicBezTo>
                    <a:pt x="12" y="3"/>
                    <a:pt x="9" y="0"/>
                    <a:pt x="6" y="0"/>
                  </a:cubicBezTo>
                  <a:cubicBezTo>
                    <a:pt x="3" y="0"/>
                    <a:pt x="0" y="3"/>
                    <a:pt x="0" y="6"/>
                  </a:cubicBezTo>
                  <a:cubicBezTo>
                    <a:pt x="0" y="10"/>
                    <a:pt x="3" y="12"/>
                    <a:pt x="6" y="12"/>
                  </a:cubicBezTo>
                  <a:close/>
                  <a:moveTo>
                    <a:pt x="6" y="4"/>
                  </a:moveTo>
                  <a:cubicBezTo>
                    <a:pt x="7" y="4"/>
                    <a:pt x="8" y="5"/>
                    <a:pt x="8" y="6"/>
                  </a:cubicBezTo>
                  <a:cubicBezTo>
                    <a:pt x="8" y="8"/>
                    <a:pt x="7" y="8"/>
                    <a:pt x="6" y="8"/>
                  </a:cubicBezTo>
                  <a:cubicBezTo>
                    <a:pt x="5" y="8"/>
                    <a:pt x="4" y="8"/>
                    <a:pt x="4" y="6"/>
                  </a:cubicBezTo>
                  <a:cubicBezTo>
                    <a:pt x="4" y="5"/>
                    <a:pt x="5" y="4"/>
                    <a:pt x="6"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 name="Freeform: Shape 12"/>
            <p:cNvSpPr/>
            <p:nvPr/>
          </p:nvSpPr>
          <p:spPr bwMode="auto">
            <a:xfrm>
              <a:off x="6465338" y="5557872"/>
              <a:ext cx="38286" cy="9067"/>
            </a:xfrm>
            <a:custGeom>
              <a:gdLst>
                <a:gd name="T0" fmla="*/ 14 w 16"/>
                <a:gd name="T1" fmla="*/ 0 h 4"/>
                <a:gd name="T2" fmla="*/ 2 w 16"/>
                <a:gd name="T3" fmla="*/ 0 h 4"/>
                <a:gd name="T4" fmla="*/ 0 w 16"/>
                <a:gd name="T5" fmla="*/ 2 h 4"/>
                <a:gd name="T6" fmla="*/ 2 w 16"/>
                <a:gd name="T7" fmla="*/ 4 h 4"/>
                <a:gd name="T8" fmla="*/ 14 w 16"/>
                <a:gd name="T9" fmla="*/ 4 h 4"/>
                <a:gd name="T10" fmla="*/ 16 w 16"/>
                <a:gd name="T11" fmla="*/ 2 h 4"/>
                <a:gd name="T12" fmla="*/ 14 w 16"/>
                <a:gd name="T13" fmla="*/ 0 h 4"/>
              </a:gdLst>
              <a:cxnLst>
                <a:cxn ang="0">
                  <a:pos x="T0" y="T1"/>
                </a:cxn>
                <a:cxn ang="0">
                  <a:pos x="T2" y="T3"/>
                </a:cxn>
                <a:cxn ang="0">
                  <a:pos x="T4" y="T5"/>
                </a:cxn>
                <a:cxn ang="0">
                  <a:pos x="T6" y="T7"/>
                </a:cxn>
                <a:cxn ang="0">
                  <a:pos x="T8" y="T9"/>
                </a:cxn>
                <a:cxn ang="0">
                  <a:pos x="T10" y="T11"/>
                </a:cxn>
                <a:cxn ang="0">
                  <a:pos x="T12" y="T13"/>
                </a:cxn>
              </a:cxnLst>
              <a:rect l="0" t="0" r="r" b="b"/>
              <a:pathLst>
                <a:path w="16" h="4">
                  <a:moveTo>
                    <a:pt x="14" y="0"/>
                  </a:moveTo>
                  <a:cubicBezTo>
                    <a:pt x="2" y="0"/>
                    <a:pt x="2" y="0"/>
                    <a:pt x="2" y="0"/>
                  </a:cubicBezTo>
                  <a:cubicBezTo>
                    <a:pt x="1" y="0"/>
                    <a:pt x="0" y="1"/>
                    <a:pt x="0" y="2"/>
                  </a:cubicBezTo>
                  <a:cubicBezTo>
                    <a:pt x="0" y="4"/>
                    <a:pt x="1" y="4"/>
                    <a:pt x="2" y="4"/>
                  </a:cubicBezTo>
                  <a:cubicBezTo>
                    <a:pt x="14" y="4"/>
                    <a:pt x="14" y="4"/>
                    <a:pt x="14" y="4"/>
                  </a:cubicBezTo>
                  <a:cubicBezTo>
                    <a:pt x="15" y="4"/>
                    <a:pt x="16" y="4"/>
                    <a:pt x="16" y="2"/>
                  </a:cubicBezTo>
                  <a:cubicBezTo>
                    <a:pt x="16" y="1"/>
                    <a:pt x="15" y="0"/>
                    <a:pt x="1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 name="Freeform: Shape 13"/>
            <p:cNvSpPr/>
            <p:nvPr/>
          </p:nvSpPr>
          <p:spPr bwMode="auto">
            <a:xfrm>
              <a:off x="6475414" y="5528654"/>
              <a:ext cx="38286" cy="10075"/>
            </a:xfrm>
            <a:custGeom>
              <a:gdLst>
                <a:gd name="T0" fmla="*/ 14 w 16"/>
                <a:gd name="T1" fmla="*/ 0 h 4"/>
                <a:gd name="T2" fmla="*/ 2 w 16"/>
                <a:gd name="T3" fmla="*/ 0 h 4"/>
                <a:gd name="T4" fmla="*/ 0 w 16"/>
                <a:gd name="T5" fmla="*/ 2 h 4"/>
                <a:gd name="T6" fmla="*/ 2 w 16"/>
                <a:gd name="T7" fmla="*/ 4 h 4"/>
                <a:gd name="T8" fmla="*/ 14 w 16"/>
                <a:gd name="T9" fmla="*/ 4 h 4"/>
                <a:gd name="T10" fmla="*/ 16 w 16"/>
                <a:gd name="T11" fmla="*/ 2 h 4"/>
                <a:gd name="T12" fmla="*/ 14 w 16"/>
                <a:gd name="T13" fmla="*/ 0 h 4"/>
              </a:gdLst>
              <a:cxnLst>
                <a:cxn ang="0">
                  <a:pos x="T0" y="T1"/>
                </a:cxn>
                <a:cxn ang="0">
                  <a:pos x="T2" y="T3"/>
                </a:cxn>
                <a:cxn ang="0">
                  <a:pos x="T4" y="T5"/>
                </a:cxn>
                <a:cxn ang="0">
                  <a:pos x="T6" y="T7"/>
                </a:cxn>
                <a:cxn ang="0">
                  <a:pos x="T8" y="T9"/>
                </a:cxn>
                <a:cxn ang="0">
                  <a:pos x="T10" y="T11"/>
                </a:cxn>
                <a:cxn ang="0">
                  <a:pos x="T12" y="T13"/>
                </a:cxn>
              </a:cxnLst>
              <a:rect l="0" t="0" r="r" b="b"/>
              <a:pathLst>
                <a:path w="16" h="4">
                  <a:moveTo>
                    <a:pt x="14" y="0"/>
                  </a:moveTo>
                  <a:cubicBezTo>
                    <a:pt x="2" y="0"/>
                    <a:pt x="2" y="0"/>
                    <a:pt x="2" y="0"/>
                  </a:cubicBezTo>
                  <a:cubicBezTo>
                    <a:pt x="1" y="0"/>
                    <a:pt x="0" y="1"/>
                    <a:pt x="0" y="2"/>
                  </a:cubicBezTo>
                  <a:cubicBezTo>
                    <a:pt x="0" y="4"/>
                    <a:pt x="1" y="4"/>
                    <a:pt x="2" y="4"/>
                  </a:cubicBezTo>
                  <a:cubicBezTo>
                    <a:pt x="14" y="4"/>
                    <a:pt x="14" y="4"/>
                    <a:pt x="14" y="4"/>
                  </a:cubicBezTo>
                  <a:cubicBezTo>
                    <a:pt x="15" y="4"/>
                    <a:pt x="16" y="4"/>
                    <a:pt x="16" y="2"/>
                  </a:cubicBezTo>
                  <a:cubicBezTo>
                    <a:pt x="16" y="1"/>
                    <a:pt x="15" y="0"/>
                    <a:pt x="1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 name="Freeform: Shape 14"/>
            <p:cNvSpPr/>
            <p:nvPr/>
          </p:nvSpPr>
          <p:spPr bwMode="auto">
            <a:xfrm>
              <a:off x="6475414" y="5500443"/>
              <a:ext cx="38286" cy="9067"/>
            </a:xfrm>
            <a:custGeom>
              <a:gdLst>
                <a:gd name="T0" fmla="*/ 14 w 16"/>
                <a:gd name="T1" fmla="*/ 0 h 4"/>
                <a:gd name="T2" fmla="*/ 2 w 16"/>
                <a:gd name="T3" fmla="*/ 0 h 4"/>
                <a:gd name="T4" fmla="*/ 0 w 16"/>
                <a:gd name="T5" fmla="*/ 2 h 4"/>
                <a:gd name="T6" fmla="*/ 2 w 16"/>
                <a:gd name="T7" fmla="*/ 4 h 4"/>
                <a:gd name="T8" fmla="*/ 14 w 16"/>
                <a:gd name="T9" fmla="*/ 4 h 4"/>
                <a:gd name="T10" fmla="*/ 16 w 16"/>
                <a:gd name="T11" fmla="*/ 2 h 4"/>
                <a:gd name="T12" fmla="*/ 14 w 16"/>
                <a:gd name="T13" fmla="*/ 0 h 4"/>
              </a:gdLst>
              <a:cxnLst>
                <a:cxn ang="0">
                  <a:pos x="T0" y="T1"/>
                </a:cxn>
                <a:cxn ang="0">
                  <a:pos x="T2" y="T3"/>
                </a:cxn>
                <a:cxn ang="0">
                  <a:pos x="T4" y="T5"/>
                </a:cxn>
                <a:cxn ang="0">
                  <a:pos x="T6" y="T7"/>
                </a:cxn>
                <a:cxn ang="0">
                  <a:pos x="T8" y="T9"/>
                </a:cxn>
                <a:cxn ang="0">
                  <a:pos x="T10" y="T11"/>
                </a:cxn>
                <a:cxn ang="0">
                  <a:pos x="T12" y="T13"/>
                </a:cxn>
              </a:cxnLst>
              <a:rect l="0" t="0" r="r" b="b"/>
              <a:pathLst>
                <a:path w="16" h="4">
                  <a:moveTo>
                    <a:pt x="14" y="0"/>
                  </a:moveTo>
                  <a:cubicBezTo>
                    <a:pt x="2" y="0"/>
                    <a:pt x="2" y="0"/>
                    <a:pt x="2" y="0"/>
                  </a:cubicBezTo>
                  <a:cubicBezTo>
                    <a:pt x="1" y="0"/>
                    <a:pt x="0" y="1"/>
                    <a:pt x="0" y="2"/>
                  </a:cubicBezTo>
                  <a:cubicBezTo>
                    <a:pt x="0" y="4"/>
                    <a:pt x="1" y="4"/>
                    <a:pt x="2" y="4"/>
                  </a:cubicBezTo>
                  <a:cubicBezTo>
                    <a:pt x="14" y="4"/>
                    <a:pt x="14" y="4"/>
                    <a:pt x="14" y="4"/>
                  </a:cubicBezTo>
                  <a:cubicBezTo>
                    <a:pt x="15" y="4"/>
                    <a:pt x="16" y="4"/>
                    <a:pt x="16" y="2"/>
                  </a:cubicBezTo>
                  <a:cubicBezTo>
                    <a:pt x="16" y="1"/>
                    <a:pt x="15" y="0"/>
                    <a:pt x="1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 name="Freeform: Shape 15"/>
            <p:cNvSpPr/>
            <p:nvPr/>
          </p:nvSpPr>
          <p:spPr bwMode="auto">
            <a:xfrm>
              <a:off x="6313203" y="5462158"/>
              <a:ext cx="57429" cy="38286"/>
            </a:xfrm>
            <a:custGeom>
              <a:gdLst>
                <a:gd name="T0" fmla="*/ 22 w 24"/>
                <a:gd name="T1" fmla="*/ 0 h 16"/>
                <a:gd name="T2" fmla="*/ 4 w 24"/>
                <a:gd name="T3" fmla="*/ 1 h 16"/>
                <a:gd name="T4" fmla="*/ 1 w 24"/>
                <a:gd name="T5" fmla="*/ 3 h 16"/>
                <a:gd name="T6" fmla="*/ 0 w 24"/>
                <a:gd name="T7" fmla="*/ 14 h 16"/>
                <a:gd name="T8" fmla="*/ 2 w 24"/>
                <a:gd name="T9" fmla="*/ 16 h 16"/>
                <a:gd name="T10" fmla="*/ 4 w 24"/>
                <a:gd name="T11" fmla="*/ 14 h 16"/>
                <a:gd name="T12" fmla="*/ 5 w 24"/>
                <a:gd name="T13" fmla="*/ 7 h 16"/>
                <a:gd name="T14" fmla="*/ 7 w 24"/>
                <a:gd name="T15" fmla="*/ 5 h 16"/>
                <a:gd name="T16" fmla="*/ 22 w 24"/>
                <a:gd name="T17" fmla="*/ 4 h 16"/>
                <a:gd name="T18" fmla="*/ 24 w 24"/>
                <a:gd name="T19" fmla="*/ 2 h 16"/>
                <a:gd name="T20" fmla="*/ 22 w 24"/>
                <a:gd name="T21" fmla="*/ 0 h 16"/>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16">
                  <a:moveTo>
                    <a:pt x="22" y="0"/>
                  </a:moveTo>
                  <a:cubicBezTo>
                    <a:pt x="4" y="1"/>
                    <a:pt x="4" y="1"/>
                    <a:pt x="4" y="1"/>
                  </a:cubicBezTo>
                  <a:cubicBezTo>
                    <a:pt x="3" y="1"/>
                    <a:pt x="2" y="2"/>
                    <a:pt x="1" y="3"/>
                  </a:cubicBezTo>
                  <a:cubicBezTo>
                    <a:pt x="0" y="14"/>
                    <a:pt x="0" y="14"/>
                    <a:pt x="0" y="14"/>
                  </a:cubicBezTo>
                  <a:cubicBezTo>
                    <a:pt x="0" y="16"/>
                    <a:pt x="1" y="16"/>
                    <a:pt x="2" y="16"/>
                  </a:cubicBezTo>
                  <a:cubicBezTo>
                    <a:pt x="3" y="16"/>
                    <a:pt x="4" y="16"/>
                    <a:pt x="4" y="14"/>
                  </a:cubicBezTo>
                  <a:cubicBezTo>
                    <a:pt x="5" y="7"/>
                    <a:pt x="5" y="7"/>
                    <a:pt x="5" y="7"/>
                  </a:cubicBezTo>
                  <a:cubicBezTo>
                    <a:pt x="5" y="6"/>
                    <a:pt x="6" y="5"/>
                    <a:pt x="7" y="5"/>
                  </a:cubicBezTo>
                  <a:cubicBezTo>
                    <a:pt x="22" y="4"/>
                    <a:pt x="22" y="4"/>
                    <a:pt x="22" y="4"/>
                  </a:cubicBezTo>
                  <a:cubicBezTo>
                    <a:pt x="23" y="4"/>
                    <a:pt x="24" y="3"/>
                    <a:pt x="24" y="2"/>
                  </a:cubicBezTo>
                  <a:cubicBezTo>
                    <a:pt x="24" y="0"/>
                    <a:pt x="23" y="0"/>
                    <a:pt x="22"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grpSp>
          <p:nvGrpSpPr>
            <p:cNvPr id="29" name="组合 28"/>
            <p:cNvGrpSpPr/>
            <p:nvPr/>
          </p:nvGrpSpPr>
          <p:grpSpPr>
            <a:xfrm>
              <a:off x="6806242" y="5119696"/>
              <a:ext cx="4203776" cy="751735"/>
              <a:chOff x="874712" y="3359188"/>
              <a:chExt cx="4203776" cy="751735"/>
            </a:xfrm>
          </p:grpSpPr>
          <p:sp>
            <p:nvSpPr>
              <p:cNvPr id="31" name="矩形 30">
                <a:extLst>
                  <a:ext uri="{FF2B5EF4-FFF2-40B4-BE49-F238E27FC236}">
                    <a16:creationId xmlns:a16="http://schemas.microsoft.com/office/drawing/2014/main" id="{E3EB1709-6D20-4440-8800-976CC5E9712E}"/>
                  </a:ext>
                </a:extLst>
              </p:cNvPr>
              <p:cNvSpPr/>
              <p:nvPr/>
            </p:nvSpPr>
            <p:spPr>
              <a:xfrm>
                <a:off x="874712" y="3781987"/>
                <a:ext cx="4203776" cy="328936"/>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a:solidFill>
                      <a:schemeClr val="tx1">
                        <a:lumMod val="75000"/>
                        <a:lumOff val="25000"/>
                      </a:schemeClr>
                    </a:solidFill>
                    <a:cs typeface="+mn-ea"/>
                    <a:sym typeface="+mn-lt"/>
                  </a:rPr>
                  <a:t>输入替换内容编辑文字输入替换编辑文字</a:t>
                </a:r>
              </a:p>
            </p:txBody>
          </p:sp>
          <p:sp>
            <p:nvSpPr>
              <p:cNvPr id="32" name="矩形 31">
                <a:extLst>
                  <a:ext uri="{FF2B5EF4-FFF2-40B4-BE49-F238E27FC236}">
                    <a16:creationId xmlns:a16="http://schemas.microsoft.com/office/drawing/2014/main" id="{CBCE2F27-1948-4AAF-B7D2-B7B4F23C2784}"/>
                  </a:ext>
                </a:extLst>
              </p:cNvPr>
              <p:cNvSpPr/>
              <p:nvPr/>
            </p:nvSpPr>
            <p:spPr>
              <a:xfrm>
                <a:off x="874712" y="3359188"/>
                <a:ext cx="2241974" cy="523220"/>
              </a:xfrm>
              <a:prstGeom prst="rect">
                <a:avLst/>
              </a:prstGeom>
            </p:spPr>
            <p:txBody>
              <a:bodyPr wrap="square">
                <a:spAutoFit/>
                <a:scene3d>
                  <a:camera prst="orthographicFront"/>
                  <a:lightRig rig="threePt" dir="t"/>
                </a:scene3d>
                <a:sp3d contourW="12700"/>
              </a:bodyPr>
              <a:lstStyle/>
              <a:p>
                <a:pPr eaLnBrk="0" hangingPunct="0">
                  <a:defRPr/>
                </a:pPr>
                <a:r>
                  <a:rPr lang="zh-CN" altLang="en-US" sz="2800">
                    <a:cs typeface="+mn-ea"/>
                    <a:sym typeface="+mn-lt"/>
                  </a:rPr>
                  <a:t>添加标题</a:t>
                </a:r>
                <a:endParaRPr lang="en-US" altLang="zh-CN" sz="2800">
                  <a:cs typeface="+mn-ea"/>
                  <a:sym typeface="+mn-lt"/>
                </a:endParaRPr>
              </a:p>
            </p:txBody>
          </p:sp>
        </p:grpSp>
      </p:grpSp>
      <p:grpSp>
        <p:nvGrpSpPr>
          <p:cNvPr id="2" name="组合 1"/>
          <p:cNvGrpSpPr/>
          <p:nvPr/>
        </p:nvGrpSpPr>
        <p:grpSpPr>
          <a:xfrm>
            <a:off x="6096000" y="1692702"/>
            <a:ext cx="4181475" cy="494060"/>
            <a:chOff x="4648199" y="1885950"/>
            <a:chExt cx="4181475" cy="494060"/>
          </a:xfrm>
        </p:grpSpPr>
        <p:sp>
          <p:nvSpPr>
            <p:cNvPr id="5" name="Rectangle: Rounded Corners 5"/>
            <p:cNvSpPr/>
            <p:nvPr/>
          </p:nvSpPr>
          <p:spPr>
            <a:xfrm>
              <a:off x="4648199" y="1885950"/>
              <a:ext cx="4181475" cy="494060"/>
            </a:xfrm>
            <a:prstGeom prst="roundRect">
              <a:avLst>
                <a:gd name="adj" fmla="val 50000"/>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矩形 32">
              <a:extLst>
                <a:ext uri="{FF2B5EF4-FFF2-40B4-BE49-F238E27FC236}">
                  <a16:creationId xmlns:a16="http://schemas.microsoft.com/office/drawing/2014/main" id="{E3EB1709-6D20-4440-8800-976CC5E9712E}"/>
                </a:ext>
              </a:extLst>
            </p:cNvPr>
            <p:cNvSpPr/>
            <p:nvPr/>
          </p:nvSpPr>
          <p:spPr>
            <a:xfrm>
              <a:off x="4648199" y="1945802"/>
              <a:ext cx="4181475" cy="328936"/>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a:solidFill>
                    <a:schemeClr val="bg1"/>
                  </a:solidFill>
                  <a:cs typeface="+mn-ea"/>
                  <a:sym typeface="+mn-lt"/>
                </a:rPr>
                <a:t>用户可以在投影仪或者计算机上进行</a:t>
              </a:r>
              <a:r>
                <a:rPr lang="zh-CN" altLang="en-US" sz="1400">
                  <a:solidFill>
                    <a:schemeClr val="bg1"/>
                  </a:solidFill>
                  <a:cs typeface="+mn-ea"/>
                  <a:sym typeface="+mn-lt"/>
                </a:rPr>
                <a:t>演示</a:t>
              </a:r>
              <a:endParaRPr lang="zh-CN" altLang="en-US" sz="1400">
                <a:solidFill>
                  <a:schemeClr val="bg1"/>
                </a:solidFill>
                <a:cs typeface="+mn-ea"/>
                <a:sym typeface="+mn-lt"/>
              </a:endParaRPr>
            </a:p>
          </p:txBody>
        </p:sp>
      </p:grpSp>
      <p:grpSp>
        <p:nvGrpSpPr>
          <p:cNvPr id="48" name="组合 47"/>
          <p:cNvGrpSpPr/>
          <p:nvPr/>
        </p:nvGrpSpPr>
        <p:grpSpPr>
          <a:xfrm>
            <a:off x="270670" y="143324"/>
            <a:ext cx="3530602" cy="656435"/>
            <a:chOff x="270670" y="143324"/>
            <a:chExt cx="3530602" cy="656435"/>
          </a:xfrm>
        </p:grpSpPr>
        <p:grpSp>
          <p:nvGrpSpPr>
            <p:cNvPr id="49" name="组合 48"/>
            <p:cNvGrpSpPr/>
            <p:nvPr/>
          </p:nvGrpSpPr>
          <p:grpSpPr>
            <a:xfrm rot="16200000">
              <a:off x="279666" y="181091"/>
              <a:ext cx="596991" cy="614984"/>
              <a:chOff x="315186" y="9489"/>
              <a:chExt cx="1252592" cy="1290343"/>
            </a:xfrm>
          </p:grpSpPr>
          <p:sp>
            <p:nvSpPr>
              <p:cNvPr id="53" name="圆角矩形 52"/>
              <p:cNvSpPr/>
              <p:nvPr/>
            </p:nvSpPr>
            <p:spPr>
              <a:xfrm rot="18900000">
                <a:off x="315186" y="9489"/>
                <a:ext cx="1252592" cy="539672"/>
              </a:xfrm>
              <a:prstGeom prst="roundRect">
                <a:avLst>
                  <a:gd name="adj" fmla="val 12668"/>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圆角矩形 53"/>
              <p:cNvSpPr/>
              <p:nvPr/>
            </p:nvSpPr>
            <p:spPr>
              <a:xfrm rot="2700000">
                <a:off x="874702" y="766822"/>
                <a:ext cx="533010" cy="533010"/>
              </a:xfrm>
              <a:prstGeom prst="roundRect">
                <a:avLst>
                  <a:gd name="adj" fmla="val 14919"/>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0" name="组合 49"/>
            <p:cNvGrpSpPr/>
            <p:nvPr/>
          </p:nvGrpSpPr>
          <p:grpSpPr>
            <a:xfrm>
              <a:off x="1004038" y="143324"/>
              <a:ext cx="2797234" cy="656435"/>
              <a:chOff x="716110" y="187653"/>
              <a:chExt cx="2797234" cy="656435"/>
            </a:xfrm>
          </p:grpSpPr>
          <p:sp>
            <p:nvSpPr>
              <p:cNvPr id="51" name="文本框 50"/>
              <p:cNvSpPr txBox="1"/>
              <p:nvPr/>
            </p:nvSpPr>
            <p:spPr>
              <a:xfrm>
                <a:off x="716110" y="187653"/>
                <a:ext cx="2713695" cy="438582"/>
              </a:xfrm>
              <a:prstGeom prst="rect">
                <a:avLst/>
              </a:prstGeom>
              <a:noFill/>
            </p:spPr>
            <p:txBody>
              <a:bodyPr wrap="square" lIns="68580" tIns="34290" rIns="68580" bIns="34290" rtlCol="0">
                <a:spAutoFit/>
              </a:bodyPr>
              <a:lstStyle/>
              <a:p>
                <a:pPr defTabSz="685800"/>
                <a:r>
                  <a:rPr lang="zh-CN" altLang="en-US" sz="2400">
                    <a:solidFill>
                      <a:schemeClr val="tx1">
                        <a:lumMod val="65000"/>
                        <a:lumOff val="35000"/>
                      </a:schemeClr>
                    </a:solidFill>
                    <a:cs typeface="+mn-ea"/>
                    <a:sym typeface="+mn-lt"/>
                  </a:rPr>
                  <a:t>单击输入标题内容</a:t>
                </a:r>
                <a:endParaRPr lang="zh-CN" altLang="en-US" sz="2400">
                  <a:solidFill>
                    <a:schemeClr val="tx1">
                      <a:lumMod val="65000"/>
                      <a:lumOff val="35000"/>
                    </a:schemeClr>
                  </a:solidFill>
                  <a:cs typeface="+mn-ea"/>
                  <a:sym typeface="+mn-lt"/>
                </a:endParaRPr>
              </a:p>
            </p:txBody>
          </p:sp>
          <p:sp>
            <p:nvSpPr>
              <p:cNvPr id="52" name="文本框 51"/>
              <p:cNvSpPr txBox="1"/>
              <p:nvPr/>
            </p:nvSpPr>
            <p:spPr>
              <a:xfrm>
                <a:off x="716110" y="553111"/>
                <a:ext cx="2797234" cy="290977"/>
              </a:xfrm>
              <a:prstGeom prst="rect">
                <a:avLst/>
              </a:prstGeom>
              <a:noFill/>
            </p:spPr>
            <p:txBody>
              <a:bodyPr wrap="square" rtlCol="0">
                <a:spAutoFit/>
              </a:bodyPr>
              <a:lstStyle/>
              <a:p>
                <a:pPr>
                  <a:lnSpc>
                    <a:spcPct val="130000"/>
                  </a:lnSpc>
                </a:pPr>
                <a:r>
                  <a:rPr lang="en-US" altLang="zh-CN" sz="1100">
                    <a:solidFill>
                      <a:schemeClr val="tx1">
                        <a:lumMod val="50000"/>
                        <a:lumOff val="50000"/>
                      </a:schemeClr>
                    </a:solidFill>
                    <a:cs typeface="+mn-ea"/>
                    <a:sym typeface="+mn-lt"/>
                  </a:rPr>
                  <a:t>Add You Text Here Add You Text Here</a:t>
                </a:r>
              </a:p>
            </p:txBody>
          </p:sp>
        </p:grpSp>
      </p:grpSp>
    </p:spTree>
    <p:extLst>
      <p:ext uri="{BB962C8B-B14F-4D97-AF65-F5344CB8AC3E}">
        <p14:creationId xmlns:p14="http://schemas.microsoft.com/office/powerpoint/2010/main" val="2809495641"/>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ppt_x</p:attrName>
                                        </p:attrNameLst>
                                      </p:cBhvr>
                                      <p:tavLst>
                                        <p:tav tm="0">
                                          <p:val>
                                            <p:strVal val="#ppt_x"/>
                                          </p:val>
                                        </p:tav>
                                        <p:tav tm="100000">
                                          <p:val>
                                            <p:strVal val="#ppt_x"/>
                                          </p:val>
                                        </p:tav>
                                      </p:tavLst>
                                    </p:anim>
                                    <p:anim calcmode="lin" valueType="num">
                                      <p:cBhvr>
                                        <p:cTn id="9" dur="1000" fill="hold"/>
                                        <p:tgtEl>
                                          <p:spTgt spid="34"/>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2" presetClass="entr" presetSubtype="2"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1500"/>
                            </p:stCondLst>
                            <p:childTnLst>
                              <p:par>
                                <p:cTn id="16" presetID="12" presetClass="entr" presetSubtype="8"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p:tgtEl>
                                          <p:spTgt spid="3"/>
                                        </p:tgtEl>
                                        <p:attrNameLst>
                                          <p:attrName>ppt_x</p:attrName>
                                        </p:attrNameLst>
                                      </p:cBhvr>
                                      <p:tavLst>
                                        <p:tav tm="0">
                                          <p:val>
                                            <p:strVal val="#ppt_x-#ppt_w*1.125000"/>
                                          </p:val>
                                        </p:tav>
                                        <p:tav tm="100000">
                                          <p:val>
                                            <p:strVal val="#ppt_x"/>
                                          </p:val>
                                        </p:tav>
                                      </p:tavLst>
                                    </p:anim>
                                    <p:animEffect transition="in" filter="wipe(right)">
                                      <p:cBhvr>
                                        <p:cTn id="19" dur="500"/>
                                        <p:tgtEl>
                                          <p:spTgt spid="3"/>
                                        </p:tgtEl>
                                      </p:cBhvr>
                                    </p:animEffect>
                                  </p:childTnLst>
                                </p:cTn>
                              </p:par>
                            </p:childTnLst>
                          </p:cTn>
                        </p:par>
                        <p:par>
                          <p:cTn id="20" fill="hold" nodeType="afterGroup">
                            <p:stCondLst>
                              <p:cond delay="2000"/>
                            </p:stCondLst>
                            <p:childTnLst>
                              <p:par>
                                <p:cTn id="21" presetID="12" presetClass="entr" presetSubtype="8"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p:tgtEl>
                                          <p:spTgt spid="4"/>
                                        </p:tgtEl>
                                        <p:attrNameLst>
                                          <p:attrName>ppt_x</p:attrName>
                                        </p:attrNameLst>
                                      </p:cBhvr>
                                      <p:tavLst>
                                        <p:tav tm="0">
                                          <p:val>
                                            <p:strVal val="#ppt_x-#ppt_w*1.125000"/>
                                          </p:val>
                                        </p:tav>
                                        <p:tav tm="100000">
                                          <p:val>
                                            <p:strVal val="#ppt_x"/>
                                          </p:val>
                                        </p:tav>
                                      </p:tavLst>
                                    </p:anim>
                                    <p:animEffect transition="in" filter="wipe(right)">
                                      <p:cBhvr>
                                        <p:cTn id="24" dur="500"/>
                                        <p:tgtEl>
                                          <p:spTgt spid="4"/>
                                        </p:tgtEl>
                                      </p:cBhvr>
                                    </p:animEffect>
                                  </p:childTnLst>
                                </p:cTn>
                              </p:par>
                            </p:childTnLst>
                          </p:cTn>
                        </p:par>
                        <p:par>
                          <p:cTn id="25" fill="hold" nodeType="afterGroup">
                            <p:stCondLst>
                              <p:cond delay="2500"/>
                            </p:stCondLst>
                            <p:childTnLst>
                              <p:par>
                                <p:cTn id="26" presetID="12" presetClass="entr" presetSubtype="8"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p:tgtEl>
                                          <p:spTgt spid="6"/>
                                        </p:tgtEl>
                                        <p:attrNameLst>
                                          <p:attrName>ppt_x</p:attrName>
                                        </p:attrNameLst>
                                      </p:cBhvr>
                                      <p:tavLst>
                                        <p:tav tm="0">
                                          <p:val>
                                            <p:strVal val="#ppt_x-#ppt_w*1.125000"/>
                                          </p:val>
                                        </p:tav>
                                        <p:tav tm="100000">
                                          <p:val>
                                            <p:strVal val="#ppt_x"/>
                                          </p:val>
                                        </p:tav>
                                      </p:tavLst>
                                    </p:anim>
                                    <p:animEffect transition="in" filter="wipe(right)">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21.xml><?xml version="1.0" encoding="utf-8"?>
<p:sld xmlns:a14="http://schemas.microsoft.com/office/drawing/2010/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5" name="MH_Other_1"/>
          <p:cNvSpPr/>
          <p:nvPr/>
        </p:nvSpPr>
        <p:spPr bwMode="auto">
          <a:xfrm>
            <a:off x="4347465" y="2057605"/>
            <a:ext cx="3497069" cy="1749328"/>
          </a:xfrm>
          <a:custGeom>
            <a:gdLst>
              <a:gd name="T0" fmla="*/ 1633211 w 3744416"/>
              <a:gd name="T1" fmla="*/ 0 h 1872208"/>
              <a:gd name="T2" fmla="*/ 3266422 w 3744416"/>
              <a:gd name="T3" fmla="*/ 1634694 h 1872208"/>
              <a:gd name="T4" fmla="*/ 0 w 3744416"/>
              <a:gd name="T5" fmla="*/ 1634694 h 1872208"/>
              <a:gd name="T6" fmla="*/ 1633211 w 3744416"/>
              <a:gd name="T7" fmla="*/ 0 h 1872208"/>
              <a:gd name="T8" fmla="*/ 0 60000 65536"/>
              <a:gd name="T9" fmla="*/ 0 60000 65536"/>
              <a:gd name="T10" fmla="*/ 0 60000 65536"/>
              <a:gd name="T11" fmla="*/ 0 60000 65536"/>
            </a:gdLst>
            <a:cxnLst>
              <a:cxn ang="T8">
                <a:pos x="T0" y="T1"/>
              </a:cxn>
              <a:cxn ang="T9">
                <a:pos x="T2" y="T3"/>
              </a:cxn>
              <a:cxn ang="T10">
                <a:pos x="T4" y="T5"/>
              </a:cxn>
              <a:cxn ang="T11">
                <a:pos x="T6" y="T7"/>
              </a:cxn>
            </a:cxnLst>
            <a:rect l="0" t="0" r="r" b="b"/>
            <a:pathLst>
              <a:path w="3744416" h="1872208">
                <a:moveTo>
                  <a:pt x="1872208" y="0"/>
                </a:moveTo>
                <a:cubicBezTo>
                  <a:pt x="2906200" y="0"/>
                  <a:pt x="3744416" y="838216"/>
                  <a:pt x="3744416" y="1872208"/>
                </a:cubicBezTo>
                <a:lnTo>
                  <a:pt x="0" y="1872208"/>
                </a:lnTo>
                <a:cubicBezTo>
                  <a:pt x="0" y="838216"/>
                  <a:pt x="838216" y="0"/>
                  <a:pt x="1872208" y="0"/>
                </a:cubicBezTo>
                <a:close/>
              </a:path>
            </a:pathLst>
          </a:custGeom>
          <a:noFill/>
          <a:ln w="9525" cap="flat" cmpd="sng">
            <a:solidFill>
              <a:srgbClr val="404040"/>
            </a:solidFill>
            <a:miter lim="800000"/>
          </a:ln>
          <a:extLst>
            <a:ext uri="{909E8E84-426E-40DD-AFC4-6F175D3DCCD1}">
              <a14:hiddenFill xmlns:a14="http://schemas.microsoft.com/office/drawing/2010/main">
                <a:solidFill>
                  <a:srgbClr val="FFFFFF"/>
                </a:solidFill>
              </a14:hiddenFill>
            </a:ext>
          </a:extLst>
        </p:spPr>
        <p:txBody>
          <a:bodyPr anchor="ctr"/>
          <a:lstStyle/>
          <a:p>
            <a:pPr defTabSz="866952" fontAlgn="base">
              <a:spcBef>
                <a:spcPct val="0"/>
              </a:spcBef>
              <a:spcAft>
                <a:spcPct val="0"/>
              </a:spcAft>
            </a:pPr>
            <a:endParaRPr lang="zh-CN" altLang="en-US" sz="1707">
              <a:solidFill>
                <a:prstClr val="black"/>
              </a:solidFill>
              <a:cs typeface="+mn-ea"/>
              <a:sym typeface="+mn-lt"/>
            </a:endParaRPr>
          </a:p>
        </p:txBody>
      </p:sp>
      <p:sp>
        <p:nvSpPr>
          <p:cNvPr id="26" name="MH_Other_2"/>
          <p:cNvSpPr>
            <a:spLocks noChangeArrowheads="1"/>
          </p:cNvSpPr>
          <p:nvPr/>
        </p:nvSpPr>
        <p:spPr bwMode="auto">
          <a:xfrm>
            <a:off x="4587163" y="2352864"/>
            <a:ext cx="2958939" cy="2958939"/>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27" name="MH_Other_3"/>
          <p:cNvSpPr>
            <a:spLocks noChangeArrowheads="1"/>
          </p:cNvSpPr>
          <p:nvPr/>
        </p:nvSpPr>
        <p:spPr bwMode="auto">
          <a:xfrm>
            <a:off x="5898366" y="2848136"/>
            <a:ext cx="407965" cy="1898547"/>
          </a:xfrm>
          <a:prstGeom prst="upArrow">
            <a:avLst>
              <a:gd name="adj1" fmla="val 50000"/>
              <a:gd name="adj2" fmla="val 50006"/>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866952" fontAlgn="base" latinLnBrk="1">
              <a:spcBef>
                <a:spcPct val="0"/>
              </a:spcBef>
              <a:spcAft>
                <a:spcPct val="0"/>
              </a:spcAft>
            </a:pPr>
            <a:endParaRPr lang="zh-CN" altLang="en-US" sz="1300">
              <a:solidFill>
                <a:srgbClr val="FFFFFF"/>
              </a:solidFill>
              <a:latin typeface="+mn-lt"/>
              <a:ea typeface="+mn-ea"/>
              <a:cs typeface="+mn-ea"/>
              <a:sym typeface="+mn-lt"/>
            </a:endParaRPr>
          </a:p>
        </p:txBody>
      </p:sp>
      <p:sp>
        <p:nvSpPr>
          <p:cNvPr id="28" name="MH_Other_4"/>
          <p:cNvSpPr/>
          <p:nvPr/>
        </p:nvSpPr>
        <p:spPr bwMode="auto">
          <a:xfrm>
            <a:off x="6244423" y="3597395"/>
            <a:ext cx="755608" cy="1149288"/>
          </a:xfrm>
          <a:custGeom>
            <a:gdLst>
              <a:gd name="T0" fmla="*/ 0 w 755650"/>
              <a:gd name="T1" fmla="*/ 1149350 h 1149350"/>
              <a:gd name="T2" fmla="*/ 0 w 755650"/>
              <a:gd name="T3" fmla="*/ 425053 h 1149350"/>
              <a:gd name="T4" fmla="*/ 330597 w 755650"/>
              <a:gd name="T5" fmla="*/ 94456 h 1149350"/>
              <a:gd name="T6" fmla="*/ 491581 w 755650"/>
              <a:gd name="T7" fmla="*/ 94456 h 1149350"/>
              <a:gd name="T8" fmla="*/ 491581 w 755650"/>
              <a:gd name="T9" fmla="*/ 0 h 1149350"/>
              <a:gd name="T10" fmla="*/ 755650 w 755650"/>
              <a:gd name="T11" fmla="*/ 188913 h 1149350"/>
              <a:gd name="T12" fmla="*/ 491581 w 755650"/>
              <a:gd name="T13" fmla="*/ 377825 h 1149350"/>
              <a:gd name="T14" fmla="*/ 491581 w 755650"/>
              <a:gd name="T15" fmla="*/ 283369 h 1149350"/>
              <a:gd name="T16" fmla="*/ 330597 w 755650"/>
              <a:gd name="T17" fmla="*/ 283369 h 1149350"/>
              <a:gd name="T18" fmla="*/ 188913 w 755650"/>
              <a:gd name="T19" fmla="*/ 425053 h 1149350"/>
              <a:gd name="T20" fmla="*/ 188913 w 755650"/>
              <a:gd name="T21" fmla="*/ 1149350 h 1149350"/>
              <a:gd name="T22" fmla="*/ 0 w 755650"/>
              <a:gd name="T23" fmla="*/ 1149350 h 11493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55650" h="1149350">
                <a:moveTo>
                  <a:pt x="0" y="1149350"/>
                </a:moveTo>
                <a:lnTo>
                  <a:pt x="0" y="425053"/>
                </a:lnTo>
                <a:cubicBezTo>
                  <a:pt x="0" y="242469"/>
                  <a:pt x="148013" y="94456"/>
                  <a:pt x="330597" y="94456"/>
                </a:cubicBezTo>
                <a:lnTo>
                  <a:pt x="491581" y="94456"/>
                </a:lnTo>
                <a:lnTo>
                  <a:pt x="491581" y="0"/>
                </a:lnTo>
                <a:lnTo>
                  <a:pt x="755650" y="188913"/>
                </a:lnTo>
                <a:lnTo>
                  <a:pt x="491581" y="377825"/>
                </a:lnTo>
                <a:lnTo>
                  <a:pt x="491581" y="283369"/>
                </a:lnTo>
                <a:lnTo>
                  <a:pt x="330597" y="283369"/>
                </a:lnTo>
                <a:cubicBezTo>
                  <a:pt x="252347" y="283369"/>
                  <a:pt x="188913" y="346803"/>
                  <a:pt x="188913" y="425053"/>
                </a:cubicBezTo>
                <a:lnTo>
                  <a:pt x="188913" y="1149350"/>
                </a:lnTo>
                <a:lnTo>
                  <a:pt x="0" y="11493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defTabSz="866952" fontAlgn="base">
              <a:spcBef>
                <a:spcPct val="0"/>
              </a:spcBef>
              <a:spcAft>
                <a:spcPct val="0"/>
              </a:spcAft>
            </a:pPr>
            <a:endParaRPr lang="zh-CN" altLang="en-US" sz="1707">
              <a:solidFill>
                <a:prstClr val="black"/>
              </a:solidFill>
              <a:cs typeface="+mn-ea"/>
              <a:sym typeface="+mn-lt"/>
            </a:endParaRPr>
          </a:p>
        </p:txBody>
      </p:sp>
      <p:sp>
        <p:nvSpPr>
          <p:cNvPr id="29" name="MH_Other_5"/>
          <p:cNvSpPr/>
          <p:nvPr/>
        </p:nvSpPr>
        <p:spPr bwMode="auto">
          <a:xfrm flipH="1">
            <a:off x="5199905" y="3597395"/>
            <a:ext cx="757197" cy="1149288"/>
          </a:xfrm>
          <a:custGeom>
            <a:gdLst>
              <a:gd name="T0" fmla="*/ 0 w 757238"/>
              <a:gd name="T1" fmla="*/ 1149350 h 1149350"/>
              <a:gd name="T2" fmla="*/ 0 w 757238"/>
              <a:gd name="T3" fmla="*/ 425946 h 1149350"/>
              <a:gd name="T4" fmla="*/ 331292 w 757238"/>
              <a:gd name="T5" fmla="*/ 94654 h 1149350"/>
              <a:gd name="T6" fmla="*/ 492614 w 757238"/>
              <a:gd name="T7" fmla="*/ 94655 h 1149350"/>
              <a:gd name="T8" fmla="*/ 492614 w 757238"/>
              <a:gd name="T9" fmla="*/ 0 h 1149350"/>
              <a:gd name="T10" fmla="*/ 757238 w 757238"/>
              <a:gd name="T11" fmla="*/ 189310 h 1149350"/>
              <a:gd name="T12" fmla="*/ 492614 w 757238"/>
              <a:gd name="T13" fmla="*/ 378619 h 1149350"/>
              <a:gd name="T14" fmla="*/ 492614 w 757238"/>
              <a:gd name="T15" fmla="*/ 283964 h 1149350"/>
              <a:gd name="T16" fmla="*/ 331292 w 757238"/>
              <a:gd name="T17" fmla="*/ 283964 h 1149350"/>
              <a:gd name="T18" fmla="*/ 189310 w 757238"/>
              <a:gd name="T19" fmla="*/ 425946 h 1149350"/>
              <a:gd name="T20" fmla="*/ 189310 w 757238"/>
              <a:gd name="T21" fmla="*/ 1149350 h 1149350"/>
              <a:gd name="T22" fmla="*/ 0 w 757238"/>
              <a:gd name="T23" fmla="*/ 1149350 h 11493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57238" h="1149350">
                <a:moveTo>
                  <a:pt x="0" y="1149350"/>
                </a:moveTo>
                <a:lnTo>
                  <a:pt x="0" y="425946"/>
                </a:lnTo>
                <a:cubicBezTo>
                  <a:pt x="0" y="242978"/>
                  <a:pt x="148324" y="94654"/>
                  <a:pt x="331292" y="94654"/>
                </a:cubicBezTo>
                <a:lnTo>
                  <a:pt x="492614" y="94655"/>
                </a:lnTo>
                <a:lnTo>
                  <a:pt x="492614" y="0"/>
                </a:lnTo>
                <a:lnTo>
                  <a:pt x="757238" y="189310"/>
                </a:lnTo>
                <a:lnTo>
                  <a:pt x="492614" y="378619"/>
                </a:lnTo>
                <a:lnTo>
                  <a:pt x="492614" y="283964"/>
                </a:lnTo>
                <a:lnTo>
                  <a:pt x="331292" y="283964"/>
                </a:lnTo>
                <a:cubicBezTo>
                  <a:pt x="252878" y="283964"/>
                  <a:pt x="189310" y="347532"/>
                  <a:pt x="189310" y="425946"/>
                </a:cubicBezTo>
                <a:lnTo>
                  <a:pt x="189310" y="1149350"/>
                </a:lnTo>
                <a:lnTo>
                  <a:pt x="0" y="11493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defTabSz="866952" fontAlgn="base">
              <a:spcBef>
                <a:spcPct val="0"/>
              </a:spcBef>
              <a:spcAft>
                <a:spcPct val="0"/>
              </a:spcAft>
            </a:pPr>
            <a:endParaRPr lang="zh-CN" altLang="en-US" sz="1707">
              <a:solidFill>
                <a:prstClr val="black"/>
              </a:solidFill>
              <a:cs typeface="+mn-ea"/>
              <a:sym typeface="+mn-lt"/>
            </a:endParaRPr>
          </a:p>
        </p:txBody>
      </p:sp>
      <p:sp>
        <p:nvSpPr>
          <p:cNvPr id="30" name="MH_Title_1"/>
          <p:cNvSpPr txBox="1">
            <a:spLocks noChangeArrowheads="1"/>
          </p:cNvSpPr>
          <p:nvPr/>
        </p:nvSpPr>
        <p:spPr bwMode="auto">
          <a:xfrm>
            <a:off x="5396745" y="4787637"/>
            <a:ext cx="1430260" cy="498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866952" fontAlgn="base" latinLnBrk="1">
              <a:lnSpc>
                <a:spcPct val="110000"/>
              </a:lnSpc>
              <a:spcBef>
                <a:spcPct val="0"/>
              </a:spcBef>
              <a:spcAft>
                <a:spcPct val="0"/>
              </a:spcAft>
            </a:pPr>
            <a:r>
              <a:rPr lang="zh-CN" altLang="en-US">
                <a:solidFill>
                  <a:prstClr val="white"/>
                </a:solidFill>
                <a:latin typeface="+mn-lt"/>
                <a:ea typeface="+mn-ea"/>
                <a:cs typeface="+mn-ea"/>
                <a:sym typeface="+mn-lt"/>
              </a:rPr>
              <a:t>标题文字</a:t>
            </a:r>
            <a:endParaRPr lang="en-US" altLang="zh-CN">
              <a:solidFill>
                <a:prstClr val="white"/>
              </a:solidFill>
              <a:latin typeface="+mn-lt"/>
              <a:ea typeface="+mn-ea"/>
              <a:cs typeface="+mn-ea"/>
              <a:sym typeface="+mn-lt"/>
            </a:endParaRPr>
          </a:p>
        </p:txBody>
      </p:sp>
      <p:sp>
        <p:nvSpPr>
          <p:cNvPr id="31" name="MH_SubTitle_1"/>
          <p:cNvSpPr>
            <a:spLocks noChangeArrowheads="1"/>
          </p:cNvSpPr>
          <p:nvPr/>
        </p:nvSpPr>
        <p:spPr bwMode="auto">
          <a:xfrm>
            <a:off x="4010935" y="3268804"/>
            <a:ext cx="1076265" cy="1076265"/>
          </a:xfrm>
          <a:prstGeom prst="ellipse">
            <a:avLst/>
          </a:prstGeom>
          <a:gradFill flip="none" rotWithShape="1">
            <a:gsLst>
              <a:gs pos="57000">
                <a:srgbClr val="2DA3DD"/>
              </a:gs>
              <a:gs pos="0">
                <a:srgbClr val="2C6CA7"/>
              </a:gs>
            </a:gsLst>
            <a:lin ang="18900000" scaled="1"/>
          </a:gradFill>
          <a:ln>
            <a:noFill/>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lt1"/>
                </a:solidFill>
                <a:cs typeface="+mn-ea"/>
                <a:sym typeface="+mn-lt"/>
              </a:rPr>
              <a:t>标题文字</a:t>
            </a:r>
            <a:endParaRPr lang="en-US" altLang="zh-CN">
              <a:solidFill>
                <a:schemeClr val="lt1"/>
              </a:solidFill>
              <a:cs typeface="+mn-ea"/>
              <a:sym typeface="+mn-lt"/>
            </a:endParaRPr>
          </a:p>
        </p:txBody>
      </p:sp>
      <p:sp>
        <p:nvSpPr>
          <p:cNvPr id="32" name="MH_SubTitle_3"/>
          <p:cNvSpPr>
            <a:spLocks noChangeArrowheads="1"/>
          </p:cNvSpPr>
          <p:nvPr/>
        </p:nvSpPr>
        <p:spPr bwMode="auto">
          <a:xfrm>
            <a:off x="7104801" y="3268804"/>
            <a:ext cx="1076265" cy="1076265"/>
          </a:xfrm>
          <a:prstGeom prst="ellipse">
            <a:avLst/>
          </a:prstGeom>
          <a:gradFill flip="none" rotWithShape="1">
            <a:gsLst>
              <a:gs pos="57000">
                <a:srgbClr val="2DA3DD"/>
              </a:gs>
              <a:gs pos="0">
                <a:srgbClr val="2C6CA7"/>
              </a:gs>
            </a:gsLst>
            <a:lin ang="18900000" scaled="1"/>
          </a:gradFill>
          <a:ln>
            <a:noFill/>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lt1"/>
                </a:solidFill>
                <a:cs typeface="+mn-ea"/>
                <a:sym typeface="+mn-lt"/>
              </a:rPr>
              <a:t>标题文字</a:t>
            </a:r>
            <a:endParaRPr lang="en-US" altLang="zh-CN">
              <a:solidFill>
                <a:schemeClr val="lt1"/>
              </a:solidFill>
              <a:cs typeface="+mn-ea"/>
              <a:sym typeface="+mn-lt"/>
            </a:endParaRPr>
          </a:p>
        </p:txBody>
      </p:sp>
      <p:sp>
        <p:nvSpPr>
          <p:cNvPr id="33" name="MH_SubTitle_2"/>
          <p:cNvSpPr>
            <a:spLocks noChangeArrowheads="1"/>
          </p:cNvSpPr>
          <p:nvPr/>
        </p:nvSpPr>
        <p:spPr bwMode="auto">
          <a:xfrm>
            <a:off x="5557075" y="1722663"/>
            <a:ext cx="1076265" cy="1074677"/>
          </a:xfrm>
          <a:prstGeom prst="ellipse">
            <a:avLst/>
          </a:prstGeom>
          <a:gradFill>
            <a:gsLst>
              <a:gs pos="84000">
                <a:srgbClr val="F5C130"/>
              </a:gs>
              <a:gs pos="0">
                <a:srgbClr val="E5A010"/>
              </a:gs>
            </a:gsLst>
            <a:lin ang="18900000" scaled="1"/>
          </a:gradFill>
          <a:ln>
            <a:noFill/>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lt1"/>
                </a:solidFill>
                <a:cs typeface="+mn-ea"/>
                <a:sym typeface="+mn-lt"/>
              </a:rPr>
              <a:t>标题文字</a:t>
            </a:r>
            <a:endParaRPr lang="en-US" altLang="zh-CN">
              <a:solidFill>
                <a:schemeClr val="lt1"/>
              </a:solidFill>
              <a:cs typeface="+mn-ea"/>
              <a:sym typeface="+mn-lt"/>
            </a:endParaRPr>
          </a:p>
        </p:txBody>
      </p:sp>
      <p:grpSp>
        <p:nvGrpSpPr>
          <p:cNvPr id="17" name="组合 16"/>
          <p:cNvGrpSpPr/>
          <p:nvPr/>
        </p:nvGrpSpPr>
        <p:grpSpPr>
          <a:xfrm>
            <a:off x="1983054" y="1457103"/>
            <a:ext cx="2628697" cy="1191479"/>
            <a:chOff x="820148" y="2482576"/>
            <a:chExt cx="2628697" cy="1191479"/>
          </a:xfrm>
        </p:grpSpPr>
        <p:sp>
          <p:nvSpPr>
            <p:cNvPr id="18" name="文本框 17"/>
            <p:cNvSpPr txBox="1"/>
            <p:nvPr/>
          </p:nvSpPr>
          <p:spPr>
            <a:xfrm>
              <a:off x="1827888" y="2482576"/>
              <a:ext cx="1620957" cy="523220"/>
            </a:xfrm>
            <a:prstGeom prst="rect">
              <a:avLst/>
            </a:prstGeom>
            <a:noFill/>
          </p:spPr>
          <p:txBody>
            <a:bodyPr wrap="none" rtlCol="0">
              <a:spAutoFit/>
            </a:bodyPr>
            <a:lstStyle/>
            <a:p>
              <a:pPr algn="r" eaLnBrk="0" hangingPunct="0">
                <a:defRPr/>
              </a:pPr>
              <a:r>
                <a:rPr lang="zh-CN" altLang="en-US" sz="2800">
                  <a:cs typeface="+mn-ea"/>
                  <a:sym typeface="+mn-lt"/>
                </a:rPr>
                <a:t>添加标题</a:t>
              </a:r>
              <a:endParaRPr lang="en-US" altLang="zh-CN" sz="2800">
                <a:cs typeface="+mn-ea"/>
                <a:sym typeface="+mn-lt"/>
              </a:endParaRPr>
            </a:p>
          </p:txBody>
        </p:sp>
        <p:sp>
          <p:nvSpPr>
            <p:cNvPr id="19" name="文本框 18"/>
            <p:cNvSpPr txBox="1"/>
            <p:nvPr/>
          </p:nvSpPr>
          <p:spPr>
            <a:xfrm>
              <a:off x="820148" y="2935391"/>
              <a:ext cx="2628697" cy="738664"/>
            </a:xfrm>
            <a:prstGeom prst="rect">
              <a:avLst/>
            </a:prstGeom>
            <a:noFill/>
          </p:spPr>
          <p:txBody>
            <a:bodyPr wrap="square" rtlCol="0">
              <a:spAutoFit/>
            </a:bodyPr>
            <a:lstStyle/>
            <a:p>
              <a:pPr algn="r"/>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20" name="组合 19"/>
          <p:cNvGrpSpPr/>
          <p:nvPr/>
        </p:nvGrpSpPr>
        <p:grpSpPr>
          <a:xfrm>
            <a:off x="841419" y="3597395"/>
            <a:ext cx="2628697" cy="1191479"/>
            <a:chOff x="820148" y="2482576"/>
            <a:chExt cx="2628697" cy="1191479"/>
          </a:xfrm>
        </p:grpSpPr>
        <p:sp>
          <p:nvSpPr>
            <p:cNvPr id="21" name="文本框 20"/>
            <p:cNvSpPr txBox="1"/>
            <p:nvPr/>
          </p:nvSpPr>
          <p:spPr>
            <a:xfrm>
              <a:off x="1827888" y="2482576"/>
              <a:ext cx="1620957" cy="523220"/>
            </a:xfrm>
            <a:prstGeom prst="rect">
              <a:avLst/>
            </a:prstGeom>
            <a:noFill/>
          </p:spPr>
          <p:txBody>
            <a:bodyPr wrap="none" rtlCol="0">
              <a:spAutoFit/>
            </a:bodyPr>
            <a:lstStyle/>
            <a:p>
              <a:pPr algn="r" eaLnBrk="0" hangingPunct="0">
                <a:defRPr/>
              </a:pPr>
              <a:r>
                <a:rPr lang="zh-CN" altLang="en-US" sz="2800">
                  <a:cs typeface="+mn-ea"/>
                  <a:sym typeface="+mn-lt"/>
                </a:rPr>
                <a:t>添加标题</a:t>
              </a:r>
              <a:endParaRPr lang="en-US" altLang="zh-CN" sz="2800">
                <a:cs typeface="+mn-ea"/>
                <a:sym typeface="+mn-lt"/>
              </a:endParaRPr>
            </a:p>
          </p:txBody>
        </p:sp>
        <p:sp>
          <p:nvSpPr>
            <p:cNvPr id="22" name="文本框 21"/>
            <p:cNvSpPr txBox="1"/>
            <p:nvPr/>
          </p:nvSpPr>
          <p:spPr>
            <a:xfrm>
              <a:off x="820148" y="2935391"/>
              <a:ext cx="2628697" cy="738664"/>
            </a:xfrm>
            <a:prstGeom prst="rect">
              <a:avLst/>
            </a:prstGeom>
            <a:noFill/>
          </p:spPr>
          <p:txBody>
            <a:bodyPr wrap="square" rtlCol="0">
              <a:spAutoFit/>
            </a:bodyPr>
            <a:lstStyle/>
            <a:p>
              <a:pPr algn="r"/>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23" name="组合 22"/>
          <p:cNvGrpSpPr/>
          <p:nvPr/>
        </p:nvGrpSpPr>
        <p:grpSpPr>
          <a:xfrm>
            <a:off x="8542995" y="3153590"/>
            <a:ext cx="2628697" cy="1191479"/>
            <a:chOff x="820148" y="2482576"/>
            <a:chExt cx="2628697" cy="1191479"/>
          </a:xfrm>
        </p:grpSpPr>
        <p:sp>
          <p:nvSpPr>
            <p:cNvPr id="24" name="文本框 23"/>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40" name="文本框 39"/>
            <p:cNvSpPr txBox="1"/>
            <p:nvPr/>
          </p:nvSpPr>
          <p:spPr>
            <a:xfrm>
              <a:off x="820148" y="2935391"/>
              <a:ext cx="2628697" cy="738664"/>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2" name="组合 1"/>
          <p:cNvGrpSpPr/>
          <p:nvPr/>
        </p:nvGrpSpPr>
        <p:grpSpPr>
          <a:xfrm>
            <a:off x="270670" y="143324"/>
            <a:ext cx="3530602" cy="656435"/>
            <a:chOff x="270670" y="143324"/>
            <a:chExt cx="3530602" cy="656435"/>
          </a:xfrm>
        </p:grpSpPr>
        <p:grpSp>
          <p:nvGrpSpPr>
            <p:cNvPr id="41" name="组合 40"/>
            <p:cNvGrpSpPr/>
            <p:nvPr/>
          </p:nvGrpSpPr>
          <p:grpSpPr>
            <a:xfrm rot="16200000">
              <a:off x="279666" y="181091"/>
              <a:ext cx="596991" cy="614984"/>
              <a:chOff x="315186" y="9489"/>
              <a:chExt cx="1252592" cy="1290343"/>
            </a:xfrm>
          </p:grpSpPr>
          <p:sp>
            <p:nvSpPr>
              <p:cNvPr id="42" name="圆角矩形 41"/>
              <p:cNvSpPr/>
              <p:nvPr/>
            </p:nvSpPr>
            <p:spPr>
              <a:xfrm rot="18900000">
                <a:off x="315186" y="9489"/>
                <a:ext cx="1252592" cy="539672"/>
              </a:xfrm>
              <a:prstGeom prst="roundRect">
                <a:avLst>
                  <a:gd name="adj" fmla="val 12668"/>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圆角矩形 42"/>
              <p:cNvSpPr/>
              <p:nvPr/>
            </p:nvSpPr>
            <p:spPr>
              <a:xfrm rot="2700000">
                <a:off x="874702" y="766822"/>
                <a:ext cx="533010" cy="533010"/>
              </a:xfrm>
              <a:prstGeom prst="roundRect">
                <a:avLst>
                  <a:gd name="adj" fmla="val 14919"/>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44" name="组合 43"/>
            <p:cNvGrpSpPr/>
            <p:nvPr/>
          </p:nvGrpSpPr>
          <p:grpSpPr>
            <a:xfrm>
              <a:off x="1004038" y="143324"/>
              <a:ext cx="2797234" cy="656435"/>
              <a:chOff x="716110" y="187653"/>
              <a:chExt cx="2797234" cy="656435"/>
            </a:xfrm>
          </p:grpSpPr>
          <p:sp>
            <p:nvSpPr>
              <p:cNvPr id="45" name="文本框 44"/>
              <p:cNvSpPr txBox="1"/>
              <p:nvPr/>
            </p:nvSpPr>
            <p:spPr>
              <a:xfrm>
                <a:off x="716110" y="187653"/>
                <a:ext cx="2713695" cy="438582"/>
              </a:xfrm>
              <a:prstGeom prst="rect">
                <a:avLst/>
              </a:prstGeom>
              <a:noFill/>
            </p:spPr>
            <p:txBody>
              <a:bodyPr wrap="square" lIns="68580" tIns="34290" rIns="68580" bIns="34290" rtlCol="0">
                <a:spAutoFit/>
              </a:bodyPr>
              <a:lstStyle/>
              <a:p>
                <a:pPr defTabSz="685800"/>
                <a:r>
                  <a:rPr lang="zh-CN" altLang="en-US" sz="2400">
                    <a:solidFill>
                      <a:schemeClr val="tx1">
                        <a:lumMod val="65000"/>
                        <a:lumOff val="35000"/>
                      </a:schemeClr>
                    </a:solidFill>
                    <a:cs typeface="+mn-ea"/>
                    <a:sym typeface="+mn-lt"/>
                  </a:rPr>
                  <a:t>单击输入标题内容</a:t>
                </a:r>
                <a:endParaRPr lang="zh-CN" altLang="en-US" sz="2400">
                  <a:solidFill>
                    <a:schemeClr val="tx1">
                      <a:lumMod val="65000"/>
                      <a:lumOff val="35000"/>
                    </a:schemeClr>
                  </a:solidFill>
                  <a:cs typeface="+mn-ea"/>
                  <a:sym typeface="+mn-lt"/>
                </a:endParaRPr>
              </a:p>
            </p:txBody>
          </p:sp>
          <p:sp>
            <p:nvSpPr>
              <p:cNvPr id="47" name="文本框 46"/>
              <p:cNvSpPr txBox="1"/>
              <p:nvPr/>
            </p:nvSpPr>
            <p:spPr>
              <a:xfrm>
                <a:off x="716110" y="553111"/>
                <a:ext cx="2797234" cy="290977"/>
              </a:xfrm>
              <a:prstGeom prst="rect">
                <a:avLst/>
              </a:prstGeom>
              <a:noFill/>
            </p:spPr>
            <p:txBody>
              <a:bodyPr wrap="square" rtlCol="0">
                <a:spAutoFit/>
              </a:bodyPr>
              <a:lstStyle/>
              <a:p>
                <a:pPr>
                  <a:lnSpc>
                    <a:spcPct val="130000"/>
                  </a:lnSpc>
                </a:pPr>
                <a:r>
                  <a:rPr lang="en-US" altLang="zh-CN" sz="1100">
                    <a:solidFill>
                      <a:schemeClr val="tx1">
                        <a:lumMod val="50000"/>
                        <a:lumOff val="50000"/>
                      </a:schemeClr>
                    </a:solidFill>
                    <a:cs typeface="+mn-ea"/>
                    <a:sym typeface="+mn-lt"/>
                  </a:rPr>
                  <a:t>Add You Text Here Add You Text Here</a:t>
                </a:r>
              </a:p>
            </p:txBody>
          </p:sp>
        </p:grpSp>
      </p:grpSp>
    </p:spTree>
    <p:extLst>
      <p:ext uri="{BB962C8B-B14F-4D97-AF65-F5344CB8AC3E}">
        <p14:creationId xmlns:p14="http://schemas.microsoft.com/office/powerpoint/2010/main" val="4149568231"/>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down)">
                                      <p:cBhvr>
                                        <p:cTn id="13" dur="500"/>
                                        <p:tgtEl>
                                          <p:spTgt spid="25"/>
                                        </p:tgtEl>
                                      </p:cBhvr>
                                    </p:animEffect>
                                  </p:childTnLst>
                                </p:cTn>
                              </p:par>
                            </p:childTnLst>
                          </p:cTn>
                        </p:par>
                        <p:par>
                          <p:cTn id="14" fill="hold" nodeType="afterGroup">
                            <p:stCondLst>
                              <p:cond delay="1500"/>
                            </p:stCondLst>
                            <p:childTnLst>
                              <p:par>
                                <p:cTn id="15" presetID="22" presetClass="entr" presetSubtype="4" fill="hold" grpId="0" nodeType="after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down)">
                                      <p:cBhvr>
                                        <p:cTn id="17" dur="500"/>
                                        <p:tgtEl>
                                          <p:spTgt spid="29"/>
                                        </p:tgtEl>
                                      </p:cBhvr>
                                    </p:animEffect>
                                  </p:childTnLst>
                                </p:cTn>
                              </p:par>
                            </p:childTnLst>
                          </p:cTn>
                        </p:par>
                        <p:par>
                          <p:cTn id="18" fill="hold" nodeType="afterGroup">
                            <p:stCondLst>
                              <p:cond delay="2000"/>
                            </p:stCondLst>
                            <p:childTnLst>
                              <p:par>
                                <p:cTn id="19" presetID="22" presetClass="entr" presetSubtype="4"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down)">
                                      <p:cBhvr>
                                        <p:cTn id="21" dur="500"/>
                                        <p:tgtEl>
                                          <p:spTgt spid="27"/>
                                        </p:tgtEl>
                                      </p:cBhvr>
                                    </p:animEffect>
                                  </p:childTnLst>
                                </p:cTn>
                              </p:par>
                            </p:childTnLst>
                          </p:cTn>
                        </p:par>
                        <p:par>
                          <p:cTn id="22" fill="hold" nodeType="afterGroup">
                            <p:stCondLst>
                              <p:cond delay="2500"/>
                            </p:stCondLst>
                            <p:childTnLst>
                              <p:par>
                                <p:cTn id="23" presetID="22" presetClass="entr" presetSubtype="4" fill="hold" grpId="0" nodeType="after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wipe(down)">
                                      <p:cBhvr>
                                        <p:cTn id="25" dur="500"/>
                                        <p:tgtEl>
                                          <p:spTgt spid="30"/>
                                        </p:tgtEl>
                                      </p:cBhvr>
                                    </p:animEffect>
                                  </p:childTnLst>
                                </p:cTn>
                              </p:par>
                            </p:childTnLst>
                          </p:cTn>
                        </p:par>
                        <p:par>
                          <p:cTn id="26" fill="hold" nodeType="afterGroup">
                            <p:stCondLst>
                              <p:cond delay="3000"/>
                            </p:stCondLst>
                            <p:childTnLst>
                              <p:par>
                                <p:cTn id="27" presetID="22" presetClass="entr" presetSubtype="4" fill="hold" grpId="0" nodeType="after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down)">
                                      <p:cBhvr>
                                        <p:cTn id="29" dur="500"/>
                                        <p:tgtEl>
                                          <p:spTgt spid="28"/>
                                        </p:tgtEl>
                                      </p:cBhvr>
                                    </p:animEffect>
                                  </p:childTnLst>
                                </p:cTn>
                              </p:par>
                            </p:childTnLst>
                          </p:cTn>
                        </p:par>
                        <p:par>
                          <p:cTn id="30" fill="hold" nodeType="afterGroup">
                            <p:stCondLst>
                              <p:cond delay="3500"/>
                            </p:stCondLst>
                            <p:childTnLst>
                              <p:par>
                                <p:cTn id="31" presetID="53" presetClass="entr" presetSubtype="0" fill="hold" grpId="0" nodeType="afterEffect">
                                  <p:stCondLst>
                                    <p:cond delay="0"/>
                                  </p:stCondLst>
                                  <p:childTnLst>
                                    <p:set>
                                      <p:cBhvr>
                                        <p:cTn id="32" dur="1" fill="hold">
                                          <p:stCondLst>
                                            <p:cond delay="0"/>
                                          </p:stCondLst>
                                        </p:cTn>
                                        <p:tgtEl>
                                          <p:spTgt spid="31"/>
                                        </p:tgtEl>
                                        <p:attrNameLst>
                                          <p:attrName>style.visibility</p:attrName>
                                        </p:attrNameLst>
                                      </p:cBhvr>
                                      <p:to>
                                        <p:strVal val="visible"/>
                                      </p:to>
                                    </p:set>
                                    <p:anim calcmode="lin" valueType="num">
                                      <p:cBhvr>
                                        <p:cTn id="33" dur="500" fill="hold"/>
                                        <p:tgtEl>
                                          <p:spTgt spid="31"/>
                                        </p:tgtEl>
                                        <p:attrNameLst>
                                          <p:attrName>ppt_w</p:attrName>
                                        </p:attrNameLst>
                                      </p:cBhvr>
                                      <p:tavLst>
                                        <p:tav tm="0">
                                          <p:val>
                                            <p:fltVal val="0"/>
                                          </p:val>
                                        </p:tav>
                                        <p:tav tm="100000">
                                          <p:val>
                                            <p:strVal val="#ppt_w"/>
                                          </p:val>
                                        </p:tav>
                                      </p:tavLst>
                                    </p:anim>
                                    <p:anim calcmode="lin" valueType="num">
                                      <p:cBhvr>
                                        <p:cTn id="34" dur="500" fill="hold"/>
                                        <p:tgtEl>
                                          <p:spTgt spid="31"/>
                                        </p:tgtEl>
                                        <p:attrNameLst>
                                          <p:attrName>ppt_h</p:attrName>
                                        </p:attrNameLst>
                                      </p:cBhvr>
                                      <p:tavLst>
                                        <p:tav tm="0">
                                          <p:val>
                                            <p:fltVal val="0"/>
                                          </p:val>
                                        </p:tav>
                                        <p:tav tm="100000">
                                          <p:val>
                                            <p:strVal val="#ppt_h"/>
                                          </p:val>
                                        </p:tav>
                                      </p:tavLst>
                                    </p:anim>
                                    <p:animEffect transition="in" filter="fade">
                                      <p:cBhvr>
                                        <p:cTn id="35" dur="500"/>
                                        <p:tgtEl>
                                          <p:spTgt spid="31"/>
                                        </p:tgtEl>
                                      </p:cBhvr>
                                    </p:animEffect>
                                  </p:childTnLst>
                                </p:cTn>
                              </p:par>
                            </p:childTnLst>
                          </p:cTn>
                        </p:par>
                        <p:par>
                          <p:cTn id="36" fill="hold" nodeType="afterGroup">
                            <p:stCondLst>
                              <p:cond delay="4000"/>
                            </p:stCondLst>
                            <p:childTnLst>
                              <p:par>
                                <p:cTn id="37" presetID="53" presetClass="entr" presetSubtype="0" fill="hold" grpId="0" nodeType="afterEffect">
                                  <p:stCondLst>
                                    <p:cond delay="0"/>
                                  </p:stCondLst>
                                  <p:childTnLst>
                                    <p:set>
                                      <p:cBhvr>
                                        <p:cTn id="38" dur="1" fill="hold">
                                          <p:stCondLst>
                                            <p:cond delay="0"/>
                                          </p:stCondLst>
                                        </p:cTn>
                                        <p:tgtEl>
                                          <p:spTgt spid="33"/>
                                        </p:tgtEl>
                                        <p:attrNameLst>
                                          <p:attrName>style.visibility</p:attrName>
                                        </p:attrNameLst>
                                      </p:cBhvr>
                                      <p:to>
                                        <p:strVal val="visible"/>
                                      </p:to>
                                    </p:set>
                                    <p:anim calcmode="lin" valueType="num">
                                      <p:cBhvr>
                                        <p:cTn id="39" dur="500" fill="hold"/>
                                        <p:tgtEl>
                                          <p:spTgt spid="33"/>
                                        </p:tgtEl>
                                        <p:attrNameLst>
                                          <p:attrName>ppt_w</p:attrName>
                                        </p:attrNameLst>
                                      </p:cBhvr>
                                      <p:tavLst>
                                        <p:tav tm="0">
                                          <p:val>
                                            <p:fltVal val="0"/>
                                          </p:val>
                                        </p:tav>
                                        <p:tav tm="100000">
                                          <p:val>
                                            <p:strVal val="#ppt_w"/>
                                          </p:val>
                                        </p:tav>
                                      </p:tavLst>
                                    </p:anim>
                                    <p:anim calcmode="lin" valueType="num">
                                      <p:cBhvr>
                                        <p:cTn id="40" dur="500" fill="hold"/>
                                        <p:tgtEl>
                                          <p:spTgt spid="33"/>
                                        </p:tgtEl>
                                        <p:attrNameLst>
                                          <p:attrName>ppt_h</p:attrName>
                                        </p:attrNameLst>
                                      </p:cBhvr>
                                      <p:tavLst>
                                        <p:tav tm="0">
                                          <p:val>
                                            <p:fltVal val="0"/>
                                          </p:val>
                                        </p:tav>
                                        <p:tav tm="100000">
                                          <p:val>
                                            <p:strVal val="#ppt_h"/>
                                          </p:val>
                                        </p:tav>
                                      </p:tavLst>
                                    </p:anim>
                                    <p:animEffect transition="in" filter="fade">
                                      <p:cBhvr>
                                        <p:cTn id="41" dur="500"/>
                                        <p:tgtEl>
                                          <p:spTgt spid="33"/>
                                        </p:tgtEl>
                                      </p:cBhvr>
                                    </p:animEffect>
                                  </p:childTnLst>
                                </p:cTn>
                              </p:par>
                            </p:childTnLst>
                          </p:cTn>
                        </p:par>
                        <p:par>
                          <p:cTn id="42" fill="hold" nodeType="afterGroup">
                            <p:stCondLst>
                              <p:cond delay="4500"/>
                            </p:stCondLst>
                            <p:childTnLst>
                              <p:par>
                                <p:cTn id="43" presetID="53" presetClass="entr" presetSubtype="0" fill="hold" grpId="0" nodeType="afterEffect">
                                  <p:stCondLst>
                                    <p:cond delay="0"/>
                                  </p:stCondLst>
                                  <p:childTnLst>
                                    <p:set>
                                      <p:cBhvr>
                                        <p:cTn id="44" dur="1" fill="hold">
                                          <p:stCondLst>
                                            <p:cond delay="0"/>
                                          </p:stCondLst>
                                        </p:cTn>
                                        <p:tgtEl>
                                          <p:spTgt spid="32"/>
                                        </p:tgtEl>
                                        <p:attrNameLst>
                                          <p:attrName>style.visibility</p:attrName>
                                        </p:attrNameLst>
                                      </p:cBhvr>
                                      <p:to>
                                        <p:strVal val="visible"/>
                                      </p:to>
                                    </p:set>
                                    <p:anim calcmode="lin" valueType="num">
                                      <p:cBhvr>
                                        <p:cTn id="45" dur="500" fill="hold"/>
                                        <p:tgtEl>
                                          <p:spTgt spid="32"/>
                                        </p:tgtEl>
                                        <p:attrNameLst>
                                          <p:attrName>ppt_w</p:attrName>
                                        </p:attrNameLst>
                                      </p:cBhvr>
                                      <p:tavLst>
                                        <p:tav tm="0">
                                          <p:val>
                                            <p:fltVal val="0"/>
                                          </p:val>
                                        </p:tav>
                                        <p:tav tm="100000">
                                          <p:val>
                                            <p:strVal val="#ppt_w"/>
                                          </p:val>
                                        </p:tav>
                                      </p:tavLst>
                                    </p:anim>
                                    <p:anim calcmode="lin" valueType="num">
                                      <p:cBhvr>
                                        <p:cTn id="46" dur="500" fill="hold"/>
                                        <p:tgtEl>
                                          <p:spTgt spid="32"/>
                                        </p:tgtEl>
                                        <p:attrNameLst>
                                          <p:attrName>ppt_h</p:attrName>
                                        </p:attrNameLst>
                                      </p:cBhvr>
                                      <p:tavLst>
                                        <p:tav tm="0">
                                          <p:val>
                                            <p:fltVal val="0"/>
                                          </p:val>
                                        </p:tav>
                                        <p:tav tm="100000">
                                          <p:val>
                                            <p:strVal val="#ppt_h"/>
                                          </p:val>
                                        </p:tav>
                                      </p:tavLst>
                                    </p:anim>
                                    <p:animEffect transition="in" filter="fade">
                                      <p:cBhvr>
                                        <p:cTn id="47" dur="500"/>
                                        <p:tgtEl>
                                          <p:spTgt spid="32"/>
                                        </p:tgtEl>
                                      </p:cBhvr>
                                    </p:animEffect>
                                  </p:childTnLst>
                                </p:cTn>
                              </p:par>
                              <p:par>
                                <p:cTn id="48" presetID="42"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1000"/>
                                        <p:tgtEl>
                                          <p:spTgt spid="17"/>
                                        </p:tgtEl>
                                      </p:cBhvr>
                                    </p:animEffect>
                                    <p:anim calcmode="lin" valueType="num">
                                      <p:cBhvr>
                                        <p:cTn id="51" dur="1000" fill="hold"/>
                                        <p:tgtEl>
                                          <p:spTgt spid="17"/>
                                        </p:tgtEl>
                                        <p:attrNameLst>
                                          <p:attrName>ppt_x</p:attrName>
                                        </p:attrNameLst>
                                      </p:cBhvr>
                                      <p:tavLst>
                                        <p:tav tm="0">
                                          <p:val>
                                            <p:strVal val="#ppt_x"/>
                                          </p:val>
                                        </p:tav>
                                        <p:tav tm="100000">
                                          <p:val>
                                            <p:strVal val="#ppt_x"/>
                                          </p:val>
                                        </p:tav>
                                      </p:tavLst>
                                    </p:anim>
                                    <p:anim calcmode="lin" valueType="num">
                                      <p:cBhvr>
                                        <p:cTn id="52" dur="1000" fill="hold"/>
                                        <p:tgtEl>
                                          <p:spTgt spid="17"/>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1000"/>
                                        <p:tgtEl>
                                          <p:spTgt spid="20"/>
                                        </p:tgtEl>
                                      </p:cBhvr>
                                    </p:animEffect>
                                    <p:anim calcmode="lin" valueType="num">
                                      <p:cBhvr>
                                        <p:cTn id="56" dur="1000" fill="hold"/>
                                        <p:tgtEl>
                                          <p:spTgt spid="20"/>
                                        </p:tgtEl>
                                        <p:attrNameLst>
                                          <p:attrName>ppt_x</p:attrName>
                                        </p:attrNameLst>
                                      </p:cBhvr>
                                      <p:tavLst>
                                        <p:tav tm="0">
                                          <p:val>
                                            <p:strVal val="#ppt_x"/>
                                          </p:val>
                                        </p:tav>
                                        <p:tav tm="100000">
                                          <p:val>
                                            <p:strVal val="#ppt_x"/>
                                          </p:val>
                                        </p:tav>
                                      </p:tavLst>
                                    </p:anim>
                                    <p:anim calcmode="lin" valueType="num">
                                      <p:cBhvr>
                                        <p:cTn id="57" dur="1000" fill="hold"/>
                                        <p:tgtEl>
                                          <p:spTgt spid="20"/>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1000"/>
                                        <p:tgtEl>
                                          <p:spTgt spid="23"/>
                                        </p:tgtEl>
                                      </p:cBhvr>
                                    </p:animEffect>
                                    <p:anim calcmode="lin" valueType="num">
                                      <p:cBhvr>
                                        <p:cTn id="61" dur="1000" fill="hold"/>
                                        <p:tgtEl>
                                          <p:spTgt spid="23"/>
                                        </p:tgtEl>
                                        <p:attrNameLst>
                                          <p:attrName>ppt_x</p:attrName>
                                        </p:attrNameLst>
                                      </p:cBhvr>
                                      <p:tavLst>
                                        <p:tav tm="0">
                                          <p:val>
                                            <p:strVal val="#ppt_x"/>
                                          </p:val>
                                        </p:tav>
                                        <p:tav tm="100000">
                                          <p:val>
                                            <p:strVal val="#ppt_x"/>
                                          </p:val>
                                        </p:tav>
                                      </p:tavLst>
                                    </p:anim>
                                    <p:anim calcmode="lin" valueType="num">
                                      <p:cBhvr>
                                        <p:cTn id="62"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p:bldP spid="31" grpId="0" animBg="1"/>
      <p:bldP spid="32" grpId="0" animBg="1"/>
      <p:bldP spid="33" grpId="0" animBg="1"/>
    </p:bldLst>
  </p:timing>
</p:sld>
</file>

<file path=ppt/slides/slide22.xml><?xml version="1.0" encoding="utf-8"?>
<p:sld xmlns:a14="http://schemas.microsoft.com/office/drawing/2010/main" xmlns:a16="http://schemas.microsoft.com/office/drawing/2014/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grpSp>
        <p:nvGrpSpPr>
          <p:cNvPr id="3" name="组合 2"/>
          <p:cNvGrpSpPr/>
          <p:nvPr/>
        </p:nvGrpSpPr>
        <p:grpSpPr>
          <a:xfrm>
            <a:off x="1388784" y="1768937"/>
            <a:ext cx="2002272" cy="2002270"/>
            <a:chOff x="1388784" y="1768937"/>
            <a:chExt cx="2002272" cy="2002270"/>
          </a:xfrm>
        </p:grpSpPr>
        <p:sp>
          <p:nvSpPr>
            <p:cNvPr id="2" name="椭圆 1"/>
            <p:cNvSpPr/>
            <p:nvPr/>
          </p:nvSpPr>
          <p:spPr>
            <a:xfrm>
              <a:off x="1388784" y="1768937"/>
              <a:ext cx="2002272" cy="2002270"/>
            </a:xfrm>
            <a:prstGeom prst="ellipse">
              <a:avLst/>
            </a:prstGeom>
            <a:blipFill>
              <a:blip r:embed="R4e853084b51b4fbb">
                <a:extLst>
                  <a:ext uri="{28A0092B-C50C-407E-A947-70E740481C1C}">
                    <a14:useLocalDpi xmlns:a14="http://schemas.microsoft.com/office/drawing/2010/main"/>
                  </a:ext>
                </a:extLst>
              </a:blip>
              <a:stretch>
                <a:fillRect/>
              </a:stretch>
            </a:bli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Freeform 11"/>
            <p:cNvSpPr>
              <a:spLocks noEditPoints="1"/>
            </p:cNvSpPr>
            <p:nvPr/>
          </p:nvSpPr>
          <p:spPr bwMode="auto">
            <a:xfrm>
              <a:off x="1697923" y="2077345"/>
              <a:ext cx="1383994" cy="1383993"/>
            </a:xfrm>
            <a:custGeom>
              <a:gdLst>
                <a:gd name="T0" fmla="*/ 627 w 1254"/>
                <a:gd name="T1" fmla="*/ 1254 h 1254"/>
                <a:gd name="T2" fmla="*/ 0 w 1254"/>
                <a:gd name="T3" fmla="*/ 627 h 1254"/>
                <a:gd name="T4" fmla="*/ 627 w 1254"/>
                <a:gd name="T5" fmla="*/ 0 h 1254"/>
                <a:gd name="T6" fmla="*/ 1254 w 1254"/>
                <a:gd name="T7" fmla="*/ 627 h 1254"/>
                <a:gd name="T8" fmla="*/ 627 w 1254"/>
                <a:gd name="T9" fmla="*/ 1254 h 1254"/>
                <a:gd name="T10" fmla="*/ 1213 w 1254"/>
                <a:gd name="T11" fmla="*/ 627 h 1254"/>
                <a:gd name="T12" fmla="*/ 627 w 1254"/>
                <a:gd name="T13" fmla="*/ 41 h 1254"/>
                <a:gd name="T14" fmla="*/ 40 w 1254"/>
                <a:gd name="T15" fmla="*/ 627 h 1254"/>
                <a:gd name="T16" fmla="*/ 627 w 1254"/>
                <a:gd name="T17" fmla="*/ 1214 h 1254"/>
                <a:gd name="T18" fmla="*/ 1213 w 1254"/>
                <a:gd name="T19" fmla="*/ 627 h 125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4" h="1254">
                  <a:moveTo>
                    <a:pt x="627" y="1254"/>
                  </a:moveTo>
                  <a:cubicBezTo>
                    <a:pt x="280" y="1254"/>
                    <a:pt x="0" y="974"/>
                    <a:pt x="0" y="627"/>
                  </a:cubicBezTo>
                  <a:cubicBezTo>
                    <a:pt x="0" y="281"/>
                    <a:pt x="280" y="0"/>
                    <a:pt x="627" y="0"/>
                  </a:cubicBezTo>
                  <a:cubicBezTo>
                    <a:pt x="973" y="0"/>
                    <a:pt x="1254" y="281"/>
                    <a:pt x="1254" y="627"/>
                  </a:cubicBezTo>
                  <a:cubicBezTo>
                    <a:pt x="1254" y="974"/>
                    <a:pt x="973" y="1254"/>
                    <a:pt x="627" y="1254"/>
                  </a:cubicBezTo>
                  <a:close/>
                  <a:moveTo>
                    <a:pt x="1213" y="627"/>
                  </a:moveTo>
                  <a:cubicBezTo>
                    <a:pt x="1213" y="304"/>
                    <a:pt x="950" y="41"/>
                    <a:pt x="627" y="41"/>
                  </a:cubicBezTo>
                  <a:cubicBezTo>
                    <a:pt x="303" y="41"/>
                    <a:pt x="40" y="304"/>
                    <a:pt x="40" y="627"/>
                  </a:cubicBezTo>
                  <a:cubicBezTo>
                    <a:pt x="40" y="951"/>
                    <a:pt x="303" y="1214"/>
                    <a:pt x="627" y="1214"/>
                  </a:cubicBezTo>
                  <a:cubicBezTo>
                    <a:pt x="950" y="1214"/>
                    <a:pt x="1213" y="951"/>
                    <a:pt x="1213" y="627"/>
                  </a:cubicBezTo>
                  <a:close/>
                </a:path>
              </a:pathLst>
            </a:custGeom>
            <a:solidFill>
              <a:schemeClr val="bg1">
                <a:lumMod val="95000"/>
              </a:schemeClr>
            </a:solidFill>
            <a:ln w="9525">
              <a:noFill/>
              <a:round/>
            </a:ln>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grpSp>
        <p:nvGrpSpPr>
          <p:cNvPr id="5" name="组合 4"/>
          <p:cNvGrpSpPr/>
          <p:nvPr/>
        </p:nvGrpSpPr>
        <p:grpSpPr>
          <a:xfrm>
            <a:off x="3862022" y="1768937"/>
            <a:ext cx="2002272" cy="2002270"/>
            <a:chOff x="3862022" y="1768937"/>
            <a:chExt cx="2002272" cy="2002270"/>
          </a:xfrm>
        </p:grpSpPr>
        <p:sp>
          <p:nvSpPr>
            <p:cNvPr id="23" name="椭圆 22"/>
            <p:cNvSpPr/>
            <p:nvPr/>
          </p:nvSpPr>
          <p:spPr>
            <a:xfrm>
              <a:off x="3862022" y="1768937"/>
              <a:ext cx="2002272" cy="2002270"/>
            </a:xfrm>
            <a:prstGeom prst="ellipse">
              <a:avLst/>
            </a:prstGeom>
            <a:blipFill>
              <a:blip r:embed="Rf6337a8968eb4986">
                <a:extLst>
                  <a:ext uri="{28A0092B-C50C-407E-A947-70E740481C1C}">
                    <a14:useLocalDpi xmlns:a14="http://schemas.microsoft.com/office/drawing/2010/main"/>
                  </a:ext>
                </a:extLst>
              </a:blip>
              <a:stretch>
                <a:fillRect/>
              </a:stretch>
            </a:blip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Freeform 11"/>
            <p:cNvSpPr>
              <a:spLocks noEditPoints="1"/>
            </p:cNvSpPr>
            <p:nvPr/>
          </p:nvSpPr>
          <p:spPr bwMode="auto">
            <a:xfrm>
              <a:off x="4178427" y="2078139"/>
              <a:ext cx="1383994" cy="1383993"/>
            </a:xfrm>
            <a:custGeom>
              <a:gdLst>
                <a:gd name="T0" fmla="*/ 627 w 1254"/>
                <a:gd name="T1" fmla="*/ 1254 h 1254"/>
                <a:gd name="T2" fmla="*/ 0 w 1254"/>
                <a:gd name="T3" fmla="*/ 627 h 1254"/>
                <a:gd name="T4" fmla="*/ 627 w 1254"/>
                <a:gd name="T5" fmla="*/ 0 h 1254"/>
                <a:gd name="T6" fmla="*/ 1254 w 1254"/>
                <a:gd name="T7" fmla="*/ 627 h 1254"/>
                <a:gd name="T8" fmla="*/ 627 w 1254"/>
                <a:gd name="T9" fmla="*/ 1254 h 1254"/>
                <a:gd name="T10" fmla="*/ 1213 w 1254"/>
                <a:gd name="T11" fmla="*/ 627 h 1254"/>
                <a:gd name="T12" fmla="*/ 627 w 1254"/>
                <a:gd name="T13" fmla="*/ 41 h 1254"/>
                <a:gd name="T14" fmla="*/ 40 w 1254"/>
                <a:gd name="T15" fmla="*/ 627 h 1254"/>
                <a:gd name="T16" fmla="*/ 627 w 1254"/>
                <a:gd name="T17" fmla="*/ 1214 h 1254"/>
                <a:gd name="T18" fmla="*/ 1213 w 1254"/>
                <a:gd name="T19" fmla="*/ 627 h 125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4" h="1254">
                  <a:moveTo>
                    <a:pt x="627" y="1254"/>
                  </a:moveTo>
                  <a:cubicBezTo>
                    <a:pt x="280" y="1254"/>
                    <a:pt x="0" y="974"/>
                    <a:pt x="0" y="627"/>
                  </a:cubicBezTo>
                  <a:cubicBezTo>
                    <a:pt x="0" y="281"/>
                    <a:pt x="280" y="0"/>
                    <a:pt x="627" y="0"/>
                  </a:cubicBezTo>
                  <a:cubicBezTo>
                    <a:pt x="973" y="0"/>
                    <a:pt x="1254" y="281"/>
                    <a:pt x="1254" y="627"/>
                  </a:cubicBezTo>
                  <a:cubicBezTo>
                    <a:pt x="1254" y="974"/>
                    <a:pt x="973" y="1254"/>
                    <a:pt x="627" y="1254"/>
                  </a:cubicBezTo>
                  <a:close/>
                  <a:moveTo>
                    <a:pt x="1213" y="627"/>
                  </a:moveTo>
                  <a:cubicBezTo>
                    <a:pt x="1213" y="304"/>
                    <a:pt x="950" y="41"/>
                    <a:pt x="627" y="41"/>
                  </a:cubicBezTo>
                  <a:cubicBezTo>
                    <a:pt x="303" y="41"/>
                    <a:pt x="40" y="304"/>
                    <a:pt x="40" y="627"/>
                  </a:cubicBezTo>
                  <a:cubicBezTo>
                    <a:pt x="40" y="951"/>
                    <a:pt x="303" y="1214"/>
                    <a:pt x="627" y="1214"/>
                  </a:cubicBezTo>
                  <a:cubicBezTo>
                    <a:pt x="950" y="1214"/>
                    <a:pt x="1213" y="951"/>
                    <a:pt x="1213" y="627"/>
                  </a:cubicBezTo>
                  <a:close/>
                </a:path>
              </a:pathLst>
            </a:custGeom>
            <a:solidFill>
              <a:schemeClr val="bg1"/>
            </a:solidFill>
            <a:ln w="9525">
              <a:noFill/>
              <a:round/>
            </a:ln>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grpSp>
        <p:nvGrpSpPr>
          <p:cNvPr id="6" name="组合 5"/>
          <p:cNvGrpSpPr/>
          <p:nvPr/>
        </p:nvGrpSpPr>
        <p:grpSpPr>
          <a:xfrm>
            <a:off x="6346820" y="1768937"/>
            <a:ext cx="2002272" cy="2002270"/>
            <a:chOff x="6346820" y="1768937"/>
            <a:chExt cx="2002272" cy="2002270"/>
          </a:xfrm>
        </p:grpSpPr>
        <p:sp>
          <p:nvSpPr>
            <p:cNvPr id="24" name="椭圆 23"/>
            <p:cNvSpPr/>
            <p:nvPr/>
          </p:nvSpPr>
          <p:spPr>
            <a:xfrm>
              <a:off x="6346820" y="1768937"/>
              <a:ext cx="2002272" cy="2002270"/>
            </a:xfrm>
            <a:prstGeom prst="ellipse">
              <a:avLst/>
            </a:prstGeom>
            <a:blipFill>
              <a:blip r:embed="R4e853084b51b4fbb">
                <a:extLst>
                  <a:ext uri="{28A0092B-C50C-407E-A947-70E740481C1C}">
                    <a14:useLocalDpi xmlns:a14="http://schemas.microsoft.com/office/drawing/2010/main"/>
                  </a:ext>
                </a:extLst>
              </a:blip>
              <a:stretch>
                <a:fillRect/>
              </a:stretch>
            </a:bli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Freeform 11"/>
            <p:cNvSpPr>
              <a:spLocks noEditPoints="1"/>
            </p:cNvSpPr>
            <p:nvPr/>
          </p:nvSpPr>
          <p:spPr bwMode="auto">
            <a:xfrm>
              <a:off x="6653382" y="2078139"/>
              <a:ext cx="1383994" cy="1383993"/>
            </a:xfrm>
            <a:custGeom>
              <a:gdLst>
                <a:gd name="T0" fmla="*/ 627 w 1254"/>
                <a:gd name="T1" fmla="*/ 1254 h 1254"/>
                <a:gd name="T2" fmla="*/ 0 w 1254"/>
                <a:gd name="T3" fmla="*/ 627 h 1254"/>
                <a:gd name="T4" fmla="*/ 627 w 1254"/>
                <a:gd name="T5" fmla="*/ 0 h 1254"/>
                <a:gd name="T6" fmla="*/ 1254 w 1254"/>
                <a:gd name="T7" fmla="*/ 627 h 1254"/>
                <a:gd name="T8" fmla="*/ 627 w 1254"/>
                <a:gd name="T9" fmla="*/ 1254 h 1254"/>
                <a:gd name="T10" fmla="*/ 1213 w 1254"/>
                <a:gd name="T11" fmla="*/ 627 h 1254"/>
                <a:gd name="T12" fmla="*/ 627 w 1254"/>
                <a:gd name="T13" fmla="*/ 41 h 1254"/>
                <a:gd name="T14" fmla="*/ 40 w 1254"/>
                <a:gd name="T15" fmla="*/ 627 h 1254"/>
                <a:gd name="T16" fmla="*/ 627 w 1254"/>
                <a:gd name="T17" fmla="*/ 1214 h 1254"/>
                <a:gd name="T18" fmla="*/ 1213 w 1254"/>
                <a:gd name="T19" fmla="*/ 627 h 125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4" h="1254">
                  <a:moveTo>
                    <a:pt x="627" y="1254"/>
                  </a:moveTo>
                  <a:cubicBezTo>
                    <a:pt x="280" y="1254"/>
                    <a:pt x="0" y="974"/>
                    <a:pt x="0" y="627"/>
                  </a:cubicBezTo>
                  <a:cubicBezTo>
                    <a:pt x="0" y="281"/>
                    <a:pt x="280" y="0"/>
                    <a:pt x="627" y="0"/>
                  </a:cubicBezTo>
                  <a:cubicBezTo>
                    <a:pt x="973" y="0"/>
                    <a:pt x="1254" y="281"/>
                    <a:pt x="1254" y="627"/>
                  </a:cubicBezTo>
                  <a:cubicBezTo>
                    <a:pt x="1254" y="974"/>
                    <a:pt x="973" y="1254"/>
                    <a:pt x="627" y="1254"/>
                  </a:cubicBezTo>
                  <a:close/>
                  <a:moveTo>
                    <a:pt x="1213" y="627"/>
                  </a:moveTo>
                  <a:cubicBezTo>
                    <a:pt x="1213" y="304"/>
                    <a:pt x="950" y="41"/>
                    <a:pt x="627" y="41"/>
                  </a:cubicBezTo>
                  <a:cubicBezTo>
                    <a:pt x="303" y="41"/>
                    <a:pt x="40" y="304"/>
                    <a:pt x="40" y="627"/>
                  </a:cubicBezTo>
                  <a:cubicBezTo>
                    <a:pt x="40" y="951"/>
                    <a:pt x="303" y="1214"/>
                    <a:pt x="627" y="1214"/>
                  </a:cubicBezTo>
                  <a:cubicBezTo>
                    <a:pt x="950" y="1214"/>
                    <a:pt x="1213" y="951"/>
                    <a:pt x="1213" y="627"/>
                  </a:cubicBezTo>
                  <a:close/>
                </a:path>
              </a:pathLst>
            </a:custGeom>
            <a:solidFill>
              <a:schemeClr val="bg1"/>
            </a:solidFill>
            <a:ln w="9525">
              <a:noFill/>
              <a:round/>
            </a:ln>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grpSp>
        <p:nvGrpSpPr>
          <p:cNvPr id="8" name="组合 7"/>
          <p:cNvGrpSpPr/>
          <p:nvPr/>
        </p:nvGrpSpPr>
        <p:grpSpPr>
          <a:xfrm>
            <a:off x="8820058" y="1768937"/>
            <a:ext cx="2002272" cy="2002270"/>
            <a:chOff x="8820058" y="1768937"/>
            <a:chExt cx="2002272" cy="2002270"/>
          </a:xfrm>
        </p:grpSpPr>
        <p:sp>
          <p:nvSpPr>
            <p:cNvPr id="25" name="椭圆 24"/>
            <p:cNvSpPr/>
            <p:nvPr/>
          </p:nvSpPr>
          <p:spPr>
            <a:xfrm>
              <a:off x="8820058" y="1768937"/>
              <a:ext cx="2002272" cy="2002270"/>
            </a:xfrm>
            <a:prstGeom prst="ellipse">
              <a:avLst/>
            </a:prstGeom>
            <a:blipFill>
              <a:blip r:embed="Rf6337a8968eb4986">
                <a:extLst>
                  <a:ext uri="{28A0092B-C50C-407E-A947-70E740481C1C}">
                    <a14:useLocalDpi xmlns:a14="http://schemas.microsoft.com/office/drawing/2010/main"/>
                  </a:ext>
                </a:extLst>
              </a:blip>
              <a:stretch>
                <a:fillRect/>
              </a:stretch>
            </a:blip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Freeform 11"/>
            <p:cNvSpPr>
              <a:spLocks noEditPoints="1"/>
            </p:cNvSpPr>
            <p:nvPr/>
          </p:nvSpPr>
          <p:spPr bwMode="auto">
            <a:xfrm>
              <a:off x="9128337" y="2078932"/>
              <a:ext cx="1383994" cy="1383993"/>
            </a:xfrm>
            <a:custGeom>
              <a:gdLst>
                <a:gd name="T0" fmla="*/ 627 w 1254"/>
                <a:gd name="T1" fmla="*/ 1254 h 1254"/>
                <a:gd name="T2" fmla="*/ 0 w 1254"/>
                <a:gd name="T3" fmla="*/ 627 h 1254"/>
                <a:gd name="T4" fmla="*/ 627 w 1254"/>
                <a:gd name="T5" fmla="*/ 0 h 1254"/>
                <a:gd name="T6" fmla="*/ 1254 w 1254"/>
                <a:gd name="T7" fmla="*/ 627 h 1254"/>
                <a:gd name="T8" fmla="*/ 627 w 1254"/>
                <a:gd name="T9" fmla="*/ 1254 h 1254"/>
                <a:gd name="T10" fmla="*/ 1213 w 1254"/>
                <a:gd name="T11" fmla="*/ 627 h 1254"/>
                <a:gd name="T12" fmla="*/ 627 w 1254"/>
                <a:gd name="T13" fmla="*/ 41 h 1254"/>
                <a:gd name="T14" fmla="*/ 40 w 1254"/>
                <a:gd name="T15" fmla="*/ 627 h 1254"/>
                <a:gd name="T16" fmla="*/ 627 w 1254"/>
                <a:gd name="T17" fmla="*/ 1214 h 1254"/>
                <a:gd name="T18" fmla="*/ 1213 w 1254"/>
                <a:gd name="T19" fmla="*/ 627 h 125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4" h="1254">
                  <a:moveTo>
                    <a:pt x="627" y="1254"/>
                  </a:moveTo>
                  <a:cubicBezTo>
                    <a:pt x="280" y="1254"/>
                    <a:pt x="0" y="974"/>
                    <a:pt x="0" y="627"/>
                  </a:cubicBezTo>
                  <a:cubicBezTo>
                    <a:pt x="0" y="281"/>
                    <a:pt x="280" y="0"/>
                    <a:pt x="627" y="0"/>
                  </a:cubicBezTo>
                  <a:cubicBezTo>
                    <a:pt x="973" y="0"/>
                    <a:pt x="1254" y="281"/>
                    <a:pt x="1254" y="627"/>
                  </a:cubicBezTo>
                  <a:cubicBezTo>
                    <a:pt x="1254" y="974"/>
                    <a:pt x="973" y="1254"/>
                    <a:pt x="627" y="1254"/>
                  </a:cubicBezTo>
                  <a:close/>
                  <a:moveTo>
                    <a:pt x="1213" y="627"/>
                  </a:moveTo>
                  <a:cubicBezTo>
                    <a:pt x="1213" y="304"/>
                    <a:pt x="950" y="41"/>
                    <a:pt x="627" y="41"/>
                  </a:cubicBezTo>
                  <a:cubicBezTo>
                    <a:pt x="303" y="41"/>
                    <a:pt x="40" y="304"/>
                    <a:pt x="40" y="627"/>
                  </a:cubicBezTo>
                  <a:cubicBezTo>
                    <a:pt x="40" y="951"/>
                    <a:pt x="303" y="1214"/>
                    <a:pt x="627" y="1214"/>
                  </a:cubicBezTo>
                  <a:cubicBezTo>
                    <a:pt x="950" y="1214"/>
                    <a:pt x="1213" y="951"/>
                    <a:pt x="1213" y="627"/>
                  </a:cubicBezTo>
                  <a:close/>
                </a:path>
              </a:pathLst>
            </a:custGeom>
            <a:solidFill>
              <a:schemeClr val="bg1"/>
            </a:solidFill>
            <a:ln w="9525">
              <a:noFill/>
              <a:round/>
            </a:ln>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58" name="矩形 57">
            <a:extLst>
              <a:ext uri="{FF2B5EF4-FFF2-40B4-BE49-F238E27FC236}">
                <a16:creationId xmlns:a16="http://schemas.microsoft.com/office/drawing/2014/main" id="{E3EB1709-6D20-4440-8800-976CC5E9712E}"/>
              </a:ext>
            </a:extLst>
          </p:cNvPr>
          <p:cNvSpPr/>
          <p:nvPr/>
        </p:nvSpPr>
        <p:spPr>
          <a:xfrm>
            <a:off x="1589694" y="4934496"/>
            <a:ext cx="9012612" cy="1061829"/>
          </a:xfrm>
          <a:prstGeom prst="rect">
            <a:avLst/>
          </a:prstGeom>
        </p:spPr>
        <p:txBody>
          <a:bodyPr wrap="square">
            <a:spAutoFit/>
            <a:scene3d>
              <a:camera prst="orthographicFront"/>
              <a:lightRig rig="threePt" dir="t"/>
            </a:scene3d>
            <a:sp3d contourW="12700"/>
          </a:bodyPr>
          <a:lstStyle/>
          <a:p>
            <a:pPr>
              <a:lnSpc>
                <a:spcPct val="150000"/>
              </a:lnSpc>
            </a:pPr>
            <a:r>
              <a:rPr lang="zh-CN" altLang="en-US" sz="1400">
                <a:solidFill>
                  <a:schemeClr val="tx1">
                    <a:lumMod val="75000"/>
                    <a:lumOff val="25000"/>
                  </a:schemeClr>
                </a:solidFill>
                <a:cs typeface="+mn-ea"/>
                <a:sym typeface="+mn-lt"/>
              </a:rPr>
              <a:t>输入替换内容编辑文字输入替换编辑文字输入替换内容编辑文字</a:t>
            </a:r>
            <a:r>
              <a:rPr lang="en-US" altLang="zh-CN" sz="1400">
                <a:solidFill>
                  <a:schemeClr val="tx1">
                    <a:lumMod val="75000"/>
                    <a:lumOff val="25000"/>
                  </a:schemeClr>
                </a:solidFill>
                <a:cs typeface="+mn-ea"/>
                <a:sym typeface="+mn-lt"/>
              </a:rPr>
              <a:t>,</a:t>
            </a:r>
            <a:r>
              <a:rPr lang="zh-CN" altLang="en-US" sz="1400">
                <a:solidFill>
                  <a:schemeClr val="tx1">
                    <a:lumMod val="75000"/>
                    <a:lumOff val="25000"/>
                  </a:schemeClr>
                </a:solidFill>
                <a:cs typeface="+mn-ea"/>
                <a:sym typeface="+mn-lt"/>
              </a:rPr>
              <a:t>输入替换内容编辑文字输入替换编辑文字输入替换内容编辑</a:t>
            </a:r>
            <a:r>
              <a:rPr lang="zh-CN" altLang="en-US" sz="1400">
                <a:solidFill>
                  <a:schemeClr val="tx1">
                    <a:lumMod val="75000"/>
                    <a:lumOff val="25000"/>
                  </a:schemeClr>
                </a:solidFill>
                <a:cs typeface="+mn-ea"/>
                <a:sym typeface="+mn-lt"/>
              </a:rPr>
              <a:t>文字</a:t>
            </a:r>
            <a:r>
              <a:rPr lang="zh-CN" altLang="en-US" sz="1400">
                <a:solidFill>
                  <a:schemeClr val="tx1">
                    <a:lumMod val="75000"/>
                    <a:lumOff val="25000"/>
                  </a:schemeClr>
                </a:solidFill>
                <a:cs typeface="+mn-ea"/>
                <a:sym typeface="+mn-lt"/>
              </a:rPr>
              <a:t>输入替换内容编辑文字输入替换编辑文字输入替换内容编辑文字</a:t>
            </a:r>
            <a:r>
              <a:rPr lang="en-US" altLang="zh-CN" sz="1400">
                <a:solidFill>
                  <a:schemeClr val="tx1">
                    <a:lumMod val="75000"/>
                    <a:lumOff val="25000"/>
                  </a:schemeClr>
                </a:solidFill>
                <a:cs typeface="+mn-ea"/>
                <a:sym typeface="+mn-lt"/>
              </a:rPr>
              <a:t>,</a:t>
            </a:r>
            <a:r>
              <a:rPr lang="zh-CN" altLang="en-US" sz="1400">
                <a:solidFill>
                  <a:schemeClr val="tx1">
                    <a:lumMod val="75000"/>
                    <a:lumOff val="25000"/>
                  </a:schemeClr>
                </a:solidFill>
                <a:cs typeface="+mn-ea"/>
                <a:sym typeface="+mn-lt"/>
              </a:rPr>
              <a:t>输入替换内容编辑文字输入替换编辑文字输入替换内容编辑文字</a:t>
            </a:r>
          </a:p>
        </p:txBody>
      </p:sp>
      <p:grpSp>
        <p:nvGrpSpPr>
          <p:cNvPr id="11" name="组合 10"/>
          <p:cNvGrpSpPr/>
          <p:nvPr/>
        </p:nvGrpSpPr>
        <p:grpSpPr>
          <a:xfrm>
            <a:off x="1529787" y="3850550"/>
            <a:ext cx="1673967" cy="523220"/>
            <a:chOff x="1599045" y="3850550"/>
            <a:chExt cx="1673967" cy="523220"/>
          </a:xfrm>
        </p:grpSpPr>
        <p:sp>
          <p:nvSpPr>
            <p:cNvPr id="9" name="圆角矩形 8"/>
            <p:cNvSpPr/>
            <p:nvPr/>
          </p:nvSpPr>
          <p:spPr>
            <a:xfrm>
              <a:off x="1599045" y="3916273"/>
              <a:ext cx="1673967" cy="391774"/>
            </a:xfrm>
            <a:prstGeom prst="roundRect">
              <a:avLst>
                <a:gd name="adj" fmla="val 50000"/>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9" name="矩形 58">
              <a:extLst>
                <a:ext uri="{FF2B5EF4-FFF2-40B4-BE49-F238E27FC236}">
                  <a16:creationId xmlns:a16="http://schemas.microsoft.com/office/drawing/2014/main" id="{CBCE2F27-1948-4AAF-B7D2-B7B4F23C2784}"/>
                </a:ext>
              </a:extLst>
            </p:cNvPr>
            <p:cNvSpPr/>
            <p:nvPr/>
          </p:nvSpPr>
          <p:spPr>
            <a:xfrm>
              <a:off x="1625126" y="3850550"/>
              <a:ext cx="1647886" cy="523220"/>
            </a:xfrm>
            <a:prstGeom prst="rect">
              <a:avLst/>
            </a:prstGeom>
          </p:spPr>
          <p:txBody>
            <a:bodyPr wrap="square">
              <a:spAutoFit/>
              <a:scene3d>
                <a:camera prst="orthographicFront"/>
                <a:lightRig rig="threePt" dir="t"/>
              </a:scene3d>
              <a:sp3d contourW="12700"/>
            </a:bodyPr>
            <a:lstStyle/>
            <a:p>
              <a:pPr eaLnBrk="0" hangingPunct="0">
                <a:defRPr/>
              </a:pPr>
              <a:r>
                <a:rPr lang="zh-CN" altLang="en-US" sz="2800">
                  <a:solidFill>
                    <a:schemeClr val="bg1"/>
                  </a:solidFill>
                  <a:cs typeface="+mn-ea"/>
                  <a:sym typeface="+mn-lt"/>
                </a:rPr>
                <a:t>添加标题</a:t>
              </a:r>
              <a:endParaRPr lang="en-US" altLang="zh-CN" sz="2800">
                <a:solidFill>
                  <a:schemeClr val="bg1"/>
                </a:solidFill>
                <a:cs typeface="+mn-ea"/>
                <a:sym typeface="+mn-lt"/>
              </a:endParaRPr>
            </a:p>
          </p:txBody>
        </p:sp>
      </p:grpSp>
      <p:grpSp>
        <p:nvGrpSpPr>
          <p:cNvPr id="32" name="组合 31"/>
          <p:cNvGrpSpPr/>
          <p:nvPr/>
        </p:nvGrpSpPr>
        <p:grpSpPr>
          <a:xfrm>
            <a:off x="4026174" y="3850550"/>
            <a:ext cx="1673967" cy="523220"/>
            <a:chOff x="1599045" y="3850550"/>
            <a:chExt cx="1673967" cy="523220"/>
          </a:xfrm>
        </p:grpSpPr>
        <p:sp>
          <p:nvSpPr>
            <p:cNvPr id="33" name="圆角矩形 32"/>
            <p:cNvSpPr/>
            <p:nvPr/>
          </p:nvSpPr>
          <p:spPr>
            <a:xfrm>
              <a:off x="1599045" y="3916273"/>
              <a:ext cx="1673967" cy="391774"/>
            </a:xfrm>
            <a:prstGeom prst="roundRect">
              <a:avLst>
                <a:gd name="adj" fmla="val 50000"/>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a:extLst>
                <a:ext uri="{FF2B5EF4-FFF2-40B4-BE49-F238E27FC236}">
                  <a16:creationId xmlns:a16="http://schemas.microsoft.com/office/drawing/2014/main" id="{CBCE2F27-1948-4AAF-B7D2-B7B4F23C2784}"/>
                </a:ext>
              </a:extLst>
            </p:cNvPr>
            <p:cNvSpPr/>
            <p:nvPr/>
          </p:nvSpPr>
          <p:spPr>
            <a:xfrm>
              <a:off x="1625126" y="3850550"/>
              <a:ext cx="1647886" cy="523220"/>
            </a:xfrm>
            <a:prstGeom prst="rect">
              <a:avLst/>
            </a:prstGeom>
          </p:spPr>
          <p:txBody>
            <a:bodyPr wrap="square">
              <a:spAutoFit/>
              <a:scene3d>
                <a:camera prst="orthographicFront"/>
                <a:lightRig rig="threePt" dir="t"/>
              </a:scene3d>
              <a:sp3d contourW="12700"/>
            </a:bodyPr>
            <a:lstStyle/>
            <a:p>
              <a:pPr eaLnBrk="0" hangingPunct="0">
                <a:defRPr/>
              </a:pPr>
              <a:r>
                <a:rPr lang="zh-CN" altLang="en-US" sz="2800">
                  <a:solidFill>
                    <a:schemeClr val="bg1"/>
                  </a:solidFill>
                  <a:cs typeface="+mn-ea"/>
                  <a:sym typeface="+mn-lt"/>
                </a:rPr>
                <a:t>添加标题</a:t>
              </a:r>
              <a:endParaRPr lang="en-US" altLang="zh-CN" sz="2800">
                <a:solidFill>
                  <a:schemeClr val="bg1"/>
                </a:solidFill>
                <a:cs typeface="+mn-ea"/>
                <a:sym typeface="+mn-lt"/>
              </a:endParaRPr>
            </a:p>
          </p:txBody>
        </p:sp>
      </p:grpSp>
      <p:grpSp>
        <p:nvGrpSpPr>
          <p:cNvPr id="35" name="组合 34"/>
          <p:cNvGrpSpPr/>
          <p:nvPr/>
        </p:nvGrpSpPr>
        <p:grpSpPr>
          <a:xfrm>
            <a:off x="6490534" y="3850550"/>
            <a:ext cx="1673967" cy="523220"/>
            <a:chOff x="1599045" y="3850550"/>
            <a:chExt cx="1673967" cy="523220"/>
          </a:xfrm>
        </p:grpSpPr>
        <p:sp>
          <p:nvSpPr>
            <p:cNvPr id="36" name="圆角矩形 35"/>
            <p:cNvSpPr/>
            <p:nvPr/>
          </p:nvSpPr>
          <p:spPr>
            <a:xfrm>
              <a:off x="1599045" y="3916273"/>
              <a:ext cx="1673967" cy="391774"/>
            </a:xfrm>
            <a:prstGeom prst="roundRect">
              <a:avLst>
                <a:gd name="adj" fmla="val 50000"/>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a:extLst>
                <a:ext uri="{FF2B5EF4-FFF2-40B4-BE49-F238E27FC236}">
                  <a16:creationId xmlns:a16="http://schemas.microsoft.com/office/drawing/2014/main" id="{CBCE2F27-1948-4AAF-B7D2-B7B4F23C2784}"/>
                </a:ext>
              </a:extLst>
            </p:cNvPr>
            <p:cNvSpPr/>
            <p:nvPr/>
          </p:nvSpPr>
          <p:spPr>
            <a:xfrm>
              <a:off x="1625126" y="3850550"/>
              <a:ext cx="1647886" cy="523220"/>
            </a:xfrm>
            <a:prstGeom prst="rect">
              <a:avLst/>
            </a:prstGeom>
          </p:spPr>
          <p:txBody>
            <a:bodyPr wrap="square">
              <a:spAutoFit/>
              <a:scene3d>
                <a:camera prst="orthographicFront"/>
                <a:lightRig rig="threePt" dir="t"/>
              </a:scene3d>
              <a:sp3d contourW="12700"/>
            </a:bodyPr>
            <a:lstStyle/>
            <a:p>
              <a:pPr eaLnBrk="0" hangingPunct="0">
                <a:defRPr/>
              </a:pPr>
              <a:r>
                <a:rPr lang="zh-CN" altLang="en-US" sz="2800">
                  <a:solidFill>
                    <a:schemeClr val="bg1"/>
                  </a:solidFill>
                  <a:cs typeface="+mn-ea"/>
                  <a:sym typeface="+mn-lt"/>
                </a:rPr>
                <a:t>添加标题</a:t>
              </a:r>
              <a:endParaRPr lang="en-US" altLang="zh-CN" sz="2800">
                <a:solidFill>
                  <a:schemeClr val="bg1"/>
                </a:solidFill>
                <a:cs typeface="+mn-ea"/>
                <a:sym typeface="+mn-lt"/>
              </a:endParaRPr>
            </a:p>
          </p:txBody>
        </p:sp>
      </p:grpSp>
      <p:grpSp>
        <p:nvGrpSpPr>
          <p:cNvPr id="38" name="组合 37"/>
          <p:cNvGrpSpPr/>
          <p:nvPr/>
        </p:nvGrpSpPr>
        <p:grpSpPr>
          <a:xfrm>
            <a:off x="8963771" y="3850550"/>
            <a:ext cx="1673967" cy="523220"/>
            <a:chOff x="1599045" y="3850550"/>
            <a:chExt cx="1673967" cy="523220"/>
          </a:xfrm>
        </p:grpSpPr>
        <p:sp>
          <p:nvSpPr>
            <p:cNvPr id="39" name="圆角矩形 38"/>
            <p:cNvSpPr/>
            <p:nvPr/>
          </p:nvSpPr>
          <p:spPr>
            <a:xfrm>
              <a:off x="1599045" y="3916273"/>
              <a:ext cx="1673967" cy="391774"/>
            </a:xfrm>
            <a:prstGeom prst="roundRect">
              <a:avLst>
                <a:gd name="adj" fmla="val 50000"/>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矩形 39">
              <a:extLst>
                <a:ext uri="{FF2B5EF4-FFF2-40B4-BE49-F238E27FC236}">
                  <a16:creationId xmlns:a16="http://schemas.microsoft.com/office/drawing/2014/main" id="{CBCE2F27-1948-4AAF-B7D2-B7B4F23C2784}"/>
                </a:ext>
              </a:extLst>
            </p:cNvPr>
            <p:cNvSpPr/>
            <p:nvPr/>
          </p:nvSpPr>
          <p:spPr>
            <a:xfrm>
              <a:off x="1625126" y="3850550"/>
              <a:ext cx="1647886" cy="523220"/>
            </a:xfrm>
            <a:prstGeom prst="rect">
              <a:avLst/>
            </a:prstGeom>
          </p:spPr>
          <p:txBody>
            <a:bodyPr wrap="square">
              <a:spAutoFit/>
              <a:scene3d>
                <a:camera prst="orthographicFront"/>
                <a:lightRig rig="threePt" dir="t"/>
              </a:scene3d>
              <a:sp3d contourW="12700"/>
            </a:bodyPr>
            <a:lstStyle/>
            <a:p>
              <a:pPr eaLnBrk="0" hangingPunct="0">
                <a:defRPr/>
              </a:pPr>
              <a:r>
                <a:rPr lang="zh-CN" altLang="en-US" sz="2800">
                  <a:solidFill>
                    <a:schemeClr val="bg1"/>
                  </a:solidFill>
                  <a:cs typeface="+mn-ea"/>
                  <a:sym typeface="+mn-lt"/>
                </a:rPr>
                <a:t>添加标题</a:t>
              </a:r>
              <a:endParaRPr lang="en-US" altLang="zh-CN" sz="2800">
                <a:solidFill>
                  <a:schemeClr val="bg1"/>
                </a:solidFill>
                <a:cs typeface="+mn-ea"/>
                <a:sym typeface="+mn-lt"/>
              </a:endParaRPr>
            </a:p>
          </p:txBody>
        </p:sp>
      </p:grpSp>
      <p:grpSp>
        <p:nvGrpSpPr>
          <p:cNvPr id="41" name="组合 40"/>
          <p:cNvGrpSpPr/>
          <p:nvPr/>
        </p:nvGrpSpPr>
        <p:grpSpPr>
          <a:xfrm>
            <a:off x="270670" y="143324"/>
            <a:ext cx="3530602" cy="656435"/>
            <a:chOff x="270670" y="143324"/>
            <a:chExt cx="3530602" cy="656435"/>
          </a:xfrm>
        </p:grpSpPr>
        <p:grpSp>
          <p:nvGrpSpPr>
            <p:cNvPr id="42" name="组合 41"/>
            <p:cNvGrpSpPr/>
            <p:nvPr/>
          </p:nvGrpSpPr>
          <p:grpSpPr>
            <a:xfrm rot="16200000">
              <a:off x="279666" y="181091"/>
              <a:ext cx="596991" cy="614984"/>
              <a:chOff x="315186" y="9489"/>
              <a:chExt cx="1252592" cy="1290343"/>
            </a:xfrm>
          </p:grpSpPr>
          <p:sp>
            <p:nvSpPr>
              <p:cNvPr id="46" name="圆角矩形 45"/>
              <p:cNvSpPr/>
              <p:nvPr/>
            </p:nvSpPr>
            <p:spPr>
              <a:xfrm rot="18900000">
                <a:off x="315186" y="9489"/>
                <a:ext cx="1252592" cy="539672"/>
              </a:xfrm>
              <a:prstGeom prst="roundRect">
                <a:avLst>
                  <a:gd name="adj" fmla="val 12668"/>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 name="圆角矩形 46"/>
              <p:cNvSpPr/>
              <p:nvPr/>
            </p:nvSpPr>
            <p:spPr>
              <a:xfrm rot="2700000">
                <a:off x="874702" y="766822"/>
                <a:ext cx="533010" cy="533010"/>
              </a:xfrm>
              <a:prstGeom prst="roundRect">
                <a:avLst>
                  <a:gd name="adj" fmla="val 14919"/>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43" name="组合 42"/>
            <p:cNvGrpSpPr/>
            <p:nvPr/>
          </p:nvGrpSpPr>
          <p:grpSpPr>
            <a:xfrm>
              <a:off x="1004038" y="143324"/>
              <a:ext cx="2797234" cy="656435"/>
              <a:chOff x="716110" y="187653"/>
              <a:chExt cx="2797234" cy="656435"/>
            </a:xfrm>
          </p:grpSpPr>
          <p:sp>
            <p:nvSpPr>
              <p:cNvPr id="44" name="文本框 43"/>
              <p:cNvSpPr txBox="1"/>
              <p:nvPr/>
            </p:nvSpPr>
            <p:spPr>
              <a:xfrm>
                <a:off x="716110" y="187653"/>
                <a:ext cx="2713695" cy="438582"/>
              </a:xfrm>
              <a:prstGeom prst="rect">
                <a:avLst/>
              </a:prstGeom>
              <a:noFill/>
            </p:spPr>
            <p:txBody>
              <a:bodyPr wrap="square" lIns="68580" tIns="34290" rIns="68580" bIns="34290" rtlCol="0">
                <a:spAutoFit/>
              </a:bodyPr>
              <a:lstStyle/>
              <a:p>
                <a:pPr defTabSz="685800"/>
                <a:r>
                  <a:rPr lang="zh-CN" altLang="en-US" sz="2400">
                    <a:solidFill>
                      <a:schemeClr val="tx1">
                        <a:lumMod val="65000"/>
                        <a:lumOff val="35000"/>
                      </a:schemeClr>
                    </a:solidFill>
                    <a:cs typeface="+mn-ea"/>
                    <a:sym typeface="+mn-lt"/>
                  </a:rPr>
                  <a:t>单击输入标题内容</a:t>
                </a:r>
                <a:endParaRPr lang="zh-CN" altLang="en-US" sz="2400">
                  <a:solidFill>
                    <a:schemeClr val="tx1">
                      <a:lumMod val="65000"/>
                      <a:lumOff val="35000"/>
                    </a:schemeClr>
                  </a:solidFill>
                  <a:cs typeface="+mn-ea"/>
                  <a:sym typeface="+mn-lt"/>
                </a:endParaRPr>
              </a:p>
            </p:txBody>
          </p:sp>
          <p:sp>
            <p:nvSpPr>
              <p:cNvPr id="45" name="文本框 44"/>
              <p:cNvSpPr txBox="1"/>
              <p:nvPr/>
            </p:nvSpPr>
            <p:spPr>
              <a:xfrm>
                <a:off x="716110" y="553111"/>
                <a:ext cx="2797234" cy="290977"/>
              </a:xfrm>
              <a:prstGeom prst="rect">
                <a:avLst/>
              </a:prstGeom>
              <a:noFill/>
            </p:spPr>
            <p:txBody>
              <a:bodyPr wrap="square" rtlCol="0">
                <a:spAutoFit/>
              </a:bodyPr>
              <a:lstStyle/>
              <a:p>
                <a:pPr>
                  <a:lnSpc>
                    <a:spcPct val="130000"/>
                  </a:lnSpc>
                </a:pPr>
                <a:r>
                  <a:rPr lang="en-US" altLang="zh-CN" sz="1100">
                    <a:solidFill>
                      <a:schemeClr val="tx1">
                        <a:lumMod val="50000"/>
                        <a:lumOff val="50000"/>
                      </a:schemeClr>
                    </a:solidFill>
                    <a:cs typeface="+mn-ea"/>
                    <a:sym typeface="+mn-lt"/>
                  </a:rPr>
                  <a:t>Add You Text Here Add You Text Here</a:t>
                </a:r>
              </a:p>
            </p:txBody>
          </p:sp>
        </p:grpSp>
      </p:grpSp>
    </p:spTree>
    <p:extLst>
      <p:ext uri="{BB962C8B-B14F-4D97-AF65-F5344CB8AC3E}">
        <p14:creationId xmlns:p14="http://schemas.microsoft.com/office/powerpoint/2010/main" val="545489366"/>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childTnLst>
                          </p:cTn>
                        </p:par>
                        <p:par>
                          <p:cTn id="25" fill="hold" nodeType="afterGroup">
                            <p:stCondLst>
                              <p:cond delay="1000"/>
                            </p:stCondLst>
                            <p:childTnLst>
                              <p:par>
                                <p:cTn id="26" presetID="47" presetClass="entr" presetSubtype="0"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par>
                                <p:cTn id="31" presetID="47"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1000"/>
                                        <p:tgtEl>
                                          <p:spTgt spid="32"/>
                                        </p:tgtEl>
                                      </p:cBhvr>
                                    </p:animEffect>
                                    <p:anim calcmode="lin" valueType="num">
                                      <p:cBhvr>
                                        <p:cTn id="34" dur="1000" fill="hold"/>
                                        <p:tgtEl>
                                          <p:spTgt spid="32"/>
                                        </p:tgtEl>
                                        <p:attrNameLst>
                                          <p:attrName>ppt_x</p:attrName>
                                        </p:attrNameLst>
                                      </p:cBhvr>
                                      <p:tavLst>
                                        <p:tav tm="0">
                                          <p:val>
                                            <p:strVal val="#ppt_x"/>
                                          </p:val>
                                        </p:tav>
                                        <p:tav tm="100000">
                                          <p:val>
                                            <p:strVal val="#ppt_x"/>
                                          </p:val>
                                        </p:tav>
                                      </p:tavLst>
                                    </p:anim>
                                    <p:anim calcmode="lin" valueType="num">
                                      <p:cBhvr>
                                        <p:cTn id="35" dur="1000" fill="hold"/>
                                        <p:tgtEl>
                                          <p:spTgt spid="32"/>
                                        </p:tgtEl>
                                        <p:attrNameLst>
                                          <p:attrName>ppt_y</p:attrName>
                                        </p:attrNameLst>
                                      </p:cBhvr>
                                      <p:tavLst>
                                        <p:tav tm="0">
                                          <p:val>
                                            <p:strVal val="#ppt_y-.1"/>
                                          </p:val>
                                        </p:tav>
                                        <p:tav tm="100000">
                                          <p:val>
                                            <p:strVal val="#ppt_y"/>
                                          </p:val>
                                        </p:tav>
                                      </p:tavLst>
                                    </p:anim>
                                  </p:childTnLst>
                                </p:cTn>
                              </p:par>
                              <p:par>
                                <p:cTn id="36" presetID="47" presetClass="entr" presetSubtype="0" fill="hold" nodeType="with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1000"/>
                                        <p:tgtEl>
                                          <p:spTgt spid="35"/>
                                        </p:tgtEl>
                                      </p:cBhvr>
                                    </p:animEffect>
                                    <p:anim calcmode="lin" valueType="num">
                                      <p:cBhvr>
                                        <p:cTn id="39" dur="1000" fill="hold"/>
                                        <p:tgtEl>
                                          <p:spTgt spid="35"/>
                                        </p:tgtEl>
                                        <p:attrNameLst>
                                          <p:attrName>ppt_x</p:attrName>
                                        </p:attrNameLst>
                                      </p:cBhvr>
                                      <p:tavLst>
                                        <p:tav tm="0">
                                          <p:val>
                                            <p:strVal val="#ppt_x"/>
                                          </p:val>
                                        </p:tav>
                                        <p:tav tm="100000">
                                          <p:val>
                                            <p:strVal val="#ppt_x"/>
                                          </p:val>
                                        </p:tav>
                                      </p:tavLst>
                                    </p:anim>
                                    <p:anim calcmode="lin" valueType="num">
                                      <p:cBhvr>
                                        <p:cTn id="40" dur="1000" fill="hold"/>
                                        <p:tgtEl>
                                          <p:spTgt spid="35"/>
                                        </p:tgtEl>
                                        <p:attrNameLst>
                                          <p:attrName>ppt_y</p:attrName>
                                        </p:attrNameLst>
                                      </p:cBhvr>
                                      <p:tavLst>
                                        <p:tav tm="0">
                                          <p:val>
                                            <p:strVal val="#ppt_y-.1"/>
                                          </p:val>
                                        </p:tav>
                                        <p:tav tm="100000">
                                          <p:val>
                                            <p:strVal val="#ppt_y"/>
                                          </p:val>
                                        </p:tav>
                                      </p:tavLst>
                                    </p:anim>
                                  </p:childTnLst>
                                </p:cTn>
                              </p:par>
                              <p:par>
                                <p:cTn id="41" presetID="47" presetClass="entr" presetSubtype="0" fill="hold"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1000"/>
                                        <p:tgtEl>
                                          <p:spTgt spid="38"/>
                                        </p:tgtEl>
                                      </p:cBhvr>
                                    </p:animEffect>
                                    <p:anim calcmode="lin" valueType="num">
                                      <p:cBhvr>
                                        <p:cTn id="44" dur="1000" fill="hold"/>
                                        <p:tgtEl>
                                          <p:spTgt spid="38"/>
                                        </p:tgtEl>
                                        <p:attrNameLst>
                                          <p:attrName>ppt_x</p:attrName>
                                        </p:attrNameLst>
                                      </p:cBhvr>
                                      <p:tavLst>
                                        <p:tav tm="0">
                                          <p:val>
                                            <p:strVal val="#ppt_x"/>
                                          </p:val>
                                        </p:tav>
                                        <p:tav tm="100000">
                                          <p:val>
                                            <p:strVal val="#ppt_x"/>
                                          </p:val>
                                        </p:tav>
                                      </p:tavLst>
                                    </p:anim>
                                    <p:anim calcmode="lin" valueType="num">
                                      <p:cBhvr>
                                        <p:cTn id="45" dur="1000" fill="hold"/>
                                        <p:tgtEl>
                                          <p:spTgt spid="38"/>
                                        </p:tgtEl>
                                        <p:attrNameLst>
                                          <p:attrName>ppt_y</p:attrName>
                                        </p:attrNameLst>
                                      </p:cBhvr>
                                      <p:tavLst>
                                        <p:tav tm="0">
                                          <p:val>
                                            <p:strVal val="#ppt_y-.1"/>
                                          </p:val>
                                        </p:tav>
                                        <p:tav tm="100000">
                                          <p:val>
                                            <p:strVal val="#ppt_y"/>
                                          </p:val>
                                        </p:tav>
                                      </p:tavLst>
                                    </p:anim>
                                  </p:childTnLst>
                                </p:cTn>
                              </p:par>
                            </p:childTnLst>
                          </p:cTn>
                        </p:par>
                        <p:par>
                          <p:cTn id="46" fill="hold" nodeType="afterGroup">
                            <p:stCondLst>
                              <p:cond delay="2000"/>
                            </p:stCondLst>
                            <p:childTnLst>
                              <p:par>
                                <p:cTn id="47" presetID="22" presetClass="entr" presetSubtype="8" fill="hold" grpId="0" nodeType="afterEffect">
                                  <p:stCondLst>
                                    <p:cond delay="0"/>
                                  </p:stCondLst>
                                  <p:childTnLst>
                                    <p:set>
                                      <p:cBhvr>
                                        <p:cTn id="48" dur="1" fill="hold">
                                          <p:stCondLst>
                                            <p:cond delay="0"/>
                                          </p:stCondLst>
                                        </p:cTn>
                                        <p:tgtEl>
                                          <p:spTgt spid="58"/>
                                        </p:tgtEl>
                                        <p:attrNameLst>
                                          <p:attrName>style.visibility</p:attrName>
                                        </p:attrNameLst>
                                      </p:cBhvr>
                                      <p:to>
                                        <p:strVal val="visible"/>
                                      </p:to>
                                    </p:set>
                                    <p:animEffect transition="in" filter="wipe(left)">
                                      <p:cBhvr>
                                        <p:cTn id="49"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Lst>
  </p:timing>
</p:sld>
</file>

<file path=ppt/slides/slide23.xml><?xml version="1.0" encoding="utf-8"?>
<p:sld xmlns:a14="http://schemas.microsoft.com/office/drawing/2010/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32770" name="MH_Other_1"/>
          <p:cNvSpPr>
            <a:spLocks noChangeArrowheads="1"/>
          </p:cNvSpPr>
          <p:nvPr/>
        </p:nvSpPr>
        <p:spPr bwMode="auto">
          <a:xfrm>
            <a:off x="2823347" y="2483089"/>
            <a:ext cx="2409693" cy="2411280"/>
          </a:xfrm>
          <a:prstGeom prst="ellipse">
            <a:avLst/>
          </a:prstGeom>
          <a:noFill/>
          <a:ln w="9525">
            <a:solidFill>
              <a:schemeClr val="tx1">
                <a:lumMod val="65000"/>
                <a:lumOff val="35000"/>
              </a:schemeClr>
            </a:solidFill>
            <a:round/>
          </a:ln>
          <a:extLst>
            <a:ext uri="{909E8E84-426E-40DD-AFC4-6F175D3DCCD1}">
              <a14:hiddenFill xmlns:a14="http://schemas.microsoft.com/office/drawing/2010/main">
                <a:solidFill>
                  <a:srgbClr val="FFFFFF"/>
                </a:solidFill>
              </a14:hiddenFill>
            </a:ext>
          </a:extLst>
        </p:spPr>
        <p:txBody>
          <a:bodyPr lIns="90165" tIns="46988" rIns="90165" bIns="46988"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866952" fontAlgn="base" latinLnBrk="1">
              <a:spcBef>
                <a:spcPct val="0"/>
              </a:spcBef>
              <a:spcAft>
                <a:spcPct val="0"/>
              </a:spcAft>
            </a:pPr>
            <a:endParaRPr lang="en-US" altLang="zh-CN" sz="1707">
              <a:solidFill>
                <a:srgbClr val="FFFFFF"/>
              </a:solidFill>
              <a:latin typeface="+mn-lt"/>
              <a:ea typeface="+mn-ea"/>
              <a:cs typeface="+mn-ea"/>
              <a:sym typeface="+mn-lt"/>
            </a:endParaRPr>
          </a:p>
        </p:txBody>
      </p:sp>
      <p:sp>
        <p:nvSpPr>
          <p:cNvPr id="32771" name="MH_Title_1"/>
          <p:cNvSpPr>
            <a:spLocks noChangeArrowheads="1"/>
          </p:cNvSpPr>
          <p:nvPr/>
        </p:nvSpPr>
        <p:spPr bwMode="auto">
          <a:xfrm>
            <a:off x="4671095" y="3229173"/>
            <a:ext cx="1033407" cy="1031819"/>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sym typeface="+mn-lt"/>
              </a:rPr>
              <a:t>文本</a:t>
            </a:r>
          </a:p>
        </p:txBody>
      </p:sp>
      <p:sp>
        <p:nvSpPr>
          <p:cNvPr id="32772" name="MH_SubTitle_3"/>
          <p:cNvSpPr>
            <a:spLocks noChangeArrowheads="1"/>
          </p:cNvSpPr>
          <p:nvPr/>
        </p:nvSpPr>
        <p:spPr bwMode="auto">
          <a:xfrm>
            <a:off x="2501103" y="3407757"/>
            <a:ext cx="674651" cy="674651"/>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sym typeface="+mn-lt"/>
              </a:rPr>
              <a:t>文本</a:t>
            </a:r>
            <a:endParaRPr lang="zh-CN" altLang="en-US">
              <a:solidFill>
                <a:schemeClr val="lt1"/>
              </a:solidFill>
              <a:cs typeface="+mn-ea"/>
              <a:sym typeface="+mn-lt"/>
            </a:endParaRPr>
          </a:p>
        </p:txBody>
      </p:sp>
      <p:sp>
        <p:nvSpPr>
          <p:cNvPr id="32773" name="MH_SubTitle_1"/>
          <p:cNvSpPr>
            <a:spLocks noChangeArrowheads="1"/>
          </p:cNvSpPr>
          <p:nvPr/>
        </p:nvSpPr>
        <p:spPr bwMode="auto">
          <a:xfrm>
            <a:off x="3691662" y="2146557"/>
            <a:ext cx="673063" cy="674651"/>
          </a:xfrm>
          <a:prstGeom prst="ellipse">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sym typeface="+mn-lt"/>
              </a:rPr>
              <a:t>文本</a:t>
            </a:r>
          </a:p>
        </p:txBody>
      </p:sp>
      <p:sp>
        <p:nvSpPr>
          <p:cNvPr id="32774" name="MH_SubTitle_5"/>
          <p:cNvSpPr>
            <a:spLocks noChangeArrowheads="1"/>
          </p:cNvSpPr>
          <p:nvPr/>
        </p:nvSpPr>
        <p:spPr bwMode="auto">
          <a:xfrm>
            <a:off x="3586892" y="4453068"/>
            <a:ext cx="674651" cy="674651"/>
          </a:xfrm>
          <a:prstGeom prst="ellipse">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sym typeface="+mn-lt"/>
              </a:rPr>
              <a:t>文本</a:t>
            </a:r>
          </a:p>
        </p:txBody>
      </p:sp>
      <p:sp>
        <p:nvSpPr>
          <p:cNvPr id="32775" name="MH_Other_2"/>
          <p:cNvSpPr>
            <a:spLocks noChangeArrowheads="1"/>
          </p:cNvSpPr>
          <p:nvPr/>
        </p:nvSpPr>
        <p:spPr bwMode="auto">
          <a:xfrm flipH="1">
            <a:off x="6852201" y="2483089"/>
            <a:ext cx="2411281" cy="2411280"/>
          </a:xfrm>
          <a:prstGeom prst="ellipse">
            <a:avLst/>
          </a:prstGeom>
          <a:noFill/>
          <a:ln w="9525">
            <a:solidFill>
              <a:schemeClr val="tx1">
                <a:lumMod val="65000"/>
                <a:lumOff val="35000"/>
              </a:schemeClr>
            </a:solidFill>
            <a:round/>
          </a:ln>
          <a:extLst>
            <a:ext uri="{909E8E84-426E-40DD-AFC4-6F175D3DCCD1}">
              <a14:hiddenFill xmlns:a14="http://schemas.microsoft.com/office/drawing/2010/main">
                <a:solidFill>
                  <a:srgbClr val="FFFFFF"/>
                </a:solidFill>
              </a14:hiddenFill>
            </a:ext>
          </a:extLst>
        </p:spPr>
        <p:txBody>
          <a:bodyPr lIns="90165" tIns="46988" rIns="90165" bIns="46988"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866952" fontAlgn="base" latinLnBrk="1">
              <a:spcBef>
                <a:spcPct val="0"/>
              </a:spcBef>
              <a:spcAft>
                <a:spcPct val="0"/>
              </a:spcAft>
            </a:pPr>
            <a:endParaRPr lang="en-US" altLang="zh-CN" sz="1707">
              <a:solidFill>
                <a:srgbClr val="FFFFFF"/>
              </a:solidFill>
              <a:latin typeface="+mn-lt"/>
              <a:ea typeface="+mn-ea"/>
              <a:cs typeface="+mn-ea"/>
              <a:sym typeface="+mn-lt"/>
            </a:endParaRPr>
          </a:p>
        </p:txBody>
      </p:sp>
      <p:sp>
        <p:nvSpPr>
          <p:cNvPr id="32776" name="MH_Title_2"/>
          <p:cNvSpPr>
            <a:spLocks noChangeArrowheads="1"/>
          </p:cNvSpPr>
          <p:nvPr/>
        </p:nvSpPr>
        <p:spPr bwMode="auto">
          <a:xfrm flipH="1">
            <a:off x="6382325" y="3229173"/>
            <a:ext cx="1031819" cy="1031819"/>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sym typeface="+mn-lt"/>
              </a:rPr>
              <a:t>文本</a:t>
            </a:r>
          </a:p>
        </p:txBody>
      </p:sp>
      <p:sp>
        <p:nvSpPr>
          <p:cNvPr id="32777" name="MH_SubTitle_4"/>
          <p:cNvSpPr>
            <a:spLocks noChangeArrowheads="1"/>
          </p:cNvSpPr>
          <p:nvPr/>
        </p:nvSpPr>
        <p:spPr bwMode="auto">
          <a:xfrm flipH="1">
            <a:off x="8911075" y="3407757"/>
            <a:ext cx="673063" cy="674651"/>
          </a:xfrm>
          <a:prstGeom prst="ellipse">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sym typeface="+mn-lt"/>
              </a:rPr>
              <a:t>文本</a:t>
            </a:r>
          </a:p>
        </p:txBody>
      </p:sp>
      <p:sp>
        <p:nvSpPr>
          <p:cNvPr id="32778" name="MH_SubTitle_2"/>
          <p:cNvSpPr>
            <a:spLocks noChangeArrowheads="1"/>
          </p:cNvSpPr>
          <p:nvPr/>
        </p:nvSpPr>
        <p:spPr bwMode="auto">
          <a:xfrm flipH="1">
            <a:off x="7720516" y="2146557"/>
            <a:ext cx="674651" cy="674651"/>
          </a:xfrm>
          <a:prstGeom prst="ellipse">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sym typeface="+mn-lt"/>
              </a:rPr>
              <a:t>文本</a:t>
            </a:r>
          </a:p>
        </p:txBody>
      </p:sp>
      <p:sp>
        <p:nvSpPr>
          <p:cNvPr id="32779" name="MH_SubTitle_6"/>
          <p:cNvSpPr>
            <a:spLocks noChangeArrowheads="1"/>
          </p:cNvSpPr>
          <p:nvPr/>
        </p:nvSpPr>
        <p:spPr bwMode="auto">
          <a:xfrm flipH="1">
            <a:off x="7825286" y="4453068"/>
            <a:ext cx="673063" cy="674651"/>
          </a:xfrm>
          <a:prstGeom prst="ellipse">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sym typeface="+mn-lt"/>
              </a:rPr>
              <a:t>文本</a:t>
            </a:r>
          </a:p>
        </p:txBody>
      </p:sp>
      <p:sp>
        <p:nvSpPr>
          <p:cNvPr id="32782" name="MH_Other_3"/>
          <p:cNvSpPr/>
          <p:nvPr/>
        </p:nvSpPr>
        <p:spPr bwMode="auto">
          <a:xfrm rot="-2644669">
            <a:off x="4942545" y="2843432"/>
            <a:ext cx="2217615" cy="2217616"/>
          </a:xfrm>
          <a:custGeom>
            <a:gdLst>
              <a:gd name="T0" fmla="*/ 1108868 w 2217737"/>
              <a:gd name="T1" fmla="*/ 0 h 2217738"/>
              <a:gd name="T2" fmla="*/ 2217737 w 2217737"/>
              <a:gd name="T3" fmla="*/ 1108869 h 2217738"/>
              <a:gd name="T4" fmla="*/ 1108869 w 2217737"/>
              <a:gd name="T5" fmla="*/ 1108869 h 2217738"/>
              <a:gd name="T6" fmla="*/ 1108868 w 2217737"/>
              <a:gd name="T7" fmla="*/ 0 h 2217738"/>
              <a:gd name="T8" fmla="*/ 1108868 w 2217737"/>
              <a:gd name="T9" fmla="*/ 0 h 2217738"/>
              <a:gd name="T10" fmla="*/ 2217737 w 2217737"/>
              <a:gd name="T11" fmla="*/ 1108869 h 2217738"/>
              <a:gd name="T12" fmla="*/ 0 60000 65536"/>
              <a:gd name="T13" fmla="*/ 0 60000 65536"/>
              <a:gd name="T14" fmla="*/ 0 60000 65536"/>
              <a:gd name="T15" fmla="*/ 0 60000 65536"/>
              <a:gd name="T16" fmla="*/ 0 60000 65536"/>
              <a:gd name="T17" fmla="*/ 0 60000 65536"/>
            </a:gdLst>
            <a:cxnLst>
              <a:cxn ang="T12">
                <a:pos x="T0" y="T1"/>
              </a:cxn>
              <a:cxn ang="T13">
                <a:pos x="T2" y="T3"/>
              </a:cxn>
              <a:cxn ang="T14">
                <a:pos x="T4" y="T5"/>
              </a:cxn>
              <a:cxn ang="T15">
                <a:pos x="T6" y="T7"/>
              </a:cxn>
              <a:cxn ang="T16">
                <a:pos x="T8" y="T9"/>
              </a:cxn>
              <a:cxn ang="T17">
                <a:pos x="T10" y="T11"/>
              </a:cxn>
            </a:cxnLst>
            <a:rect l="0" t="0" r="r" b="b"/>
            <a:pathLst>
              <a:path w="2217737" h="2217738" stroke="0">
                <a:moveTo>
                  <a:pt x="1108868" y="0"/>
                </a:moveTo>
                <a:cubicBezTo>
                  <a:pt x="1721279" y="0"/>
                  <a:pt x="2217737" y="496458"/>
                  <a:pt x="2217737" y="1108869"/>
                </a:cubicBezTo>
                <a:lnTo>
                  <a:pt x="1108869" y="1108869"/>
                </a:lnTo>
                <a:cubicBezTo>
                  <a:pt x="1108869" y="739246"/>
                  <a:pt x="1108868" y="369623"/>
                  <a:pt x="1108868" y="0"/>
                </a:cubicBezTo>
                <a:close/>
              </a:path>
              <a:path w="2217737" h="2217738" fill="none">
                <a:moveTo>
                  <a:pt x="1108868" y="0"/>
                </a:moveTo>
                <a:cubicBezTo>
                  <a:pt x="1721279" y="0"/>
                  <a:pt x="2217737" y="496458"/>
                  <a:pt x="2217737" y="1108869"/>
                </a:cubicBezTo>
              </a:path>
            </a:pathLst>
          </a:custGeom>
          <a:noFill/>
          <a:ln w="9525" cap="flat" cmpd="sng">
            <a:solidFill>
              <a:schemeClr val="tx1">
                <a:lumMod val="65000"/>
                <a:lumOff val="35000"/>
              </a:schemeClr>
            </a:solidFill>
            <a:round/>
            <a:headEnd type="oval"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pPr defTabSz="866952" fontAlgn="base">
              <a:spcBef>
                <a:spcPct val="0"/>
              </a:spcBef>
              <a:spcAft>
                <a:spcPct val="0"/>
              </a:spcAft>
            </a:pPr>
            <a:endParaRPr lang="zh-CN" altLang="en-US" sz="1707">
              <a:solidFill>
                <a:prstClr val="black"/>
              </a:solidFill>
              <a:cs typeface="+mn-ea"/>
              <a:sym typeface="+mn-lt"/>
            </a:endParaRPr>
          </a:p>
        </p:txBody>
      </p:sp>
      <p:sp>
        <p:nvSpPr>
          <p:cNvPr id="32783" name="MH_Other_4"/>
          <p:cNvSpPr/>
          <p:nvPr/>
        </p:nvSpPr>
        <p:spPr bwMode="auto">
          <a:xfrm rot="-2644669" flipH="1" flipV="1">
            <a:off x="4926669" y="2427529"/>
            <a:ext cx="2219203" cy="2217616"/>
          </a:xfrm>
          <a:custGeom>
            <a:gdLst>
              <a:gd name="T0" fmla="*/ 1109662 w 2219325"/>
              <a:gd name="T1" fmla="*/ 0 h 2217738"/>
              <a:gd name="T2" fmla="*/ 2219325 w 2219325"/>
              <a:gd name="T3" fmla="*/ 1108869 h 2217738"/>
              <a:gd name="T4" fmla="*/ 1109663 w 2219325"/>
              <a:gd name="T5" fmla="*/ 1108869 h 2217738"/>
              <a:gd name="T6" fmla="*/ 1109662 w 2219325"/>
              <a:gd name="T7" fmla="*/ 0 h 2217738"/>
              <a:gd name="T8" fmla="*/ 1109662 w 2219325"/>
              <a:gd name="T9" fmla="*/ 0 h 2217738"/>
              <a:gd name="T10" fmla="*/ 2219325 w 2219325"/>
              <a:gd name="T11" fmla="*/ 1108869 h 2217738"/>
              <a:gd name="T12" fmla="*/ 0 60000 65536"/>
              <a:gd name="T13" fmla="*/ 0 60000 65536"/>
              <a:gd name="T14" fmla="*/ 0 60000 65536"/>
              <a:gd name="T15" fmla="*/ 0 60000 65536"/>
              <a:gd name="T16" fmla="*/ 0 60000 65536"/>
              <a:gd name="T17" fmla="*/ 0 60000 65536"/>
            </a:gdLst>
            <a:cxnLst>
              <a:cxn ang="T12">
                <a:pos x="T0" y="T1"/>
              </a:cxn>
              <a:cxn ang="T13">
                <a:pos x="T2" y="T3"/>
              </a:cxn>
              <a:cxn ang="T14">
                <a:pos x="T4" y="T5"/>
              </a:cxn>
              <a:cxn ang="T15">
                <a:pos x="T6" y="T7"/>
              </a:cxn>
              <a:cxn ang="T16">
                <a:pos x="T8" y="T9"/>
              </a:cxn>
              <a:cxn ang="T17">
                <a:pos x="T10" y="T11"/>
              </a:cxn>
            </a:cxnLst>
            <a:rect l="0" t="0" r="r" b="b"/>
            <a:pathLst>
              <a:path w="2219325" h="2217738" stroke="0">
                <a:moveTo>
                  <a:pt x="1109662" y="0"/>
                </a:moveTo>
                <a:cubicBezTo>
                  <a:pt x="1722512" y="0"/>
                  <a:pt x="2219325" y="496458"/>
                  <a:pt x="2219325" y="1108869"/>
                </a:cubicBezTo>
                <a:lnTo>
                  <a:pt x="1109663" y="1108869"/>
                </a:lnTo>
                <a:cubicBezTo>
                  <a:pt x="1109663" y="739246"/>
                  <a:pt x="1109662" y="369623"/>
                  <a:pt x="1109662" y="0"/>
                </a:cubicBezTo>
                <a:close/>
              </a:path>
              <a:path w="2219325" h="2217738" fill="none">
                <a:moveTo>
                  <a:pt x="1109662" y="0"/>
                </a:moveTo>
                <a:cubicBezTo>
                  <a:pt x="1722512" y="0"/>
                  <a:pt x="2219325" y="496458"/>
                  <a:pt x="2219325" y="1108869"/>
                </a:cubicBezTo>
              </a:path>
            </a:pathLst>
          </a:custGeom>
          <a:noFill/>
          <a:ln w="9525" cap="flat" cmpd="sng">
            <a:solidFill>
              <a:schemeClr val="tx1">
                <a:lumMod val="65000"/>
                <a:lumOff val="35000"/>
              </a:schemeClr>
            </a:solidFill>
            <a:round/>
            <a:headEnd type="oval"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pPr defTabSz="866952" fontAlgn="base">
              <a:spcBef>
                <a:spcPct val="0"/>
              </a:spcBef>
              <a:spcAft>
                <a:spcPct val="0"/>
              </a:spcAft>
            </a:pPr>
            <a:endParaRPr lang="zh-CN" altLang="en-US" sz="1707">
              <a:solidFill>
                <a:prstClr val="black"/>
              </a:solidFill>
              <a:cs typeface="+mn-ea"/>
              <a:sym typeface="+mn-lt"/>
            </a:endParaRPr>
          </a:p>
        </p:txBody>
      </p:sp>
      <p:grpSp>
        <p:nvGrpSpPr>
          <p:cNvPr id="25" name="组合 24"/>
          <p:cNvGrpSpPr/>
          <p:nvPr/>
        </p:nvGrpSpPr>
        <p:grpSpPr>
          <a:xfrm>
            <a:off x="1683990" y="1044720"/>
            <a:ext cx="2726372" cy="976035"/>
            <a:chOff x="820148" y="2482576"/>
            <a:chExt cx="2726372" cy="976035"/>
          </a:xfrm>
        </p:grpSpPr>
        <p:sp>
          <p:nvSpPr>
            <p:cNvPr id="26" name="文本框 25"/>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27" name="文本框 26"/>
            <p:cNvSpPr txBox="1"/>
            <p:nvPr/>
          </p:nvSpPr>
          <p:spPr>
            <a:xfrm>
              <a:off x="820148" y="2935391"/>
              <a:ext cx="2726372"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28" name="组合 27"/>
          <p:cNvGrpSpPr/>
          <p:nvPr/>
        </p:nvGrpSpPr>
        <p:grpSpPr>
          <a:xfrm>
            <a:off x="6955441" y="984645"/>
            <a:ext cx="2790443" cy="976035"/>
            <a:chOff x="820148" y="2482576"/>
            <a:chExt cx="2790443" cy="976035"/>
          </a:xfrm>
        </p:grpSpPr>
        <p:sp>
          <p:nvSpPr>
            <p:cNvPr id="29" name="文本框 28"/>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30" name="文本框 29"/>
            <p:cNvSpPr txBox="1"/>
            <p:nvPr/>
          </p:nvSpPr>
          <p:spPr>
            <a:xfrm>
              <a:off x="820148" y="2935391"/>
              <a:ext cx="2790443"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31" name="组合 30"/>
          <p:cNvGrpSpPr/>
          <p:nvPr/>
        </p:nvGrpSpPr>
        <p:grpSpPr>
          <a:xfrm>
            <a:off x="1683990" y="5311247"/>
            <a:ext cx="2726372" cy="976035"/>
            <a:chOff x="820148" y="2482576"/>
            <a:chExt cx="2726372" cy="976035"/>
          </a:xfrm>
        </p:grpSpPr>
        <p:sp>
          <p:nvSpPr>
            <p:cNvPr id="32" name="文本框 31"/>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33" name="文本框 32"/>
            <p:cNvSpPr txBox="1"/>
            <p:nvPr/>
          </p:nvSpPr>
          <p:spPr>
            <a:xfrm>
              <a:off x="820148" y="2935391"/>
              <a:ext cx="2726372"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34" name="组合 33"/>
          <p:cNvGrpSpPr/>
          <p:nvPr/>
        </p:nvGrpSpPr>
        <p:grpSpPr>
          <a:xfrm>
            <a:off x="6955441" y="5251172"/>
            <a:ext cx="2790443" cy="976035"/>
            <a:chOff x="820148" y="2482576"/>
            <a:chExt cx="2790443" cy="976035"/>
          </a:xfrm>
        </p:grpSpPr>
        <p:sp>
          <p:nvSpPr>
            <p:cNvPr id="35" name="文本框 34"/>
            <p:cNvSpPr txBox="1"/>
            <p:nvPr/>
          </p:nvSpPr>
          <p:spPr>
            <a:xfrm>
              <a:off x="820148" y="2482576"/>
              <a:ext cx="1620957" cy="523220"/>
            </a:xfrm>
            <a:prstGeom prst="rect">
              <a:avLst/>
            </a:prstGeom>
            <a:noFill/>
          </p:spPr>
          <p:txBody>
            <a:bodyPr wrap="none" rtlCol="0">
              <a:spAutoFit/>
            </a:bodyPr>
            <a:lstStyle/>
            <a:p>
              <a:pPr eaLnBrk="0" hangingPunct="0">
                <a:defRPr/>
              </a:pPr>
              <a:r>
                <a:rPr lang="zh-CN" altLang="en-US" sz="2800">
                  <a:cs typeface="+mn-ea"/>
                  <a:sym typeface="+mn-lt"/>
                </a:rPr>
                <a:t>添加标题</a:t>
              </a:r>
              <a:endParaRPr lang="en-US" altLang="zh-CN" sz="2800">
                <a:cs typeface="+mn-ea"/>
                <a:sym typeface="+mn-lt"/>
              </a:endParaRPr>
            </a:p>
          </p:txBody>
        </p:sp>
        <p:sp>
          <p:nvSpPr>
            <p:cNvPr id="36" name="文本框 35"/>
            <p:cNvSpPr txBox="1"/>
            <p:nvPr/>
          </p:nvSpPr>
          <p:spPr>
            <a:xfrm>
              <a:off x="820148" y="2935391"/>
              <a:ext cx="2790443" cy="523220"/>
            </a:xfrm>
            <a:prstGeom prst="rect">
              <a:avLst/>
            </a:prstGeom>
            <a:noFill/>
          </p:spPr>
          <p:txBody>
            <a:bodyPr wrap="square" rtlCol="0">
              <a:spAutoFit/>
            </a:bodyPr>
            <a:lstStyle/>
            <a:p>
              <a:r>
                <a:rPr lang="zh-CN" altLang="en-US" sz="1400">
                  <a:solidFill>
                    <a:schemeClr val="tx1">
                      <a:lumMod val="75000"/>
                      <a:lumOff val="25000"/>
                    </a:schemeClr>
                  </a:solidFill>
                  <a:cs typeface="+mn-ea"/>
                  <a:sym typeface="+mn-lt"/>
                </a:rPr>
                <a:t>输入替换内容编辑文字输入替换编辑文字输入替换内容编辑文字</a:t>
              </a:r>
              <a:endParaRPr lang="en-US" sz="1400">
                <a:solidFill>
                  <a:schemeClr val="tx1">
                    <a:lumMod val="75000"/>
                    <a:lumOff val="25000"/>
                  </a:schemeClr>
                </a:solidFill>
                <a:cs typeface="+mn-ea"/>
                <a:sym typeface="+mn-lt"/>
              </a:endParaRPr>
            </a:p>
          </p:txBody>
        </p:sp>
      </p:grpSp>
      <p:grpSp>
        <p:nvGrpSpPr>
          <p:cNvPr id="48" name="组合 47"/>
          <p:cNvGrpSpPr/>
          <p:nvPr/>
        </p:nvGrpSpPr>
        <p:grpSpPr>
          <a:xfrm>
            <a:off x="270670" y="143324"/>
            <a:ext cx="3530602" cy="656435"/>
            <a:chOff x="270670" y="143324"/>
            <a:chExt cx="3530602" cy="656435"/>
          </a:xfrm>
        </p:grpSpPr>
        <p:grpSp>
          <p:nvGrpSpPr>
            <p:cNvPr id="49" name="组合 48"/>
            <p:cNvGrpSpPr/>
            <p:nvPr/>
          </p:nvGrpSpPr>
          <p:grpSpPr>
            <a:xfrm rot="16200000">
              <a:off x="279666" y="181091"/>
              <a:ext cx="596991" cy="614984"/>
              <a:chOff x="315186" y="9489"/>
              <a:chExt cx="1252592" cy="1290343"/>
            </a:xfrm>
          </p:grpSpPr>
          <p:sp>
            <p:nvSpPr>
              <p:cNvPr id="53" name="圆角矩形 52"/>
              <p:cNvSpPr/>
              <p:nvPr/>
            </p:nvSpPr>
            <p:spPr>
              <a:xfrm rot="18900000">
                <a:off x="315186" y="9489"/>
                <a:ext cx="1252592" cy="539672"/>
              </a:xfrm>
              <a:prstGeom prst="roundRect">
                <a:avLst>
                  <a:gd name="adj" fmla="val 12668"/>
                </a:avLst>
              </a:prstGeom>
              <a:gradFill flip="none" rotWithShape="1">
                <a:gsLst>
                  <a:gs pos="57000">
                    <a:srgbClr val="2DA3DD"/>
                  </a:gs>
                  <a:gs pos="0">
                    <a:srgbClr val="2C6CA7"/>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圆角矩形 53"/>
              <p:cNvSpPr/>
              <p:nvPr/>
            </p:nvSpPr>
            <p:spPr>
              <a:xfrm rot="2700000">
                <a:off x="874702" y="766822"/>
                <a:ext cx="533010" cy="533010"/>
              </a:xfrm>
              <a:prstGeom prst="roundRect">
                <a:avLst>
                  <a:gd name="adj" fmla="val 14919"/>
                </a:avLst>
              </a:prstGeom>
              <a:gradFill>
                <a:gsLst>
                  <a:gs pos="84000">
                    <a:srgbClr val="F5C130"/>
                  </a:gs>
                  <a:gs pos="0">
                    <a:srgbClr val="E5A010"/>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0" name="组合 49"/>
            <p:cNvGrpSpPr/>
            <p:nvPr/>
          </p:nvGrpSpPr>
          <p:grpSpPr>
            <a:xfrm>
              <a:off x="1004038" y="143324"/>
              <a:ext cx="2797234" cy="656435"/>
              <a:chOff x="716110" y="187653"/>
              <a:chExt cx="2797234" cy="656435"/>
            </a:xfrm>
          </p:grpSpPr>
          <p:sp>
            <p:nvSpPr>
              <p:cNvPr id="51" name="文本框 50"/>
              <p:cNvSpPr txBox="1"/>
              <p:nvPr/>
            </p:nvSpPr>
            <p:spPr>
              <a:xfrm>
                <a:off x="716110" y="187653"/>
                <a:ext cx="2713695" cy="438582"/>
              </a:xfrm>
              <a:prstGeom prst="rect">
                <a:avLst/>
              </a:prstGeom>
              <a:noFill/>
            </p:spPr>
            <p:txBody>
              <a:bodyPr wrap="square" lIns="68580" tIns="34290" rIns="68580" bIns="34290" rtlCol="0">
                <a:spAutoFit/>
              </a:bodyPr>
              <a:lstStyle/>
              <a:p>
                <a:pPr defTabSz="685800"/>
                <a:r>
                  <a:rPr lang="zh-CN" altLang="en-US" sz="2400">
                    <a:solidFill>
                      <a:schemeClr val="tx1">
                        <a:lumMod val="65000"/>
                        <a:lumOff val="35000"/>
                      </a:schemeClr>
                    </a:solidFill>
                    <a:cs typeface="+mn-ea"/>
                    <a:sym typeface="+mn-lt"/>
                  </a:rPr>
                  <a:t>单击输入标题内容</a:t>
                </a:r>
                <a:endParaRPr lang="zh-CN" altLang="en-US" sz="2400">
                  <a:solidFill>
                    <a:schemeClr val="tx1">
                      <a:lumMod val="65000"/>
                      <a:lumOff val="35000"/>
                    </a:schemeClr>
                  </a:solidFill>
                  <a:cs typeface="+mn-ea"/>
                  <a:sym typeface="+mn-lt"/>
                </a:endParaRPr>
              </a:p>
            </p:txBody>
          </p:sp>
          <p:sp>
            <p:nvSpPr>
              <p:cNvPr id="52" name="文本框 51"/>
              <p:cNvSpPr txBox="1"/>
              <p:nvPr/>
            </p:nvSpPr>
            <p:spPr>
              <a:xfrm>
                <a:off x="716110" y="553111"/>
                <a:ext cx="2797234" cy="290977"/>
              </a:xfrm>
              <a:prstGeom prst="rect">
                <a:avLst/>
              </a:prstGeom>
              <a:noFill/>
            </p:spPr>
            <p:txBody>
              <a:bodyPr wrap="square" rtlCol="0">
                <a:spAutoFit/>
              </a:bodyPr>
              <a:lstStyle/>
              <a:p>
                <a:pPr>
                  <a:lnSpc>
                    <a:spcPct val="130000"/>
                  </a:lnSpc>
                </a:pPr>
                <a:r>
                  <a:rPr lang="en-US" altLang="zh-CN" sz="1100">
                    <a:solidFill>
                      <a:schemeClr val="tx1">
                        <a:lumMod val="50000"/>
                        <a:lumOff val="50000"/>
                      </a:schemeClr>
                    </a:solidFill>
                    <a:cs typeface="+mn-ea"/>
                    <a:sym typeface="+mn-lt"/>
                  </a:rPr>
                  <a:t>Add You Text Here Add You Text Here</a:t>
                </a:r>
              </a:p>
            </p:txBody>
          </p:sp>
        </p:grpSp>
      </p:grpSp>
    </p:spTree>
    <p:extLst>
      <p:ext uri="{BB962C8B-B14F-4D97-AF65-F5344CB8AC3E}">
        <p14:creationId xmlns:p14="http://schemas.microsoft.com/office/powerpoint/2010/main" val="658459371"/>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2770"/>
                                        </p:tgtEl>
                                        <p:attrNameLst>
                                          <p:attrName>style.visibility</p:attrName>
                                        </p:attrNameLst>
                                      </p:cBhvr>
                                      <p:to>
                                        <p:strVal val="visible"/>
                                      </p:to>
                                    </p:set>
                                    <p:anim calcmode="lin" valueType="num">
                                      <p:cBhvr>
                                        <p:cTn id="7" dur="1000" fill="hold"/>
                                        <p:tgtEl>
                                          <p:spTgt spid="32770"/>
                                        </p:tgtEl>
                                        <p:attrNameLst>
                                          <p:attrName>ppt_w</p:attrName>
                                        </p:attrNameLst>
                                      </p:cBhvr>
                                      <p:tavLst>
                                        <p:tav tm="0">
                                          <p:val>
                                            <p:fltVal val="0"/>
                                          </p:val>
                                        </p:tav>
                                        <p:tav tm="100000">
                                          <p:val>
                                            <p:strVal val="#ppt_w"/>
                                          </p:val>
                                        </p:tav>
                                      </p:tavLst>
                                    </p:anim>
                                    <p:anim calcmode="lin" valueType="num">
                                      <p:cBhvr>
                                        <p:cTn id="8" dur="1000" fill="hold"/>
                                        <p:tgtEl>
                                          <p:spTgt spid="32770"/>
                                        </p:tgtEl>
                                        <p:attrNameLst>
                                          <p:attrName>ppt_h</p:attrName>
                                        </p:attrNameLst>
                                      </p:cBhvr>
                                      <p:tavLst>
                                        <p:tav tm="0">
                                          <p:val>
                                            <p:fltVal val="0"/>
                                          </p:val>
                                        </p:tav>
                                        <p:tav tm="100000">
                                          <p:val>
                                            <p:strVal val="#ppt_h"/>
                                          </p:val>
                                        </p:tav>
                                      </p:tavLst>
                                    </p:anim>
                                    <p:anim calcmode="lin" valueType="num">
                                      <p:cBhvr>
                                        <p:cTn id="9" dur="1000" fill="hold"/>
                                        <p:tgtEl>
                                          <p:spTgt spid="32770"/>
                                        </p:tgtEl>
                                        <p:attrNameLst>
                                          <p:attrName>style.rotation</p:attrName>
                                        </p:attrNameLst>
                                      </p:cBhvr>
                                      <p:tavLst>
                                        <p:tav tm="0">
                                          <p:val>
                                            <p:fltVal val="90"/>
                                          </p:val>
                                        </p:tav>
                                        <p:tav tm="100000">
                                          <p:val>
                                            <p:fltVal val="0"/>
                                          </p:val>
                                        </p:tav>
                                      </p:tavLst>
                                    </p:anim>
                                    <p:animEffect transition="in" filter="fade">
                                      <p:cBhvr>
                                        <p:cTn id="10" dur="1000"/>
                                        <p:tgtEl>
                                          <p:spTgt spid="32770"/>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2775"/>
                                        </p:tgtEl>
                                        <p:attrNameLst>
                                          <p:attrName>style.visibility</p:attrName>
                                        </p:attrNameLst>
                                      </p:cBhvr>
                                      <p:to>
                                        <p:strVal val="visible"/>
                                      </p:to>
                                    </p:set>
                                    <p:anim calcmode="lin" valueType="num">
                                      <p:cBhvr>
                                        <p:cTn id="13" dur="1000" fill="hold"/>
                                        <p:tgtEl>
                                          <p:spTgt spid="32775"/>
                                        </p:tgtEl>
                                        <p:attrNameLst>
                                          <p:attrName>ppt_w</p:attrName>
                                        </p:attrNameLst>
                                      </p:cBhvr>
                                      <p:tavLst>
                                        <p:tav tm="0">
                                          <p:val>
                                            <p:fltVal val="0"/>
                                          </p:val>
                                        </p:tav>
                                        <p:tav tm="100000">
                                          <p:val>
                                            <p:strVal val="#ppt_w"/>
                                          </p:val>
                                        </p:tav>
                                      </p:tavLst>
                                    </p:anim>
                                    <p:anim calcmode="lin" valueType="num">
                                      <p:cBhvr>
                                        <p:cTn id="14" dur="1000" fill="hold"/>
                                        <p:tgtEl>
                                          <p:spTgt spid="32775"/>
                                        </p:tgtEl>
                                        <p:attrNameLst>
                                          <p:attrName>ppt_h</p:attrName>
                                        </p:attrNameLst>
                                      </p:cBhvr>
                                      <p:tavLst>
                                        <p:tav tm="0">
                                          <p:val>
                                            <p:fltVal val="0"/>
                                          </p:val>
                                        </p:tav>
                                        <p:tav tm="100000">
                                          <p:val>
                                            <p:strVal val="#ppt_h"/>
                                          </p:val>
                                        </p:tav>
                                      </p:tavLst>
                                    </p:anim>
                                    <p:anim calcmode="lin" valueType="num">
                                      <p:cBhvr>
                                        <p:cTn id="15" dur="1000" fill="hold"/>
                                        <p:tgtEl>
                                          <p:spTgt spid="32775"/>
                                        </p:tgtEl>
                                        <p:attrNameLst>
                                          <p:attrName>style.rotation</p:attrName>
                                        </p:attrNameLst>
                                      </p:cBhvr>
                                      <p:tavLst>
                                        <p:tav tm="0">
                                          <p:val>
                                            <p:fltVal val="90"/>
                                          </p:val>
                                        </p:tav>
                                        <p:tav tm="100000">
                                          <p:val>
                                            <p:fltVal val="0"/>
                                          </p:val>
                                        </p:tav>
                                      </p:tavLst>
                                    </p:anim>
                                    <p:animEffect transition="in" filter="fade">
                                      <p:cBhvr>
                                        <p:cTn id="16" dur="1000"/>
                                        <p:tgtEl>
                                          <p:spTgt spid="32775"/>
                                        </p:tgtEl>
                                      </p:cBhvr>
                                    </p:animEffect>
                                  </p:childTnLst>
                                </p:cTn>
                              </p:par>
                            </p:childTnLst>
                          </p:cTn>
                        </p:par>
                        <p:par>
                          <p:cTn id="17" fill="hold" nodeType="afterGroup">
                            <p:stCondLst>
                              <p:cond delay="1000"/>
                            </p:stCondLst>
                            <p:childTnLst>
                              <p:par>
                                <p:cTn id="18" presetID="15" presetClass="entr" presetSubtype="0" fill="hold" grpId="0" nodeType="afterEffect">
                                  <p:stCondLst>
                                    <p:cond delay="0"/>
                                  </p:stCondLst>
                                  <p:childTnLst>
                                    <p:set>
                                      <p:cBhvr>
                                        <p:cTn id="19" dur="1" fill="hold">
                                          <p:stCondLst>
                                            <p:cond delay="0"/>
                                          </p:stCondLst>
                                        </p:cTn>
                                        <p:tgtEl>
                                          <p:spTgt spid="32772"/>
                                        </p:tgtEl>
                                        <p:attrNameLst>
                                          <p:attrName>style.visibility</p:attrName>
                                        </p:attrNameLst>
                                      </p:cBhvr>
                                      <p:to>
                                        <p:strVal val="visible"/>
                                      </p:to>
                                    </p:set>
                                    <p:anim calcmode="lin" valueType="num">
                                      <p:cBhvr>
                                        <p:cTn id="20" dur="1000" fill="hold"/>
                                        <p:tgtEl>
                                          <p:spTgt spid="32772"/>
                                        </p:tgtEl>
                                        <p:attrNameLst>
                                          <p:attrName>ppt_w</p:attrName>
                                        </p:attrNameLst>
                                      </p:cBhvr>
                                      <p:tavLst>
                                        <p:tav tm="0">
                                          <p:val>
                                            <p:fltVal val="0"/>
                                          </p:val>
                                        </p:tav>
                                        <p:tav tm="100000">
                                          <p:val>
                                            <p:strVal val="#ppt_w"/>
                                          </p:val>
                                        </p:tav>
                                      </p:tavLst>
                                    </p:anim>
                                    <p:anim calcmode="lin" valueType="num">
                                      <p:cBhvr>
                                        <p:cTn id="21" dur="1000" fill="hold"/>
                                        <p:tgtEl>
                                          <p:spTgt spid="32772"/>
                                        </p:tgtEl>
                                        <p:attrNameLst>
                                          <p:attrName>ppt_h</p:attrName>
                                        </p:attrNameLst>
                                      </p:cBhvr>
                                      <p:tavLst>
                                        <p:tav tm="0">
                                          <p:val>
                                            <p:fltVal val="0"/>
                                          </p:val>
                                        </p:tav>
                                        <p:tav tm="100000">
                                          <p:val>
                                            <p:strVal val="#ppt_h"/>
                                          </p:val>
                                        </p:tav>
                                      </p:tavLst>
                                    </p:anim>
                                    <p:anim calcmode="lin" valueType="num">
                                      <p:cBhvr>
                                        <p:cTn id="22" dur="1000" fill="hold"/>
                                        <p:tgtEl>
                                          <p:spTgt spid="32772"/>
                                        </p:tgtEl>
                                        <p:attrNameLst>
                                          <p:attrName>ppt_x</p:attrName>
                                        </p:attrNameLst>
                                      </p:cBhvr>
                                      <p:tavLst>
                                        <p:tav tm="0" fmla="#ppt_x+(cos(-2*pi*(1-$))*-#ppt_x-sin(-2*pi*(1-$))*(1-#ppt_y))*(1-$)">
                                          <p:val>
                                            <p:fltVal val="0"/>
                                          </p:val>
                                        </p:tav>
                                        <p:tav tm="100000">
                                          <p:val>
                                            <p:fltVal val="1"/>
                                          </p:val>
                                        </p:tav>
                                      </p:tavLst>
                                    </p:anim>
                                    <p:anim calcmode="lin" valueType="num">
                                      <p:cBhvr>
                                        <p:cTn id="23" dur="1000" fill="hold"/>
                                        <p:tgtEl>
                                          <p:spTgt spid="32772"/>
                                        </p:tgtEl>
                                        <p:attrNameLst>
                                          <p:attrName>ppt_y</p:attrName>
                                        </p:attrNameLst>
                                      </p:cBhvr>
                                      <p:tavLst>
                                        <p:tav tm="0" fmla="#ppt_y+(sin(-2*pi*(1-$))*-#ppt_x+cos(-2*pi*(1-$))*(1-#ppt_y))*(1-$)">
                                          <p:val>
                                            <p:fltVal val="0"/>
                                          </p:val>
                                        </p:tav>
                                        <p:tav tm="100000">
                                          <p:val>
                                            <p:fltVal val="1"/>
                                          </p:val>
                                        </p:tav>
                                      </p:tavLst>
                                    </p:anim>
                                  </p:childTnLst>
                                </p:cTn>
                              </p:par>
                              <p:par>
                                <p:cTn id="24" presetID="15" presetClass="entr" presetSubtype="0" fill="hold" grpId="0" nodeType="withEffect">
                                  <p:stCondLst>
                                    <p:cond delay="0"/>
                                  </p:stCondLst>
                                  <p:childTnLst>
                                    <p:set>
                                      <p:cBhvr>
                                        <p:cTn id="25" dur="1" fill="hold">
                                          <p:stCondLst>
                                            <p:cond delay="0"/>
                                          </p:stCondLst>
                                        </p:cTn>
                                        <p:tgtEl>
                                          <p:spTgt spid="32773"/>
                                        </p:tgtEl>
                                        <p:attrNameLst>
                                          <p:attrName>style.visibility</p:attrName>
                                        </p:attrNameLst>
                                      </p:cBhvr>
                                      <p:to>
                                        <p:strVal val="visible"/>
                                      </p:to>
                                    </p:set>
                                    <p:anim calcmode="lin" valueType="num">
                                      <p:cBhvr>
                                        <p:cTn id="26" dur="1000" fill="hold"/>
                                        <p:tgtEl>
                                          <p:spTgt spid="32773"/>
                                        </p:tgtEl>
                                        <p:attrNameLst>
                                          <p:attrName>ppt_w</p:attrName>
                                        </p:attrNameLst>
                                      </p:cBhvr>
                                      <p:tavLst>
                                        <p:tav tm="0">
                                          <p:val>
                                            <p:fltVal val="0"/>
                                          </p:val>
                                        </p:tav>
                                        <p:tav tm="100000">
                                          <p:val>
                                            <p:strVal val="#ppt_w"/>
                                          </p:val>
                                        </p:tav>
                                      </p:tavLst>
                                    </p:anim>
                                    <p:anim calcmode="lin" valueType="num">
                                      <p:cBhvr>
                                        <p:cTn id="27" dur="1000" fill="hold"/>
                                        <p:tgtEl>
                                          <p:spTgt spid="32773"/>
                                        </p:tgtEl>
                                        <p:attrNameLst>
                                          <p:attrName>ppt_h</p:attrName>
                                        </p:attrNameLst>
                                      </p:cBhvr>
                                      <p:tavLst>
                                        <p:tav tm="0">
                                          <p:val>
                                            <p:fltVal val="0"/>
                                          </p:val>
                                        </p:tav>
                                        <p:tav tm="100000">
                                          <p:val>
                                            <p:strVal val="#ppt_h"/>
                                          </p:val>
                                        </p:tav>
                                      </p:tavLst>
                                    </p:anim>
                                    <p:anim calcmode="lin" valueType="num">
                                      <p:cBhvr>
                                        <p:cTn id="28" dur="1000" fill="hold"/>
                                        <p:tgtEl>
                                          <p:spTgt spid="32773"/>
                                        </p:tgtEl>
                                        <p:attrNameLst>
                                          <p:attrName>ppt_x</p:attrName>
                                        </p:attrNameLst>
                                      </p:cBhvr>
                                      <p:tavLst>
                                        <p:tav tm="0" fmla="#ppt_x+(cos(-2*pi*(1-$))*-#ppt_x-sin(-2*pi*(1-$))*(1-#ppt_y))*(1-$)">
                                          <p:val>
                                            <p:fltVal val="0"/>
                                          </p:val>
                                        </p:tav>
                                        <p:tav tm="100000">
                                          <p:val>
                                            <p:fltVal val="1"/>
                                          </p:val>
                                        </p:tav>
                                      </p:tavLst>
                                    </p:anim>
                                    <p:anim calcmode="lin" valueType="num">
                                      <p:cBhvr>
                                        <p:cTn id="29" dur="1000" fill="hold"/>
                                        <p:tgtEl>
                                          <p:spTgt spid="32773"/>
                                        </p:tgtEl>
                                        <p:attrNameLst>
                                          <p:attrName>ppt_y</p:attrName>
                                        </p:attrNameLst>
                                      </p:cBhvr>
                                      <p:tavLst>
                                        <p:tav tm="0" fmla="#ppt_y+(sin(-2*pi*(1-$))*-#ppt_x+cos(-2*pi*(1-$))*(1-#ppt_y))*(1-$)">
                                          <p:val>
                                            <p:fltVal val="0"/>
                                          </p:val>
                                        </p:tav>
                                        <p:tav tm="100000">
                                          <p:val>
                                            <p:fltVal val="1"/>
                                          </p:val>
                                        </p:tav>
                                      </p:tavLst>
                                    </p:anim>
                                  </p:childTnLst>
                                </p:cTn>
                              </p:par>
                              <p:par>
                                <p:cTn id="30" presetID="15" presetClass="entr" presetSubtype="0" fill="hold" grpId="0" nodeType="withEffect">
                                  <p:stCondLst>
                                    <p:cond delay="0"/>
                                  </p:stCondLst>
                                  <p:childTnLst>
                                    <p:set>
                                      <p:cBhvr>
                                        <p:cTn id="31" dur="1" fill="hold">
                                          <p:stCondLst>
                                            <p:cond delay="0"/>
                                          </p:stCondLst>
                                        </p:cTn>
                                        <p:tgtEl>
                                          <p:spTgt spid="32774"/>
                                        </p:tgtEl>
                                        <p:attrNameLst>
                                          <p:attrName>style.visibility</p:attrName>
                                        </p:attrNameLst>
                                      </p:cBhvr>
                                      <p:to>
                                        <p:strVal val="visible"/>
                                      </p:to>
                                    </p:set>
                                    <p:anim calcmode="lin" valueType="num">
                                      <p:cBhvr>
                                        <p:cTn id="32" dur="1000" fill="hold"/>
                                        <p:tgtEl>
                                          <p:spTgt spid="32774"/>
                                        </p:tgtEl>
                                        <p:attrNameLst>
                                          <p:attrName>ppt_w</p:attrName>
                                        </p:attrNameLst>
                                      </p:cBhvr>
                                      <p:tavLst>
                                        <p:tav tm="0">
                                          <p:val>
                                            <p:fltVal val="0"/>
                                          </p:val>
                                        </p:tav>
                                        <p:tav tm="100000">
                                          <p:val>
                                            <p:strVal val="#ppt_w"/>
                                          </p:val>
                                        </p:tav>
                                      </p:tavLst>
                                    </p:anim>
                                    <p:anim calcmode="lin" valueType="num">
                                      <p:cBhvr>
                                        <p:cTn id="33" dur="1000" fill="hold"/>
                                        <p:tgtEl>
                                          <p:spTgt spid="32774"/>
                                        </p:tgtEl>
                                        <p:attrNameLst>
                                          <p:attrName>ppt_h</p:attrName>
                                        </p:attrNameLst>
                                      </p:cBhvr>
                                      <p:tavLst>
                                        <p:tav tm="0">
                                          <p:val>
                                            <p:fltVal val="0"/>
                                          </p:val>
                                        </p:tav>
                                        <p:tav tm="100000">
                                          <p:val>
                                            <p:strVal val="#ppt_h"/>
                                          </p:val>
                                        </p:tav>
                                      </p:tavLst>
                                    </p:anim>
                                    <p:anim calcmode="lin" valueType="num">
                                      <p:cBhvr>
                                        <p:cTn id="34" dur="1000" fill="hold"/>
                                        <p:tgtEl>
                                          <p:spTgt spid="32774"/>
                                        </p:tgtEl>
                                        <p:attrNameLst>
                                          <p:attrName>ppt_x</p:attrName>
                                        </p:attrNameLst>
                                      </p:cBhvr>
                                      <p:tavLst>
                                        <p:tav tm="0" fmla="#ppt_x+(cos(-2*pi*(1-$))*-#ppt_x-sin(-2*pi*(1-$))*(1-#ppt_y))*(1-$)">
                                          <p:val>
                                            <p:fltVal val="0"/>
                                          </p:val>
                                        </p:tav>
                                        <p:tav tm="100000">
                                          <p:val>
                                            <p:fltVal val="1"/>
                                          </p:val>
                                        </p:tav>
                                      </p:tavLst>
                                    </p:anim>
                                    <p:anim calcmode="lin" valueType="num">
                                      <p:cBhvr>
                                        <p:cTn id="35" dur="1000" fill="hold"/>
                                        <p:tgtEl>
                                          <p:spTgt spid="32774"/>
                                        </p:tgtEl>
                                        <p:attrNameLst>
                                          <p:attrName>ppt_y</p:attrName>
                                        </p:attrNameLst>
                                      </p:cBhvr>
                                      <p:tavLst>
                                        <p:tav tm="0" fmla="#ppt_y+(sin(-2*pi*(1-$))*-#ppt_x+cos(-2*pi*(1-$))*(1-#ppt_y))*(1-$)">
                                          <p:val>
                                            <p:fltVal val="0"/>
                                          </p:val>
                                        </p:tav>
                                        <p:tav tm="100000">
                                          <p:val>
                                            <p:fltVal val="1"/>
                                          </p:val>
                                        </p:tav>
                                      </p:tavLst>
                                    </p:anim>
                                  </p:childTnLst>
                                </p:cTn>
                              </p:par>
                              <p:par>
                                <p:cTn id="36" presetID="15" presetClass="entr" presetSubtype="0" fill="hold" grpId="0" nodeType="withEffect">
                                  <p:stCondLst>
                                    <p:cond delay="0"/>
                                  </p:stCondLst>
                                  <p:childTnLst>
                                    <p:set>
                                      <p:cBhvr>
                                        <p:cTn id="37" dur="1" fill="hold">
                                          <p:stCondLst>
                                            <p:cond delay="0"/>
                                          </p:stCondLst>
                                        </p:cTn>
                                        <p:tgtEl>
                                          <p:spTgt spid="32771"/>
                                        </p:tgtEl>
                                        <p:attrNameLst>
                                          <p:attrName>style.visibility</p:attrName>
                                        </p:attrNameLst>
                                      </p:cBhvr>
                                      <p:to>
                                        <p:strVal val="visible"/>
                                      </p:to>
                                    </p:set>
                                    <p:anim calcmode="lin" valueType="num">
                                      <p:cBhvr>
                                        <p:cTn id="38" dur="1000" fill="hold"/>
                                        <p:tgtEl>
                                          <p:spTgt spid="32771"/>
                                        </p:tgtEl>
                                        <p:attrNameLst>
                                          <p:attrName>ppt_w</p:attrName>
                                        </p:attrNameLst>
                                      </p:cBhvr>
                                      <p:tavLst>
                                        <p:tav tm="0">
                                          <p:val>
                                            <p:fltVal val="0"/>
                                          </p:val>
                                        </p:tav>
                                        <p:tav tm="100000">
                                          <p:val>
                                            <p:strVal val="#ppt_w"/>
                                          </p:val>
                                        </p:tav>
                                      </p:tavLst>
                                    </p:anim>
                                    <p:anim calcmode="lin" valueType="num">
                                      <p:cBhvr>
                                        <p:cTn id="39" dur="1000" fill="hold"/>
                                        <p:tgtEl>
                                          <p:spTgt spid="32771"/>
                                        </p:tgtEl>
                                        <p:attrNameLst>
                                          <p:attrName>ppt_h</p:attrName>
                                        </p:attrNameLst>
                                      </p:cBhvr>
                                      <p:tavLst>
                                        <p:tav tm="0">
                                          <p:val>
                                            <p:fltVal val="0"/>
                                          </p:val>
                                        </p:tav>
                                        <p:tav tm="100000">
                                          <p:val>
                                            <p:strVal val="#ppt_h"/>
                                          </p:val>
                                        </p:tav>
                                      </p:tavLst>
                                    </p:anim>
                                    <p:anim calcmode="lin" valueType="num">
                                      <p:cBhvr>
                                        <p:cTn id="40" dur="1000" fill="hold"/>
                                        <p:tgtEl>
                                          <p:spTgt spid="32771"/>
                                        </p:tgtEl>
                                        <p:attrNameLst>
                                          <p:attrName>ppt_x</p:attrName>
                                        </p:attrNameLst>
                                      </p:cBhvr>
                                      <p:tavLst>
                                        <p:tav tm="0" fmla="#ppt_x+(cos(-2*pi*(1-$))*-#ppt_x-sin(-2*pi*(1-$))*(1-#ppt_y))*(1-$)">
                                          <p:val>
                                            <p:fltVal val="0"/>
                                          </p:val>
                                        </p:tav>
                                        <p:tav tm="100000">
                                          <p:val>
                                            <p:fltVal val="1"/>
                                          </p:val>
                                        </p:tav>
                                      </p:tavLst>
                                    </p:anim>
                                    <p:anim calcmode="lin" valueType="num">
                                      <p:cBhvr>
                                        <p:cTn id="41" dur="1000" fill="hold"/>
                                        <p:tgtEl>
                                          <p:spTgt spid="32771"/>
                                        </p:tgtEl>
                                        <p:attrNameLst>
                                          <p:attrName>ppt_y</p:attrName>
                                        </p:attrNameLst>
                                      </p:cBhvr>
                                      <p:tavLst>
                                        <p:tav tm="0" fmla="#ppt_y+(sin(-2*pi*(1-$))*-#ppt_x+cos(-2*pi*(1-$))*(1-#ppt_y))*(1-$)">
                                          <p:val>
                                            <p:fltVal val="0"/>
                                          </p:val>
                                        </p:tav>
                                        <p:tav tm="100000">
                                          <p:val>
                                            <p:fltVal val="1"/>
                                          </p:val>
                                        </p:tav>
                                      </p:tavLst>
                                    </p:anim>
                                  </p:childTnLst>
                                </p:cTn>
                              </p:par>
                              <p:par>
                                <p:cTn id="42" presetID="15" presetClass="entr" presetSubtype="0" fill="hold" grpId="0" nodeType="withEffect">
                                  <p:stCondLst>
                                    <p:cond delay="0"/>
                                  </p:stCondLst>
                                  <p:childTnLst>
                                    <p:set>
                                      <p:cBhvr>
                                        <p:cTn id="43" dur="1" fill="hold">
                                          <p:stCondLst>
                                            <p:cond delay="0"/>
                                          </p:stCondLst>
                                        </p:cTn>
                                        <p:tgtEl>
                                          <p:spTgt spid="32776"/>
                                        </p:tgtEl>
                                        <p:attrNameLst>
                                          <p:attrName>style.visibility</p:attrName>
                                        </p:attrNameLst>
                                      </p:cBhvr>
                                      <p:to>
                                        <p:strVal val="visible"/>
                                      </p:to>
                                    </p:set>
                                    <p:anim calcmode="lin" valueType="num">
                                      <p:cBhvr>
                                        <p:cTn id="44" dur="1000" fill="hold"/>
                                        <p:tgtEl>
                                          <p:spTgt spid="32776"/>
                                        </p:tgtEl>
                                        <p:attrNameLst>
                                          <p:attrName>ppt_w</p:attrName>
                                        </p:attrNameLst>
                                      </p:cBhvr>
                                      <p:tavLst>
                                        <p:tav tm="0">
                                          <p:val>
                                            <p:fltVal val="0"/>
                                          </p:val>
                                        </p:tav>
                                        <p:tav tm="100000">
                                          <p:val>
                                            <p:strVal val="#ppt_w"/>
                                          </p:val>
                                        </p:tav>
                                      </p:tavLst>
                                    </p:anim>
                                    <p:anim calcmode="lin" valueType="num">
                                      <p:cBhvr>
                                        <p:cTn id="45" dur="1000" fill="hold"/>
                                        <p:tgtEl>
                                          <p:spTgt spid="32776"/>
                                        </p:tgtEl>
                                        <p:attrNameLst>
                                          <p:attrName>ppt_h</p:attrName>
                                        </p:attrNameLst>
                                      </p:cBhvr>
                                      <p:tavLst>
                                        <p:tav tm="0">
                                          <p:val>
                                            <p:fltVal val="0"/>
                                          </p:val>
                                        </p:tav>
                                        <p:tav tm="100000">
                                          <p:val>
                                            <p:strVal val="#ppt_h"/>
                                          </p:val>
                                        </p:tav>
                                      </p:tavLst>
                                    </p:anim>
                                    <p:anim calcmode="lin" valueType="num">
                                      <p:cBhvr>
                                        <p:cTn id="46" dur="1000" fill="hold"/>
                                        <p:tgtEl>
                                          <p:spTgt spid="32776"/>
                                        </p:tgtEl>
                                        <p:attrNameLst>
                                          <p:attrName>ppt_x</p:attrName>
                                        </p:attrNameLst>
                                      </p:cBhvr>
                                      <p:tavLst>
                                        <p:tav tm="0" fmla="#ppt_x+(cos(-2*pi*(1-$))*-#ppt_x-sin(-2*pi*(1-$))*(1-#ppt_y))*(1-$)">
                                          <p:val>
                                            <p:fltVal val="0"/>
                                          </p:val>
                                        </p:tav>
                                        <p:tav tm="100000">
                                          <p:val>
                                            <p:fltVal val="1"/>
                                          </p:val>
                                        </p:tav>
                                      </p:tavLst>
                                    </p:anim>
                                    <p:anim calcmode="lin" valueType="num">
                                      <p:cBhvr>
                                        <p:cTn id="47" dur="1000" fill="hold"/>
                                        <p:tgtEl>
                                          <p:spTgt spid="32776"/>
                                        </p:tgtEl>
                                        <p:attrNameLst>
                                          <p:attrName>ppt_y</p:attrName>
                                        </p:attrNameLst>
                                      </p:cBhvr>
                                      <p:tavLst>
                                        <p:tav tm="0" fmla="#ppt_y+(sin(-2*pi*(1-$))*-#ppt_x+cos(-2*pi*(1-$))*(1-#ppt_y))*(1-$)">
                                          <p:val>
                                            <p:fltVal val="0"/>
                                          </p:val>
                                        </p:tav>
                                        <p:tav tm="100000">
                                          <p:val>
                                            <p:fltVal val="1"/>
                                          </p:val>
                                        </p:tav>
                                      </p:tavLst>
                                    </p:anim>
                                  </p:childTnLst>
                                </p:cTn>
                              </p:par>
                              <p:par>
                                <p:cTn id="48" presetID="15" presetClass="entr" presetSubtype="0" fill="hold" grpId="0" nodeType="withEffect">
                                  <p:stCondLst>
                                    <p:cond delay="0"/>
                                  </p:stCondLst>
                                  <p:childTnLst>
                                    <p:set>
                                      <p:cBhvr>
                                        <p:cTn id="49" dur="1" fill="hold">
                                          <p:stCondLst>
                                            <p:cond delay="0"/>
                                          </p:stCondLst>
                                        </p:cTn>
                                        <p:tgtEl>
                                          <p:spTgt spid="32778"/>
                                        </p:tgtEl>
                                        <p:attrNameLst>
                                          <p:attrName>style.visibility</p:attrName>
                                        </p:attrNameLst>
                                      </p:cBhvr>
                                      <p:to>
                                        <p:strVal val="visible"/>
                                      </p:to>
                                    </p:set>
                                    <p:anim calcmode="lin" valueType="num">
                                      <p:cBhvr>
                                        <p:cTn id="50" dur="1000" fill="hold"/>
                                        <p:tgtEl>
                                          <p:spTgt spid="32778"/>
                                        </p:tgtEl>
                                        <p:attrNameLst>
                                          <p:attrName>ppt_w</p:attrName>
                                        </p:attrNameLst>
                                      </p:cBhvr>
                                      <p:tavLst>
                                        <p:tav tm="0">
                                          <p:val>
                                            <p:fltVal val="0"/>
                                          </p:val>
                                        </p:tav>
                                        <p:tav tm="100000">
                                          <p:val>
                                            <p:strVal val="#ppt_w"/>
                                          </p:val>
                                        </p:tav>
                                      </p:tavLst>
                                    </p:anim>
                                    <p:anim calcmode="lin" valueType="num">
                                      <p:cBhvr>
                                        <p:cTn id="51" dur="1000" fill="hold"/>
                                        <p:tgtEl>
                                          <p:spTgt spid="32778"/>
                                        </p:tgtEl>
                                        <p:attrNameLst>
                                          <p:attrName>ppt_h</p:attrName>
                                        </p:attrNameLst>
                                      </p:cBhvr>
                                      <p:tavLst>
                                        <p:tav tm="0">
                                          <p:val>
                                            <p:fltVal val="0"/>
                                          </p:val>
                                        </p:tav>
                                        <p:tav tm="100000">
                                          <p:val>
                                            <p:strVal val="#ppt_h"/>
                                          </p:val>
                                        </p:tav>
                                      </p:tavLst>
                                    </p:anim>
                                    <p:anim calcmode="lin" valueType="num">
                                      <p:cBhvr>
                                        <p:cTn id="52" dur="1000" fill="hold"/>
                                        <p:tgtEl>
                                          <p:spTgt spid="32778"/>
                                        </p:tgtEl>
                                        <p:attrNameLst>
                                          <p:attrName>ppt_x</p:attrName>
                                        </p:attrNameLst>
                                      </p:cBhvr>
                                      <p:tavLst>
                                        <p:tav tm="0" fmla="#ppt_x+(cos(-2*pi*(1-$))*-#ppt_x-sin(-2*pi*(1-$))*(1-#ppt_y))*(1-$)">
                                          <p:val>
                                            <p:fltVal val="0"/>
                                          </p:val>
                                        </p:tav>
                                        <p:tav tm="100000">
                                          <p:val>
                                            <p:fltVal val="1"/>
                                          </p:val>
                                        </p:tav>
                                      </p:tavLst>
                                    </p:anim>
                                    <p:anim calcmode="lin" valueType="num">
                                      <p:cBhvr>
                                        <p:cTn id="53" dur="1000" fill="hold"/>
                                        <p:tgtEl>
                                          <p:spTgt spid="32778"/>
                                        </p:tgtEl>
                                        <p:attrNameLst>
                                          <p:attrName>ppt_y</p:attrName>
                                        </p:attrNameLst>
                                      </p:cBhvr>
                                      <p:tavLst>
                                        <p:tav tm="0" fmla="#ppt_y+(sin(-2*pi*(1-$))*-#ppt_x+cos(-2*pi*(1-$))*(1-#ppt_y))*(1-$)">
                                          <p:val>
                                            <p:fltVal val="0"/>
                                          </p:val>
                                        </p:tav>
                                        <p:tav tm="100000">
                                          <p:val>
                                            <p:fltVal val="1"/>
                                          </p:val>
                                        </p:tav>
                                      </p:tavLst>
                                    </p:anim>
                                  </p:childTnLst>
                                </p:cTn>
                              </p:par>
                              <p:par>
                                <p:cTn id="54" presetID="15" presetClass="entr" presetSubtype="0" fill="hold" grpId="0" nodeType="withEffect">
                                  <p:stCondLst>
                                    <p:cond delay="0"/>
                                  </p:stCondLst>
                                  <p:childTnLst>
                                    <p:set>
                                      <p:cBhvr>
                                        <p:cTn id="55" dur="1" fill="hold">
                                          <p:stCondLst>
                                            <p:cond delay="0"/>
                                          </p:stCondLst>
                                        </p:cTn>
                                        <p:tgtEl>
                                          <p:spTgt spid="32777"/>
                                        </p:tgtEl>
                                        <p:attrNameLst>
                                          <p:attrName>style.visibility</p:attrName>
                                        </p:attrNameLst>
                                      </p:cBhvr>
                                      <p:to>
                                        <p:strVal val="visible"/>
                                      </p:to>
                                    </p:set>
                                    <p:anim calcmode="lin" valueType="num">
                                      <p:cBhvr>
                                        <p:cTn id="56" dur="1000" fill="hold"/>
                                        <p:tgtEl>
                                          <p:spTgt spid="32777"/>
                                        </p:tgtEl>
                                        <p:attrNameLst>
                                          <p:attrName>ppt_w</p:attrName>
                                        </p:attrNameLst>
                                      </p:cBhvr>
                                      <p:tavLst>
                                        <p:tav tm="0">
                                          <p:val>
                                            <p:fltVal val="0"/>
                                          </p:val>
                                        </p:tav>
                                        <p:tav tm="100000">
                                          <p:val>
                                            <p:strVal val="#ppt_w"/>
                                          </p:val>
                                        </p:tav>
                                      </p:tavLst>
                                    </p:anim>
                                    <p:anim calcmode="lin" valueType="num">
                                      <p:cBhvr>
                                        <p:cTn id="57" dur="1000" fill="hold"/>
                                        <p:tgtEl>
                                          <p:spTgt spid="32777"/>
                                        </p:tgtEl>
                                        <p:attrNameLst>
                                          <p:attrName>ppt_h</p:attrName>
                                        </p:attrNameLst>
                                      </p:cBhvr>
                                      <p:tavLst>
                                        <p:tav tm="0">
                                          <p:val>
                                            <p:fltVal val="0"/>
                                          </p:val>
                                        </p:tav>
                                        <p:tav tm="100000">
                                          <p:val>
                                            <p:strVal val="#ppt_h"/>
                                          </p:val>
                                        </p:tav>
                                      </p:tavLst>
                                    </p:anim>
                                    <p:anim calcmode="lin" valueType="num">
                                      <p:cBhvr>
                                        <p:cTn id="58" dur="1000" fill="hold"/>
                                        <p:tgtEl>
                                          <p:spTgt spid="32777"/>
                                        </p:tgtEl>
                                        <p:attrNameLst>
                                          <p:attrName>ppt_x</p:attrName>
                                        </p:attrNameLst>
                                      </p:cBhvr>
                                      <p:tavLst>
                                        <p:tav tm="0" fmla="#ppt_x+(cos(-2*pi*(1-$))*-#ppt_x-sin(-2*pi*(1-$))*(1-#ppt_y))*(1-$)">
                                          <p:val>
                                            <p:fltVal val="0"/>
                                          </p:val>
                                        </p:tav>
                                        <p:tav tm="100000">
                                          <p:val>
                                            <p:fltVal val="1"/>
                                          </p:val>
                                        </p:tav>
                                      </p:tavLst>
                                    </p:anim>
                                    <p:anim calcmode="lin" valueType="num">
                                      <p:cBhvr>
                                        <p:cTn id="59" dur="1000" fill="hold"/>
                                        <p:tgtEl>
                                          <p:spTgt spid="32777"/>
                                        </p:tgtEl>
                                        <p:attrNameLst>
                                          <p:attrName>ppt_y</p:attrName>
                                        </p:attrNameLst>
                                      </p:cBhvr>
                                      <p:tavLst>
                                        <p:tav tm="0" fmla="#ppt_y+(sin(-2*pi*(1-$))*-#ppt_x+cos(-2*pi*(1-$))*(1-#ppt_y))*(1-$)">
                                          <p:val>
                                            <p:fltVal val="0"/>
                                          </p:val>
                                        </p:tav>
                                        <p:tav tm="100000">
                                          <p:val>
                                            <p:fltVal val="1"/>
                                          </p:val>
                                        </p:tav>
                                      </p:tavLst>
                                    </p:anim>
                                  </p:childTnLst>
                                </p:cTn>
                              </p:par>
                              <p:par>
                                <p:cTn id="60" presetID="15" presetClass="entr" presetSubtype="0" fill="hold" grpId="0" nodeType="withEffect">
                                  <p:stCondLst>
                                    <p:cond delay="0"/>
                                  </p:stCondLst>
                                  <p:childTnLst>
                                    <p:set>
                                      <p:cBhvr>
                                        <p:cTn id="61" dur="1" fill="hold">
                                          <p:stCondLst>
                                            <p:cond delay="0"/>
                                          </p:stCondLst>
                                        </p:cTn>
                                        <p:tgtEl>
                                          <p:spTgt spid="32779"/>
                                        </p:tgtEl>
                                        <p:attrNameLst>
                                          <p:attrName>style.visibility</p:attrName>
                                        </p:attrNameLst>
                                      </p:cBhvr>
                                      <p:to>
                                        <p:strVal val="visible"/>
                                      </p:to>
                                    </p:set>
                                    <p:anim calcmode="lin" valueType="num">
                                      <p:cBhvr>
                                        <p:cTn id="62" dur="1000" fill="hold"/>
                                        <p:tgtEl>
                                          <p:spTgt spid="32779"/>
                                        </p:tgtEl>
                                        <p:attrNameLst>
                                          <p:attrName>ppt_w</p:attrName>
                                        </p:attrNameLst>
                                      </p:cBhvr>
                                      <p:tavLst>
                                        <p:tav tm="0">
                                          <p:val>
                                            <p:fltVal val="0"/>
                                          </p:val>
                                        </p:tav>
                                        <p:tav tm="100000">
                                          <p:val>
                                            <p:strVal val="#ppt_w"/>
                                          </p:val>
                                        </p:tav>
                                      </p:tavLst>
                                    </p:anim>
                                    <p:anim calcmode="lin" valueType="num">
                                      <p:cBhvr>
                                        <p:cTn id="63" dur="1000" fill="hold"/>
                                        <p:tgtEl>
                                          <p:spTgt spid="32779"/>
                                        </p:tgtEl>
                                        <p:attrNameLst>
                                          <p:attrName>ppt_h</p:attrName>
                                        </p:attrNameLst>
                                      </p:cBhvr>
                                      <p:tavLst>
                                        <p:tav tm="0">
                                          <p:val>
                                            <p:fltVal val="0"/>
                                          </p:val>
                                        </p:tav>
                                        <p:tav tm="100000">
                                          <p:val>
                                            <p:strVal val="#ppt_h"/>
                                          </p:val>
                                        </p:tav>
                                      </p:tavLst>
                                    </p:anim>
                                    <p:anim calcmode="lin" valueType="num">
                                      <p:cBhvr>
                                        <p:cTn id="64" dur="1000" fill="hold"/>
                                        <p:tgtEl>
                                          <p:spTgt spid="32779"/>
                                        </p:tgtEl>
                                        <p:attrNameLst>
                                          <p:attrName>ppt_x</p:attrName>
                                        </p:attrNameLst>
                                      </p:cBhvr>
                                      <p:tavLst>
                                        <p:tav tm="0" fmla="#ppt_x+(cos(-2*pi*(1-$))*-#ppt_x-sin(-2*pi*(1-$))*(1-#ppt_y))*(1-$)">
                                          <p:val>
                                            <p:fltVal val="0"/>
                                          </p:val>
                                        </p:tav>
                                        <p:tav tm="100000">
                                          <p:val>
                                            <p:fltVal val="1"/>
                                          </p:val>
                                        </p:tav>
                                      </p:tavLst>
                                    </p:anim>
                                    <p:anim calcmode="lin" valueType="num">
                                      <p:cBhvr>
                                        <p:cTn id="65" dur="1000" fill="hold"/>
                                        <p:tgtEl>
                                          <p:spTgt spid="32779"/>
                                        </p:tgtEl>
                                        <p:attrNameLst>
                                          <p:attrName>ppt_y</p:attrName>
                                        </p:attrNameLst>
                                      </p:cBhvr>
                                      <p:tavLst>
                                        <p:tav tm="0" fmla="#ppt_y+(sin(-2*pi*(1-$))*-#ppt_x+cos(-2*pi*(1-$))*(1-#ppt_y))*(1-$)">
                                          <p:val>
                                            <p:fltVal val="0"/>
                                          </p:val>
                                        </p:tav>
                                        <p:tav tm="100000">
                                          <p:val>
                                            <p:fltVal val="1"/>
                                          </p:val>
                                        </p:tav>
                                      </p:tavLst>
                                    </p:anim>
                                  </p:childTnLst>
                                </p:cTn>
                              </p:par>
                            </p:childTnLst>
                          </p:cTn>
                        </p:par>
                        <p:par>
                          <p:cTn id="66" fill="hold" nodeType="afterGroup">
                            <p:stCondLst>
                              <p:cond delay="2000"/>
                            </p:stCondLst>
                            <p:childTnLst>
                              <p:par>
                                <p:cTn id="67" presetID="22" presetClass="entr" presetSubtype="8" fill="hold" grpId="0" nodeType="afterEffect">
                                  <p:stCondLst>
                                    <p:cond delay="0"/>
                                  </p:stCondLst>
                                  <p:childTnLst>
                                    <p:set>
                                      <p:cBhvr>
                                        <p:cTn id="68" dur="1" fill="hold">
                                          <p:stCondLst>
                                            <p:cond delay="0"/>
                                          </p:stCondLst>
                                        </p:cTn>
                                        <p:tgtEl>
                                          <p:spTgt spid="32782"/>
                                        </p:tgtEl>
                                        <p:attrNameLst>
                                          <p:attrName>style.visibility</p:attrName>
                                        </p:attrNameLst>
                                      </p:cBhvr>
                                      <p:to>
                                        <p:strVal val="visible"/>
                                      </p:to>
                                    </p:set>
                                    <p:animEffect transition="in" filter="wipe(left)">
                                      <p:cBhvr>
                                        <p:cTn id="69" dur="500"/>
                                        <p:tgtEl>
                                          <p:spTgt spid="32782"/>
                                        </p:tgtEl>
                                      </p:cBhvr>
                                    </p:animEffect>
                                  </p:childTnLst>
                                </p:cTn>
                              </p:par>
                              <p:par>
                                <p:cTn id="70" presetID="22" presetClass="entr" presetSubtype="2" fill="hold" grpId="0" nodeType="withEffect">
                                  <p:stCondLst>
                                    <p:cond delay="0"/>
                                  </p:stCondLst>
                                  <p:childTnLst>
                                    <p:set>
                                      <p:cBhvr>
                                        <p:cTn id="71" dur="1" fill="hold">
                                          <p:stCondLst>
                                            <p:cond delay="0"/>
                                          </p:stCondLst>
                                        </p:cTn>
                                        <p:tgtEl>
                                          <p:spTgt spid="32783"/>
                                        </p:tgtEl>
                                        <p:attrNameLst>
                                          <p:attrName>style.visibility</p:attrName>
                                        </p:attrNameLst>
                                      </p:cBhvr>
                                      <p:to>
                                        <p:strVal val="visible"/>
                                      </p:to>
                                    </p:set>
                                    <p:animEffect transition="in" filter="wipe(right)">
                                      <p:cBhvr>
                                        <p:cTn id="72" dur="500"/>
                                        <p:tgtEl>
                                          <p:spTgt spid="32783"/>
                                        </p:tgtEl>
                                      </p:cBhvr>
                                    </p:animEffect>
                                  </p:childTnLst>
                                </p:cTn>
                              </p:par>
                              <p:par>
                                <p:cTn id="73" presetID="42" presetClass="entr" presetSubtype="0" fill="hold"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1000"/>
                                        <p:tgtEl>
                                          <p:spTgt spid="25"/>
                                        </p:tgtEl>
                                      </p:cBhvr>
                                    </p:animEffect>
                                    <p:anim calcmode="lin" valueType="num">
                                      <p:cBhvr>
                                        <p:cTn id="76" dur="1000" fill="hold"/>
                                        <p:tgtEl>
                                          <p:spTgt spid="25"/>
                                        </p:tgtEl>
                                        <p:attrNameLst>
                                          <p:attrName>ppt_x</p:attrName>
                                        </p:attrNameLst>
                                      </p:cBhvr>
                                      <p:tavLst>
                                        <p:tav tm="0">
                                          <p:val>
                                            <p:strVal val="#ppt_x"/>
                                          </p:val>
                                        </p:tav>
                                        <p:tav tm="100000">
                                          <p:val>
                                            <p:strVal val="#ppt_x"/>
                                          </p:val>
                                        </p:tav>
                                      </p:tavLst>
                                    </p:anim>
                                    <p:anim calcmode="lin" valueType="num">
                                      <p:cBhvr>
                                        <p:cTn id="77" dur="1000" fill="hold"/>
                                        <p:tgtEl>
                                          <p:spTgt spid="25"/>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1000"/>
                                        <p:tgtEl>
                                          <p:spTgt spid="28"/>
                                        </p:tgtEl>
                                      </p:cBhvr>
                                    </p:animEffect>
                                    <p:anim calcmode="lin" valueType="num">
                                      <p:cBhvr>
                                        <p:cTn id="81" dur="1000" fill="hold"/>
                                        <p:tgtEl>
                                          <p:spTgt spid="28"/>
                                        </p:tgtEl>
                                        <p:attrNameLst>
                                          <p:attrName>ppt_x</p:attrName>
                                        </p:attrNameLst>
                                      </p:cBhvr>
                                      <p:tavLst>
                                        <p:tav tm="0">
                                          <p:val>
                                            <p:strVal val="#ppt_x"/>
                                          </p:val>
                                        </p:tav>
                                        <p:tav tm="100000">
                                          <p:val>
                                            <p:strVal val="#ppt_x"/>
                                          </p:val>
                                        </p:tav>
                                      </p:tavLst>
                                    </p:anim>
                                    <p:anim calcmode="lin" valueType="num">
                                      <p:cBhvr>
                                        <p:cTn id="82" dur="1000" fill="hold"/>
                                        <p:tgtEl>
                                          <p:spTgt spid="28"/>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1000"/>
                                        <p:tgtEl>
                                          <p:spTgt spid="31"/>
                                        </p:tgtEl>
                                      </p:cBhvr>
                                    </p:animEffect>
                                    <p:anim calcmode="lin" valueType="num">
                                      <p:cBhvr>
                                        <p:cTn id="86" dur="1000" fill="hold"/>
                                        <p:tgtEl>
                                          <p:spTgt spid="31"/>
                                        </p:tgtEl>
                                        <p:attrNameLst>
                                          <p:attrName>ppt_x</p:attrName>
                                        </p:attrNameLst>
                                      </p:cBhvr>
                                      <p:tavLst>
                                        <p:tav tm="0">
                                          <p:val>
                                            <p:strVal val="#ppt_x"/>
                                          </p:val>
                                        </p:tav>
                                        <p:tav tm="100000">
                                          <p:val>
                                            <p:strVal val="#ppt_x"/>
                                          </p:val>
                                        </p:tav>
                                      </p:tavLst>
                                    </p:anim>
                                    <p:anim calcmode="lin" valueType="num">
                                      <p:cBhvr>
                                        <p:cTn id="87" dur="1000" fill="hold"/>
                                        <p:tgtEl>
                                          <p:spTgt spid="31"/>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1000"/>
                                        <p:tgtEl>
                                          <p:spTgt spid="34"/>
                                        </p:tgtEl>
                                      </p:cBhvr>
                                    </p:animEffect>
                                    <p:anim calcmode="lin" valueType="num">
                                      <p:cBhvr>
                                        <p:cTn id="91" dur="1000" fill="hold"/>
                                        <p:tgtEl>
                                          <p:spTgt spid="34"/>
                                        </p:tgtEl>
                                        <p:attrNameLst>
                                          <p:attrName>ppt_x</p:attrName>
                                        </p:attrNameLst>
                                      </p:cBhvr>
                                      <p:tavLst>
                                        <p:tav tm="0">
                                          <p:val>
                                            <p:strVal val="#ppt_x"/>
                                          </p:val>
                                        </p:tav>
                                        <p:tav tm="100000">
                                          <p:val>
                                            <p:strVal val="#ppt_x"/>
                                          </p:val>
                                        </p:tav>
                                      </p:tavLst>
                                    </p:anim>
                                    <p:anim calcmode="lin" valueType="num">
                                      <p:cBhvr>
                                        <p:cTn id="92"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animBg="1"/>
      <p:bldP spid="32771" grpId="0" animBg="1"/>
      <p:bldP spid="32772" grpId="0" animBg="1"/>
      <p:bldP spid="32773" grpId="0" animBg="1"/>
      <p:bldP spid="32774" grpId="0" animBg="1"/>
      <p:bldP spid="32775" grpId="0" animBg="1"/>
      <p:bldP spid="32776" grpId="0" animBg="1"/>
      <p:bldP spid="32777" grpId="0" animBg="1"/>
      <p:bldP spid="32778" grpId="0" animBg="1"/>
      <p:bldP spid="32779" grpId="0" animBg="1"/>
      <p:bldP spid="32782" grpId="0" animBg="1"/>
      <p:bldP spid="32783" grpId="0" animBg="1"/>
    </p:bldLst>
  </p:timing>
</p:sld>
</file>

<file path=ppt/slides/slide24.xml><?xml version="1.0" encoding="utf-8"?>
<p:sld xmlns:a14="http://schemas.microsoft.com/office/drawing/2010/main" xmlns:mc="http://schemas.openxmlformats.org/markup-compatibility/2006"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5" name="圆角矩形 4"/>
          <p:cNvSpPr/>
          <p:nvPr/>
        </p:nvSpPr>
        <p:spPr>
          <a:xfrm rot="18900000">
            <a:off x="7287912" y="2997435"/>
            <a:ext cx="2286506" cy="2286506"/>
          </a:xfrm>
          <a:prstGeom prst="roundRect">
            <a:avLst>
              <a:gd name="adj" fmla="val 12668"/>
            </a:avLst>
          </a:prstGeom>
          <a:gradFill flip="none" rotWithShape="1">
            <a:gsLst>
              <a:gs pos="57000">
                <a:srgbClr val="2DA3DD"/>
              </a:gs>
              <a:gs pos="0">
                <a:srgbClr val="2C6CA7"/>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圆角矩形 5"/>
          <p:cNvSpPr/>
          <p:nvPr/>
        </p:nvSpPr>
        <p:spPr>
          <a:xfrm rot="18900000">
            <a:off x="6399062" y="3748626"/>
            <a:ext cx="400403" cy="400403"/>
          </a:xfrm>
          <a:prstGeom prst="roundRect">
            <a:avLst>
              <a:gd name="adj" fmla="val 12668"/>
            </a:avLst>
          </a:prstGeom>
          <a:gradFill flip="none" rotWithShape="1">
            <a:gsLst>
              <a:gs pos="57000">
                <a:srgbClr val="2DA3DD"/>
              </a:gs>
              <a:gs pos="0">
                <a:srgbClr val="2C6CA7"/>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圆角矩形 6"/>
          <p:cNvSpPr/>
          <p:nvPr/>
        </p:nvSpPr>
        <p:spPr>
          <a:xfrm rot="18900000">
            <a:off x="8667370" y="5634612"/>
            <a:ext cx="787991" cy="787991"/>
          </a:xfrm>
          <a:prstGeom prst="roundRect">
            <a:avLst>
              <a:gd name="adj" fmla="val 12668"/>
            </a:avLst>
          </a:prstGeom>
          <a:gradFill flip="none" rotWithShape="1">
            <a:gsLst>
              <a:gs pos="57000">
                <a:srgbClr val="2DA3DD"/>
              </a:gs>
              <a:gs pos="0">
                <a:srgbClr val="2C6CA7"/>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圆角矩形 7"/>
          <p:cNvSpPr/>
          <p:nvPr/>
        </p:nvSpPr>
        <p:spPr>
          <a:xfrm rot="18900000">
            <a:off x="6781618" y="4569166"/>
            <a:ext cx="322158" cy="322158"/>
          </a:xfrm>
          <a:prstGeom prst="roundRect">
            <a:avLst>
              <a:gd name="adj" fmla="val 12668"/>
            </a:avLst>
          </a:prstGeom>
          <a:gradFill>
            <a:gsLst>
              <a:gs pos="84000">
                <a:srgbClr val="F4C11D"/>
              </a:gs>
              <a:gs pos="0">
                <a:srgbClr val="F2AB0E"/>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圆角矩形 8"/>
          <p:cNvSpPr/>
          <p:nvPr/>
        </p:nvSpPr>
        <p:spPr>
          <a:xfrm rot="18900000">
            <a:off x="9302769" y="1928064"/>
            <a:ext cx="1357558" cy="1357558"/>
          </a:xfrm>
          <a:prstGeom prst="roundRect">
            <a:avLst>
              <a:gd name="adj" fmla="val 12668"/>
            </a:avLst>
          </a:prstGeom>
          <a:gradFill>
            <a:gsLst>
              <a:gs pos="84000">
                <a:srgbClr val="F5C130"/>
              </a:gs>
              <a:gs pos="0">
                <a:srgbClr val="E5A010"/>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圆角矩形 9"/>
          <p:cNvSpPr/>
          <p:nvPr/>
        </p:nvSpPr>
        <p:spPr>
          <a:xfrm rot="18900000">
            <a:off x="10462124" y="1947398"/>
            <a:ext cx="1223153" cy="1223153"/>
          </a:xfrm>
          <a:prstGeom prst="roundRect">
            <a:avLst>
              <a:gd name="adj" fmla="val 12668"/>
            </a:avLst>
          </a:prstGeom>
          <a:gradFill flip="none" rotWithShape="1">
            <a:gsLst>
              <a:gs pos="57000">
                <a:srgbClr val="2DA3DD"/>
              </a:gs>
              <a:gs pos="0">
                <a:srgbClr val="2C6CA7"/>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圆角矩形 10"/>
          <p:cNvSpPr/>
          <p:nvPr/>
        </p:nvSpPr>
        <p:spPr>
          <a:xfrm rot="18900000">
            <a:off x="9176034" y="756807"/>
            <a:ext cx="774808" cy="774808"/>
          </a:xfrm>
          <a:prstGeom prst="roundRect">
            <a:avLst>
              <a:gd name="adj" fmla="val 12668"/>
            </a:avLst>
          </a:prstGeom>
          <a:gradFill flip="none" rotWithShape="1">
            <a:gsLst>
              <a:gs pos="57000">
                <a:srgbClr val="2DA3DD"/>
              </a:gs>
              <a:gs pos="0">
                <a:srgbClr val="2C6CA7"/>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圆角矩形 11"/>
          <p:cNvSpPr/>
          <p:nvPr/>
        </p:nvSpPr>
        <p:spPr>
          <a:xfrm rot="18900000">
            <a:off x="10109536" y="1311154"/>
            <a:ext cx="438483" cy="438483"/>
          </a:xfrm>
          <a:prstGeom prst="roundRect">
            <a:avLst>
              <a:gd name="adj" fmla="val 12668"/>
            </a:avLst>
          </a:prstGeom>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圆角矩形 12"/>
          <p:cNvSpPr/>
          <p:nvPr/>
        </p:nvSpPr>
        <p:spPr>
          <a:xfrm rot="18900000">
            <a:off x="9951642" y="167311"/>
            <a:ext cx="807846" cy="807846"/>
          </a:xfrm>
          <a:prstGeom prst="roundRect">
            <a:avLst>
              <a:gd name="adj" fmla="val 12668"/>
            </a:avLst>
          </a:prstGeom>
          <a:gradFill>
            <a:gsLst>
              <a:gs pos="84000">
                <a:srgbClr val="F5C130"/>
              </a:gs>
              <a:gs pos="0">
                <a:srgbClr val="E5A010"/>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圆角矩形 13"/>
          <p:cNvSpPr/>
          <p:nvPr/>
        </p:nvSpPr>
        <p:spPr>
          <a:xfrm rot="18900000">
            <a:off x="8866330" y="268257"/>
            <a:ext cx="438483" cy="438483"/>
          </a:xfrm>
          <a:prstGeom prst="roundRect">
            <a:avLst>
              <a:gd name="adj" fmla="val 12668"/>
            </a:avLst>
          </a:prstGeom>
          <a:gradFill>
            <a:gsLst>
              <a:gs pos="84000">
                <a:srgbClr val="F4C11D"/>
              </a:gs>
              <a:gs pos="0">
                <a:srgbClr val="F2AB0E"/>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圆角矩形 14"/>
          <p:cNvSpPr/>
          <p:nvPr/>
        </p:nvSpPr>
        <p:spPr>
          <a:xfrm rot="18900000">
            <a:off x="10371706" y="3533646"/>
            <a:ext cx="438483" cy="438483"/>
          </a:xfrm>
          <a:prstGeom prst="roundRect">
            <a:avLst>
              <a:gd name="adj" fmla="val 12668"/>
            </a:avLst>
          </a:prstGeom>
          <a:gradFill>
            <a:gsLst>
              <a:gs pos="84000">
                <a:srgbClr val="F5C130"/>
              </a:gs>
              <a:gs pos="0">
                <a:srgbClr val="E5A010"/>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圆角矩形 15"/>
          <p:cNvSpPr/>
          <p:nvPr/>
        </p:nvSpPr>
        <p:spPr>
          <a:xfrm rot="18900000">
            <a:off x="9806892" y="4513726"/>
            <a:ext cx="751484" cy="539672"/>
          </a:xfrm>
          <a:prstGeom prst="roundRect">
            <a:avLst>
              <a:gd name="adj" fmla="val 12668"/>
            </a:avLst>
          </a:prstGeom>
          <a:gradFill flip="none" rotWithShape="1">
            <a:gsLst>
              <a:gs pos="57000">
                <a:srgbClr val="2DA3DD"/>
              </a:gs>
              <a:gs pos="0">
                <a:srgbClr val="2C6CA7"/>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 name="组合 1"/>
          <p:cNvGrpSpPr/>
          <p:nvPr/>
        </p:nvGrpSpPr>
        <p:grpSpPr>
          <a:xfrm>
            <a:off x="1707170" y="809080"/>
            <a:ext cx="10563040" cy="5848266"/>
            <a:chOff x="1707170" y="809080"/>
            <a:chExt cx="10563040" cy="5848266"/>
          </a:xfrm>
        </p:grpSpPr>
        <p:sp>
          <p:nvSpPr>
            <p:cNvPr id="17" name="圆角矩形 16"/>
            <p:cNvSpPr/>
            <p:nvPr/>
          </p:nvSpPr>
          <p:spPr>
            <a:xfrm rot="18900000">
              <a:off x="10743778" y="5077991"/>
              <a:ext cx="1526432" cy="269457"/>
            </a:xfrm>
            <a:prstGeom prst="roundRect">
              <a:avLst>
                <a:gd name="adj" fmla="val 50000"/>
              </a:avLst>
            </a:prstGeom>
            <a:gradFill>
              <a:gsLst>
                <a:gs pos="84000">
                  <a:srgbClr val="F5C130"/>
                </a:gs>
                <a:gs pos="0">
                  <a:srgbClr val="E5A010"/>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圆角矩形 17"/>
            <p:cNvSpPr/>
            <p:nvPr/>
          </p:nvSpPr>
          <p:spPr>
            <a:xfrm rot="18900000">
              <a:off x="1707170" y="809080"/>
              <a:ext cx="1846983" cy="269457"/>
            </a:xfrm>
            <a:prstGeom prst="roundRect">
              <a:avLst>
                <a:gd name="adj" fmla="val 50000"/>
              </a:avLst>
            </a:prstGeom>
            <a:gradFill flip="none" rotWithShape="1">
              <a:gsLst>
                <a:gs pos="57000">
                  <a:srgbClr val="2DA3DD"/>
                </a:gs>
                <a:gs pos="0">
                  <a:srgbClr val="2C6CA7"/>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圆角矩形 18"/>
            <p:cNvSpPr/>
            <p:nvPr/>
          </p:nvSpPr>
          <p:spPr>
            <a:xfrm rot="18900000">
              <a:off x="1980778" y="6387889"/>
              <a:ext cx="1526432" cy="269457"/>
            </a:xfrm>
            <a:prstGeom prst="roundRect">
              <a:avLst>
                <a:gd name="adj" fmla="val 50000"/>
              </a:avLst>
            </a:prstGeom>
            <a:gradFill>
              <a:gsLst>
                <a:gs pos="84000">
                  <a:srgbClr val="F4C11D"/>
                </a:gs>
                <a:gs pos="0">
                  <a:srgbClr val="F2AB0E"/>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0" name="圆角矩形 19"/>
          <p:cNvSpPr/>
          <p:nvPr/>
        </p:nvSpPr>
        <p:spPr>
          <a:xfrm rot="18900000">
            <a:off x="6683354" y="1239960"/>
            <a:ext cx="3114552" cy="3114552"/>
          </a:xfrm>
          <a:prstGeom prst="roundRect">
            <a:avLst>
              <a:gd name="adj" fmla="val 12668"/>
            </a:avLst>
          </a:prstGeom>
          <a:blipFill>
            <a:blip r:embed="R42482eb4782e40c1">
              <a:extLst>
                <a:ext uri="{28A0092B-C50C-407E-A947-70E740481C1C}">
                  <a14:useLocalDpi xmlns:a14="http://schemas.microsoft.com/office/drawing/2010/main"/>
                </a:ext>
              </a:extLst>
            </a:blip>
            <a:stretch>
              <a:fillRect/>
            </a:stretch>
          </a:blip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789219" y="2033390"/>
            <a:ext cx="5014514" cy="400110"/>
          </a:xfrm>
          <a:prstGeom prst="rect">
            <a:avLst/>
          </a:prstGeom>
          <a:noFill/>
        </p:spPr>
        <p:txBody>
          <a:bodyPr wrap="none" rtlCol="0">
            <a:spAutoFit/>
          </a:bodyPr>
          <a:lstStyle/>
          <a:p>
            <a:pPr algn="dist"/>
            <a:r>
              <a:rPr lang="zh-CN" altLang="en-US" sz="2000">
                <a:cs typeface="+mn-ea"/>
                <a:sym typeface="+mn-lt"/>
              </a:rPr>
              <a:t>商务汇报 </a:t>
            </a:r>
            <a:r>
              <a:rPr lang="en-US" altLang="zh-CN" sz="2000">
                <a:cs typeface="+mn-ea"/>
                <a:sym typeface="+mn-lt"/>
              </a:rPr>
              <a:t>| </a:t>
            </a:r>
            <a:r>
              <a:rPr lang="zh-CN" altLang="en-US" sz="2000">
                <a:cs typeface="+mn-ea"/>
                <a:sym typeface="+mn-lt"/>
              </a:rPr>
              <a:t>计划总结 </a:t>
            </a:r>
            <a:r>
              <a:rPr lang="en-US" altLang="zh-CN" sz="2000">
                <a:cs typeface="+mn-ea"/>
                <a:sym typeface="+mn-lt"/>
              </a:rPr>
              <a:t>| </a:t>
            </a:r>
            <a:r>
              <a:rPr lang="zh-CN" altLang="en-US" sz="2000">
                <a:cs typeface="+mn-ea"/>
                <a:sym typeface="+mn-lt"/>
              </a:rPr>
              <a:t>市场调研 </a:t>
            </a:r>
            <a:r>
              <a:rPr lang="en-US" altLang="zh-CN" sz="2000">
                <a:cs typeface="+mn-ea"/>
                <a:sym typeface="+mn-lt"/>
              </a:rPr>
              <a:t>| </a:t>
            </a:r>
            <a:r>
              <a:rPr lang="zh-CN" altLang="en-US" sz="2000">
                <a:cs typeface="+mn-ea"/>
                <a:sym typeface="+mn-lt"/>
              </a:rPr>
              <a:t>品牌总结</a:t>
            </a:r>
            <a:endParaRPr lang="zh-CN" altLang="en-US" sz="2000">
              <a:cs typeface="+mn-ea"/>
              <a:sym typeface="+mn-lt"/>
            </a:endParaRPr>
          </a:p>
        </p:txBody>
      </p:sp>
      <p:grpSp>
        <p:nvGrpSpPr>
          <p:cNvPr id="26" name="组合 25"/>
          <p:cNvGrpSpPr/>
          <p:nvPr/>
        </p:nvGrpSpPr>
        <p:grpSpPr>
          <a:xfrm>
            <a:off x="624841" y="2488743"/>
            <a:ext cx="5273040" cy="1938992"/>
            <a:chOff x="624841" y="2488743"/>
            <a:chExt cx="5273040" cy="1938992"/>
          </a:xfrm>
        </p:grpSpPr>
        <p:sp>
          <p:nvSpPr>
            <p:cNvPr id="25" name="圆角矩形 24"/>
            <p:cNvSpPr/>
            <p:nvPr/>
          </p:nvSpPr>
          <p:spPr>
            <a:xfrm>
              <a:off x="624841" y="2488743"/>
              <a:ext cx="5273040" cy="1938992"/>
            </a:xfrm>
            <a:prstGeom prst="roundRect">
              <a:avLst/>
            </a:prstGeom>
            <a:gradFill flip="none" rotWithShape="1">
              <a:gsLst>
                <a:gs pos="57000">
                  <a:srgbClr val="2DA3DD"/>
                </a:gs>
                <a:gs pos="0">
                  <a:srgbClr val="2C6CA7"/>
                </a:gs>
              </a:gsLst>
              <a:lin ang="18900000" scaled="1"/>
            </a:gradFill>
            <a:ln>
              <a:noFill/>
            </a:ln>
            <a:effectLst>
              <a:outerShdw blurRad="508000" dist="482600" dir="8100000" sx="96000" sy="96000" algn="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文本框 22"/>
            <p:cNvSpPr txBox="1"/>
            <p:nvPr/>
          </p:nvSpPr>
          <p:spPr>
            <a:xfrm>
              <a:off x="749450" y="2488743"/>
              <a:ext cx="5031858" cy="1938992"/>
            </a:xfrm>
            <a:prstGeom prst="rect">
              <a:avLst/>
            </a:prstGeom>
            <a:noFill/>
          </p:spPr>
          <p:txBody>
            <a:bodyPr wrap="square" rtlCol="0">
              <a:spAutoFit/>
            </a:bodyPr>
            <a:lstStyle/>
            <a:p>
              <a:pPr algn="ctr"/>
              <a:r>
                <a:rPr lang="zh-CN" altLang="en-US" sz="6000" spc="600">
                  <a:solidFill>
                    <a:schemeClr val="bg1"/>
                  </a:solidFill>
                  <a:cs typeface="+mn-ea"/>
                  <a:sym typeface="+mn-lt"/>
                </a:rPr>
                <a:t>演示完毕</a:t>
              </a:r>
              <a:endParaRPr lang="en-US" altLang="zh-CN" sz="6000" spc="600">
                <a:solidFill>
                  <a:schemeClr val="bg1"/>
                </a:solidFill>
                <a:cs typeface="+mn-ea"/>
                <a:sym typeface="+mn-lt"/>
              </a:endParaRPr>
            </a:p>
            <a:p>
              <a:pPr algn="ctr"/>
              <a:r>
                <a:rPr lang="zh-CN" altLang="en-US" sz="6000" spc="600">
                  <a:solidFill>
                    <a:schemeClr val="bg1"/>
                  </a:solidFill>
                  <a:cs typeface="+mn-ea"/>
                  <a:sym typeface="+mn-lt"/>
                </a:rPr>
                <a:t>谢谢观看</a:t>
              </a:r>
            </a:p>
          </p:txBody>
        </p:sp>
      </p:grpSp>
      <p:sp>
        <p:nvSpPr>
          <p:cNvPr id="24" name="矩形 23"/>
          <p:cNvSpPr/>
          <p:nvPr/>
        </p:nvSpPr>
        <p:spPr>
          <a:xfrm>
            <a:off x="714163" y="4541407"/>
            <a:ext cx="5184561" cy="430887"/>
          </a:xfrm>
          <a:prstGeom prst="rect">
            <a:avLst/>
          </a:prstGeom>
        </p:spPr>
        <p:txBody>
          <a:bodyPr wrap="none">
            <a:spAutoFit/>
          </a:bodyPr>
          <a:lstStyle/>
          <a:p>
            <a:r>
              <a:rPr lang="en-US" altLang="zh-CN" sz="2200">
                <a:solidFill>
                  <a:srgbClr val="333333"/>
                </a:solidFill>
                <a:cs typeface="+mn-ea"/>
                <a:sym typeface="+mn-lt"/>
              </a:rPr>
              <a:t>Thank you for watching and listening</a:t>
            </a:r>
          </a:p>
        </p:txBody>
      </p:sp>
    </p:spTree>
    <p:extLst>
      <p:ext uri="{BB962C8B-B14F-4D97-AF65-F5344CB8AC3E}">
        <p14:creationId xmlns:p14="http://schemas.microsoft.com/office/powerpoint/2010/main" val="1010345696"/>
      </p:ext>
    </p:extLst>
  </p:cSld>
  <p:clrMapOvr>
    <a:masterClrMapping/>
  </p:clrMapOvr>
  <mc:AlternateContent xmlns:mc="http://schemas.openxmlformats.org/markup-compatibility/2006">
    <mc:Choice xmlns:p14="http://schemas.microsoft.com/office/powerpoint/2010/main" Requires="p14">
      <p:transition spd="slow" p14:dur="1600" advClick="0">
        <p14:conveyor dir="l"/>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50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75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anim calcmode="lin" valueType="num">
                                      <p:cBhvr>
                                        <p:cTn id="28" dur="1000" fill="hold"/>
                                        <p:tgtEl>
                                          <p:spTgt spid="12"/>
                                        </p:tgtEl>
                                        <p:attrNameLst>
                                          <p:attrName>ppt_x</p:attrName>
                                        </p:attrNameLst>
                                      </p:cBhvr>
                                      <p:tavLst>
                                        <p:tav tm="0">
                                          <p:val>
                                            <p:strVal val="#ppt_x"/>
                                          </p:val>
                                        </p:tav>
                                        <p:tav tm="100000">
                                          <p:val>
                                            <p:strVal val="#ppt_x"/>
                                          </p:val>
                                        </p:tav>
                                      </p:tavLst>
                                    </p:anim>
                                    <p:anim calcmode="lin" valueType="num">
                                      <p:cBhvr>
                                        <p:cTn id="29" dur="1000" fill="hold"/>
                                        <p:tgtEl>
                                          <p:spTgt spid="1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5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1000"/>
                                        <p:tgtEl>
                                          <p:spTgt spid="13"/>
                                        </p:tgtEl>
                                      </p:cBhvr>
                                    </p:animEffect>
                                    <p:anim calcmode="lin" valueType="num">
                                      <p:cBhvr>
                                        <p:cTn id="38" dur="1000" fill="hold"/>
                                        <p:tgtEl>
                                          <p:spTgt spid="13"/>
                                        </p:tgtEl>
                                        <p:attrNameLst>
                                          <p:attrName>ppt_x</p:attrName>
                                        </p:attrNameLst>
                                      </p:cBhvr>
                                      <p:tavLst>
                                        <p:tav tm="0">
                                          <p:val>
                                            <p:strVal val="#ppt_x"/>
                                          </p:val>
                                        </p:tav>
                                        <p:tav tm="100000">
                                          <p:val>
                                            <p:strVal val="#ppt_x"/>
                                          </p:val>
                                        </p:tav>
                                      </p:tavLst>
                                    </p:anim>
                                    <p:anim calcmode="lin" valueType="num">
                                      <p:cBhvr>
                                        <p:cTn id="39" dur="1000" fill="hold"/>
                                        <p:tgtEl>
                                          <p:spTgt spid="13"/>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25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1000"/>
                                        <p:tgtEl>
                                          <p:spTgt spid="14"/>
                                        </p:tgtEl>
                                      </p:cBhvr>
                                    </p:animEffect>
                                    <p:anim calcmode="lin" valueType="num">
                                      <p:cBhvr>
                                        <p:cTn id="43" dur="1000" fill="hold"/>
                                        <p:tgtEl>
                                          <p:spTgt spid="14"/>
                                        </p:tgtEl>
                                        <p:attrNameLst>
                                          <p:attrName>ppt_x</p:attrName>
                                        </p:attrNameLst>
                                      </p:cBhvr>
                                      <p:tavLst>
                                        <p:tav tm="0">
                                          <p:val>
                                            <p:strVal val="#ppt_x"/>
                                          </p:val>
                                        </p:tav>
                                        <p:tav tm="100000">
                                          <p:val>
                                            <p:strVal val="#ppt_x"/>
                                          </p:val>
                                        </p:tav>
                                      </p:tavLst>
                                    </p:anim>
                                    <p:anim calcmode="lin" valueType="num">
                                      <p:cBhvr>
                                        <p:cTn id="44" dur="1000" fill="hold"/>
                                        <p:tgtEl>
                                          <p:spTgt spid="14"/>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50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1000"/>
                                        <p:tgtEl>
                                          <p:spTgt spid="6"/>
                                        </p:tgtEl>
                                      </p:cBhvr>
                                    </p:animEffect>
                                    <p:anim calcmode="lin" valueType="num">
                                      <p:cBhvr>
                                        <p:cTn id="48" dur="1000" fill="hold"/>
                                        <p:tgtEl>
                                          <p:spTgt spid="6"/>
                                        </p:tgtEl>
                                        <p:attrNameLst>
                                          <p:attrName>ppt_x</p:attrName>
                                        </p:attrNameLst>
                                      </p:cBhvr>
                                      <p:tavLst>
                                        <p:tav tm="0">
                                          <p:val>
                                            <p:strVal val="#ppt_x"/>
                                          </p:val>
                                        </p:tav>
                                        <p:tav tm="100000">
                                          <p:val>
                                            <p:strVal val="#ppt_x"/>
                                          </p:val>
                                        </p:tav>
                                      </p:tavLst>
                                    </p:anim>
                                    <p:anim calcmode="lin" valueType="num">
                                      <p:cBhvr>
                                        <p:cTn id="49" dur="1000" fill="hold"/>
                                        <p:tgtEl>
                                          <p:spTgt spid="6"/>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1000"/>
                                        <p:tgtEl>
                                          <p:spTgt spid="8"/>
                                        </p:tgtEl>
                                      </p:cBhvr>
                                    </p:animEffect>
                                    <p:anim calcmode="lin" valueType="num">
                                      <p:cBhvr>
                                        <p:cTn id="53" dur="1000" fill="hold"/>
                                        <p:tgtEl>
                                          <p:spTgt spid="8"/>
                                        </p:tgtEl>
                                        <p:attrNameLst>
                                          <p:attrName>ppt_x</p:attrName>
                                        </p:attrNameLst>
                                      </p:cBhvr>
                                      <p:tavLst>
                                        <p:tav tm="0">
                                          <p:val>
                                            <p:strVal val="#ppt_x"/>
                                          </p:val>
                                        </p:tav>
                                        <p:tav tm="100000">
                                          <p:val>
                                            <p:strVal val="#ppt_x"/>
                                          </p:val>
                                        </p:tav>
                                      </p:tavLst>
                                    </p:anim>
                                    <p:anim calcmode="lin" valueType="num">
                                      <p:cBhvr>
                                        <p:cTn id="54" dur="1000" fill="hold"/>
                                        <p:tgtEl>
                                          <p:spTgt spid="8"/>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500"/>
                                  </p:stCondLst>
                                  <p:childTnLst>
                                    <p:set>
                                      <p:cBhvr>
                                        <p:cTn id="56" dur="1" fill="hold">
                                          <p:stCondLst>
                                            <p:cond delay="0"/>
                                          </p:stCondLst>
                                        </p:cTn>
                                        <p:tgtEl>
                                          <p:spTgt spid="7"/>
                                        </p:tgtEl>
                                        <p:attrNameLst>
                                          <p:attrName>style.visibility</p:attrName>
                                        </p:attrNameLst>
                                      </p:cBhvr>
                                      <p:to>
                                        <p:strVal val="visible"/>
                                      </p:to>
                                    </p:set>
                                    <p:animEffect transition="in" filter="fade">
                                      <p:cBhvr>
                                        <p:cTn id="57" dur="1000"/>
                                        <p:tgtEl>
                                          <p:spTgt spid="7"/>
                                        </p:tgtEl>
                                      </p:cBhvr>
                                    </p:animEffect>
                                    <p:anim calcmode="lin" valueType="num">
                                      <p:cBhvr>
                                        <p:cTn id="58" dur="1000" fill="hold"/>
                                        <p:tgtEl>
                                          <p:spTgt spid="7"/>
                                        </p:tgtEl>
                                        <p:attrNameLst>
                                          <p:attrName>ppt_x</p:attrName>
                                        </p:attrNameLst>
                                      </p:cBhvr>
                                      <p:tavLst>
                                        <p:tav tm="0">
                                          <p:val>
                                            <p:strVal val="#ppt_x"/>
                                          </p:val>
                                        </p:tav>
                                        <p:tav tm="100000">
                                          <p:val>
                                            <p:strVal val="#ppt_x"/>
                                          </p:val>
                                        </p:tav>
                                      </p:tavLst>
                                    </p:anim>
                                    <p:anim calcmode="lin" valueType="num">
                                      <p:cBhvr>
                                        <p:cTn id="59" dur="1000" fill="hold"/>
                                        <p:tgtEl>
                                          <p:spTgt spid="7"/>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1000"/>
                                        <p:tgtEl>
                                          <p:spTgt spid="16"/>
                                        </p:tgtEl>
                                      </p:cBhvr>
                                    </p:animEffect>
                                    <p:anim calcmode="lin" valueType="num">
                                      <p:cBhvr>
                                        <p:cTn id="63" dur="1000" fill="hold"/>
                                        <p:tgtEl>
                                          <p:spTgt spid="16"/>
                                        </p:tgtEl>
                                        <p:attrNameLst>
                                          <p:attrName>ppt_x</p:attrName>
                                        </p:attrNameLst>
                                      </p:cBhvr>
                                      <p:tavLst>
                                        <p:tav tm="0">
                                          <p:val>
                                            <p:strVal val="#ppt_x"/>
                                          </p:val>
                                        </p:tav>
                                        <p:tav tm="100000">
                                          <p:val>
                                            <p:strVal val="#ppt_x"/>
                                          </p:val>
                                        </p:tav>
                                      </p:tavLst>
                                    </p:anim>
                                    <p:anim calcmode="lin" valueType="num">
                                      <p:cBhvr>
                                        <p:cTn id="64" dur="100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50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1000"/>
                                        <p:tgtEl>
                                          <p:spTgt spid="15"/>
                                        </p:tgtEl>
                                      </p:cBhvr>
                                    </p:animEffect>
                                    <p:anim calcmode="lin" valueType="num">
                                      <p:cBhvr>
                                        <p:cTn id="68" dur="1000" fill="hold"/>
                                        <p:tgtEl>
                                          <p:spTgt spid="15"/>
                                        </p:tgtEl>
                                        <p:attrNameLst>
                                          <p:attrName>ppt_x</p:attrName>
                                        </p:attrNameLst>
                                      </p:cBhvr>
                                      <p:tavLst>
                                        <p:tav tm="0">
                                          <p:val>
                                            <p:strVal val="#ppt_x"/>
                                          </p:val>
                                        </p:tav>
                                        <p:tav tm="100000">
                                          <p:val>
                                            <p:strVal val="#ppt_x"/>
                                          </p:val>
                                        </p:tav>
                                      </p:tavLst>
                                    </p:anim>
                                    <p:anim calcmode="lin" valueType="num">
                                      <p:cBhvr>
                                        <p:cTn id="69" dur="1000" fill="hold"/>
                                        <p:tgtEl>
                                          <p:spTgt spid="15"/>
                                        </p:tgtEl>
                                        <p:attrNameLst>
                                          <p:attrName>ppt_y</p:attrName>
                                        </p:attrNameLst>
                                      </p:cBhvr>
                                      <p:tavLst>
                                        <p:tav tm="0">
                                          <p:val>
                                            <p:strVal val="#ppt_y+.1"/>
                                          </p:val>
                                        </p:tav>
                                        <p:tav tm="100000">
                                          <p:val>
                                            <p:strVal val="#ppt_y"/>
                                          </p:val>
                                        </p:tav>
                                      </p:tavLst>
                                    </p:anim>
                                  </p:childTnLst>
                                </p:cTn>
                              </p:par>
                            </p:childTnLst>
                          </p:cTn>
                        </p:par>
                        <p:par>
                          <p:cTn id="70" fill="hold" nodeType="afterGroup">
                            <p:stCondLst>
                              <p:cond delay="4750"/>
                            </p:stCondLst>
                            <p:childTnLst>
                              <p:par>
                                <p:cTn id="71" presetID="42" presetClass="entr" presetSubtype="0" fill="hold" nodeType="after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1000"/>
                                        <p:tgtEl>
                                          <p:spTgt spid="26"/>
                                        </p:tgtEl>
                                      </p:cBhvr>
                                    </p:animEffect>
                                    <p:anim calcmode="lin" valueType="num">
                                      <p:cBhvr>
                                        <p:cTn id="74" dur="1000" fill="hold"/>
                                        <p:tgtEl>
                                          <p:spTgt spid="26"/>
                                        </p:tgtEl>
                                        <p:attrNameLst>
                                          <p:attrName>ppt_x</p:attrName>
                                        </p:attrNameLst>
                                      </p:cBhvr>
                                      <p:tavLst>
                                        <p:tav tm="0">
                                          <p:val>
                                            <p:strVal val="#ppt_x"/>
                                          </p:val>
                                        </p:tav>
                                        <p:tav tm="100000">
                                          <p:val>
                                            <p:strVal val="#ppt_x"/>
                                          </p:val>
                                        </p:tav>
                                      </p:tavLst>
                                    </p:anim>
                                    <p:anim calcmode="lin" valueType="num">
                                      <p:cBhvr>
                                        <p:cTn id="75" dur="1000" fill="hold"/>
                                        <p:tgtEl>
                                          <p:spTgt spid="26"/>
                                        </p:tgtEl>
                                        <p:attrNameLst>
                                          <p:attrName>ppt_y</p:attrName>
                                        </p:attrNameLst>
                                      </p:cBhvr>
                                      <p:tavLst>
                                        <p:tav tm="0">
                                          <p:val>
                                            <p:strVal val="#ppt_y+.1"/>
                                          </p:val>
                                        </p:tav>
                                        <p:tav tm="100000">
                                          <p:val>
                                            <p:strVal val="#ppt_y"/>
                                          </p:val>
                                        </p:tav>
                                      </p:tavLst>
                                    </p:anim>
                                  </p:childTnLst>
                                </p:cTn>
                              </p:par>
                            </p:childTnLst>
                          </p:cTn>
                        </p:par>
                        <p:par>
                          <p:cTn id="76" fill="hold" nodeType="afterGroup">
                            <p:stCondLst>
                              <p:cond delay="5750"/>
                            </p:stCondLst>
                            <p:childTnLst>
                              <p:par>
                                <p:cTn id="77" presetID="22" presetClass="entr" presetSubtype="8" fill="hold" grpId="0" nodeType="after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wipe(left)">
                                      <p:cBhvr>
                                        <p:cTn id="79" dur="500"/>
                                        <p:tgtEl>
                                          <p:spTgt spid="22"/>
                                        </p:tgtEl>
                                      </p:cBhvr>
                                    </p:animEffect>
                                  </p:childTnLst>
                                </p:cTn>
                              </p:par>
                            </p:childTnLst>
                          </p:cTn>
                        </p:par>
                        <p:par>
                          <p:cTn id="80" fill="hold" nodeType="afterGroup">
                            <p:stCondLst>
                              <p:cond delay="6250"/>
                            </p:stCondLst>
                            <p:childTnLst>
                              <p:par>
                                <p:cTn id="81" presetID="14" presetClass="entr" presetSubtype="10" fill="hold" grpId="0" nodeType="after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randombar(horizontal)">
                                      <p:cBhvr>
                                        <p:cTn id="83" dur="500"/>
                                        <p:tgtEl>
                                          <p:spTgt spid="24"/>
                                        </p:tgtEl>
                                      </p:cBhvr>
                                    </p:animEffect>
                                  </p:childTnLst>
                                </p:cTn>
                              </p:par>
                            </p:childTnLst>
                          </p:cTn>
                        </p:par>
                        <p:par>
                          <p:cTn id="84" fill="hold" nodeType="afterGroup">
                            <p:stCondLst>
                              <p:cond delay="6750"/>
                            </p:stCondLst>
                            <p:childTnLst>
                              <p:par>
                                <p:cTn id="85" presetID="22" presetClass="entr" presetSubtype="4" fill="hold" nodeType="afterEffect">
                                  <p:stCondLst>
                                    <p:cond delay="0"/>
                                  </p:stCondLst>
                                  <p:childTnLst>
                                    <p:set>
                                      <p:cBhvr>
                                        <p:cTn id="86" dur="1" fill="hold">
                                          <p:stCondLst>
                                            <p:cond delay="0"/>
                                          </p:stCondLst>
                                        </p:cTn>
                                        <p:tgtEl>
                                          <p:spTgt spid="2"/>
                                        </p:tgtEl>
                                        <p:attrNameLst>
                                          <p:attrName>style.visibility</p:attrName>
                                        </p:attrNameLst>
                                      </p:cBhvr>
                                      <p:to>
                                        <p:strVal val="visible"/>
                                      </p:to>
                                    </p:set>
                                    <p:animEffect transition="in" filter="wipe(down)">
                                      <p:cBhvr>
                                        <p:cTn id="8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0" grpId="0" animBg="1"/>
      <p:bldP spid="22" grpId="0"/>
      <p:bldP spid="2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43a0528b21534d28">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7250d513c71e4bd0">
            <p14:nvContentPartPr>
              <p14:cNvPr id="16" name="墨迹 15"/>
              <p14:cNvContentPartPr/>
              <p14:nvPr/>
            </p14:nvContentPartPr>
            <p14:xfrm>
              <a:off x="2093051" y="-286110"/>
              <a:ext cx="360" cy="360"/>
            </p14:xfrm>
          </p:contentPart>
        </mc:Choice>
        <mc:Fallback>
          <p:pic>
            <p:nvPicPr>
              <p:cNvPr id="16" name="墨迹 15"/>
              <p:cNvPicPr/>
              <p:nvPr/>
            </p:nvPicPr>
            <p:blipFill>
              <a:blip r:embed="Rb581903a7f2d4f31"/>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e09160f7b9544d95">
            <p14:nvContentPartPr>
              <p14:cNvPr id="17" name="墨迹 16"/>
              <p14:cNvContentPartPr/>
              <p14:nvPr/>
            </p14:nvContentPartPr>
            <p14:xfrm>
              <a:off x="822971" y="-489150"/>
              <a:ext cx="360" cy="360"/>
            </p14:xfrm>
          </p:contentPart>
        </mc:Choice>
        <mc:Fallback>
          <p:pic>
            <p:nvPicPr>
              <p:cNvPr id="17" name="墨迹 16"/>
              <p:cNvPicPr/>
              <p:nvPr/>
            </p:nvPicPr>
            <p:blipFill>
              <a:blip r:embed="Rb581903a7f2d4f31"/>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866f29a0ac114d6fbcf5783ca8b79d29"/>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56c46cf9b12e4c57"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ae6f689ddcd544ab"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2bda5237bb1a42ee"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c8896e42c6044704">
            <p14:nvContentPartPr>
              <p14:cNvPr id="15" name="墨迹 14"/>
              <p14:cNvContentPartPr/>
              <p14:nvPr/>
            </p14:nvContentPartPr>
            <p14:xfrm>
              <a:off x="5357445" y="1361610"/>
              <a:ext cx="1892160" cy="360"/>
            </p14:xfrm>
          </p:contentPart>
        </mc:Choice>
        <mc:Fallback xmlns="">
          <p:pic>
            <p:nvPicPr>
              <p:cNvPr id="15" name="墨迹 14"/>
            </p:nvPicPr>
            <p:blipFill>
              <a:blip r:embed="R493b83509cb042e2"/>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a129835fc8764ccd">
            <p14:nvContentPartPr>
              <p14:cNvPr id="16" name="墨迹 15"/>
              <p14:cNvContentPartPr/>
              <p14:nvPr/>
            </p14:nvContentPartPr>
            <p14:xfrm>
              <a:off x="1974990" y="-204574"/>
              <a:ext cx="360" cy="360"/>
            </p14:xfrm>
          </p:contentPart>
        </mc:Choice>
        <mc:Fallback>
          <p:pic>
            <p:nvPicPr>
              <p:cNvPr id="16" name="墨迹 15"/>
              <p:cNvPicPr/>
              <p:nvPr/>
            </p:nvPicPr>
            <p:blipFill>
              <a:blip r:embed="R664453039c014a96"/>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fec5a154023e49ea">
            <p14:nvContentPartPr>
              <p14:cNvPr id="17" name="墨迹 16"/>
              <p14:cNvContentPartPr/>
              <p14:nvPr/>
            </p14:nvContentPartPr>
            <p14:xfrm>
              <a:off x="704910" y="-489150"/>
              <a:ext cx="360" cy="360"/>
            </p14:xfrm>
          </p:contentPart>
        </mc:Choice>
        <mc:Fallback xmlns="">
          <p:pic>
            <p:nvPicPr>
              <p:cNvPr id="17" name="墨迹 16"/>
            </p:nvPicPr>
            <p:blipFill>
              <a:blip r:embed="R7c7f9d7242744f34"/>
            </p:blipFill>
            <p:spPr>
              <a:xfrm>
                <a:off x="704910" y="-489150"/>
                <a:ext cx="360" cy="360"/>
              </a:xfrm>
              <a:prstGeom prst="rect"/>
            </p:spPr>
          </p:pic>
        </mc:Fallback>
      </mc:AlternateContent>
      <p:pic>
        <p:nvPicPr>
          <p:cNvPr id="19" name="图片 18"/>
          <p:cNvPicPr>
            <a:picLocks noChangeAspect="1"/>
          </p:cNvPicPr>
          <p:nvPr/>
        </p:nvPicPr>
        <p:blipFill>
          <a:blip r:embed="R513f1023c8bb4e00">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79d41ffbf3b84eba"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efd29e84b97541d3a2822b267e2cc824"/>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00d06ac6ea564e3a"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05969bbc81c04ba0">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ed80a63a460a4fd4">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1893a8983889414e">
            <p14:nvContentPartPr>
              <p14:cNvPr id="8" name="墨迹 7"/>
              <p14:cNvContentPartPr/>
              <p14:nvPr/>
            </p14:nvContentPartPr>
            <p14:xfrm>
              <a:off x="907950" y="-825390"/>
              <a:ext cx="360" cy="360"/>
            </p14:xfrm>
          </p:contentPart>
        </mc:Choice>
        <mc:Fallback xmlns="">
          <p:pic>
            <p:nvPicPr>
              <p:cNvPr id="8" name="墨迹 7"/>
            </p:nvPicPr>
            <p:blipFill>
              <a:blip r:embed="R34def25d330246fa"/>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31c2db9981064105">
            <p14:nvContentPartPr>
              <p14:cNvPr id="13" name="墨迹 12"/>
              <p14:cNvContentPartPr/>
              <p14:nvPr/>
            </p14:nvContentPartPr>
            <p14:xfrm>
              <a:off x="1130070" y="-939870"/>
              <a:ext cx="360" cy="360"/>
            </p14:xfrm>
          </p:contentPart>
        </mc:Choice>
        <mc:Fallback xmlns="">
          <p:pic>
            <p:nvPicPr>
              <p:cNvPr id="13" name="墨迹 12"/>
            </p:nvPicPr>
            <p:blipFill>
              <a:blip r:embed="R34def25d330246fa"/>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b00af4a8babd4e7b">
            <p14:nvContentPartPr>
              <p14:cNvPr id="14" name="墨迹 13"/>
              <p14:cNvContentPartPr/>
              <p14:nvPr/>
            </p14:nvContentPartPr>
            <p14:xfrm>
              <a:off x="768270" y="-768510"/>
              <a:ext cx="360" cy="360"/>
            </p14:xfrm>
          </p:contentPart>
        </mc:Choice>
        <mc:Fallback xmlns="">
          <p:pic>
            <p:nvPicPr>
              <p:cNvPr id="14" name="墨迹 13"/>
            </p:nvPicPr>
            <p:blipFill>
              <a:blip r:embed="R34def25d330246fa"/>
            </p:blipFill>
            <p:spPr>
              <a:xfrm>
                <a:off x="768270" y="-768510"/>
                <a:ext cx="360" cy="360"/>
              </a:xfrm>
              <a:prstGeom prst="rect"/>
            </p:spPr>
          </p:pic>
        </mc:Fallback>
      </mc:AlternateContent>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fefbdd5531a14fecb4781fa39d6ca97c"/>
              </a:rPr>
              <a:t>部分字体来源于</a:t>
            </a:r>
            <a:r>
              <a:rPr lang="en-US" altLang="zh-CN" dirty="0">
                <a:hlinkClick r:id="Rfefbdd5531a14fecb4781fa39d6ca97c"/>
              </a:rPr>
              <a:t>100font.com  </a:t>
            </a:r>
            <a:r>
              <a:rPr lang="zh-CN" altLang="en-US" dirty="0">
                <a:hlinkClick r:id="Rfefbdd5531a14fecb4781fa39d6ca97c"/>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680bd0c1702a4153babb6386ce81b921"/>
              </a:rPr>
              <a:t>部分图标来源于</a:t>
            </a:r>
            <a:r>
              <a:rPr lang="en-US" altLang="zh-CN" dirty="0">
                <a:hlinkClick r:id="R680bd0c1702a4153babb6386ce81b921"/>
              </a:rPr>
              <a:t>Storyset.com </a:t>
            </a:r>
            <a:r>
              <a:rPr lang="zh-CN" altLang="en-US" dirty="0">
                <a:hlinkClick r:id="R680bd0c1702a4153babb6386ce81b921"/>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docProps/app.xml><?xml version="1.0" encoding="utf-8"?>
<Properties xmlns:vt="http://schemas.openxmlformats.org/officeDocument/2006/docPropsVTypes" xmlns="http://schemas.openxmlformats.org/officeDocument/2006/extended-properties">
  <Manager>第一PPT</Manager>
  <Company>第一PPT，www.1ppt.com</Company>
  <PresentationFormat>自定义</PresentationFormat>
  <Paragraphs>211</Paragraphs>
  <Slides>24</Slides>
  <Notes>17</Notes>
  <TotalTime>110</TotalTime>
  <HiddenSlides>0</HiddenSlides>
  <MMClips>0</MMClips>
  <ScaleCrop>0</ScaleCrop>
  <HeadingPairs>
    <vt:vector baseType="variant" size="4">
      <vt:variant>
        <vt:lpstr>Theme</vt:lpstr>
      </vt:variant>
      <vt:variant>
        <vt:i4>1</vt:i4>
      </vt:variant>
      <vt:variant>
        <vt:lpstr>Slide Titles</vt:lpstr>
      </vt:variant>
      <vt:variant>
        <vt:i4>24</vt:i4>
      </vt:variant>
    </vt:vector>
  </HeadingPairs>
  <TitlesOfParts>
    <vt:vector baseType="lpstr" size="25">
      <vt:lpstr>第一PPT，www.1ppt.com</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LinksUpToDate>0</LinksUpToDate>
  <SharedDoc>0</SharedDoc>
  <HyperlinksChanged>0</HyperlinksChanged>
  <Application>Aspose.Slides for .NET</Application>
  <AppVersion>17.0901</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通用商务</dc:title>
  <dc:creator>第一PPT</dc:creator>
  <dc:description>www.1ppt.com</dc:description>
  <cp:keywords>www.1ppt.com</cp:keywords>
  <cp:lastModifiedBy>Windows User</cp:lastModifiedBy>
  <cp:revision>32</cp:revision>
  <dcterms:created xsi:type="dcterms:W3CDTF">2019-01-29T13:55:44Z</dcterms:created>
  <dcterms:modified xsi:type="dcterms:W3CDTF">2025-04-27T19:48:02Z</dcterms:modified>
</cp:coreProperties>
</file>