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media/image2.bin" ContentType="image/png"/>
  <Override PartName="/ppt/media/image3.bin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7.bin" ContentType="image/png"/>
  <Override PartName="/ppt/slides/slide10.xml" ContentType="application/vnd.openxmlformats-officedocument.presentationml.slide+xml"/>
  <Override PartName="/ppt/media/image8.bin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media/image12.bin" ContentType="image/png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media/image14.bin" ContentType="image/png"/>
  <Override PartName="/ppt/media/image15.bin" ContentType="image/png"/>
  <Override PartName="/ppt/customXML/item.xml" ContentType="application/inkml+xml"/>
  <Override PartName="/ppt/customXML/item2.xml" ContentType="application/inkml+xml"/>
  <Override PartName="/ppt/slides/slide27.xml" ContentType="application/vnd.openxmlformats-officedocument.presentationml.slide+xml"/>
  <Override PartName="/ppt/media/image18.bin" ContentType="image/png"/>
  <Override PartName="/ppt/media/image19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8.xml" ContentType="application/vnd.openxmlformats-officedocument.presentationml.slide+xml"/>
  <Override PartName="/ppt/media/image21.bin" ContentType="image/png"/>
  <Override PartName="/ppt/media/image22.bin" ContentType="image/png"/>
  <Override PartName="/ppt/media/image23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08569667f6a4ac2" /><Relationship Type="http://schemas.openxmlformats.org/package/2006/relationships/metadata/core-properties" Target="/docProps/core.xml" Id="R321830395d23448f" /><Relationship Type="http://schemas.openxmlformats.org/officeDocument/2006/relationships/extended-properties" Target="/docProps/app.xml" Id="R3d6d1444ca974bcf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0d1931740712447c"/>
  </p:sldMasterIdLst>
  <p:notesMasterIdLst>
    <p:notesMasterId r:id="Ra5d385263f364045"/>
  </p:notesMasterIdLst>
  <p:sldIdLst>
    <p:sldId id="256" r:id="Rfaa4ae81dd81497b"/>
    <p:sldId id="257" r:id="R4a841c4da5834739"/>
    <p:sldId id="258" r:id="R07f2c21eeb0240fd"/>
    <p:sldId id="259" r:id="R09fcdf175fb34540"/>
    <p:sldId id="260" r:id="R96985f401c154c41"/>
    <p:sldId id="261" r:id="R2c8e6e244b744ff7"/>
    <p:sldId id="262" r:id="R2b0f5e82af5d47bd"/>
    <p:sldId id="263" r:id="R61b4deab84df4fdd"/>
    <p:sldId id="264" r:id="R1fd5b83e17c84d9d"/>
    <p:sldId id="265" r:id="Rbbeac0b17d8942d0"/>
    <p:sldId id="266" r:id="R5b095f3e85854e24"/>
    <p:sldId id="267" r:id="Rd4c9b2f262164065"/>
    <p:sldId id="268" r:id="R36a29c200e654e94"/>
    <p:sldId id="269" r:id="R3ee5a8ff0a33410d"/>
    <p:sldId id="270" r:id="R7a8b81cbfabb4f8f"/>
    <p:sldId id="271" r:id="Rfb8078c4790540a9"/>
    <p:sldId id="272" r:id="R957d539b5a604419"/>
    <p:sldId id="273" r:id="Rd4ea9bfe8cce47a3"/>
    <p:sldId id="274" r:id="R7ee766d97b5d4bf3"/>
    <p:sldId id="275" r:id="R77edd70cc31f4e7c"/>
    <p:sldId id="276" r:id="R28ecd9acdb034f49"/>
    <p:sldId id="277" r:id="R29045cd84b8c4771"/>
    <p:sldId id="278" r:id="Rc9b30af84de54cf5"/>
    <p:sldId id="279" r:id="Racb283b588bd4d25"/>
    <p:sldId id="280" r:id="Rb0a5f62390b84b60"/>
    <p:sldId id="281" r:id="Rba2c9ee58249400d"/>
    <p:sldId id="282" r:id="Rc03e1c3c657148ca"/>
    <p:sldId id="283" r:id="R86c4c4a9220f43b9"/>
    <p:sldId id="284" r:id="R165b4bac389648e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65DD"/>
    <a:srgbClr val="32B8C6"/>
    <a:srgbClr val="E6E6E6"/>
    <a:srgbClr val="CDBF97"/>
    <a:srgbClr val="8D7545"/>
    <a:srgbClr val="ECE8E5"/>
    <a:srgbClr val="E4CBCB"/>
    <a:srgbClr val="A88755"/>
    <a:srgbClr val="1F2020"/>
    <a:srgbClr val="263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13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" y="5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5d385263f364045" /><Relationship Type="http://schemas.openxmlformats.org/officeDocument/2006/relationships/presProps" Target="/ppt/presProps.xml" Id="R45d3c4c3970647a6" /><Relationship Type="http://schemas.openxmlformats.org/officeDocument/2006/relationships/viewProps" Target="/ppt/viewProps.xml" Id="R03f6ee6d8fa24478" /><Relationship Type="http://schemas.openxmlformats.org/officeDocument/2006/relationships/slideMaster" Target="/ppt/slideMasters/slideMaster1.xml" Id="R0d1931740712447c" /><Relationship Type="http://schemas.openxmlformats.org/officeDocument/2006/relationships/theme" Target="/ppt/slideMasters/theme/theme2.xml" Id="R940f80b3c2f84990" /><Relationship Type="http://schemas.openxmlformats.org/officeDocument/2006/relationships/slide" Target="/ppt/slides/slide1.xml" Id="Rfaa4ae81dd81497b" /><Relationship Type="http://schemas.openxmlformats.org/officeDocument/2006/relationships/slide" Target="/ppt/slides/slide2.xml" Id="R4a841c4da5834739" /><Relationship Type="http://schemas.openxmlformats.org/officeDocument/2006/relationships/slide" Target="/ppt/slides/slide3.xml" Id="R07f2c21eeb0240fd" /><Relationship Type="http://schemas.openxmlformats.org/officeDocument/2006/relationships/slide" Target="/ppt/slides/slide4.xml" Id="R09fcdf175fb34540" /><Relationship Type="http://schemas.openxmlformats.org/officeDocument/2006/relationships/slide" Target="/ppt/slides/slide5.xml" Id="R96985f401c154c41" /><Relationship Type="http://schemas.openxmlformats.org/officeDocument/2006/relationships/slide" Target="/ppt/slides/slide6.xml" Id="R2c8e6e244b744ff7" /><Relationship Type="http://schemas.openxmlformats.org/officeDocument/2006/relationships/slide" Target="/ppt/slides/slide7.xml" Id="R2b0f5e82af5d47bd" /><Relationship Type="http://schemas.openxmlformats.org/officeDocument/2006/relationships/slide" Target="/ppt/slides/slide8.xml" Id="R61b4deab84df4fdd" /><Relationship Type="http://schemas.openxmlformats.org/officeDocument/2006/relationships/slide" Target="/ppt/slides/slide9.xml" Id="R1fd5b83e17c84d9d" /><Relationship Type="http://schemas.openxmlformats.org/officeDocument/2006/relationships/slide" Target="/ppt/slides/slide10.xml" Id="Rbbeac0b17d8942d0" /><Relationship Type="http://schemas.openxmlformats.org/officeDocument/2006/relationships/slide" Target="/ppt/slides/slide11.xml" Id="R5b095f3e85854e24" /><Relationship Type="http://schemas.openxmlformats.org/officeDocument/2006/relationships/slide" Target="/ppt/slides/slide12.xml" Id="Rd4c9b2f262164065" /><Relationship Type="http://schemas.openxmlformats.org/officeDocument/2006/relationships/slide" Target="/ppt/slides/slide13.xml" Id="R36a29c200e654e94" /><Relationship Type="http://schemas.openxmlformats.org/officeDocument/2006/relationships/slide" Target="/ppt/slides/slide14.xml" Id="R3ee5a8ff0a33410d" /><Relationship Type="http://schemas.openxmlformats.org/officeDocument/2006/relationships/slide" Target="/ppt/slides/slide15.xml" Id="R7a8b81cbfabb4f8f" /><Relationship Type="http://schemas.openxmlformats.org/officeDocument/2006/relationships/slide" Target="/ppt/slides/slide16.xml" Id="Rfb8078c4790540a9" /><Relationship Type="http://schemas.openxmlformats.org/officeDocument/2006/relationships/slide" Target="/ppt/slides/slide17.xml" Id="R957d539b5a604419" /><Relationship Type="http://schemas.openxmlformats.org/officeDocument/2006/relationships/slide" Target="/ppt/slides/slide18.xml" Id="Rd4ea9bfe8cce47a3" /><Relationship Type="http://schemas.openxmlformats.org/officeDocument/2006/relationships/slide" Target="/ppt/slides/slide19.xml" Id="R7ee766d97b5d4bf3" /><Relationship Type="http://schemas.openxmlformats.org/officeDocument/2006/relationships/slide" Target="/ppt/slides/slide20.xml" Id="R77edd70cc31f4e7c" /><Relationship Type="http://schemas.openxmlformats.org/officeDocument/2006/relationships/slide" Target="/ppt/slides/slide21.xml" Id="R28ecd9acdb034f49" /><Relationship Type="http://schemas.openxmlformats.org/officeDocument/2006/relationships/slide" Target="/ppt/slides/slide22.xml" Id="R29045cd84b8c4771" /><Relationship Type="http://schemas.openxmlformats.org/officeDocument/2006/relationships/slide" Target="/ppt/slides/slide23.xml" Id="Rc9b30af84de54cf5" /><Relationship Type="http://schemas.openxmlformats.org/officeDocument/2006/relationships/slide" Target="/ppt/slides/slide24.xml" Id="Racb283b588bd4d25" /><Relationship Type="http://schemas.openxmlformats.org/officeDocument/2006/relationships/slide" Target="/ppt/slides/slide25.xml" Id="Rb0a5f62390b84b60" /><Relationship Type="http://schemas.openxmlformats.org/officeDocument/2006/relationships/slide" Target="/ppt/slides/slide26.xml" Id="Rba2c9ee58249400d" /><Relationship Type="http://schemas.openxmlformats.org/officeDocument/2006/relationships/slide" Target="/ppt/slides/slide27.xml" Id="Rc03e1c3c657148ca" /><Relationship Type="http://schemas.openxmlformats.org/officeDocument/2006/relationships/slide" Target="/ppt/slides/slide28.xml" Id="R86c4c4a9220f43b9" /><Relationship Type="http://schemas.openxmlformats.org/officeDocument/2006/relationships/slide" Target="/ppt/slides/slide29.xml" Id="R165b4bac389648e2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16576d95033449e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仓耳青禾体-谷力 W05" panose="02020400000000000000" pitchFamily="18" charset="-122"/>
                <a:ea typeface="仓耳青禾体-谷力 W05" panose="02020400000000000000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仓耳青禾体-谷力 W05" panose="02020400000000000000" pitchFamily="18" charset="-122"/>
                <a:ea typeface="仓耳青禾体-谷力 W05" panose="02020400000000000000" pitchFamily="18" charset="-122"/>
              </a:defRPr>
            </a:lvl1pPr>
          </a:lstStyle>
          <a:p>
            <a:fld id="{11577D22-AD28-43FC-8EB4-B134A7D334C3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仓耳青禾体-谷力 W05" panose="02020400000000000000" pitchFamily="18" charset="-122"/>
                <a:ea typeface="仓耳青禾体-谷力 W05" panose="02020400000000000000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仓耳青禾体-谷力 W05" panose="02020400000000000000" pitchFamily="18" charset="-122"/>
                <a:ea typeface="仓耳青禾体-谷力 W05" panose="02020400000000000000" pitchFamily="18" charset="-122"/>
              </a:defRPr>
            </a:lvl1pPr>
          </a:lstStyle>
          <a:p>
            <a:fld id="{DA8C8EFA-96ED-4A18-B46D-8BDC030E3AF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364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仓耳青禾体-谷力 W05" panose="02020400000000000000" pitchFamily="18" charset="-122"/>
        <a:ea typeface="仓耳青禾体-谷力 W05" panose="02020400000000000000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仓耳青禾体-谷力 W05" panose="02020400000000000000" pitchFamily="18" charset="-122"/>
        <a:ea typeface="仓耳青禾体-谷力 W05" panose="02020400000000000000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仓耳青禾体-谷力 W05" panose="02020400000000000000" pitchFamily="18" charset="-122"/>
        <a:ea typeface="仓耳青禾体-谷力 W05" panose="02020400000000000000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仓耳青禾体-谷力 W05" panose="02020400000000000000" pitchFamily="18" charset="-122"/>
        <a:ea typeface="仓耳青禾体-谷力 W05" panose="02020400000000000000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仓耳青禾体-谷力 W05" panose="02020400000000000000" pitchFamily="18" charset="-122"/>
        <a:ea typeface="仓耳青禾体-谷力 W05" panose="020204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4249200f84b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1a7cf63274e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5de67a64146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c1c0ccaad46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67a1fecaa843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97f7089cb4bc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7df3386ce4ac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b84ed05a44d8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hyperlink" Target="http://www.1ppt.com/xiazai/" TargetMode="External" Id="R5305e51a24ce47438d9ed7dd78fb403c" /><Relationship Type="http://schemas.openxmlformats.org/officeDocument/2006/relationships/slideMaster" Target="/ppt/slideMasters/slideMaster1.xml" Id="R867443b99e4f4b2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6725158ac4da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e148d0eac47f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8094ba24b408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6afff5d324f1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86406042742ea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F7596-44B3-B774-2BC1-8D024B36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44307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8BDEA-B660-5B84-5908-6E9CED2D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1701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A5290-7886-B8B1-1259-9B4113CEC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0958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A60F9-52C0-AE54-CD57-56F5B7DCA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856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109BE-BE60-A350-F787-DF95B030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6373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C9987-2C05-413F-B4B2-310B5615B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仓耳青禾体-谷力 W05" panose="02020400000000000000" pitchFamily="18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7575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A6FC42-C20B-872C-B8B3-B7299E03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5336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4F6EA1-7DFD-90A3-2B20-4EE57AE7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DFE4353-758E-FFA0-1AEB-BE3D59B2E55E}"/>
              </a:ext>
            </a:extLst>
          </p:cNvPr>
          <p:cNvSpPr txBox="1"/>
          <p:nvPr userDrawn="1"/>
        </p:nvSpPr>
        <p:spPr>
          <a:xfrm>
            <a:off x="1582851" y="643366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200000"/>
              </a:lnSpc>
            </a:pPr>
            <a:r>
              <a:rPr lang="en-US" altLang="zh-CN" sz="1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5305e51a24ce47438d9ed7dd78fb403c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5305e51a24ce47438d9ed7dd78fb403c"/>
              </a:rPr>
              <a:t>下载</a:t>
            </a:r>
            <a:r>
              <a:rPr lang="zh-CN" altLang="en-US" sz="1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3614327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72037-AEE3-55C8-C477-95FECAB66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3393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D50B3-CBD3-3A78-56D7-2FB2B575D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8209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DAA874-0DCF-6D28-49A3-5C154F476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0049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CF219-C639-F6FA-34C0-E2D6D9A24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60097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C08349-42A2-4A97-ED33-4168E9B4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73683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0cb8c3c4444030" /><Relationship Type="http://schemas.openxmlformats.org/officeDocument/2006/relationships/slideLayout" Target="/ppt/slideLayouts/slideLayout1.xml" Id="R3fd2537aab574f16" /><Relationship Type="http://schemas.openxmlformats.org/officeDocument/2006/relationships/slideLayout" Target="/ppt/slideLayouts/slideLayout2.xml" Id="Rf1cfb6f0bfef44e1" /><Relationship Type="http://schemas.openxmlformats.org/officeDocument/2006/relationships/slideLayout" Target="/ppt/slideLayouts/slideLayout3.xml" Id="R35228700789844b1" /><Relationship Type="http://schemas.openxmlformats.org/officeDocument/2006/relationships/slideLayout" Target="/ppt/slideLayouts/slideLayout4.xml" Id="R2ccd853408b2431c" /><Relationship Type="http://schemas.openxmlformats.org/officeDocument/2006/relationships/slideLayout" Target="/ppt/slideLayouts/slideLayout5.xml" Id="Rec9775d668ce49e5" /><Relationship Type="http://schemas.openxmlformats.org/officeDocument/2006/relationships/slideLayout" Target="/ppt/slideLayouts/slideLayout6.xml" Id="R22c8459bec1d4136" /><Relationship Type="http://schemas.openxmlformats.org/officeDocument/2006/relationships/slideLayout" Target="/ppt/slideLayouts/slideLayout7.xml" Id="R55e2857f3fb64904" /><Relationship Type="http://schemas.openxmlformats.org/officeDocument/2006/relationships/slideLayout" Target="/ppt/slideLayouts/slideLayout8.xml" Id="Raa16daa470174402" /><Relationship Type="http://schemas.openxmlformats.org/officeDocument/2006/relationships/slideLayout" Target="/ppt/slideLayouts/slideLayout9.xml" Id="Rd42e860abd21486c" /><Relationship Type="http://schemas.openxmlformats.org/officeDocument/2006/relationships/slideLayout" Target="/ppt/slideLayouts/slideLayout10.xml" Id="R3939daf4f2614542" /><Relationship Type="http://schemas.openxmlformats.org/officeDocument/2006/relationships/slideLayout" Target="/ppt/slideLayouts/slideLayout11.xml" Id="R65d17a10d4d14e20" /><Relationship Type="http://schemas.openxmlformats.org/officeDocument/2006/relationships/slideLayout" Target="/ppt/slideLayouts/slideLayout12.xml" Id="R650e299e69b74acb" /><Relationship Type="http://schemas.openxmlformats.org/officeDocument/2006/relationships/slideLayout" Target="/ppt/slideLayouts/slideLayout13.xml" Id="R0512be34c0f24e12" /><Relationship Type="http://schemas.openxmlformats.org/officeDocument/2006/relationships/slideLayout" Target="/ppt/slideLayouts/slideLayout14.xml" Id="R2ff2c66a3f4c49e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55e2857f3fb64904"/>
    <p:sldLayoutId id="2147483654" r:id="R22c8459bec1d4136"/>
    <p:sldLayoutId id="2147483651" r:id="R35228700789844b1"/>
    <p:sldLayoutId id="2147483660" r:id="R650e299e69b74acb"/>
    <p:sldLayoutId id="2147483658" r:id="R3939daf4f2614542"/>
    <p:sldLayoutId id="2147483656" r:id="Raa16daa470174402"/>
    <p:sldLayoutId id="2147483652" r:id="R2ccd853408b2431c"/>
    <p:sldLayoutId id="2147483649" r:id="R3fd2537aab574f16"/>
    <p:sldLayoutId id="2147483661" r:id="R0512be34c0f24e12"/>
    <p:sldLayoutId id="2147483659" r:id="R65d17a10d4d14e20"/>
    <p:sldLayoutId id="2147483657" r:id="Rd42e860abd21486c"/>
    <p:sldLayoutId id="2147483653" r:id="Rec9775d668ce49e5"/>
    <p:sldLayoutId id="2147483650" r:id="Rf1cfb6f0bfef44e1"/>
    <p:sldLayoutId id="2147483662" r:id="R2ff2c66a3f4c49e2"/>
  </p:sldLayoutIdLst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="">
      <p:transition spd="slow" advClick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自定义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F79646"/>
      </a:folHlink>
    </a:clrScheme>
    <a:fontScheme name="fikt0la0">
      <a:majorFont>
        <a:latin typeface="仓耳青禾体-谷力 W05"/>
        <a:ea typeface="仓耳青禾体-谷力 W05"/>
        <a:cs typeface="Arial"/>
      </a:majorFont>
      <a:minorFont>
        <a:latin typeface="仓耳青禾体-谷力 W05"/>
        <a:ea typeface="仓耳青禾体-谷力 W05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de52d6d37b964e86" /><Relationship Type="http://schemas.openxmlformats.org/officeDocument/2006/relationships/slideLayout" Target="/ppt/slideLayouts/slideLayout7.xml" Id="R00931dde0ac149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bin" Id="Re51b8f6703a34acd" /><Relationship Type="http://schemas.openxmlformats.org/officeDocument/2006/relationships/slideLayout" Target="/ppt/slideLayouts/slideLayout6.xml" Id="Ra25b4aed72cc4a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bin" Id="R5b5e7c6902874b96" /><Relationship Type="http://schemas.openxmlformats.org/officeDocument/2006/relationships/slideLayout" Target="/ppt/slideLayouts/slideLayout7.xml" Id="Ra0270fd7385d47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2.bin" Id="R55f8bd48e40748c8" /><Relationship Type="http://schemas.openxmlformats.org/officeDocument/2006/relationships/image" Target="/ppt/media/image3.bin" Id="Rec5b89c72ef74d8b" /><Relationship Type="http://schemas.openxmlformats.org/officeDocument/2006/relationships/slideLayout" Target="/ppt/slideLayouts/slideLayout6.xml" Id="R824db3cf5d4246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4.bin" Id="Rca27df3617d34ade" /><Relationship Type="http://schemas.openxmlformats.org/officeDocument/2006/relationships/image" Target="/ppt/media/image5.bin" Id="R0f741536eae74ab4" /><Relationship Type="http://schemas.openxmlformats.org/officeDocument/2006/relationships/image" Target="/ppt/media/image6.bin" Id="R1c8ee2db7e684685" /><Relationship Type="http://schemas.openxmlformats.org/officeDocument/2006/relationships/slideLayout" Target="/ppt/slideLayouts/slideLayout6.xml" Id="Rdfaa36005e7741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114f0adcbb4c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24c07f8d74e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.bin" Id="Rbdd4a10412734110" /><Relationship Type="http://schemas.openxmlformats.org/officeDocument/2006/relationships/slideLayout" Target="/ppt/slideLayouts/slideLayout7.xml" Id="Rc3a9ada574254d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7.bin" Id="R66faa1d755ec439b" /><Relationship Type="http://schemas.openxmlformats.org/officeDocument/2006/relationships/slideLayout" Target="/ppt/slideLayouts/slideLayout6.xml" Id="Re71434b811944b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8.bin" Id="R660c65759a2c4d53" /><Relationship Type="http://schemas.openxmlformats.org/officeDocument/2006/relationships/slideLayout" Target="/ppt/slideLayouts/slideLayout6.xml" Id="R2a3642d680c84c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9.bin" Id="R7544d9f528544069" /><Relationship Type="http://schemas.openxmlformats.org/officeDocument/2006/relationships/image" Target="/ppt/media/image10.bin" Id="R753f79b88fd74d24" /><Relationship Type="http://schemas.openxmlformats.org/officeDocument/2006/relationships/slideLayout" Target="/ppt/slideLayouts/slideLayout6.xml" Id="R9df80c517a594c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1.bin" Id="Rf6dd60997acd4b51" /><Relationship Type="http://schemas.openxmlformats.org/officeDocument/2006/relationships/image" Target="/ppt/media/image12.bin" Id="Rd2c730063a184eee" /><Relationship Type="http://schemas.openxmlformats.org/officeDocument/2006/relationships/image" Target="/ppt/media/image7.bin" Id="Re2f9aec4523f481e" /><Relationship Type="http://schemas.openxmlformats.org/officeDocument/2006/relationships/slideLayout" Target="/ppt/slideLayouts/slideLayout6.xml" Id="R0aeb2155717942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.bin" Id="R5a4dd66f5d944725" /><Relationship Type="http://schemas.openxmlformats.org/officeDocument/2006/relationships/slideLayout" Target="/ppt/slideLayouts/slideLayout7.xml" Id="Rd7942b498f1c40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3.bin" Id="Rb46f7656a14849a3" /><Relationship Type="http://schemas.openxmlformats.org/officeDocument/2006/relationships/slideLayout" Target="/ppt/slideLayouts/slideLayout6.xml" Id="R0846aa93ab764a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e1b7d20d84b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2.bin" Id="Rd1ec0374766b4728" /><Relationship Type="http://schemas.openxmlformats.org/officeDocument/2006/relationships/image" Target="/ppt/media/image3.bin" Id="R5d97e925ef4d4075" /><Relationship Type="http://schemas.openxmlformats.org/officeDocument/2006/relationships/slideLayout" Target="/ppt/slideLayouts/slideLayout6.xml" Id="R16dbd5b2696e47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78f971e8a48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.bin" Id="R921d821e75b44297" /><Relationship Type="http://schemas.openxmlformats.org/officeDocument/2006/relationships/slideLayout" Target="/ppt/slideLayouts/slideLayout7.xml" Id="R6c40a2a65ac0480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3.bin" Id="R43dacf8b9f734be4" /><Relationship Type="http://schemas.openxmlformats.org/officeDocument/2006/relationships/slideLayout" Target="/ppt/slideLayouts/slideLayout6.xml" Id="R33a5902e1ad64f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18509c580469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2.bin" Id="R03836648aae04b9a" /><Relationship Type="http://schemas.openxmlformats.org/officeDocument/2006/relationships/slideLayout" Target="/ppt/slideLayouts/slideLayout6.xml" Id="R7ed536a3e55249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37f1614d6f492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12.bin" Id="R42a66adefcfd4bbe" /><Relationship Type="http://schemas.openxmlformats.org/officeDocument/2006/relationships/slideLayout" Target="/ppt/slideLayouts/slideLayout6.xml" Id="R31440fa5f55747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ef052b2b1241d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.bin" Id="Reb7e2612be924830" /><Relationship Type="http://schemas.openxmlformats.org/officeDocument/2006/relationships/slideLayout" Target="/ppt/slideLayouts/slideLayout7.xml" Id="R520d6c0ab66c498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09e5c9ae5181475190b4d84552e2a3e5" /><Relationship Type="http://schemas.openxmlformats.org/officeDocument/2006/relationships/image" Target="/ppt/media/image13.bin" Id="Ra26cbf4742314a71" /><Relationship Type="http://schemas.openxmlformats.org/officeDocument/2006/relationships/image" Target="/ppt/media/image14.bin" Id="Rad83a09b9a2f4ba9" /><Relationship Type="http://schemas.openxmlformats.org/officeDocument/2006/relationships/image" Target="/ppt/media/image15.bin" Id="R80b0772d76084c55" /><Relationship Type="http://schemas.openxmlformats.org/officeDocument/2006/relationships/customXml" Target="/ppt/customXML/item.xml" Id="Rbbc3b98cf10543c7" /><Relationship Type="http://schemas.openxmlformats.org/officeDocument/2006/relationships/customXml" Target="/ppt/customXML/item2.xml" Id="Rbd3a70ab3332485e" /><Relationship Type="http://schemas.openxmlformats.org/officeDocument/2006/relationships/slideLayout" Target="/ppt/slideLayouts/slideLayout1.xml" Id="R2c28b8895c6247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964b5487c32e4f5ebbdc1cf97eb63eff" /><Relationship Type="http://schemas.openxmlformats.org/officeDocument/2006/relationships/image" Target="/ppt/media/image16.bin" Id="Rae6c2a811a294dbe" /><Relationship Type="http://schemas.openxmlformats.org/officeDocument/2006/relationships/image" Target="/ppt/media/image17.bin" Id="Rea5810a2fbfb4c04" /><Relationship Type="http://schemas.openxmlformats.org/officeDocument/2006/relationships/image" Target="/ppt/media/image18.bin" Id="Rff5400f0adb7435a" /><Relationship Type="http://schemas.openxmlformats.org/officeDocument/2006/relationships/image" Target="/ppt/media/image14.bin" Id="R8577f222aa9845a5" /><Relationship Type="http://schemas.openxmlformats.org/officeDocument/2006/relationships/image" Target="/ppt/media/image19.bin" Id="R9bf0ed739c0c4c5b" /><Relationship Type="http://schemas.openxmlformats.org/officeDocument/2006/relationships/image" Target="/ppt/media/image20.bin" Id="R545d5f0f37b24e2d" /><Relationship Type="http://schemas.openxmlformats.org/officeDocument/2006/relationships/image" Target="/ppt/media/image15.bin" Id="Ra2ec63f49fe940b7" /><Relationship Type="http://schemas.openxmlformats.org/officeDocument/2006/relationships/customXml" Target="/ppt/customXML/item3.xml" Id="R02c78f6d45a14fa8" /><Relationship Type="http://schemas.openxmlformats.org/officeDocument/2006/relationships/customXml" Target="/ppt/customXML/item4.xml" Id="Rf0a03fa96c314925" /><Relationship Type="http://schemas.openxmlformats.org/officeDocument/2006/relationships/customXml" Target="/ppt/customXML/item5.xml" Id="Rb4fd0e37e8c049ea" /><Relationship Type="http://schemas.openxmlformats.org/officeDocument/2006/relationships/slideLayout" Target="/ppt/slideLayouts/slideLayout1.xml" Id="Rd426b52ee1d34e2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21.bin" Id="R98319da7a82a433c" /><Relationship Type="http://schemas.openxmlformats.org/officeDocument/2006/relationships/image" Target="/ppt/media/image22.bin" Id="Rd304dddf97084292" /><Relationship Type="http://schemas.openxmlformats.org/officeDocument/2006/relationships/image" Target="/ppt/media/image20.bin" Id="Re03e01ad02dc4da8" /><Relationship Type="http://schemas.openxmlformats.org/officeDocument/2006/relationships/image" Target="/ppt/media/image23.bin" Id="R6fdca22367574d11" /><Relationship Type="http://schemas.openxmlformats.org/officeDocument/2006/relationships/customXml" Target="/ppt/customXML/item6.xml" Id="R9d59e51fd8674f2f" /><Relationship Type="http://schemas.openxmlformats.org/officeDocument/2006/relationships/customXml" Target="/ppt/customXML/item7.xml" Id="R81d229e89f284da5" /><Relationship Type="http://schemas.openxmlformats.org/officeDocument/2006/relationships/customXml" Target="/ppt/customXML/item8.xml" Id="R3989c5120df64652" /><Relationship Type="http://schemas.openxmlformats.org/officeDocument/2006/relationships/slideLayout" Target="/ppt/slideLayouts/slideLayout7.xml" Id="R2237716070814db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6bd53d7d1c814069999e167f3c9dc7e4" /><Relationship Type="http://schemas.openxmlformats.org/officeDocument/2006/relationships/hyperlink" Target="https://storyset.com/" TargetMode="External" Id="Ree971cce6b6b4f5a906a0db87db97cb8" /><Relationship Type="http://schemas.openxmlformats.org/officeDocument/2006/relationships/slideLayout" Target="/ppt/slideLayouts/slideLayout1.xml" Id="R07fc46c4d21a48f8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餐具&#10;&#10;描述已自动生成">
            <a:extLst>
              <a:ext uri="{FF2B5EF4-FFF2-40B4-BE49-F238E27FC236}">
                <a16:creationId xmlns:a16="http://schemas.microsoft.com/office/drawing/2014/main" id="{5F10644F-2E40-4613-97FF-7452D056DEBC}"/>
              </a:ext>
            </a:extLst>
          </p:cNvPr>
          <p:cNvPicPr>
            <a:picLocks noChangeAspect="1"/>
          </p:cNvPicPr>
          <p:nvPr/>
        </p:nvPicPr>
        <p:blipFill>
          <a:blip r:embed="Rde52d6d37b964e8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7B1D95C-199B-49D7-8113-B1521D8660A5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1" y="3429000"/>
            <a:ext cx="12192000" cy="0"/>
          </a:xfrm>
          <a:prstGeom prst="line">
            <a:avLst/>
          </a:prstGeom>
          <a:ln>
            <a:solidFill>
              <a:srgbClr val="6965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50AEBB83-1AF7-4487-A233-2307C792BED7}"/>
              </a:ext>
            </a:extLst>
          </p:cNvPr>
          <p:cNvSpPr/>
          <p:nvPr/>
        </p:nvSpPr>
        <p:spPr>
          <a:xfrm>
            <a:off x="3599538" y="929014"/>
            <a:ext cx="4997406" cy="4996225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01C9641-AADA-4200-9324-65DF1A02838D}"/>
              </a:ext>
            </a:extLst>
          </p:cNvPr>
          <p:cNvSpPr/>
          <p:nvPr/>
        </p:nvSpPr>
        <p:spPr>
          <a:xfrm>
            <a:off x="888615" y="2991239"/>
            <a:ext cx="871981" cy="871775"/>
          </a:xfrm>
          <a:prstGeom prst="ellipse">
            <a:avLst/>
          </a:prstGeom>
          <a:solidFill>
            <a:srgbClr val="6965DD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D3A1CC5-F221-499D-899F-75FFB078EBD7}"/>
              </a:ext>
            </a:extLst>
          </p:cNvPr>
          <p:cNvSpPr/>
          <p:nvPr/>
        </p:nvSpPr>
        <p:spPr>
          <a:xfrm>
            <a:off x="10542780" y="2991239"/>
            <a:ext cx="871981" cy="871775"/>
          </a:xfrm>
          <a:prstGeom prst="ellipse">
            <a:avLst/>
          </a:prstGeom>
          <a:solidFill>
            <a:srgbClr val="32B8C6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53F748-1E79-43F8-B367-B1870B69D285}"/>
              </a:ext>
            </a:extLst>
          </p:cNvPr>
          <p:cNvSpPr/>
          <p:nvPr/>
        </p:nvSpPr>
        <p:spPr>
          <a:xfrm>
            <a:off x="3052305" y="274320"/>
            <a:ext cx="6145101" cy="62167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E08145-EAF3-402E-A704-09B5B45FAB63}"/>
              </a:ext>
            </a:extLst>
          </p:cNvPr>
          <p:cNvSpPr/>
          <p:nvPr/>
        </p:nvSpPr>
        <p:spPr>
          <a:xfrm>
            <a:off x="2215817" y="3209182"/>
            <a:ext cx="435990" cy="435887"/>
          </a:xfrm>
          <a:prstGeom prst="ellipse">
            <a:avLst/>
          </a:prstGeom>
          <a:solidFill>
            <a:srgbClr val="32B8C6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CE5DD2E-1236-4213-A696-1857C28BD339}"/>
              </a:ext>
            </a:extLst>
          </p:cNvPr>
          <p:cNvSpPr/>
          <p:nvPr/>
        </p:nvSpPr>
        <p:spPr>
          <a:xfrm>
            <a:off x="9652098" y="3306362"/>
            <a:ext cx="435990" cy="435887"/>
          </a:xfrm>
          <a:prstGeom prst="ellipse">
            <a:avLst/>
          </a:prstGeom>
          <a:solidFill>
            <a:srgbClr val="6965DD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F1BB1E0-C172-4516-AAC5-2CFAC758E20B}"/>
              </a:ext>
            </a:extLst>
          </p:cNvPr>
          <p:cNvSpPr/>
          <p:nvPr/>
        </p:nvSpPr>
        <p:spPr>
          <a:xfrm>
            <a:off x="3705639" y="1026195"/>
            <a:ext cx="438097" cy="437993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B9A6FC6-6FC8-4464-A5F7-C6A6E1455DFA}"/>
              </a:ext>
            </a:extLst>
          </p:cNvPr>
          <p:cNvSpPr/>
          <p:nvPr/>
        </p:nvSpPr>
        <p:spPr>
          <a:xfrm>
            <a:off x="8158846" y="5341051"/>
            <a:ext cx="438097" cy="437993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55B5B80-6192-4BAE-93D2-D870870CB58E}"/>
              </a:ext>
            </a:extLst>
          </p:cNvPr>
          <p:cNvSpPr/>
          <p:nvPr/>
        </p:nvSpPr>
        <p:spPr>
          <a:xfrm>
            <a:off x="8158847" y="1026194"/>
            <a:ext cx="438097" cy="437993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62E50E6-A00C-4636-B0B0-343B4E62F11A}"/>
              </a:ext>
            </a:extLst>
          </p:cNvPr>
          <p:cNvSpPr/>
          <p:nvPr/>
        </p:nvSpPr>
        <p:spPr>
          <a:xfrm>
            <a:off x="3655698" y="5239389"/>
            <a:ext cx="438097" cy="437993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A77BBA-7653-44EE-988C-FAFD67ADFF67}"/>
              </a:ext>
            </a:extLst>
          </p:cNvPr>
          <p:cNvSpPr txBox="1"/>
          <p:nvPr/>
        </p:nvSpPr>
        <p:spPr>
          <a:xfrm>
            <a:off x="4474048" y="2077108"/>
            <a:ext cx="3423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BUSINESS</a:t>
            </a:r>
            <a:endParaRPr lang="zh-CN" altLang="en-US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80249FE-2553-4EDD-9128-C08C31972BCC}"/>
              </a:ext>
            </a:extLst>
          </p:cNvPr>
          <p:cNvSpPr txBox="1"/>
          <p:nvPr/>
        </p:nvSpPr>
        <p:spPr>
          <a:xfrm>
            <a:off x="4173296" y="2571589"/>
            <a:ext cx="3946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>
                <a:solidFill>
                  <a:schemeClr val="bg1"/>
                </a:solidFill>
                <a:effectLst>
                  <a:outerShdw dist="63500" dir="5400000" algn="t" rotWithShape="0">
                    <a:prstClr val="black">
                      <a:alpha val="10000"/>
                    </a:prstClr>
                  </a:outerShdw>
                </a:effectLst>
                <a:cs typeface="+mn-ea"/>
                <a:sym typeface="+mn-lt"/>
              </a:rPr>
              <a:t>述职报告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BE190BE-51BE-4B92-99EE-F79948768FDB}"/>
              </a:ext>
            </a:extLst>
          </p:cNvPr>
          <p:cNvSpPr/>
          <p:nvPr/>
        </p:nvSpPr>
        <p:spPr>
          <a:xfrm>
            <a:off x="4941640" y="4435265"/>
            <a:ext cx="2247900" cy="520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t" rotWithShape="0">
              <a:srgbClr val="365FA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主讲人：XX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PPT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6965DD"/>
                  </a:gs>
                  <a:gs pos="100000">
                    <a:srgbClr val="32B8C6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D128CE-685E-4459-B8FF-8D8D871982E9}"/>
              </a:ext>
            </a:extLst>
          </p:cNvPr>
          <p:cNvCxnSpPr/>
          <p:nvPr/>
        </p:nvCxnSpPr>
        <p:spPr>
          <a:xfrm>
            <a:off x="5103565" y="4107633"/>
            <a:ext cx="2085975" cy="0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28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3" grpId="0"/>
      <p:bldP spid="18" grpId="0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图片包含 餐具&#10;&#10;描述已自动生成">
            <a:extLst>
              <a:ext uri="{FF2B5EF4-FFF2-40B4-BE49-F238E27FC236}">
                <a16:creationId xmlns:a16="http://schemas.microsoft.com/office/drawing/2014/main" id="{B65DD195-72EE-465A-BC9C-F246F20B0FEB}"/>
              </a:ext>
            </a:extLst>
          </p:cNvPr>
          <p:cNvPicPr>
            <a:picLocks noChangeAspect="1"/>
          </p:cNvPicPr>
          <p:nvPr/>
        </p:nvPicPr>
        <p:blipFill>
          <a:blip r:embed="Re51b8f6703a34ac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ïSľîďe">
            <a:extLst>
              <a:ext uri="{FF2B5EF4-FFF2-40B4-BE49-F238E27FC236}">
                <a16:creationId xmlns:a16="http://schemas.microsoft.com/office/drawing/2014/main" id="{89677832-1E12-44E2-85EB-C57E664012A0}"/>
              </a:ext>
            </a:extLst>
          </p:cNvPr>
          <p:cNvSpPr/>
          <p:nvPr/>
        </p:nvSpPr>
        <p:spPr bwMode="auto">
          <a:xfrm>
            <a:off x="4439816" y="-4953"/>
            <a:ext cx="3312368" cy="1524234"/>
          </a:xfrm>
          <a:custGeom>
            <a:avLst/>
            <a:gdLst>
              <a:gd name="connsiteX0" fmla="*/ 0 w 2592114"/>
              <a:gd name="connsiteY0" fmla="*/ 0 h 1296055"/>
              <a:gd name="connsiteX1" fmla="*/ 488589 w 2592114"/>
              <a:gd name="connsiteY1" fmla="*/ 0 h 1296055"/>
              <a:gd name="connsiteX2" fmla="*/ 1291347 w 2592114"/>
              <a:gd name="connsiteY2" fmla="*/ 803869 h 1296055"/>
              <a:gd name="connsiteX3" fmla="*/ 2096328 w 2592114"/>
              <a:gd name="connsiteY3" fmla="*/ 0 h 1296055"/>
              <a:gd name="connsiteX4" fmla="*/ 2592114 w 2592114"/>
              <a:gd name="connsiteY4" fmla="*/ 0 h 1296055"/>
              <a:gd name="connsiteX5" fmla="*/ 1294266 w 2592114"/>
              <a:gd name="connsiteY5" fmla="*/ 1296055 h 1296055"/>
              <a:gd name="connsiteX6" fmla="*/ 0 w 2592114"/>
              <a:gd name="connsiteY6" fmla="*/ 0 h 1296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92114" h="1296055">
                <a:moveTo>
                  <a:pt x="0" y="0"/>
                </a:moveTo>
                <a:lnTo>
                  <a:pt x="488589" y="0"/>
                </a:lnTo>
                <a:lnTo>
                  <a:pt x="1291347" y="803869"/>
                </a:lnTo>
                <a:lnTo>
                  <a:pt x="2096328" y="0"/>
                </a:lnTo>
                <a:lnTo>
                  <a:pt x="2592114" y="0"/>
                </a:lnTo>
                <a:lnTo>
                  <a:pt x="1294266" y="129605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 w="19050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" name="îṥľïďè">
            <a:extLst>
              <a:ext uri="{FF2B5EF4-FFF2-40B4-BE49-F238E27FC236}">
                <a16:creationId xmlns:a16="http://schemas.microsoft.com/office/drawing/2014/main" id="{C9F1D238-6EE2-426A-972A-A4A0BBB226B2}"/>
              </a:ext>
            </a:extLst>
          </p:cNvPr>
          <p:cNvSpPr/>
          <p:nvPr/>
        </p:nvSpPr>
        <p:spPr bwMode="auto">
          <a:xfrm>
            <a:off x="5051884" y="1243125"/>
            <a:ext cx="2088232" cy="2088232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en-US" altLang="zh-CN" sz="20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8" name="iSḷïḓè">
            <a:extLst>
              <a:ext uri="{FF2B5EF4-FFF2-40B4-BE49-F238E27FC236}">
                <a16:creationId xmlns:a16="http://schemas.microsoft.com/office/drawing/2014/main" id="{DCF29354-F19D-4695-89E1-8BFC6FD8C2E1}"/>
              </a:ext>
            </a:extLst>
          </p:cNvPr>
          <p:cNvSpPr/>
          <p:nvPr/>
        </p:nvSpPr>
        <p:spPr bwMode="auto">
          <a:xfrm>
            <a:off x="3125670" y="-1268446"/>
            <a:ext cx="5940660" cy="594066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9" name="îśľïďé">
            <a:extLst>
              <a:ext uri="{FF2B5EF4-FFF2-40B4-BE49-F238E27FC236}">
                <a16:creationId xmlns:a16="http://schemas.microsoft.com/office/drawing/2014/main" id="{E709B91D-7F24-4B51-969D-56245AC1600A}"/>
              </a:ext>
            </a:extLst>
          </p:cNvPr>
          <p:cNvSpPr/>
          <p:nvPr/>
        </p:nvSpPr>
        <p:spPr bwMode="auto">
          <a:xfrm>
            <a:off x="2648661" y="2017211"/>
            <a:ext cx="1314146" cy="1314146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zh-CN" sz="4000">
                <a:solidFill>
                  <a:schemeClr val="bg1">
                    <a:lumMod val="100000"/>
                  </a:schemeClr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10" name="ïşľïḓe">
            <a:extLst>
              <a:ext uri="{FF2B5EF4-FFF2-40B4-BE49-F238E27FC236}">
                <a16:creationId xmlns:a16="http://schemas.microsoft.com/office/drawing/2014/main" id="{535D73A4-424F-4336-AAE4-DC97EE69977D}"/>
              </a:ext>
            </a:extLst>
          </p:cNvPr>
          <p:cNvSpPr/>
          <p:nvPr/>
        </p:nvSpPr>
        <p:spPr bwMode="auto">
          <a:xfrm>
            <a:off x="8229193" y="2017211"/>
            <a:ext cx="1314146" cy="1314146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zh-CN" sz="4000">
                <a:solidFill>
                  <a:schemeClr val="bg1">
                    <a:lumMod val="100000"/>
                  </a:schemeClr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11" name="iŝļîḋé">
            <a:extLst>
              <a:ext uri="{FF2B5EF4-FFF2-40B4-BE49-F238E27FC236}">
                <a16:creationId xmlns:a16="http://schemas.microsoft.com/office/drawing/2014/main" id="{1761B688-B4EE-41D3-8894-F15232C4EB45}"/>
              </a:ext>
            </a:extLst>
          </p:cNvPr>
          <p:cNvSpPr/>
          <p:nvPr/>
        </p:nvSpPr>
        <p:spPr bwMode="auto">
          <a:xfrm>
            <a:off x="6691960" y="3610007"/>
            <a:ext cx="1314146" cy="1314146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zh-CN" sz="4000">
                <a:solidFill>
                  <a:schemeClr val="bg1">
                    <a:lumMod val="100000"/>
                  </a:schemeClr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12" name="íṡļíḍè">
            <a:extLst>
              <a:ext uri="{FF2B5EF4-FFF2-40B4-BE49-F238E27FC236}">
                <a16:creationId xmlns:a16="http://schemas.microsoft.com/office/drawing/2014/main" id="{2B672FCE-6C44-4AAD-987D-592175DA3F76}"/>
              </a:ext>
            </a:extLst>
          </p:cNvPr>
          <p:cNvSpPr/>
          <p:nvPr/>
        </p:nvSpPr>
        <p:spPr bwMode="auto">
          <a:xfrm>
            <a:off x="4185894" y="3610007"/>
            <a:ext cx="1314146" cy="1314146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1" forceAA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zh-CN" sz="4000">
                <a:solidFill>
                  <a:schemeClr val="bg1">
                    <a:lumMod val="100000"/>
                  </a:schemeClr>
                </a:solidFill>
                <a:cs typeface="+mn-ea"/>
                <a:sym typeface="+mn-lt"/>
              </a:rPr>
              <a:t>02</a:t>
            </a:r>
          </a:p>
        </p:txBody>
      </p:sp>
      <p:grpSp>
        <p:nvGrpSpPr>
          <p:cNvPr id="13" name="iṥ1îḋe">
            <a:extLst>
              <a:ext uri="{FF2B5EF4-FFF2-40B4-BE49-F238E27FC236}">
                <a16:creationId xmlns:a16="http://schemas.microsoft.com/office/drawing/2014/main" id="{07E0F6D3-0B7C-482F-A6D6-27B6AAF0D509}"/>
              </a:ext>
            </a:extLst>
          </p:cNvPr>
          <p:cNvGrpSpPr/>
          <p:nvPr/>
        </p:nvGrpSpPr>
        <p:grpSpPr>
          <a:xfrm>
            <a:off x="6815009" y="5253900"/>
            <a:ext cx="2382193" cy="928158"/>
            <a:chOff x="6815009" y="4547844"/>
            <a:chExt cx="2382193" cy="928158"/>
          </a:xfrm>
        </p:grpSpPr>
        <p:sp>
          <p:nvSpPr>
            <p:cNvPr id="20" name="î$ḻïḍê">
              <a:extLst>
                <a:ext uri="{FF2B5EF4-FFF2-40B4-BE49-F238E27FC236}">
                  <a16:creationId xmlns:a16="http://schemas.microsoft.com/office/drawing/2014/main" id="{5E0BF046-ED23-4841-9B95-62A84F8ABC93}"/>
                </a:ext>
              </a:extLst>
            </p:cNvPr>
            <p:cNvSpPr txBox="1"/>
            <p:nvPr/>
          </p:nvSpPr>
          <p:spPr>
            <a:xfrm>
              <a:off x="6815010" y="4824843"/>
              <a:ext cx="2382192" cy="65115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200">
                  <a:cs typeface="+mn-ea"/>
                  <a:sym typeface="+mn-lt"/>
                </a:rPr>
                <a:t>Copy paste fonts. Choose the only option to retain text.</a:t>
              </a:r>
            </a:p>
          </p:txBody>
        </p:sp>
        <p:sp>
          <p:nvSpPr>
            <p:cNvPr id="21" name="îŝḻiḍe">
              <a:extLst>
                <a:ext uri="{FF2B5EF4-FFF2-40B4-BE49-F238E27FC236}">
                  <a16:creationId xmlns:a16="http://schemas.microsoft.com/office/drawing/2014/main" id="{38C6C306-5092-4A5D-BB00-6E08D9F54CA3}"/>
                </a:ext>
              </a:extLst>
            </p:cNvPr>
            <p:cNvSpPr txBox="1"/>
            <p:nvPr/>
          </p:nvSpPr>
          <p:spPr>
            <a:xfrm>
              <a:off x="6815009" y="4547844"/>
              <a:ext cx="2382192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 anchorCtr="0">
              <a:normAutofit fontScale="77500" lnSpcReduction="20000"/>
            </a:bodyPr>
            <a:lstStyle/>
            <a:p>
              <a:r>
                <a:rPr lang="en-US" altLang="zh-CN" b="1">
                  <a:cs typeface="+mn-ea"/>
                  <a:sym typeface="+mn-lt"/>
                </a:rPr>
                <a:t>Text here</a:t>
              </a:r>
              <a:endParaRPr lang="zh-CN" altLang="en-US" b="1">
                <a:cs typeface="+mn-ea"/>
                <a:sym typeface="+mn-lt"/>
              </a:endParaRPr>
            </a:p>
          </p:txBody>
        </p:sp>
      </p:grpSp>
      <p:sp>
        <p:nvSpPr>
          <p:cNvPr id="14" name="ís1ïḓê">
            <a:extLst>
              <a:ext uri="{FF2B5EF4-FFF2-40B4-BE49-F238E27FC236}">
                <a16:creationId xmlns:a16="http://schemas.microsoft.com/office/drawing/2014/main" id="{369509E2-446D-46A8-AE31-3CFF86AF204C}"/>
              </a:ext>
            </a:extLst>
          </p:cNvPr>
          <p:cNvSpPr txBox="1"/>
          <p:nvPr/>
        </p:nvSpPr>
        <p:spPr>
          <a:xfrm>
            <a:off x="2989450" y="5530899"/>
            <a:ext cx="2382192" cy="651159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>
                <a:cs typeface="+mn-ea"/>
                <a:sym typeface="+mn-lt"/>
              </a:rPr>
              <a:t>Copy paste fonts. Choose the only option to retain text.</a:t>
            </a:r>
          </a:p>
        </p:txBody>
      </p:sp>
      <p:sp>
        <p:nvSpPr>
          <p:cNvPr id="15" name="ïšḷiḓe">
            <a:extLst>
              <a:ext uri="{FF2B5EF4-FFF2-40B4-BE49-F238E27FC236}">
                <a16:creationId xmlns:a16="http://schemas.microsoft.com/office/drawing/2014/main" id="{DF6B636F-82A0-493A-A908-E9846D805999}"/>
              </a:ext>
            </a:extLst>
          </p:cNvPr>
          <p:cNvSpPr txBox="1"/>
          <p:nvPr/>
        </p:nvSpPr>
        <p:spPr>
          <a:xfrm>
            <a:off x="2989450" y="5253900"/>
            <a:ext cx="2392888" cy="276999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rmAutofit fontScale="77500" lnSpcReduction="20000"/>
          </a:bodyPr>
          <a:lstStyle/>
          <a:p>
            <a:pPr algn="r"/>
            <a:r>
              <a:rPr lang="en-US" altLang="zh-CN" b="1">
                <a:cs typeface="+mn-ea"/>
                <a:sym typeface="+mn-lt"/>
              </a:rPr>
              <a:t>Text here</a:t>
            </a:r>
            <a:endParaRPr lang="zh-CN" altLang="en-US" b="1">
              <a:cs typeface="+mn-ea"/>
              <a:sym typeface="+mn-lt"/>
            </a:endParaRPr>
          </a:p>
        </p:txBody>
      </p:sp>
      <p:sp>
        <p:nvSpPr>
          <p:cNvPr id="16" name="îṥḷiḑè">
            <a:extLst>
              <a:ext uri="{FF2B5EF4-FFF2-40B4-BE49-F238E27FC236}">
                <a16:creationId xmlns:a16="http://schemas.microsoft.com/office/drawing/2014/main" id="{91DB0098-8CFD-42FA-AFC7-39E5D37D7B69}"/>
              </a:ext>
            </a:extLst>
          </p:cNvPr>
          <p:cNvSpPr txBox="1"/>
          <p:nvPr/>
        </p:nvSpPr>
        <p:spPr>
          <a:xfrm>
            <a:off x="8882669" y="3907817"/>
            <a:ext cx="2382192" cy="651159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cs typeface="+mn-ea"/>
                <a:sym typeface="+mn-lt"/>
              </a:rPr>
              <a:t>Copy paste fonts. Choose the only option to retain text.</a:t>
            </a:r>
          </a:p>
        </p:txBody>
      </p:sp>
      <p:sp>
        <p:nvSpPr>
          <p:cNvPr id="17" name="ïsḻidê">
            <a:extLst>
              <a:ext uri="{FF2B5EF4-FFF2-40B4-BE49-F238E27FC236}">
                <a16:creationId xmlns:a16="http://schemas.microsoft.com/office/drawing/2014/main" id="{B8343618-9FCC-4EC5-900A-20B78D29C93D}"/>
              </a:ext>
            </a:extLst>
          </p:cNvPr>
          <p:cNvSpPr txBox="1"/>
          <p:nvPr/>
        </p:nvSpPr>
        <p:spPr>
          <a:xfrm>
            <a:off x="8882668" y="3630818"/>
            <a:ext cx="2382192" cy="276999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rmAutofit fontScale="77500" lnSpcReduction="20000"/>
          </a:bodyPr>
          <a:lstStyle/>
          <a:p>
            <a:r>
              <a:rPr lang="en-US" altLang="zh-CN" b="1">
                <a:cs typeface="+mn-ea"/>
                <a:sym typeface="+mn-lt"/>
              </a:rPr>
              <a:t>Text here</a:t>
            </a:r>
            <a:endParaRPr lang="zh-CN" altLang="en-US" b="1">
              <a:cs typeface="+mn-ea"/>
              <a:sym typeface="+mn-lt"/>
            </a:endParaRPr>
          </a:p>
        </p:txBody>
      </p:sp>
      <p:sp>
        <p:nvSpPr>
          <p:cNvPr id="18" name="îšļîḋe">
            <a:extLst>
              <a:ext uri="{FF2B5EF4-FFF2-40B4-BE49-F238E27FC236}">
                <a16:creationId xmlns:a16="http://schemas.microsoft.com/office/drawing/2014/main" id="{AC529947-13FD-4727-B801-36513E566F01}"/>
              </a:ext>
            </a:extLst>
          </p:cNvPr>
          <p:cNvSpPr txBox="1"/>
          <p:nvPr/>
        </p:nvSpPr>
        <p:spPr>
          <a:xfrm>
            <a:off x="927139" y="3907817"/>
            <a:ext cx="2382192" cy="651159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>
                <a:cs typeface="+mn-ea"/>
                <a:sym typeface="+mn-lt"/>
              </a:rPr>
              <a:t>Copy paste fonts. Choose the only option to retain text.</a:t>
            </a:r>
          </a:p>
        </p:txBody>
      </p:sp>
      <p:sp>
        <p:nvSpPr>
          <p:cNvPr id="19" name="íšľîḋe">
            <a:extLst>
              <a:ext uri="{FF2B5EF4-FFF2-40B4-BE49-F238E27FC236}">
                <a16:creationId xmlns:a16="http://schemas.microsoft.com/office/drawing/2014/main" id="{24260374-0A7F-4BE0-8A50-B209D78F82CE}"/>
              </a:ext>
            </a:extLst>
          </p:cNvPr>
          <p:cNvSpPr txBox="1"/>
          <p:nvPr/>
        </p:nvSpPr>
        <p:spPr>
          <a:xfrm>
            <a:off x="927139" y="3630818"/>
            <a:ext cx="2392888" cy="276999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rmAutofit fontScale="77500" lnSpcReduction="20000"/>
          </a:bodyPr>
          <a:lstStyle/>
          <a:p>
            <a:pPr algn="r"/>
            <a:r>
              <a:rPr lang="en-US" altLang="zh-CN" b="1">
                <a:cs typeface="+mn-ea"/>
                <a:sym typeface="+mn-lt"/>
              </a:rPr>
              <a:t>Text here</a:t>
            </a:r>
            <a:endParaRPr lang="zh-CN" altLang="en-US" b="1"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C206EDE-6EEB-49E7-AF1F-37CD297DF6F5}"/>
              </a:ext>
            </a:extLst>
          </p:cNvPr>
          <p:cNvSpPr txBox="1"/>
          <p:nvPr/>
        </p:nvSpPr>
        <p:spPr>
          <a:xfrm>
            <a:off x="5268225" y="1899806"/>
            <a:ext cx="15467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b="1">
                <a:solidFill>
                  <a:schemeClr val="bg1"/>
                </a:solidFill>
                <a:effectLst>
                  <a:outerShdw dist="63500" dir="5400000" algn="t" rotWithShape="0">
                    <a:prstClr val="black">
                      <a:alpha val="10000"/>
                    </a:prstClr>
                  </a:outerShdw>
                </a:effectLst>
                <a:cs typeface="+mn-ea"/>
                <a:sym typeface="+mn-lt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61378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餐具&#10;&#10;描述已自动生成">
            <a:extLst>
              <a:ext uri="{FF2B5EF4-FFF2-40B4-BE49-F238E27FC236}">
                <a16:creationId xmlns:a16="http://schemas.microsoft.com/office/drawing/2014/main" id="{684AC6D0-1BE1-4C10-A754-0BD363E04C02}"/>
              </a:ext>
            </a:extLst>
          </p:cNvPr>
          <p:cNvPicPr>
            <a:picLocks noChangeAspect="1"/>
          </p:cNvPicPr>
          <p:nvPr/>
        </p:nvPicPr>
        <p:blipFill>
          <a:blip r:embed="R5b5e7c6902874b9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F356DFD3-91C8-4A7D-A9DA-1611F73A28E6}"/>
              </a:ext>
            </a:extLst>
          </p:cNvPr>
          <p:cNvSpPr/>
          <p:nvPr/>
        </p:nvSpPr>
        <p:spPr>
          <a:xfrm>
            <a:off x="2051228" y="-662940"/>
            <a:ext cx="8089544" cy="8183880"/>
          </a:xfrm>
          <a:prstGeom prst="ellipse">
            <a:avLst/>
          </a:prstGeom>
          <a:noFill/>
          <a:ln w="38100">
            <a:solidFill>
              <a:srgbClr val="6965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4AE8BA3-6E32-4E46-84CE-20DD82091AB5}"/>
              </a:ext>
            </a:extLst>
          </p:cNvPr>
          <p:cNvGrpSpPr/>
          <p:nvPr/>
        </p:nvGrpSpPr>
        <p:grpSpPr>
          <a:xfrm>
            <a:off x="2814866" y="188242"/>
            <a:ext cx="6562268" cy="6481516"/>
            <a:chOff x="2682240" y="163056"/>
            <a:chExt cx="7045515" cy="6640860"/>
          </a:xfrm>
        </p:grpSpPr>
        <p:sp>
          <p:nvSpPr>
            <p:cNvPr id="6" name="弧形 5">
              <a:extLst>
                <a:ext uri="{FF2B5EF4-FFF2-40B4-BE49-F238E27FC236}">
                  <a16:creationId xmlns:a16="http://schemas.microsoft.com/office/drawing/2014/main" id="{FAA59E06-2A2F-4A4F-9D4D-A0846582EED9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A488728-7270-4B8D-9AC1-24826E9DC94F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D165BB5-1F86-4EBF-ABB2-0F847A3023C8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02528D7B-9F24-45C8-BFE8-92178BCE02A4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B0F24EE-F80A-4C7F-B285-2C63DC9033DB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91B1A3E-2203-40DF-B52E-20F3833C5C62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944212B-36ED-4037-93C2-3E4710B4978F}"/>
              </a:ext>
            </a:extLst>
          </p:cNvPr>
          <p:cNvSpPr txBox="1"/>
          <p:nvPr/>
        </p:nvSpPr>
        <p:spPr>
          <a:xfrm>
            <a:off x="5240589" y="1301058"/>
            <a:ext cx="181996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500" b="1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177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01</a:t>
            </a:r>
            <a:endParaRPr lang="zh-CN" altLang="en-US" sz="11500" b="1">
              <a:gradFill>
                <a:gsLst>
                  <a:gs pos="0">
                    <a:srgbClr val="6965DD"/>
                  </a:gs>
                  <a:gs pos="100000">
                    <a:srgbClr val="32B8C6"/>
                  </a:gs>
                </a:gsLst>
                <a:lin ang="10800000" scaled="1"/>
              </a:gradFill>
              <a:effectLst>
                <a:outerShdw blurRad="177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030F17-DDA9-4FFC-9947-8C6678DB64B3}"/>
              </a:ext>
            </a:extLst>
          </p:cNvPr>
          <p:cNvSpPr txBox="1"/>
          <p:nvPr/>
        </p:nvSpPr>
        <p:spPr>
          <a:xfrm>
            <a:off x="4015570" y="3062293"/>
            <a:ext cx="4191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工作概述</a:t>
            </a:r>
          </a:p>
        </p:txBody>
      </p:sp>
      <p:sp>
        <p:nvSpPr>
          <p:cNvPr id="15" name="îṧļîḍè">
            <a:extLst>
              <a:ext uri="{FF2B5EF4-FFF2-40B4-BE49-F238E27FC236}">
                <a16:creationId xmlns:a16="http://schemas.microsoft.com/office/drawing/2014/main" id="{42CF19AC-6A6C-4251-A571-9540BBDE978A}"/>
              </a:ext>
            </a:extLst>
          </p:cNvPr>
          <p:cNvSpPr txBox="1"/>
          <p:nvPr/>
        </p:nvSpPr>
        <p:spPr>
          <a:xfrm>
            <a:off x="4310300" y="4473926"/>
            <a:ext cx="3577172" cy="10927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Theme color makes PPT more convenient to change.Adjust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220245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41D41-5182-4A3A-B577-B4EE8AEF2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íṡliḑe">
            <a:extLst>
              <a:ext uri="{FF2B5EF4-FFF2-40B4-BE49-F238E27FC236}">
                <a16:creationId xmlns:a16="http://schemas.microsoft.com/office/drawing/2014/main" id="{631689F5-0E16-4460-BDA2-7A2EB715FC36}"/>
              </a:ext>
            </a:extLst>
          </p:cNvPr>
          <p:cNvSpPr/>
          <p:nvPr/>
        </p:nvSpPr>
        <p:spPr bwMode="auto">
          <a:xfrm flipV="1">
            <a:off x="0" y="0"/>
            <a:ext cx="12192000" cy="2885236"/>
          </a:xfrm>
          <a:custGeom>
            <a:avLst/>
            <a:gdLst>
              <a:gd name="T0" fmla="*/ 0 w 2926"/>
              <a:gd name="T1" fmla="*/ 1652 h 1652"/>
              <a:gd name="T2" fmla="*/ 2926 w 2926"/>
              <a:gd name="T3" fmla="*/ 1652 h 1652"/>
              <a:gd name="T4" fmla="*/ 2926 w 2926"/>
              <a:gd name="T5" fmla="*/ 1176 h 1652"/>
              <a:gd name="T6" fmla="*/ 2882 w 2926"/>
              <a:gd name="T7" fmla="*/ 1157 h 1652"/>
              <a:gd name="T8" fmla="*/ 2513 w 2926"/>
              <a:gd name="T9" fmla="*/ 901 h 1652"/>
              <a:gd name="T10" fmla="*/ 2268 w 2926"/>
              <a:gd name="T11" fmla="*/ 768 h 1652"/>
              <a:gd name="T12" fmla="*/ 1850 w 2926"/>
              <a:gd name="T13" fmla="*/ 878 h 1652"/>
              <a:gd name="T14" fmla="*/ 1489 w 2926"/>
              <a:gd name="T15" fmla="*/ 1138 h 1652"/>
              <a:gd name="T16" fmla="*/ 1064 w 2926"/>
              <a:gd name="T17" fmla="*/ 1187 h 1652"/>
              <a:gd name="T18" fmla="*/ 831 w 2926"/>
              <a:gd name="T19" fmla="*/ 872 h 1652"/>
              <a:gd name="T20" fmla="*/ 759 w 2926"/>
              <a:gd name="T21" fmla="*/ 474 h 1652"/>
              <a:gd name="T22" fmla="*/ 580 w 2926"/>
              <a:gd name="T23" fmla="*/ 94 h 1652"/>
              <a:gd name="T24" fmla="*/ 482 w 2926"/>
              <a:gd name="T25" fmla="*/ 0 h 1652"/>
              <a:gd name="T26" fmla="*/ 0 w 2926"/>
              <a:gd name="T27" fmla="*/ 0 h 1652"/>
              <a:gd name="T28" fmla="*/ 0 w 2926"/>
              <a:gd name="T29" fmla="*/ 1652 h 1652"/>
              <a:gd name="connsiteX0" fmla="*/ 11 w 10000"/>
              <a:gd name="connsiteY0" fmla="*/ 9999 h 9999"/>
              <a:gd name="connsiteX1" fmla="*/ 10000 w 10000"/>
              <a:gd name="connsiteY1" fmla="*/ 9999 h 9999"/>
              <a:gd name="connsiteX2" fmla="*/ 10000 w 10000"/>
              <a:gd name="connsiteY2" fmla="*/ 4669 h 9999"/>
              <a:gd name="connsiteX3" fmla="*/ 9850 w 10000"/>
              <a:gd name="connsiteY3" fmla="*/ 4455 h 9999"/>
              <a:gd name="connsiteX4" fmla="*/ 8591 w 10000"/>
              <a:gd name="connsiteY4" fmla="*/ 1589 h 9999"/>
              <a:gd name="connsiteX5" fmla="*/ 7753 w 10000"/>
              <a:gd name="connsiteY5" fmla="*/ 99 h 9999"/>
              <a:gd name="connsiteX6" fmla="*/ 6327 w 10000"/>
              <a:gd name="connsiteY6" fmla="*/ 1330 h 9999"/>
              <a:gd name="connsiteX7" fmla="*/ 5094 w 10000"/>
              <a:gd name="connsiteY7" fmla="*/ 4243 h 9999"/>
              <a:gd name="connsiteX8" fmla="*/ 3643 w 10000"/>
              <a:gd name="connsiteY8" fmla="*/ 4791 h 9999"/>
              <a:gd name="connsiteX9" fmla="*/ 2848 w 10000"/>
              <a:gd name="connsiteY9" fmla="*/ 1263 h 9999"/>
              <a:gd name="connsiteX10" fmla="*/ 0 w 10000"/>
              <a:gd name="connsiteY10" fmla="*/ 1709 h 9999"/>
              <a:gd name="connsiteX11" fmla="*/ 11 w 10000"/>
              <a:gd name="connsiteY11" fmla="*/ 9999 h 9999"/>
              <a:gd name="connsiteX12" fmla="*/ 11 w 10000"/>
              <a:gd name="connsiteY12" fmla="*/ 10160 h 10160"/>
              <a:gd name="connsiteX13" fmla="*/ 11 w 10011"/>
              <a:gd name="connsiteY13" fmla="*/ 9431 h 9431"/>
              <a:gd name="connsiteX14" fmla="*/ 11 w 10011"/>
              <a:gd name="connsiteY1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00" h="9999">
                <a:moveTo>
                  <a:pt x="11" y="9999"/>
                </a:moveTo>
                <a:lnTo>
                  <a:pt x="10000" y="9999"/>
                </a:lnTo>
                <a:lnTo>
                  <a:pt x="10000" y="4669"/>
                </a:lnTo>
                <a:cubicBezTo>
                  <a:pt x="9949" y="4601"/>
                  <a:pt x="9897" y="4535"/>
                  <a:pt x="9850" y="4455"/>
                </a:cubicBezTo>
                <a:cubicBezTo>
                  <a:pt x="9389" y="3726"/>
                  <a:pt x="8996" y="2608"/>
                  <a:pt x="8591" y="1589"/>
                </a:cubicBezTo>
                <a:cubicBezTo>
                  <a:pt x="8334" y="950"/>
                  <a:pt x="8064" y="322"/>
                  <a:pt x="7753" y="99"/>
                </a:cubicBezTo>
                <a:cubicBezTo>
                  <a:pt x="7259" y="-261"/>
                  <a:pt x="6747" y="411"/>
                  <a:pt x="6327" y="1330"/>
                </a:cubicBezTo>
                <a:cubicBezTo>
                  <a:pt x="5904" y="2248"/>
                  <a:pt x="5535" y="3426"/>
                  <a:pt x="5094" y="4243"/>
                </a:cubicBezTo>
                <a:cubicBezTo>
                  <a:pt x="4654" y="5061"/>
                  <a:pt x="4104" y="5487"/>
                  <a:pt x="3643" y="4791"/>
                </a:cubicBezTo>
                <a:cubicBezTo>
                  <a:pt x="3226" y="4152"/>
                  <a:pt x="3376" y="3160"/>
                  <a:pt x="2848" y="1263"/>
                </a:cubicBezTo>
                <a:cubicBezTo>
                  <a:pt x="2320" y="-634"/>
                  <a:pt x="473" y="252"/>
                  <a:pt x="0" y="1709"/>
                </a:cubicBezTo>
                <a:cubicBezTo>
                  <a:pt x="4" y="4473"/>
                  <a:pt x="7" y="7235"/>
                  <a:pt x="11" y="9999"/>
                </a:cubicBez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en-ID" sz="1400" b="1">
              <a:cs typeface="+mn-ea"/>
              <a:sym typeface="+mn-lt"/>
            </a:endParaRPr>
          </a:p>
        </p:txBody>
      </p:sp>
      <p:grpSp>
        <p:nvGrpSpPr>
          <p:cNvPr id="5" name="îṩľide">
            <a:extLst>
              <a:ext uri="{FF2B5EF4-FFF2-40B4-BE49-F238E27FC236}">
                <a16:creationId xmlns:a16="http://schemas.microsoft.com/office/drawing/2014/main" id="{F75DFAB5-A799-435A-99D6-AC733447D1D1}"/>
              </a:ext>
            </a:extLst>
          </p:cNvPr>
          <p:cNvGrpSpPr/>
          <p:nvPr/>
        </p:nvGrpSpPr>
        <p:grpSpPr>
          <a:xfrm>
            <a:off x="669925" y="2123672"/>
            <a:ext cx="2324698" cy="3222698"/>
            <a:chOff x="1049438" y="1577738"/>
            <a:chExt cx="2324698" cy="3222698"/>
          </a:xfrm>
        </p:grpSpPr>
        <p:sp>
          <p:nvSpPr>
            <p:cNvPr id="30" name="îṧḷiḑê">
              <a:extLst>
                <a:ext uri="{FF2B5EF4-FFF2-40B4-BE49-F238E27FC236}">
                  <a16:creationId xmlns:a16="http://schemas.microsoft.com/office/drawing/2014/main" id="{0EBACC26-453C-4380-BE3E-0F7FA3090F40}"/>
                </a:ext>
              </a:extLst>
            </p:cNvPr>
            <p:cNvSpPr/>
            <p:nvPr/>
          </p:nvSpPr>
          <p:spPr>
            <a:xfrm>
              <a:off x="1049438" y="1577738"/>
              <a:ext cx="2324698" cy="3222698"/>
            </a:xfrm>
            <a:prstGeom prst="roundRect">
              <a:avLst>
                <a:gd name="adj" fmla="val 268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0" dist="50800" dir="5400000" algn="ctr" rotWithShape="0">
                <a:srgbClr val="000000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ID">
                <a:cs typeface="+mn-ea"/>
                <a:sym typeface="+mn-lt"/>
              </a:endParaRPr>
            </a:p>
          </p:txBody>
        </p:sp>
        <p:sp>
          <p:nvSpPr>
            <p:cNvPr id="31" name="ïS1ïďê">
              <a:extLst>
                <a:ext uri="{FF2B5EF4-FFF2-40B4-BE49-F238E27FC236}">
                  <a16:creationId xmlns:a16="http://schemas.microsoft.com/office/drawing/2014/main" id="{FC42AF36-DB15-4A56-B55F-E43D60002546}"/>
                </a:ext>
              </a:extLst>
            </p:cNvPr>
            <p:cNvSpPr/>
            <p:nvPr/>
          </p:nvSpPr>
          <p:spPr>
            <a:xfrm>
              <a:off x="1559514" y="1777505"/>
              <a:ext cx="1304546" cy="1304544"/>
            </a:xfrm>
            <a:prstGeom prst="ellipse">
              <a:avLst/>
            </a:prstGeom>
            <a:blipFill>
              <a:blip r:embed="R55f8bd48e40748c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23452" r="-23001"/>
              </a:stretch>
            </a:blipFill>
            <a:ln w="571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32" name="íşlíḑê">
              <a:extLst>
                <a:ext uri="{FF2B5EF4-FFF2-40B4-BE49-F238E27FC236}">
                  <a16:creationId xmlns:a16="http://schemas.microsoft.com/office/drawing/2014/main" id="{2E5C1647-28B4-437A-96F0-8EB163CCA0F5}"/>
                </a:ext>
              </a:extLst>
            </p:cNvPr>
            <p:cNvGrpSpPr/>
            <p:nvPr/>
          </p:nvGrpSpPr>
          <p:grpSpPr>
            <a:xfrm>
              <a:off x="1049438" y="3281816"/>
              <a:ext cx="2324698" cy="1298165"/>
              <a:chOff x="800223" y="2406469"/>
              <a:chExt cx="2775427" cy="1298165"/>
            </a:xfrm>
          </p:grpSpPr>
          <p:sp>
            <p:nvSpPr>
              <p:cNvPr id="33" name="í$ļíḍè">
                <a:extLst>
                  <a:ext uri="{FF2B5EF4-FFF2-40B4-BE49-F238E27FC236}">
                    <a16:creationId xmlns:a16="http://schemas.microsoft.com/office/drawing/2014/main" id="{11119A2B-3AC6-4AB7-A250-E47D312AD198}"/>
                  </a:ext>
                </a:extLst>
              </p:cNvPr>
              <p:cNvSpPr/>
              <p:nvPr/>
            </p:nvSpPr>
            <p:spPr bwMode="auto">
              <a:xfrm>
                <a:off x="800223" y="2848274"/>
                <a:ext cx="2775427" cy="856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>
                    <a:cs typeface="+mn-ea"/>
                    <a:sym typeface="+mn-lt"/>
                  </a:rPr>
                  <a:t>Copy paste fonts. Choose the only option to retain text.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>
                    <a:cs typeface="+mn-ea"/>
                    <a:sym typeface="+mn-lt"/>
                  </a:rPr>
                  <a:t>……</a:t>
                </a:r>
              </a:p>
            </p:txBody>
          </p:sp>
          <p:sp>
            <p:nvSpPr>
              <p:cNvPr id="34" name="îṥḻiḑe">
                <a:extLst>
                  <a:ext uri="{FF2B5EF4-FFF2-40B4-BE49-F238E27FC236}">
                    <a16:creationId xmlns:a16="http://schemas.microsoft.com/office/drawing/2014/main" id="{DD189A41-4E96-49D1-A301-CD1FC25A7305}"/>
                  </a:ext>
                </a:extLst>
              </p:cNvPr>
              <p:cNvSpPr txBox="1"/>
              <p:nvPr/>
            </p:nvSpPr>
            <p:spPr bwMode="auto">
              <a:xfrm>
                <a:off x="800223" y="2406469"/>
                <a:ext cx="277542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grpSp>
        <p:nvGrpSpPr>
          <p:cNvPr id="6" name="ïṥḷíḑè">
            <a:extLst>
              <a:ext uri="{FF2B5EF4-FFF2-40B4-BE49-F238E27FC236}">
                <a16:creationId xmlns:a16="http://schemas.microsoft.com/office/drawing/2014/main" id="{DDAED7FE-868C-4756-9E7F-495D960681FB}"/>
              </a:ext>
            </a:extLst>
          </p:cNvPr>
          <p:cNvGrpSpPr/>
          <p:nvPr/>
        </p:nvGrpSpPr>
        <p:grpSpPr>
          <a:xfrm>
            <a:off x="3522853" y="1123950"/>
            <a:ext cx="2324698" cy="3222698"/>
            <a:chOff x="1049438" y="1577738"/>
            <a:chExt cx="2324698" cy="3222698"/>
          </a:xfrm>
        </p:grpSpPr>
        <p:sp>
          <p:nvSpPr>
            <p:cNvPr id="25" name="isļiďé">
              <a:extLst>
                <a:ext uri="{FF2B5EF4-FFF2-40B4-BE49-F238E27FC236}">
                  <a16:creationId xmlns:a16="http://schemas.microsoft.com/office/drawing/2014/main" id="{6E148969-E5E1-4D56-A7A2-90346BBC4C8E}"/>
                </a:ext>
              </a:extLst>
            </p:cNvPr>
            <p:cNvSpPr/>
            <p:nvPr/>
          </p:nvSpPr>
          <p:spPr>
            <a:xfrm>
              <a:off x="1049438" y="1577738"/>
              <a:ext cx="2324698" cy="3222698"/>
            </a:xfrm>
            <a:prstGeom prst="roundRect">
              <a:avLst>
                <a:gd name="adj" fmla="val 268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0" dist="50800" dir="5400000" algn="ctr" rotWithShape="0">
                <a:srgbClr val="000000">
                  <a:alpha val="12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ID">
                <a:cs typeface="+mn-ea"/>
                <a:sym typeface="+mn-lt"/>
              </a:endParaRPr>
            </a:p>
          </p:txBody>
        </p:sp>
        <p:sp>
          <p:nvSpPr>
            <p:cNvPr id="26" name="îşḷiḍê">
              <a:extLst>
                <a:ext uri="{FF2B5EF4-FFF2-40B4-BE49-F238E27FC236}">
                  <a16:creationId xmlns:a16="http://schemas.microsoft.com/office/drawing/2014/main" id="{A068F014-B9FE-43AA-A6BF-F0676E141337}"/>
                </a:ext>
              </a:extLst>
            </p:cNvPr>
            <p:cNvSpPr/>
            <p:nvPr/>
          </p:nvSpPr>
          <p:spPr>
            <a:xfrm>
              <a:off x="1559514" y="1777505"/>
              <a:ext cx="1304546" cy="1304544"/>
            </a:xfrm>
            <a:prstGeom prst="ellipse">
              <a:avLst/>
            </a:prstGeom>
            <a:blipFill>
              <a:blip r:embed="Rec5b89c72ef74d8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25421" r="-24931"/>
              </a:stretch>
            </a:blipFill>
            <a:ln w="571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7" name="isļíḑê">
              <a:extLst>
                <a:ext uri="{FF2B5EF4-FFF2-40B4-BE49-F238E27FC236}">
                  <a16:creationId xmlns:a16="http://schemas.microsoft.com/office/drawing/2014/main" id="{27715D9C-A5AF-4205-B627-78DF6C14BA42}"/>
                </a:ext>
              </a:extLst>
            </p:cNvPr>
            <p:cNvGrpSpPr/>
            <p:nvPr/>
          </p:nvGrpSpPr>
          <p:grpSpPr>
            <a:xfrm>
              <a:off x="1049438" y="3281816"/>
              <a:ext cx="2324698" cy="1298165"/>
              <a:chOff x="800223" y="2406469"/>
              <a:chExt cx="2775427" cy="1298165"/>
            </a:xfrm>
          </p:grpSpPr>
          <p:sp>
            <p:nvSpPr>
              <p:cNvPr id="28" name="íşľïḑé">
                <a:extLst>
                  <a:ext uri="{FF2B5EF4-FFF2-40B4-BE49-F238E27FC236}">
                    <a16:creationId xmlns:a16="http://schemas.microsoft.com/office/drawing/2014/main" id="{9C9CE281-D551-41E6-A792-9F9A910162DA}"/>
                  </a:ext>
                </a:extLst>
              </p:cNvPr>
              <p:cNvSpPr/>
              <p:nvPr/>
            </p:nvSpPr>
            <p:spPr bwMode="auto">
              <a:xfrm>
                <a:off x="800223" y="2848274"/>
                <a:ext cx="2775427" cy="856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1100">
                    <a:cs typeface="+mn-ea"/>
                    <a:sym typeface="+mn-lt"/>
                  </a:rPr>
                  <a:t>Copy paste fonts. Choose the only option to retain text.</a:t>
                </a:r>
              </a:p>
              <a:p>
                <a:pPr algn="ctr">
                  <a:lnSpc>
                    <a:spcPct val="120000"/>
                  </a:lnSpc>
                </a:pPr>
                <a:r>
                  <a:rPr lang="en-US" altLang="zh-CN" sz="1100">
                    <a:cs typeface="+mn-ea"/>
                    <a:sym typeface="+mn-lt"/>
                  </a:rPr>
                  <a:t>……</a:t>
                </a:r>
              </a:p>
            </p:txBody>
          </p:sp>
          <p:sp>
            <p:nvSpPr>
              <p:cNvPr id="29" name="íṩḷíďê">
                <a:extLst>
                  <a:ext uri="{FF2B5EF4-FFF2-40B4-BE49-F238E27FC236}">
                    <a16:creationId xmlns:a16="http://schemas.microsoft.com/office/drawing/2014/main" id="{19F70E08-9C55-449E-8622-2323C71B42E8}"/>
                  </a:ext>
                </a:extLst>
              </p:cNvPr>
              <p:cNvSpPr txBox="1"/>
              <p:nvPr/>
            </p:nvSpPr>
            <p:spPr bwMode="auto">
              <a:xfrm>
                <a:off x="800223" y="2406469"/>
                <a:ext cx="277542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>
                    <a:cs typeface="+mn-ea"/>
                    <a:sym typeface="+mn-lt"/>
                  </a:rPr>
                  <a:t>添加标题</a:t>
                </a:r>
              </a:p>
            </p:txBody>
          </p:sp>
        </p:grpSp>
      </p:grpSp>
      <p:sp>
        <p:nvSpPr>
          <p:cNvPr id="7" name="işḻïḑe">
            <a:extLst>
              <a:ext uri="{FF2B5EF4-FFF2-40B4-BE49-F238E27FC236}">
                <a16:creationId xmlns:a16="http://schemas.microsoft.com/office/drawing/2014/main" id="{B8C80689-8C22-4984-82AD-7F0C8F2EB88A}"/>
              </a:ext>
            </a:extLst>
          </p:cNvPr>
          <p:cNvSpPr txBox="1"/>
          <p:nvPr/>
        </p:nvSpPr>
        <p:spPr>
          <a:xfrm>
            <a:off x="6464301" y="2894101"/>
            <a:ext cx="5056187" cy="7006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 anchorCtr="0">
            <a:normAutofit/>
          </a:bodyPr>
          <a:lstStyle/>
          <a:p>
            <a:pPr algn="r">
              <a:buSzPct val="25000"/>
            </a:pPr>
            <a:r>
              <a:rPr lang="en-US" sz="2000">
                <a:cs typeface="+mn-ea"/>
                <a:sym typeface="+mn-lt"/>
              </a:rPr>
              <a:t>Unified fonts make reading more fluent</a:t>
            </a:r>
          </a:p>
        </p:txBody>
      </p:sp>
      <p:sp>
        <p:nvSpPr>
          <p:cNvPr id="8" name="íṣlîďé">
            <a:extLst>
              <a:ext uri="{FF2B5EF4-FFF2-40B4-BE49-F238E27FC236}">
                <a16:creationId xmlns:a16="http://schemas.microsoft.com/office/drawing/2014/main" id="{90DE5137-96D8-4A90-BAF2-4BAF169BC2C6}"/>
              </a:ext>
            </a:extLst>
          </p:cNvPr>
          <p:cNvSpPr txBox="1"/>
          <p:nvPr/>
        </p:nvSpPr>
        <p:spPr>
          <a:xfrm>
            <a:off x="6464300" y="3594716"/>
            <a:ext cx="5056187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algn="r">
              <a:lnSpc>
                <a:spcPct val="150000"/>
              </a:lnSpc>
              <a:buSzPct val="25000"/>
            </a:pPr>
            <a:r>
              <a:rPr lang="en-US" sz="1200">
                <a:cs typeface="+mn-ea"/>
                <a:sym typeface="+mn-lt"/>
              </a:rPr>
              <a:t>Theme color makes PPT more convenient to change.</a:t>
            </a:r>
          </a:p>
          <a:p>
            <a:pPr algn="r">
              <a:lnSpc>
                <a:spcPct val="150000"/>
              </a:lnSpc>
              <a:buSzPct val="25000"/>
            </a:pPr>
            <a:r>
              <a:rPr lang="en-US" sz="1200">
                <a:cs typeface="+mn-ea"/>
                <a:sym typeface="+mn-lt"/>
              </a:rPr>
              <a:t>Adjust the spacing to adapt to Chinese typesetting, use the reference line in PPT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7746EAD-E106-48E7-9595-54FA171BD021}"/>
              </a:ext>
            </a:extLst>
          </p:cNvPr>
          <p:cNvCxnSpPr/>
          <p:nvPr/>
        </p:nvCxnSpPr>
        <p:spPr>
          <a:xfrm flipH="1">
            <a:off x="3675888" y="4782312"/>
            <a:ext cx="784459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íş1íḋê">
            <a:extLst>
              <a:ext uri="{FF2B5EF4-FFF2-40B4-BE49-F238E27FC236}">
                <a16:creationId xmlns:a16="http://schemas.microsoft.com/office/drawing/2014/main" id="{8866BE30-7B2F-439B-ABC6-0B135AE6E817}"/>
              </a:ext>
            </a:extLst>
          </p:cNvPr>
          <p:cNvSpPr/>
          <p:nvPr/>
        </p:nvSpPr>
        <p:spPr>
          <a:xfrm>
            <a:off x="4098465" y="5283343"/>
            <a:ext cx="401606" cy="369435"/>
          </a:xfrm>
          <a:custGeom>
            <a:avLst/>
            <a:gdLst>
              <a:gd name="T0" fmla="*/ 1063 w 1485"/>
              <a:gd name="T1" fmla="*/ 120 h 1368"/>
              <a:gd name="T2" fmla="*/ 1131 w 1485"/>
              <a:gd name="T3" fmla="*/ 88 h 1368"/>
              <a:gd name="T4" fmla="*/ 1154 w 1485"/>
              <a:gd name="T5" fmla="*/ 171 h 1368"/>
              <a:gd name="T6" fmla="*/ 1281 w 1485"/>
              <a:gd name="T7" fmla="*/ 424 h 1368"/>
              <a:gd name="T8" fmla="*/ 1281 w 1485"/>
              <a:gd name="T9" fmla="*/ 522 h 1368"/>
              <a:gd name="T10" fmla="*/ 1299 w 1485"/>
              <a:gd name="T11" fmla="*/ 519 h 1368"/>
              <a:gd name="T12" fmla="*/ 1299 w 1485"/>
              <a:gd name="T13" fmla="*/ 619 h 1368"/>
              <a:gd name="T14" fmla="*/ 1244 w 1485"/>
              <a:gd name="T15" fmla="*/ 670 h 1368"/>
              <a:gd name="T16" fmla="*/ 1153 w 1485"/>
              <a:gd name="T17" fmla="*/ 871 h 1368"/>
              <a:gd name="T18" fmla="*/ 1485 w 1485"/>
              <a:gd name="T19" fmla="*/ 1328 h 1368"/>
              <a:gd name="T20" fmla="*/ 1353 w 1485"/>
              <a:gd name="T21" fmla="*/ 1328 h 1368"/>
              <a:gd name="T22" fmla="*/ 1018 w 1485"/>
              <a:gd name="T23" fmla="*/ 845 h 1368"/>
              <a:gd name="T24" fmla="*/ 1083 w 1485"/>
              <a:gd name="T25" fmla="*/ 682 h 1368"/>
              <a:gd name="T26" fmla="*/ 1148 w 1485"/>
              <a:gd name="T27" fmla="*/ 598 h 1368"/>
              <a:gd name="T28" fmla="*/ 1129 w 1485"/>
              <a:gd name="T29" fmla="*/ 436 h 1368"/>
              <a:gd name="T30" fmla="*/ 1129 w 1485"/>
              <a:gd name="T31" fmla="*/ 373 h 1368"/>
              <a:gd name="T32" fmla="*/ 1063 w 1485"/>
              <a:gd name="T33" fmla="*/ 120 h 1368"/>
              <a:gd name="T34" fmla="*/ 465 w 1485"/>
              <a:gd name="T35" fmla="*/ 846 h 1368"/>
              <a:gd name="T36" fmla="*/ 405 w 1485"/>
              <a:gd name="T37" fmla="*/ 682 h 1368"/>
              <a:gd name="T38" fmla="*/ 334 w 1485"/>
              <a:gd name="T39" fmla="*/ 596 h 1368"/>
              <a:gd name="T40" fmla="*/ 358 w 1485"/>
              <a:gd name="T41" fmla="*/ 436 h 1368"/>
              <a:gd name="T42" fmla="*/ 358 w 1485"/>
              <a:gd name="T43" fmla="*/ 372 h 1368"/>
              <a:gd name="T44" fmla="*/ 357 w 1485"/>
              <a:gd name="T45" fmla="*/ 316 h 1368"/>
              <a:gd name="T46" fmla="*/ 372 w 1485"/>
              <a:gd name="T47" fmla="*/ 161 h 1368"/>
              <a:gd name="T48" fmla="*/ 206 w 1485"/>
              <a:gd name="T49" fmla="*/ 424 h 1368"/>
              <a:gd name="T50" fmla="*/ 206 w 1485"/>
              <a:gd name="T51" fmla="*/ 522 h 1368"/>
              <a:gd name="T52" fmla="*/ 188 w 1485"/>
              <a:gd name="T53" fmla="*/ 519 h 1368"/>
              <a:gd name="T54" fmla="*/ 183 w 1485"/>
              <a:gd name="T55" fmla="*/ 617 h 1368"/>
              <a:gd name="T56" fmla="*/ 243 w 1485"/>
              <a:gd name="T57" fmla="*/ 670 h 1368"/>
              <a:gd name="T58" fmla="*/ 329 w 1485"/>
              <a:gd name="T59" fmla="*/ 872 h 1368"/>
              <a:gd name="T60" fmla="*/ 0 w 1485"/>
              <a:gd name="T61" fmla="*/ 1328 h 1368"/>
              <a:gd name="T62" fmla="*/ 132 w 1485"/>
              <a:gd name="T63" fmla="*/ 1328 h 1368"/>
              <a:gd name="T64" fmla="*/ 465 w 1485"/>
              <a:gd name="T65" fmla="*/ 846 h 1368"/>
              <a:gd name="T66" fmla="*/ 941 w 1485"/>
              <a:gd name="T67" fmla="*/ 864 h 1368"/>
              <a:gd name="T68" fmla="*/ 1041 w 1485"/>
              <a:gd name="T69" fmla="*/ 642 h 1368"/>
              <a:gd name="T70" fmla="*/ 1102 w 1485"/>
              <a:gd name="T71" fmla="*/ 586 h 1368"/>
              <a:gd name="T72" fmla="*/ 1102 w 1485"/>
              <a:gd name="T73" fmla="*/ 476 h 1368"/>
              <a:gd name="T74" fmla="*/ 1081 w 1485"/>
              <a:gd name="T75" fmla="*/ 479 h 1368"/>
              <a:gd name="T76" fmla="*/ 1081 w 1485"/>
              <a:gd name="T77" fmla="*/ 372 h 1368"/>
              <a:gd name="T78" fmla="*/ 941 w 1485"/>
              <a:gd name="T79" fmla="*/ 92 h 1368"/>
              <a:gd name="T80" fmla="*/ 916 w 1485"/>
              <a:gd name="T81" fmla="*/ 0 h 1368"/>
              <a:gd name="T82" fmla="*/ 640 w 1485"/>
              <a:gd name="T83" fmla="*/ 73 h 1368"/>
              <a:gd name="T84" fmla="*/ 643 w 1485"/>
              <a:gd name="T85" fmla="*/ 74 h 1368"/>
              <a:gd name="T86" fmla="*/ 406 w 1485"/>
              <a:gd name="T87" fmla="*/ 372 h 1368"/>
              <a:gd name="T88" fmla="*/ 406 w 1485"/>
              <a:gd name="T89" fmla="*/ 479 h 1368"/>
              <a:gd name="T90" fmla="*/ 386 w 1485"/>
              <a:gd name="T91" fmla="*/ 476 h 1368"/>
              <a:gd name="T92" fmla="*/ 380 w 1485"/>
              <a:gd name="T93" fmla="*/ 584 h 1368"/>
              <a:gd name="T94" fmla="*/ 446 w 1485"/>
              <a:gd name="T95" fmla="*/ 642 h 1368"/>
              <a:gd name="T96" fmla="*/ 541 w 1485"/>
              <a:gd name="T97" fmla="*/ 865 h 1368"/>
              <a:gd name="T98" fmla="*/ 178 w 1485"/>
              <a:gd name="T99" fmla="*/ 1368 h 1368"/>
              <a:gd name="T100" fmla="*/ 1307 w 1485"/>
              <a:gd name="T101" fmla="*/ 1368 h 1368"/>
              <a:gd name="T102" fmla="*/ 941 w 1485"/>
              <a:gd name="T103" fmla="*/ 864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85" h="1368">
                <a:moveTo>
                  <a:pt x="1063" y="120"/>
                </a:moveTo>
                <a:cubicBezTo>
                  <a:pt x="1092" y="111"/>
                  <a:pt x="1117" y="101"/>
                  <a:pt x="1131" y="88"/>
                </a:cubicBezTo>
                <a:cubicBezTo>
                  <a:pt x="1131" y="88"/>
                  <a:pt x="1132" y="127"/>
                  <a:pt x="1154" y="171"/>
                </a:cubicBezTo>
                <a:cubicBezTo>
                  <a:pt x="1269" y="215"/>
                  <a:pt x="1284" y="318"/>
                  <a:pt x="1281" y="424"/>
                </a:cubicBezTo>
                <a:lnTo>
                  <a:pt x="1281" y="522"/>
                </a:lnTo>
                <a:cubicBezTo>
                  <a:pt x="1287" y="519"/>
                  <a:pt x="1293" y="518"/>
                  <a:pt x="1299" y="519"/>
                </a:cubicBezTo>
                <a:cubicBezTo>
                  <a:pt x="1319" y="525"/>
                  <a:pt x="1308" y="584"/>
                  <a:pt x="1299" y="619"/>
                </a:cubicBezTo>
                <a:cubicBezTo>
                  <a:pt x="1290" y="653"/>
                  <a:pt x="1264" y="674"/>
                  <a:pt x="1244" y="670"/>
                </a:cubicBezTo>
                <a:cubicBezTo>
                  <a:pt x="1230" y="762"/>
                  <a:pt x="1198" y="828"/>
                  <a:pt x="1153" y="871"/>
                </a:cubicBezTo>
                <a:cubicBezTo>
                  <a:pt x="1347" y="941"/>
                  <a:pt x="1485" y="1119"/>
                  <a:pt x="1485" y="1328"/>
                </a:cubicBezTo>
                <a:lnTo>
                  <a:pt x="1353" y="1328"/>
                </a:lnTo>
                <a:cubicBezTo>
                  <a:pt x="1338" y="1123"/>
                  <a:pt x="1209" y="938"/>
                  <a:pt x="1018" y="845"/>
                </a:cubicBezTo>
                <a:cubicBezTo>
                  <a:pt x="1047" y="800"/>
                  <a:pt x="1069" y="746"/>
                  <a:pt x="1083" y="682"/>
                </a:cubicBezTo>
                <a:cubicBezTo>
                  <a:pt x="1113" y="668"/>
                  <a:pt x="1137" y="638"/>
                  <a:pt x="1148" y="598"/>
                </a:cubicBezTo>
                <a:cubicBezTo>
                  <a:pt x="1157" y="564"/>
                  <a:pt x="1182" y="466"/>
                  <a:pt x="1129" y="436"/>
                </a:cubicBezTo>
                <a:lnTo>
                  <a:pt x="1129" y="373"/>
                </a:lnTo>
                <a:cubicBezTo>
                  <a:pt x="1131" y="316"/>
                  <a:pt x="1134" y="203"/>
                  <a:pt x="1063" y="120"/>
                </a:cubicBezTo>
                <a:close/>
                <a:moveTo>
                  <a:pt x="465" y="846"/>
                </a:moveTo>
                <a:cubicBezTo>
                  <a:pt x="438" y="802"/>
                  <a:pt x="418" y="748"/>
                  <a:pt x="405" y="682"/>
                </a:cubicBezTo>
                <a:cubicBezTo>
                  <a:pt x="372" y="668"/>
                  <a:pt x="344" y="635"/>
                  <a:pt x="334" y="596"/>
                </a:cubicBezTo>
                <a:cubicBezTo>
                  <a:pt x="324" y="556"/>
                  <a:pt x="306" y="465"/>
                  <a:pt x="358" y="436"/>
                </a:cubicBezTo>
                <a:lnTo>
                  <a:pt x="358" y="372"/>
                </a:lnTo>
                <a:cubicBezTo>
                  <a:pt x="358" y="352"/>
                  <a:pt x="357" y="334"/>
                  <a:pt x="357" y="316"/>
                </a:cubicBezTo>
                <a:cubicBezTo>
                  <a:pt x="355" y="256"/>
                  <a:pt x="356" y="204"/>
                  <a:pt x="372" y="161"/>
                </a:cubicBezTo>
                <a:cubicBezTo>
                  <a:pt x="175" y="193"/>
                  <a:pt x="206" y="281"/>
                  <a:pt x="206" y="424"/>
                </a:cubicBezTo>
                <a:lnTo>
                  <a:pt x="206" y="522"/>
                </a:lnTo>
                <a:cubicBezTo>
                  <a:pt x="200" y="519"/>
                  <a:pt x="194" y="518"/>
                  <a:pt x="188" y="519"/>
                </a:cubicBezTo>
                <a:cubicBezTo>
                  <a:pt x="168" y="525"/>
                  <a:pt x="174" y="582"/>
                  <a:pt x="183" y="617"/>
                </a:cubicBezTo>
                <a:cubicBezTo>
                  <a:pt x="192" y="651"/>
                  <a:pt x="223" y="674"/>
                  <a:pt x="243" y="670"/>
                </a:cubicBezTo>
                <a:cubicBezTo>
                  <a:pt x="258" y="766"/>
                  <a:pt x="288" y="830"/>
                  <a:pt x="329" y="872"/>
                </a:cubicBezTo>
                <a:cubicBezTo>
                  <a:pt x="137" y="943"/>
                  <a:pt x="0" y="1120"/>
                  <a:pt x="0" y="1328"/>
                </a:cubicBezTo>
                <a:lnTo>
                  <a:pt x="132" y="1328"/>
                </a:lnTo>
                <a:cubicBezTo>
                  <a:pt x="147" y="1124"/>
                  <a:pt x="275" y="939"/>
                  <a:pt x="465" y="846"/>
                </a:cubicBezTo>
                <a:close/>
                <a:moveTo>
                  <a:pt x="941" y="864"/>
                </a:moveTo>
                <a:cubicBezTo>
                  <a:pt x="990" y="816"/>
                  <a:pt x="1025" y="743"/>
                  <a:pt x="1041" y="642"/>
                </a:cubicBezTo>
                <a:cubicBezTo>
                  <a:pt x="1063" y="646"/>
                  <a:pt x="1092" y="624"/>
                  <a:pt x="1102" y="586"/>
                </a:cubicBezTo>
                <a:cubicBezTo>
                  <a:pt x="1112" y="547"/>
                  <a:pt x="1124" y="482"/>
                  <a:pt x="1102" y="476"/>
                </a:cubicBezTo>
                <a:cubicBezTo>
                  <a:pt x="1095" y="475"/>
                  <a:pt x="1088" y="476"/>
                  <a:pt x="1081" y="479"/>
                </a:cubicBezTo>
                <a:lnTo>
                  <a:pt x="1081" y="372"/>
                </a:lnTo>
                <a:cubicBezTo>
                  <a:pt x="1085" y="254"/>
                  <a:pt x="1069" y="141"/>
                  <a:pt x="941" y="92"/>
                </a:cubicBezTo>
                <a:cubicBezTo>
                  <a:pt x="918" y="44"/>
                  <a:pt x="916" y="0"/>
                  <a:pt x="916" y="0"/>
                </a:cubicBezTo>
                <a:cubicBezTo>
                  <a:pt x="859" y="52"/>
                  <a:pt x="640" y="73"/>
                  <a:pt x="640" y="73"/>
                </a:cubicBezTo>
                <a:lnTo>
                  <a:pt x="643" y="74"/>
                </a:lnTo>
                <a:cubicBezTo>
                  <a:pt x="366" y="102"/>
                  <a:pt x="406" y="202"/>
                  <a:pt x="406" y="372"/>
                </a:cubicBezTo>
                <a:lnTo>
                  <a:pt x="406" y="479"/>
                </a:lnTo>
                <a:cubicBezTo>
                  <a:pt x="399" y="476"/>
                  <a:pt x="392" y="475"/>
                  <a:pt x="386" y="476"/>
                </a:cubicBezTo>
                <a:cubicBezTo>
                  <a:pt x="363" y="482"/>
                  <a:pt x="370" y="545"/>
                  <a:pt x="380" y="584"/>
                </a:cubicBezTo>
                <a:cubicBezTo>
                  <a:pt x="390" y="622"/>
                  <a:pt x="424" y="647"/>
                  <a:pt x="446" y="642"/>
                </a:cubicBezTo>
                <a:cubicBezTo>
                  <a:pt x="463" y="749"/>
                  <a:pt x="496" y="819"/>
                  <a:pt x="541" y="865"/>
                </a:cubicBezTo>
                <a:cubicBezTo>
                  <a:pt x="329" y="943"/>
                  <a:pt x="178" y="1139"/>
                  <a:pt x="178" y="1368"/>
                </a:cubicBezTo>
                <a:lnTo>
                  <a:pt x="1307" y="1368"/>
                </a:lnTo>
                <a:cubicBezTo>
                  <a:pt x="1306" y="1137"/>
                  <a:pt x="1154" y="941"/>
                  <a:pt x="941" y="864"/>
                </a:cubicBezTo>
                <a:close/>
              </a:path>
            </a:pathLst>
          </a:cu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4" name="i$ḷîdè">
            <a:extLst>
              <a:ext uri="{FF2B5EF4-FFF2-40B4-BE49-F238E27FC236}">
                <a16:creationId xmlns:a16="http://schemas.microsoft.com/office/drawing/2014/main" id="{B2E42DDD-2F98-44E0-9552-52F19197D318}"/>
              </a:ext>
            </a:extLst>
          </p:cNvPr>
          <p:cNvSpPr txBox="1"/>
          <p:nvPr/>
        </p:nvSpPr>
        <p:spPr bwMode="auto">
          <a:xfrm>
            <a:off x="3675888" y="5850842"/>
            <a:ext cx="1134312" cy="35443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1200" b="1">
                <a:cs typeface="+mn-ea"/>
                <a:sym typeface="+mn-lt"/>
              </a:rPr>
              <a:t>…Text</a:t>
            </a:r>
          </a:p>
        </p:txBody>
      </p:sp>
      <p:sp>
        <p:nvSpPr>
          <p:cNvPr id="21" name="ïṧ1iḓe">
            <a:extLst>
              <a:ext uri="{FF2B5EF4-FFF2-40B4-BE49-F238E27FC236}">
                <a16:creationId xmlns:a16="http://schemas.microsoft.com/office/drawing/2014/main" id="{8536CD08-0B77-472A-B64C-9BB4B142797E}"/>
              </a:ext>
            </a:extLst>
          </p:cNvPr>
          <p:cNvSpPr/>
          <p:nvPr/>
        </p:nvSpPr>
        <p:spPr>
          <a:xfrm>
            <a:off x="5685437" y="5283343"/>
            <a:ext cx="401606" cy="369435"/>
          </a:xfrm>
          <a:custGeom>
            <a:avLst/>
            <a:gdLst>
              <a:gd name="T0" fmla="*/ 1063 w 1485"/>
              <a:gd name="T1" fmla="*/ 120 h 1368"/>
              <a:gd name="T2" fmla="*/ 1131 w 1485"/>
              <a:gd name="T3" fmla="*/ 88 h 1368"/>
              <a:gd name="T4" fmla="*/ 1154 w 1485"/>
              <a:gd name="T5" fmla="*/ 171 h 1368"/>
              <a:gd name="T6" fmla="*/ 1281 w 1485"/>
              <a:gd name="T7" fmla="*/ 424 h 1368"/>
              <a:gd name="T8" fmla="*/ 1281 w 1485"/>
              <a:gd name="T9" fmla="*/ 522 h 1368"/>
              <a:gd name="T10" fmla="*/ 1299 w 1485"/>
              <a:gd name="T11" fmla="*/ 519 h 1368"/>
              <a:gd name="T12" fmla="*/ 1299 w 1485"/>
              <a:gd name="T13" fmla="*/ 619 h 1368"/>
              <a:gd name="T14" fmla="*/ 1244 w 1485"/>
              <a:gd name="T15" fmla="*/ 670 h 1368"/>
              <a:gd name="T16" fmla="*/ 1153 w 1485"/>
              <a:gd name="T17" fmla="*/ 871 h 1368"/>
              <a:gd name="T18" fmla="*/ 1485 w 1485"/>
              <a:gd name="T19" fmla="*/ 1328 h 1368"/>
              <a:gd name="T20" fmla="*/ 1353 w 1485"/>
              <a:gd name="T21" fmla="*/ 1328 h 1368"/>
              <a:gd name="T22" fmla="*/ 1018 w 1485"/>
              <a:gd name="T23" fmla="*/ 845 h 1368"/>
              <a:gd name="T24" fmla="*/ 1083 w 1485"/>
              <a:gd name="T25" fmla="*/ 682 h 1368"/>
              <a:gd name="T26" fmla="*/ 1148 w 1485"/>
              <a:gd name="T27" fmla="*/ 598 h 1368"/>
              <a:gd name="T28" fmla="*/ 1129 w 1485"/>
              <a:gd name="T29" fmla="*/ 436 h 1368"/>
              <a:gd name="T30" fmla="*/ 1129 w 1485"/>
              <a:gd name="T31" fmla="*/ 373 h 1368"/>
              <a:gd name="T32" fmla="*/ 1063 w 1485"/>
              <a:gd name="T33" fmla="*/ 120 h 1368"/>
              <a:gd name="T34" fmla="*/ 465 w 1485"/>
              <a:gd name="T35" fmla="*/ 846 h 1368"/>
              <a:gd name="T36" fmla="*/ 405 w 1485"/>
              <a:gd name="T37" fmla="*/ 682 h 1368"/>
              <a:gd name="T38" fmla="*/ 334 w 1485"/>
              <a:gd name="T39" fmla="*/ 596 h 1368"/>
              <a:gd name="T40" fmla="*/ 358 w 1485"/>
              <a:gd name="T41" fmla="*/ 436 h 1368"/>
              <a:gd name="T42" fmla="*/ 358 w 1485"/>
              <a:gd name="T43" fmla="*/ 372 h 1368"/>
              <a:gd name="T44" fmla="*/ 357 w 1485"/>
              <a:gd name="T45" fmla="*/ 316 h 1368"/>
              <a:gd name="T46" fmla="*/ 372 w 1485"/>
              <a:gd name="T47" fmla="*/ 161 h 1368"/>
              <a:gd name="T48" fmla="*/ 206 w 1485"/>
              <a:gd name="T49" fmla="*/ 424 h 1368"/>
              <a:gd name="T50" fmla="*/ 206 w 1485"/>
              <a:gd name="T51" fmla="*/ 522 h 1368"/>
              <a:gd name="T52" fmla="*/ 188 w 1485"/>
              <a:gd name="T53" fmla="*/ 519 h 1368"/>
              <a:gd name="T54" fmla="*/ 183 w 1485"/>
              <a:gd name="T55" fmla="*/ 617 h 1368"/>
              <a:gd name="T56" fmla="*/ 243 w 1485"/>
              <a:gd name="T57" fmla="*/ 670 h 1368"/>
              <a:gd name="T58" fmla="*/ 329 w 1485"/>
              <a:gd name="T59" fmla="*/ 872 h 1368"/>
              <a:gd name="T60" fmla="*/ 0 w 1485"/>
              <a:gd name="T61" fmla="*/ 1328 h 1368"/>
              <a:gd name="T62" fmla="*/ 132 w 1485"/>
              <a:gd name="T63" fmla="*/ 1328 h 1368"/>
              <a:gd name="T64" fmla="*/ 465 w 1485"/>
              <a:gd name="T65" fmla="*/ 846 h 1368"/>
              <a:gd name="T66" fmla="*/ 941 w 1485"/>
              <a:gd name="T67" fmla="*/ 864 h 1368"/>
              <a:gd name="T68" fmla="*/ 1041 w 1485"/>
              <a:gd name="T69" fmla="*/ 642 h 1368"/>
              <a:gd name="T70" fmla="*/ 1102 w 1485"/>
              <a:gd name="T71" fmla="*/ 586 h 1368"/>
              <a:gd name="T72" fmla="*/ 1102 w 1485"/>
              <a:gd name="T73" fmla="*/ 476 h 1368"/>
              <a:gd name="T74" fmla="*/ 1081 w 1485"/>
              <a:gd name="T75" fmla="*/ 479 h 1368"/>
              <a:gd name="T76" fmla="*/ 1081 w 1485"/>
              <a:gd name="T77" fmla="*/ 372 h 1368"/>
              <a:gd name="T78" fmla="*/ 941 w 1485"/>
              <a:gd name="T79" fmla="*/ 92 h 1368"/>
              <a:gd name="T80" fmla="*/ 916 w 1485"/>
              <a:gd name="T81" fmla="*/ 0 h 1368"/>
              <a:gd name="T82" fmla="*/ 640 w 1485"/>
              <a:gd name="T83" fmla="*/ 73 h 1368"/>
              <a:gd name="T84" fmla="*/ 643 w 1485"/>
              <a:gd name="T85" fmla="*/ 74 h 1368"/>
              <a:gd name="T86" fmla="*/ 406 w 1485"/>
              <a:gd name="T87" fmla="*/ 372 h 1368"/>
              <a:gd name="T88" fmla="*/ 406 w 1485"/>
              <a:gd name="T89" fmla="*/ 479 h 1368"/>
              <a:gd name="T90" fmla="*/ 386 w 1485"/>
              <a:gd name="T91" fmla="*/ 476 h 1368"/>
              <a:gd name="T92" fmla="*/ 380 w 1485"/>
              <a:gd name="T93" fmla="*/ 584 h 1368"/>
              <a:gd name="T94" fmla="*/ 446 w 1485"/>
              <a:gd name="T95" fmla="*/ 642 h 1368"/>
              <a:gd name="T96" fmla="*/ 541 w 1485"/>
              <a:gd name="T97" fmla="*/ 865 h 1368"/>
              <a:gd name="T98" fmla="*/ 178 w 1485"/>
              <a:gd name="T99" fmla="*/ 1368 h 1368"/>
              <a:gd name="T100" fmla="*/ 1307 w 1485"/>
              <a:gd name="T101" fmla="*/ 1368 h 1368"/>
              <a:gd name="T102" fmla="*/ 941 w 1485"/>
              <a:gd name="T103" fmla="*/ 864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85" h="1368">
                <a:moveTo>
                  <a:pt x="1063" y="120"/>
                </a:moveTo>
                <a:cubicBezTo>
                  <a:pt x="1092" y="111"/>
                  <a:pt x="1117" y="101"/>
                  <a:pt x="1131" y="88"/>
                </a:cubicBezTo>
                <a:cubicBezTo>
                  <a:pt x="1131" y="88"/>
                  <a:pt x="1132" y="127"/>
                  <a:pt x="1154" y="171"/>
                </a:cubicBezTo>
                <a:cubicBezTo>
                  <a:pt x="1269" y="215"/>
                  <a:pt x="1284" y="318"/>
                  <a:pt x="1281" y="424"/>
                </a:cubicBezTo>
                <a:lnTo>
                  <a:pt x="1281" y="522"/>
                </a:lnTo>
                <a:cubicBezTo>
                  <a:pt x="1287" y="519"/>
                  <a:pt x="1293" y="518"/>
                  <a:pt x="1299" y="519"/>
                </a:cubicBezTo>
                <a:cubicBezTo>
                  <a:pt x="1319" y="525"/>
                  <a:pt x="1308" y="584"/>
                  <a:pt x="1299" y="619"/>
                </a:cubicBezTo>
                <a:cubicBezTo>
                  <a:pt x="1290" y="653"/>
                  <a:pt x="1264" y="674"/>
                  <a:pt x="1244" y="670"/>
                </a:cubicBezTo>
                <a:cubicBezTo>
                  <a:pt x="1230" y="762"/>
                  <a:pt x="1198" y="828"/>
                  <a:pt x="1153" y="871"/>
                </a:cubicBezTo>
                <a:cubicBezTo>
                  <a:pt x="1347" y="941"/>
                  <a:pt x="1485" y="1119"/>
                  <a:pt x="1485" y="1328"/>
                </a:cubicBezTo>
                <a:lnTo>
                  <a:pt x="1353" y="1328"/>
                </a:lnTo>
                <a:cubicBezTo>
                  <a:pt x="1338" y="1123"/>
                  <a:pt x="1209" y="938"/>
                  <a:pt x="1018" y="845"/>
                </a:cubicBezTo>
                <a:cubicBezTo>
                  <a:pt x="1047" y="800"/>
                  <a:pt x="1069" y="746"/>
                  <a:pt x="1083" y="682"/>
                </a:cubicBezTo>
                <a:cubicBezTo>
                  <a:pt x="1113" y="668"/>
                  <a:pt x="1137" y="638"/>
                  <a:pt x="1148" y="598"/>
                </a:cubicBezTo>
                <a:cubicBezTo>
                  <a:pt x="1157" y="564"/>
                  <a:pt x="1182" y="466"/>
                  <a:pt x="1129" y="436"/>
                </a:cubicBezTo>
                <a:lnTo>
                  <a:pt x="1129" y="373"/>
                </a:lnTo>
                <a:cubicBezTo>
                  <a:pt x="1131" y="316"/>
                  <a:pt x="1134" y="203"/>
                  <a:pt x="1063" y="120"/>
                </a:cubicBezTo>
                <a:close/>
                <a:moveTo>
                  <a:pt x="465" y="846"/>
                </a:moveTo>
                <a:cubicBezTo>
                  <a:pt x="438" y="802"/>
                  <a:pt x="418" y="748"/>
                  <a:pt x="405" y="682"/>
                </a:cubicBezTo>
                <a:cubicBezTo>
                  <a:pt x="372" y="668"/>
                  <a:pt x="344" y="635"/>
                  <a:pt x="334" y="596"/>
                </a:cubicBezTo>
                <a:cubicBezTo>
                  <a:pt x="324" y="556"/>
                  <a:pt x="306" y="465"/>
                  <a:pt x="358" y="436"/>
                </a:cubicBezTo>
                <a:lnTo>
                  <a:pt x="358" y="372"/>
                </a:lnTo>
                <a:cubicBezTo>
                  <a:pt x="358" y="352"/>
                  <a:pt x="357" y="334"/>
                  <a:pt x="357" y="316"/>
                </a:cubicBezTo>
                <a:cubicBezTo>
                  <a:pt x="355" y="256"/>
                  <a:pt x="356" y="204"/>
                  <a:pt x="372" y="161"/>
                </a:cubicBezTo>
                <a:cubicBezTo>
                  <a:pt x="175" y="193"/>
                  <a:pt x="206" y="281"/>
                  <a:pt x="206" y="424"/>
                </a:cubicBezTo>
                <a:lnTo>
                  <a:pt x="206" y="522"/>
                </a:lnTo>
                <a:cubicBezTo>
                  <a:pt x="200" y="519"/>
                  <a:pt x="194" y="518"/>
                  <a:pt x="188" y="519"/>
                </a:cubicBezTo>
                <a:cubicBezTo>
                  <a:pt x="168" y="525"/>
                  <a:pt x="174" y="582"/>
                  <a:pt x="183" y="617"/>
                </a:cubicBezTo>
                <a:cubicBezTo>
                  <a:pt x="192" y="651"/>
                  <a:pt x="223" y="674"/>
                  <a:pt x="243" y="670"/>
                </a:cubicBezTo>
                <a:cubicBezTo>
                  <a:pt x="258" y="766"/>
                  <a:pt x="288" y="830"/>
                  <a:pt x="329" y="872"/>
                </a:cubicBezTo>
                <a:cubicBezTo>
                  <a:pt x="137" y="943"/>
                  <a:pt x="0" y="1120"/>
                  <a:pt x="0" y="1328"/>
                </a:cubicBezTo>
                <a:lnTo>
                  <a:pt x="132" y="1328"/>
                </a:lnTo>
                <a:cubicBezTo>
                  <a:pt x="147" y="1124"/>
                  <a:pt x="275" y="939"/>
                  <a:pt x="465" y="846"/>
                </a:cubicBezTo>
                <a:close/>
                <a:moveTo>
                  <a:pt x="941" y="864"/>
                </a:moveTo>
                <a:cubicBezTo>
                  <a:pt x="990" y="816"/>
                  <a:pt x="1025" y="743"/>
                  <a:pt x="1041" y="642"/>
                </a:cubicBezTo>
                <a:cubicBezTo>
                  <a:pt x="1063" y="646"/>
                  <a:pt x="1092" y="624"/>
                  <a:pt x="1102" y="586"/>
                </a:cubicBezTo>
                <a:cubicBezTo>
                  <a:pt x="1112" y="547"/>
                  <a:pt x="1124" y="482"/>
                  <a:pt x="1102" y="476"/>
                </a:cubicBezTo>
                <a:cubicBezTo>
                  <a:pt x="1095" y="475"/>
                  <a:pt x="1088" y="476"/>
                  <a:pt x="1081" y="479"/>
                </a:cubicBezTo>
                <a:lnTo>
                  <a:pt x="1081" y="372"/>
                </a:lnTo>
                <a:cubicBezTo>
                  <a:pt x="1085" y="254"/>
                  <a:pt x="1069" y="141"/>
                  <a:pt x="941" y="92"/>
                </a:cubicBezTo>
                <a:cubicBezTo>
                  <a:pt x="918" y="44"/>
                  <a:pt x="916" y="0"/>
                  <a:pt x="916" y="0"/>
                </a:cubicBezTo>
                <a:cubicBezTo>
                  <a:pt x="859" y="52"/>
                  <a:pt x="640" y="73"/>
                  <a:pt x="640" y="73"/>
                </a:cubicBezTo>
                <a:lnTo>
                  <a:pt x="643" y="74"/>
                </a:lnTo>
                <a:cubicBezTo>
                  <a:pt x="366" y="102"/>
                  <a:pt x="406" y="202"/>
                  <a:pt x="406" y="372"/>
                </a:cubicBezTo>
                <a:lnTo>
                  <a:pt x="406" y="479"/>
                </a:lnTo>
                <a:cubicBezTo>
                  <a:pt x="399" y="476"/>
                  <a:pt x="392" y="475"/>
                  <a:pt x="386" y="476"/>
                </a:cubicBezTo>
                <a:cubicBezTo>
                  <a:pt x="363" y="482"/>
                  <a:pt x="370" y="545"/>
                  <a:pt x="380" y="584"/>
                </a:cubicBezTo>
                <a:cubicBezTo>
                  <a:pt x="390" y="622"/>
                  <a:pt x="424" y="647"/>
                  <a:pt x="446" y="642"/>
                </a:cubicBezTo>
                <a:cubicBezTo>
                  <a:pt x="463" y="749"/>
                  <a:pt x="496" y="819"/>
                  <a:pt x="541" y="865"/>
                </a:cubicBezTo>
                <a:cubicBezTo>
                  <a:pt x="329" y="943"/>
                  <a:pt x="178" y="1139"/>
                  <a:pt x="178" y="1368"/>
                </a:cubicBezTo>
                <a:lnTo>
                  <a:pt x="1307" y="1368"/>
                </a:lnTo>
                <a:cubicBezTo>
                  <a:pt x="1306" y="1137"/>
                  <a:pt x="1154" y="941"/>
                  <a:pt x="941" y="864"/>
                </a:cubicBezTo>
                <a:close/>
              </a:path>
            </a:pathLst>
          </a:cu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2" name="íš1îďê">
            <a:extLst>
              <a:ext uri="{FF2B5EF4-FFF2-40B4-BE49-F238E27FC236}">
                <a16:creationId xmlns:a16="http://schemas.microsoft.com/office/drawing/2014/main" id="{0980059D-8EB2-4DF0-985A-F8DBE7B8729F}"/>
              </a:ext>
            </a:extLst>
          </p:cNvPr>
          <p:cNvSpPr txBox="1"/>
          <p:nvPr/>
        </p:nvSpPr>
        <p:spPr bwMode="auto">
          <a:xfrm>
            <a:off x="5262860" y="5850842"/>
            <a:ext cx="1134312" cy="35443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1200" b="1">
                <a:cs typeface="+mn-ea"/>
                <a:sym typeface="+mn-lt"/>
              </a:rPr>
              <a:t>…Text</a:t>
            </a:r>
          </a:p>
        </p:txBody>
      </p:sp>
      <p:sp>
        <p:nvSpPr>
          <p:cNvPr id="19" name="îŝľîďê">
            <a:extLst>
              <a:ext uri="{FF2B5EF4-FFF2-40B4-BE49-F238E27FC236}">
                <a16:creationId xmlns:a16="http://schemas.microsoft.com/office/drawing/2014/main" id="{B079C331-C26C-446C-9F50-C93CCD727F48}"/>
              </a:ext>
            </a:extLst>
          </p:cNvPr>
          <p:cNvSpPr/>
          <p:nvPr/>
        </p:nvSpPr>
        <p:spPr>
          <a:xfrm>
            <a:off x="7272409" y="5283343"/>
            <a:ext cx="401606" cy="369435"/>
          </a:xfrm>
          <a:custGeom>
            <a:avLst/>
            <a:gdLst>
              <a:gd name="T0" fmla="*/ 1063 w 1485"/>
              <a:gd name="T1" fmla="*/ 120 h 1368"/>
              <a:gd name="T2" fmla="*/ 1131 w 1485"/>
              <a:gd name="T3" fmla="*/ 88 h 1368"/>
              <a:gd name="T4" fmla="*/ 1154 w 1485"/>
              <a:gd name="T5" fmla="*/ 171 h 1368"/>
              <a:gd name="T6" fmla="*/ 1281 w 1485"/>
              <a:gd name="T7" fmla="*/ 424 h 1368"/>
              <a:gd name="T8" fmla="*/ 1281 w 1485"/>
              <a:gd name="T9" fmla="*/ 522 h 1368"/>
              <a:gd name="T10" fmla="*/ 1299 w 1485"/>
              <a:gd name="T11" fmla="*/ 519 h 1368"/>
              <a:gd name="T12" fmla="*/ 1299 w 1485"/>
              <a:gd name="T13" fmla="*/ 619 h 1368"/>
              <a:gd name="T14" fmla="*/ 1244 w 1485"/>
              <a:gd name="T15" fmla="*/ 670 h 1368"/>
              <a:gd name="T16" fmla="*/ 1153 w 1485"/>
              <a:gd name="T17" fmla="*/ 871 h 1368"/>
              <a:gd name="T18" fmla="*/ 1485 w 1485"/>
              <a:gd name="T19" fmla="*/ 1328 h 1368"/>
              <a:gd name="T20" fmla="*/ 1353 w 1485"/>
              <a:gd name="T21" fmla="*/ 1328 h 1368"/>
              <a:gd name="T22" fmla="*/ 1018 w 1485"/>
              <a:gd name="T23" fmla="*/ 845 h 1368"/>
              <a:gd name="T24" fmla="*/ 1083 w 1485"/>
              <a:gd name="T25" fmla="*/ 682 h 1368"/>
              <a:gd name="T26" fmla="*/ 1148 w 1485"/>
              <a:gd name="T27" fmla="*/ 598 h 1368"/>
              <a:gd name="T28" fmla="*/ 1129 w 1485"/>
              <a:gd name="T29" fmla="*/ 436 h 1368"/>
              <a:gd name="T30" fmla="*/ 1129 w 1485"/>
              <a:gd name="T31" fmla="*/ 373 h 1368"/>
              <a:gd name="T32" fmla="*/ 1063 w 1485"/>
              <a:gd name="T33" fmla="*/ 120 h 1368"/>
              <a:gd name="T34" fmla="*/ 465 w 1485"/>
              <a:gd name="T35" fmla="*/ 846 h 1368"/>
              <a:gd name="T36" fmla="*/ 405 w 1485"/>
              <a:gd name="T37" fmla="*/ 682 h 1368"/>
              <a:gd name="T38" fmla="*/ 334 w 1485"/>
              <a:gd name="T39" fmla="*/ 596 h 1368"/>
              <a:gd name="T40" fmla="*/ 358 w 1485"/>
              <a:gd name="T41" fmla="*/ 436 h 1368"/>
              <a:gd name="T42" fmla="*/ 358 w 1485"/>
              <a:gd name="T43" fmla="*/ 372 h 1368"/>
              <a:gd name="T44" fmla="*/ 357 w 1485"/>
              <a:gd name="T45" fmla="*/ 316 h 1368"/>
              <a:gd name="T46" fmla="*/ 372 w 1485"/>
              <a:gd name="T47" fmla="*/ 161 h 1368"/>
              <a:gd name="T48" fmla="*/ 206 w 1485"/>
              <a:gd name="T49" fmla="*/ 424 h 1368"/>
              <a:gd name="T50" fmla="*/ 206 w 1485"/>
              <a:gd name="T51" fmla="*/ 522 h 1368"/>
              <a:gd name="T52" fmla="*/ 188 w 1485"/>
              <a:gd name="T53" fmla="*/ 519 h 1368"/>
              <a:gd name="T54" fmla="*/ 183 w 1485"/>
              <a:gd name="T55" fmla="*/ 617 h 1368"/>
              <a:gd name="T56" fmla="*/ 243 w 1485"/>
              <a:gd name="T57" fmla="*/ 670 h 1368"/>
              <a:gd name="T58" fmla="*/ 329 w 1485"/>
              <a:gd name="T59" fmla="*/ 872 h 1368"/>
              <a:gd name="T60" fmla="*/ 0 w 1485"/>
              <a:gd name="T61" fmla="*/ 1328 h 1368"/>
              <a:gd name="T62" fmla="*/ 132 w 1485"/>
              <a:gd name="T63" fmla="*/ 1328 h 1368"/>
              <a:gd name="T64" fmla="*/ 465 w 1485"/>
              <a:gd name="T65" fmla="*/ 846 h 1368"/>
              <a:gd name="T66" fmla="*/ 941 w 1485"/>
              <a:gd name="T67" fmla="*/ 864 h 1368"/>
              <a:gd name="T68" fmla="*/ 1041 w 1485"/>
              <a:gd name="T69" fmla="*/ 642 h 1368"/>
              <a:gd name="T70" fmla="*/ 1102 w 1485"/>
              <a:gd name="T71" fmla="*/ 586 h 1368"/>
              <a:gd name="T72" fmla="*/ 1102 w 1485"/>
              <a:gd name="T73" fmla="*/ 476 h 1368"/>
              <a:gd name="T74" fmla="*/ 1081 w 1485"/>
              <a:gd name="T75" fmla="*/ 479 h 1368"/>
              <a:gd name="T76" fmla="*/ 1081 w 1485"/>
              <a:gd name="T77" fmla="*/ 372 h 1368"/>
              <a:gd name="T78" fmla="*/ 941 w 1485"/>
              <a:gd name="T79" fmla="*/ 92 h 1368"/>
              <a:gd name="T80" fmla="*/ 916 w 1485"/>
              <a:gd name="T81" fmla="*/ 0 h 1368"/>
              <a:gd name="T82" fmla="*/ 640 w 1485"/>
              <a:gd name="T83" fmla="*/ 73 h 1368"/>
              <a:gd name="T84" fmla="*/ 643 w 1485"/>
              <a:gd name="T85" fmla="*/ 74 h 1368"/>
              <a:gd name="T86" fmla="*/ 406 w 1485"/>
              <a:gd name="T87" fmla="*/ 372 h 1368"/>
              <a:gd name="T88" fmla="*/ 406 w 1485"/>
              <a:gd name="T89" fmla="*/ 479 h 1368"/>
              <a:gd name="T90" fmla="*/ 386 w 1485"/>
              <a:gd name="T91" fmla="*/ 476 h 1368"/>
              <a:gd name="T92" fmla="*/ 380 w 1485"/>
              <a:gd name="T93" fmla="*/ 584 h 1368"/>
              <a:gd name="T94" fmla="*/ 446 w 1485"/>
              <a:gd name="T95" fmla="*/ 642 h 1368"/>
              <a:gd name="T96" fmla="*/ 541 w 1485"/>
              <a:gd name="T97" fmla="*/ 865 h 1368"/>
              <a:gd name="T98" fmla="*/ 178 w 1485"/>
              <a:gd name="T99" fmla="*/ 1368 h 1368"/>
              <a:gd name="T100" fmla="*/ 1307 w 1485"/>
              <a:gd name="T101" fmla="*/ 1368 h 1368"/>
              <a:gd name="T102" fmla="*/ 941 w 1485"/>
              <a:gd name="T103" fmla="*/ 864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85" h="1368">
                <a:moveTo>
                  <a:pt x="1063" y="120"/>
                </a:moveTo>
                <a:cubicBezTo>
                  <a:pt x="1092" y="111"/>
                  <a:pt x="1117" y="101"/>
                  <a:pt x="1131" y="88"/>
                </a:cubicBezTo>
                <a:cubicBezTo>
                  <a:pt x="1131" y="88"/>
                  <a:pt x="1132" y="127"/>
                  <a:pt x="1154" y="171"/>
                </a:cubicBezTo>
                <a:cubicBezTo>
                  <a:pt x="1269" y="215"/>
                  <a:pt x="1284" y="318"/>
                  <a:pt x="1281" y="424"/>
                </a:cubicBezTo>
                <a:lnTo>
                  <a:pt x="1281" y="522"/>
                </a:lnTo>
                <a:cubicBezTo>
                  <a:pt x="1287" y="519"/>
                  <a:pt x="1293" y="518"/>
                  <a:pt x="1299" y="519"/>
                </a:cubicBezTo>
                <a:cubicBezTo>
                  <a:pt x="1319" y="525"/>
                  <a:pt x="1308" y="584"/>
                  <a:pt x="1299" y="619"/>
                </a:cubicBezTo>
                <a:cubicBezTo>
                  <a:pt x="1290" y="653"/>
                  <a:pt x="1264" y="674"/>
                  <a:pt x="1244" y="670"/>
                </a:cubicBezTo>
                <a:cubicBezTo>
                  <a:pt x="1230" y="762"/>
                  <a:pt x="1198" y="828"/>
                  <a:pt x="1153" y="871"/>
                </a:cubicBezTo>
                <a:cubicBezTo>
                  <a:pt x="1347" y="941"/>
                  <a:pt x="1485" y="1119"/>
                  <a:pt x="1485" y="1328"/>
                </a:cubicBezTo>
                <a:lnTo>
                  <a:pt x="1353" y="1328"/>
                </a:lnTo>
                <a:cubicBezTo>
                  <a:pt x="1338" y="1123"/>
                  <a:pt x="1209" y="938"/>
                  <a:pt x="1018" y="845"/>
                </a:cubicBezTo>
                <a:cubicBezTo>
                  <a:pt x="1047" y="800"/>
                  <a:pt x="1069" y="746"/>
                  <a:pt x="1083" y="682"/>
                </a:cubicBezTo>
                <a:cubicBezTo>
                  <a:pt x="1113" y="668"/>
                  <a:pt x="1137" y="638"/>
                  <a:pt x="1148" y="598"/>
                </a:cubicBezTo>
                <a:cubicBezTo>
                  <a:pt x="1157" y="564"/>
                  <a:pt x="1182" y="466"/>
                  <a:pt x="1129" y="436"/>
                </a:cubicBezTo>
                <a:lnTo>
                  <a:pt x="1129" y="373"/>
                </a:lnTo>
                <a:cubicBezTo>
                  <a:pt x="1131" y="316"/>
                  <a:pt x="1134" y="203"/>
                  <a:pt x="1063" y="120"/>
                </a:cubicBezTo>
                <a:close/>
                <a:moveTo>
                  <a:pt x="465" y="846"/>
                </a:moveTo>
                <a:cubicBezTo>
                  <a:pt x="438" y="802"/>
                  <a:pt x="418" y="748"/>
                  <a:pt x="405" y="682"/>
                </a:cubicBezTo>
                <a:cubicBezTo>
                  <a:pt x="372" y="668"/>
                  <a:pt x="344" y="635"/>
                  <a:pt x="334" y="596"/>
                </a:cubicBezTo>
                <a:cubicBezTo>
                  <a:pt x="324" y="556"/>
                  <a:pt x="306" y="465"/>
                  <a:pt x="358" y="436"/>
                </a:cubicBezTo>
                <a:lnTo>
                  <a:pt x="358" y="372"/>
                </a:lnTo>
                <a:cubicBezTo>
                  <a:pt x="358" y="352"/>
                  <a:pt x="357" y="334"/>
                  <a:pt x="357" y="316"/>
                </a:cubicBezTo>
                <a:cubicBezTo>
                  <a:pt x="355" y="256"/>
                  <a:pt x="356" y="204"/>
                  <a:pt x="372" y="161"/>
                </a:cubicBezTo>
                <a:cubicBezTo>
                  <a:pt x="175" y="193"/>
                  <a:pt x="206" y="281"/>
                  <a:pt x="206" y="424"/>
                </a:cubicBezTo>
                <a:lnTo>
                  <a:pt x="206" y="522"/>
                </a:lnTo>
                <a:cubicBezTo>
                  <a:pt x="200" y="519"/>
                  <a:pt x="194" y="518"/>
                  <a:pt x="188" y="519"/>
                </a:cubicBezTo>
                <a:cubicBezTo>
                  <a:pt x="168" y="525"/>
                  <a:pt x="174" y="582"/>
                  <a:pt x="183" y="617"/>
                </a:cubicBezTo>
                <a:cubicBezTo>
                  <a:pt x="192" y="651"/>
                  <a:pt x="223" y="674"/>
                  <a:pt x="243" y="670"/>
                </a:cubicBezTo>
                <a:cubicBezTo>
                  <a:pt x="258" y="766"/>
                  <a:pt x="288" y="830"/>
                  <a:pt x="329" y="872"/>
                </a:cubicBezTo>
                <a:cubicBezTo>
                  <a:pt x="137" y="943"/>
                  <a:pt x="0" y="1120"/>
                  <a:pt x="0" y="1328"/>
                </a:cubicBezTo>
                <a:lnTo>
                  <a:pt x="132" y="1328"/>
                </a:lnTo>
                <a:cubicBezTo>
                  <a:pt x="147" y="1124"/>
                  <a:pt x="275" y="939"/>
                  <a:pt x="465" y="846"/>
                </a:cubicBezTo>
                <a:close/>
                <a:moveTo>
                  <a:pt x="941" y="864"/>
                </a:moveTo>
                <a:cubicBezTo>
                  <a:pt x="990" y="816"/>
                  <a:pt x="1025" y="743"/>
                  <a:pt x="1041" y="642"/>
                </a:cubicBezTo>
                <a:cubicBezTo>
                  <a:pt x="1063" y="646"/>
                  <a:pt x="1092" y="624"/>
                  <a:pt x="1102" y="586"/>
                </a:cubicBezTo>
                <a:cubicBezTo>
                  <a:pt x="1112" y="547"/>
                  <a:pt x="1124" y="482"/>
                  <a:pt x="1102" y="476"/>
                </a:cubicBezTo>
                <a:cubicBezTo>
                  <a:pt x="1095" y="475"/>
                  <a:pt x="1088" y="476"/>
                  <a:pt x="1081" y="479"/>
                </a:cubicBezTo>
                <a:lnTo>
                  <a:pt x="1081" y="372"/>
                </a:lnTo>
                <a:cubicBezTo>
                  <a:pt x="1085" y="254"/>
                  <a:pt x="1069" y="141"/>
                  <a:pt x="941" y="92"/>
                </a:cubicBezTo>
                <a:cubicBezTo>
                  <a:pt x="918" y="44"/>
                  <a:pt x="916" y="0"/>
                  <a:pt x="916" y="0"/>
                </a:cubicBezTo>
                <a:cubicBezTo>
                  <a:pt x="859" y="52"/>
                  <a:pt x="640" y="73"/>
                  <a:pt x="640" y="73"/>
                </a:cubicBezTo>
                <a:lnTo>
                  <a:pt x="643" y="74"/>
                </a:lnTo>
                <a:cubicBezTo>
                  <a:pt x="366" y="102"/>
                  <a:pt x="406" y="202"/>
                  <a:pt x="406" y="372"/>
                </a:cubicBezTo>
                <a:lnTo>
                  <a:pt x="406" y="479"/>
                </a:lnTo>
                <a:cubicBezTo>
                  <a:pt x="399" y="476"/>
                  <a:pt x="392" y="475"/>
                  <a:pt x="386" y="476"/>
                </a:cubicBezTo>
                <a:cubicBezTo>
                  <a:pt x="363" y="482"/>
                  <a:pt x="370" y="545"/>
                  <a:pt x="380" y="584"/>
                </a:cubicBezTo>
                <a:cubicBezTo>
                  <a:pt x="390" y="622"/>
                  <a:pt x="424" y="647"/>
                  <a:pt x="446" y="642"/>
                </a:cubicBezTo>
                <a:cubicBezTo>
                  <a:pt x="463" y="749"/>
                  <a:pt x="496" y="819"/>
                  <a:pt x="541" y="865"/>
                </a:cubicBezTo>
                <a:cubicBezTo>
                  <a:pt x="329" y="943"/>
                  <a:pt x="178" y="1139"/>
                  <a:pt x="178" y="1368"/>
                </a:cubicBezTo>
                <a:lnTo>
                  <a:pt x="1307" y="1368"/>
                </a:lnTo>
                <a:cubicBezTo>
                  <a:pt x="1306" y="1137"/>
                  <a:pt x="1154" y="941"/>
                  <a:pt x="941" y="864"/>
                </a:cubicBezTo>
                <a:close/>
              </a:path>
            </a:pathLst>
          </a:cu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0" name="îš1ïḍé">
            <a:extLst>
              <a:ext uri="{FF2B5EF4-FFF2-40B4-BE49-F238E27FC236}">
                <a16:creationId xmlns:a16="http://schemas.microsoft.com/office/drawing/2014/main" id="{079996EB-DCE2-43B6-83D5-05BB4A7C13D9}"/>
              </a:ext>
            </a:extLst>
          </p:cNvPr>
          <p:cNvSpPr txBox="1"/>
          <p:nvPr/>
        </p:nvSpPr>
        <p:spPr bwMode="auto">
          <a:xfrm>
            <a:off x="6849832" y="5850842"/>
            <a:ext cx="1134312" cy="35443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1200" b="1">
                <a:cs typeface="+mn-ea"/>
                <a:sym typeface="+mn-lt"/>
              </a:rPr>
              <a:t>…Text</a:t>
            </a:r>
          </a:p>
        </p:txBody>
      </p:sp>
      <p:sp>
        <p:nvSpPr>
          <p:cNvPr id="17" name="îṧlïḋé">
            <a:extLst>
              <a:ext uri="{FF2B5EF4-FFF2-40B4-BE49-F238E27FC236}">
                <a16:creationId xmlns:a16="http://schemas.microsoft.com/office/drawing/2014/main" id="{B0B1F448-07D6-46CB-9A77-FA9C5B6FDA77}"/>
              </a:ext>
            </a:extLst>
          </p:cNvPr>
          <p:cNvSpPr/>
          <p:nvPr/>
        </p:nvSpPr>
        <p:spPr>
          <a:xfrm>
            <a:off x="8859381" y="5283343"/>
            <a:ext cx="401606" cy="369435"/>
          </a:xfrm>
          <a:custGeom>
            <a:avLst/>
            <a:gdLst>
              <a:gd name="T0" fmla="*/ 1063 w 1485"/>
              <a:gd name="T1" fmla="*/ 120 h 1368"/>
              <a:gd name="T2" fmla="*/ 1131 w 1485"/>
              <a:gd name="T3" fmla="*/ 88 h 1368"/>
              <a:gd name="T4" fmla="*/ 1154 w 1485"/>
              <a:gd name="T5" fmla="*/ 171 h 1368"/>
              <a:gd name="T6" fmla="*/ 1281 w 1485"/>
              <a:gd name="T7" fmla="*/ 424 h 1368"/>
              <a:gd name="T8" fmla="*/ 1281 w 1485"/>
              <a:gd name="T9" fmla="*/ 522 h 1368"/>
              <a:gd name="T10" fmla="*/ 1299 w 1485"/>
              <a:gd name="T11" fmla="*/ 519 h 1368"/>
              <a:gd name="T12" fmla="*/ 1299 w 1485"/>
              <a:gd name="T13" fmla="*/ 619 h 1368"/>
              <a:gd name="T14" fmla="*/ 1244 w 1485"/>
              <a:gd name="T15" fmla="*/ 670 h 1368"/>
              <a:gd name="T16" fmla="*/ 1153 w 1485"/>
              <a:gd name="T17" fmla="*/ 871 h 1368"/>
              <a:gd name="T18" fmla="*/ 1485 w 1485"/>
              <a:gd name="T19" fmla="*/ 1328 h 1368"/>
              <a:gd name="T20" fmla="*/ 1353 w 1485"/>
              <a:gd name="T21" fmla="*/ 1328 h 1368"/>
              <a:gd name="T22" fmla="*/ 1018 w 1485"/>
              <a:gd name="T23" fmla="*/ 845 h 1368"/>
              <a:gd name="T24" fmla="*/ 1083 w 1485"/>
              <a:gd name="T25" fmla="*/ 682 h 1368"/>
              <a:gd name="T26" fmla="*/ 1148 w 1485"/>
              <a:gd name="T27" fmla="*/ 598 h 1368"/>
              <a:gd name="T28" fmla="*/ 1129 w 1485"/>
              <a:gd name="T29" fmla="*/ 436 h 1368"/>
              <a:gd name="T30" fmla="*/ 1129 w 1485"/>
              <a:gd name="T31" fmla="*/ 373 h 1368"/>
              <a:gd name="T32" fmla="*/ 1063 w 1485"/>
              <a:gd name="T33" fmla="*/ 120 h 1368"/>
              <a:gd name="T34" fmla="*/ 465 w 1485"/>
              <a:gd name="T35" fmla="*/ 846 h 1368"/>
              <a:gd name="T36" fmla="*/ 405 w 1485"/>
              <a:gd name="T37" fmla="*/ 682 h 1368"/>
              <a:gd name="T38" fmla="*/ 334 w 1485"/>
              <a:gd name="T39" fmla="*/ 596 h 1368"/>
              <a:gd name="T40" fmla="*/ 358 w 1485"/>
              <a:gd name="T41" fmla="*/ 436 h 1368"/>
              <a:gd name="T42" fmla="*/ 358 w 1485"/>
              <a:gd name="T43" fmla="*/ 372 h 1368"/>
              <a:gd name="T44" fmla="*/ 357 w 1485"/>
              <a:gd name="T45" fmla="*/ 316 h 1368"/>
              <a:gd name="T46" fmla="*/ 372 w 1485"/>
              <a:gd name="T47" fmla="*/ 161 h 1368"/>
              <a:gd name="T48" fmla="*/ 206 w 1485"/>
              <a:gd name="T49" fmla="*/ 424 h 1368"/>
              <a:gd name="T50" fmla="*/ 206 w 1485"/>
              <a:gd name="T51" fmla="*/ 522 h 1368"/>
              <a:gd name="T52" fmla="*/ 188 w 1485"/>
              <a:gd name="T53" fmla="*/ 519 h 1368"/>
              <a:gd name="T54" fmla="*/ 183 w 1485"/>
              <a:gd name="T55" fmla="*/ 617 h 1368"/>
              <a:gd name="T56" fmla="*/ 243 w 1485"/>
              <a:gd name="T57" fmla="*/ 670 h 1368"/>
              <a:gd name="T58" fmla="*/ 329 w 1485"/>
              <a:gd name="T59" fmla="*/ 872 h 1368"/>
              <a:gd name="T60" fmla="*/ 0 w 1485"/>
              <a:gd name="T61" fmla="*/ 1328 h 1368"/>
              <a:gd name="T62" fmla="*/ 132 w 1485"/>
              <a:gd name="T63" fmla="*/ 1328 h 1368"/>
              <a:gd name="T64" fmla="*/ 465 w 1485"/>
              <a:gd name="T65" fmla="*/ 846 h 1368"/>
              <a:gd name="T66" fmla="*/ 941 w 1485"/>
              <a:gd name="T67" fmla="*/ 864 h 1368"/>
              <a:gd name="T68" fmla="*/ 1041 w 1485"/>
              <a:gd name="T69" fmla="*/ 642 h 1368"/>
              <a:gd name="T70" fmla="*/ 1102 w 1485"/>
              <a:gd name="T71" fmla="*/ 586 h 1368"/>
              <a:gd name="T72" fmla="*/ 1102 w 1485"/>
              <a:gd name="T73" fmla="*/ 476 h 1368"/>
              <a:gd name="T74" fmla="*/ 1081 w 1485"/>
              <a:gd name="T75" fmla="*/ 479 h 1368"/>
              <a:gd name="T76" fmla="*/ 1081 w 1485"/>
              <a:gd name="T77" fmla="*/ 372 h 1368"/>
              <a:gd name="T78" fmla="*/ 941 w 1485"/>
              <a:gd name="T79" fmla="*/ 92 h 1368"/>
              <a:gd name="T80" fmla="*/ 916 w 1485"/>
              <a:gd name="T81" fmla="*/ 0 h 1368"/>
              <a:gd name="T82" fmla="*/ 640 w 1485"/>
              <a:gd name="T83" fmla="*/ 73 h 1368"/>
              <a:gd name="T84" fmla="*/ 643 w 1485"/>
              <a:gd name="T85" fmla="*/ 74 h 1368"/>
              <a:gd name="T86" fmla="*/ 406 w 1485"/>
              <a:gd name="T87" fmla="*/ 372 h 1368"/>
              <a:gd name="T88" fmla="*/ 406 w 1485"/>
              <a:gd name="T89" fmla="*/ 479 h 1368"/>
              <a:gd name="T90" fmla="*/ 386 w 1485"/>
              <a:gd name="T91" fmla="*/ 476 h 1368"/>
              <a:gd name="T92" fmla="*/ 380 w 1485"/>
              <a:gd name="T93" fmla="*/ 584 h 1368"/>
              <a:gd name="T94" fmla="*/ 446 w 1485"/>
              <a:gd name="T95" fmla="*/ 642 h 1368"/>
              <a:gd name="T96" fmla="*/ 541 w 1485"/>
              <a:gd name="T97" fmla="*/ 865 h 1368"/>
              <a:gd name="T98" fmla="*/ 178 w 1485"/>
              <a:gd name="T99" fmla="*/ 1368 h 1368"/>
              <a:gd name="T100" fmla="*/ 1307 w 1485"/>
              <a:gd name="T101" fmla="*/ 1368 h 1368"/>
              <a:gd name="T102" fmla="*/ 941 w 1485"/>
              <a:gd name="T103" fmla="*/ 864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85" h="1368">
                <a:moveTo>
                  <a:pt x="1063" y="120"/>
                </a:moveTo>
                <a:cubicBezTo>
                  <a:pt x="1092" y="111"/>
                  <a:pt x="1117" y="101"/>
                  <a:pt x="1131" y="88"/>
                </a:cubicBezTo>
                <a:cubicBezTo>
                  <a:pt x="1131" y="88"/>
                  <a:pt x="1132" y="127"/>
                  <a:pt x="1154" y="171"/>
                </a:cubicBezTo>
                <a:cubicBezTo>
                  <a:pt x="1269" y="215"/>
                  <a:pt x="1284" y="318"/>
                  <a:pt x="1281" y="424"/>
                </a:cubicBezTo>
                <a:lnTo>
                  <a:pt x="1281" y="522"/>
                </a:lnTo>
                <a:cubicBezTo>
                  <a:pt x="1287" y="519"/>
                  <a:pt x="1293" y="518"/>
                  <a:pt x="1299" y="519"/>
                </a:cubicBezTo>
                <a:cubicBezTo>
                  <a:pt x="1319" y="525"/>
                  <a:pt x="1308" y="584"/>
                  <a:pt x="1299" y="619"/>
                </a:cubicBezTo>
                <a:cubicBezTo>
                  <a:pt x="1290" y="653"/>
                  <a:pt x="1264" y="674"/>
                  <a:pt x="1244" y="670"/>
                </a:cubicBezTo>
                <a:cubicBezTo>
                  <a:pt x="1230" y="762"/>
                  <a:pt x="1198" y="828"/>
                  <a:pt x="1153" y="871"/>
                </a:cubicBezTo>
                <a:cubicBezTo>
                  <a:pt x="1347" y="941"/>
                  <a:pt x="1485" y="1119"/>
                  <a:pt x="1485" y="1328"/>
                </a:cubicBezTo>
                <a:lnTo>
                  <a:pt x="1353" y="1328"/>
                </a:lnTo>
                <a:cubicBezTo>
                  <a:pt x="1338" y="1123"/>
                  <a:pt x="1209" y="938"/>
                  <a:pt x="1018" y="845"/>
                </a:cubicBezTo>
                <a:cubicBezTo>
                  <a:pt x="1047" y="800"/>
                  <a:pt x="1069" y="746"/>
                  <a:pt x="1083" y="682"/>
                </a:cubicBezTo>
                <a:cubicBezTo>
                  <a:pt x="1113" y="668"/>
                  <a:pt x="1137" y="638"/>
                  <a:pt x="1148" y="598"/>
                </a:cubicBezTo>
                <a:cubicBezTo>
                  <a:pt x="1157" y="564"/>
                  <a:pt x="1182" y="466"/>
                  <a:pt x="1129" y="436"/>
                </a:cubicBezTo>
                <a:lnTo>
                  <a:pt x="1129" y="373"/>
                </a:lnTo>
                <a:cubicBezTo>
                  <a:pt x="1131" y="316"/>
                  <a:pt x="1134" y="203"/>
                  <a:pt x="1063" y="120"/>
                </a:cubicBezTo>
                <a:close/>
                <a:moveTo>
                  <a:pt x="465" y="846"/>
                </a:moveTo>
                <a:cubicBezTo>
                  <a:pt x="438" y="802"/>
                  <a:pt x="418" y="748"/>
                  <a:pt x="405" y="682"/>
                </a:cubicBezTo>
                <a:cubicBezTo>
                  <a:pt x="372" y="668"/>
                  <a:pt x="344" y="635"/>
                  <a:pt x="334" y="596"/>
                </a:cubicBezTo>
                <a:cubicBezTo>
                  <a:pt x="324" y="556"/>
                  <a:pt x="306" y="465"/>
                  <a:pt x="358" y="436"/>
                </a:cubicBezTo>
                <a:lnTo>
                  <a:pt x="358" y="372"/>
                </a:lnTo>
                <a:cubicBezTo>
                  <a:pt x="358" y="352"/>
                  <a:pt x="357" y="334"/>
                  <a:pt x="357" y="316"/>
                </a:cubicBezTo>
                <a:cubicBezTo>
                  <a:pt x="355" y="256"/>
                  <a:pt x="356" y="204"/>
                  <a:pt x="372" y="161"/>
                </a:cubicBezTo>
                <a:cubicBezTo>
                  <a:pt x="175" y="193"/>
                  <a:pt x="206" y="281"/>
                  <a:pt x="206" y="424"/>
                </a:cubicBezTo>
                <a:lnTo>
                  <a:pt x="206" y="522"/>
                </a:lnTo>
                <a:cubicBezTo>
                  <a:pt x="200" y="519"/>
                  <a:pt x="194" y="518"/>
                  <a:pt x="188" y="519"/>
                </a:cubicBezTo>
                <a:cubicBezTo>
                  <a:pt x="168" y="525"/>
                  <a:pt x="174" y="582"/>
                  <a:pt x="183" y="617"/>
                </a:cubicBezTo>
                <a:cubicBezTo>
                  <a:pt x="192" y="651"/>
                  <a:pt x="223" y="674"/>
                  <a:pt x="243" y="670"/>
                </a:cubicBezTo>
                <a:cubicBezTo>
                  <a:pt x="258" y="766"/>
                  <a:pt x="288" y="830"/>
                  <a:pt x="329" y="872"/>
                </a:cubicBezTo>
                <a:cubicBezTo>
                  <a:pt x="137" y="943"/>
                  <a:pt x="0" y="1120"/>
                  <a:pt x="0" y="1328"/>
                </a:cubicBezTo>
                <a:lnTo>
                  <a:pt x="132" y="1328"/>
                </a:lnTo>
                <a:cubicBezTo>
                  <a:pt x="147" y="1124"/>
                  <a:pt x="275" y="939"/>
                  <a:pt x="465" y="846"/>
                </a:cubicBezTo>
                <a:close/>
                <a:moveTo>
                  <a:pt x="941" y="864"/>
                </a:moveTo>
                <a:cubicBezTo>
                  <a:pt x="990" y="816"/>
                  <a:pt x="1025" y="743"/>
                  <a:pt x="1041" y="642"/>
                </a:cubicBezTo>
                <a:cubicBezTo>
                  <a:pt x="1063" y="646"/>
                  <a:pt x="1092" y="624"/>
                  <a:pt x="1102" y="586"/>
                </a:cubicBezTo>
                <a:cubicBezTo>
                  <a:pt x="1112" y="547"/>
                  <a:pt x="1124" y="482"/>
                  <a:pt x="1102" y="476"/>
                </a:cubicBezTo>
                <a:cubicBezTo>
                  <a:pt x="1095" y="475"/>
                  <a:pt x="1088" y="476"/>
                  <a:pt x="1081" y="479"/>
                </a:cubicBezTo>
                <a:lnTo>
                  <a:pt x="1081" y="372"/>
                </a:lnTo>
                <a:cubicBezTo>
                  <a:pt x="1085" y="254"/>
                  <a:pt x="1069" y="141"/>
                  <a:pt x="941" y="92"/>
                </a:cubicBezTo>
                <a:cubicBezTo>
                  <a:pt x="918" y="44"/>
                  <a:pt x="916" y="0"/>
                  <a:pt x="916" y="0"/>
                </a:cubicBezTo>
                <a:cubicBezTo>
                  <a:pt x="859" y="52"/>
                  <a:pt x="640" y="73"/>
                  <a:pt x="640" y="73"/>
                </a:cubicBezTo>
                <a:lnTo>
                  <a:pt x="643" y="74"/>
                </a:lnTo>
                <a:cubicBezTo>
                  <a:pt x="366" y="102"/>
                  <a:pt x="406" y="202"/>
                  <a:pt x="406" y="372"/>
                </a:cubicBezTo>
                <a:lnTo>
                  <a:pt x="406" y="479"/>
                </a:lnTo>
                <a:cubicBezTo>
                  <a:pt x="399" y="476"/>
                  <a:pt x="392" y="475"/>
                  <a:pt x="386" y="476"/>
                </a:cubicBezTo>
                <a:cubicBezTo>
                  <a:pt x="363" y="482"/>
                  <a:pt x="370" y="545"/>
                  <a:pt x="380" y="584"/>
                </a:cubicBezTo>
                <a:cubicBezTo>
                  <a:pt x="390" y="622"/>
                  <a:pt x="424" y="647"/>
                  <a:pt x="446" y="642"/>
                </a:cubicBezTo>
                <a:cubicBezTo>
                  <a:pt x="463" y="749"/>
                  <a:pt x="496" y="819"/>
                  <a:pt x="541" y="865"/>
                </a:cubicBezTo>
                <a:cubicBezTo>
                  <a:pt x="329" y="943"/>
                  <a:pt x="178" y="1139"/>
                  <a:pt x="178" y="1368"/>
                </a:cubicBezTo>
                <a:lnTo>
                  <a:pt x="1307" y="1368"/>
                </a:lnTo>
                <a:cubicBezTo>
                  <a:pt x="1306" y="1137"/>
                  <a:pt x="1154" y="941"/>
                  <a:pt x="941" y="864"/>
                </a:cubicBezTo>
                <a:close/>
              </a:path>
            </a:pathLst>
          </a:cu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8" name="iṩḻídê">
            <a:extLst>
              <a:ext uri="{FF2B5EF4-FFF2-40B4-BE49-F238E27FC236}">
                <a16:creationId xmlns:a16="http://schemas.microsoft.com/office/drawing/2014/main" id="{E3512142-286D-4818-A826-2CF5582A8DB9}"/>
              </a:ext>
            </a:extLst>
          </p:cNvPr>
          <p:cNvSpPr txBox="1"/>
          <p:nvPr/>
        </p:nvSpPr>
        <p:spPr bwMode="auto">
          <a:xfrm>
            <a:off x="8436804" y="5850842"/>
            <a:ext cx="1134312" cy="35443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1200" b="1">
                <a:cs typeface="+mn-ea"/>
                <a:sym typeface="+mn-lt"/>
              </a:rPr>
              <a:t>…Text</a:t>
            </a:r>
          </a:p>
        </p:txBody>
      </p:sp>
      <p:sp>
        <p:nvSpPr>
          <p:cNvPr id="15" name="iSḻiḋê">
            <a:extLst>
              <a:ext uri="{FF2B5EF4-FFF2-40B4-BE49-F238E27FC236}">
                <a16:creationId xmlns:a16="http://schemas.microsoft.com/office/drawing/2014/main" id="{EF4D28E6-BF3C-408F-B5BB-D026F8C4B004}"/>
              </a:ext>
            </a:extLst>
          </p:cNvPr>
          <p:cNvSpPr/>
          <p:nvPr/>
        </p:nvSpPr>
        <p:spPr>
          <a:xfrm>
            <a:off x="10446354" y="5283343"/>
            <a:ext cx="401606" cy="369435"/>
          </a:xfrm>
          <a:custGeom>
            <a:avLst/>
            <a:gdLst>
              <a:gd name="T0" fmla="*/ 1063 w 1485"/>
              <a:gd name="T1" fmla="*/ 120 h 1368"/>
              <a:gd name="T2" fmla="*/ 1131 w 1485"/>
              <a:gd name="T3" fmla="*/ 88 h 1368"/>
              <a:gd name="T4" fmla="*/ 1154 w 1485"/>
              <a:gd name="T5" fmla="*/ 171 h 1368"/>
              <a:gd name="T6" fmla="*/ 1281 w 1485"/>
              <a:gd name="T7" fmla="*/ 424 h 1368"/>
              <a:gd name="T8" fmla="*/ 1281 w 1485"/>
              <a:gd name="T9" fmla="*/ 522 h 1368"/>
              <a:gd name="T10" fmla="*/ 1299 w 1485"/>
              <a:gd name="T11" fmla="*/ 519 h 1368"/>
              <a:gd name="T12" fmla="*/ 1299 w 1485"/>
              <a:gd name="T13" fmla="*/ 619 h 1368"/>
              <a:gd name="T14" fmla="*/ 1244 w 1485"/>
              <a:gd name="T15" fmla="*/ 670 h 1368"/>
              <a:gd name="T16" fmla="*/ 1153 w 1485"/>
              <a:gd name="T17" fmla="*/ 871 h 1368"/>
              <a:gd name="T18" fmla="*/ 1485 w 1485"/>
              <a:gd name="T19" fmla="*/ 1328 h 1368"/>
              <a:gd name="T20" fmla="*/ 1353 w 1485"/>
              <a:gd name="T21" fmla="*/ 1328 h 1368"/>
              <a:gd name="T22" fmla="*/ 1018 w 1485"/>
              <a:gd name="T23" fmla="*/ 845 h 1368"/>
              <a:gd name="T24" fmla="*/ 1083 w 1485"/>
              <a:gd name="T25" fmla="*/ 682 h 1368"/>
              <a:gd name="T26" fmla="*/ 1148 w 1485"/>
              <a:gd name="T27" fmla="*/ 598 h 1368"/>
              <a:gd name="T28" fmla="*/ 1129 w 1485"/>
              <a:gd name="T29" fmla="*/ 436 h 1368"/>
              <a:gd name="T30" fmla="*/ 1129 w 1485"/>
              <a:gd name="T31" fmla="*/ 373 h 1368"/>
              <a:gd name="T32" fmla="*/ 1063 w 1485"/>
              <a:gd name="T33" fmla="*/ 120 h 1368"/>
              <a:gd name="T34" fmla="*/ 465 w 1485"/>
              <a:gd name="T35" fmla="*/ 846 h 1368"/>
              <a:gd name="T36" fmla="*/ 405 w 1485"/>
              <a:gd name="T37" fmla="*/ 682 h 1368"/>
              <a:gd name="T38" fmla="*/ 334 w 1485"/>
              <a:gd name="T39" fmla="*/ 596 h 1368"/>
              <a:gd name="T40" fmla="*/ 358 w 1485"/>
              <a:gd name="T41" fmla="*/ 436 h 1368"/>
              <a:gd name="T42" fmla="*/ 358 w 1485"/>
              <a:gd name="T43" fmla="*/ 372 h 1368"/>
              <a:gd name="T44" fmla="*/ 357 w 1485"/>
              <a:gd name="T45" fmla="*/ 316 h 1368"/>
              <a:gd name="T46" fmla="*/ 372 w 1485"/>
              <a:gd name="T47" fmla="*/ 161 h 1368"/>
              <a:gd name="T48" fmla="*/ 206 w 1485"/>
              <a:gd name="T49" fmla="*/ 424 h 1368"/>
              <a:gd name="T50" fmla="*/ 206 w 1485"/>
              <a:gd name="T51" fmla="*/ 522 h 1368"/>
              <a:gd name="T52" fmla="*/ 188 w 1485"/>
              <a:gd name="T53" fmla="*/ 519 h 1368"/>
              <a:gd name="T54" fmla="*/ 183 w 1485"/>
              <a:gd name="T55" fmla="*/ 617 h 1368"/>
              <a:gd name="T56" fmla="*/ 243 w 1485"/>
              <a:gd name="T57" fmla="*/ 670 h 1368"/>
              <a:gd name="T58" fmla="*/ 329 w 1485"/>
              <a:gd name="T59" fmla="*/ 872 h 1368"/>
              <a:gd name="T60" fmla="*/ 0 w 1485"/>
              <a:gd name="T61" fmla="*/ 1328 h 1368"/>
              <a:gd name="T62" fmla="*/ 132 w 1485"/>
              <a:gd name="T63" fmla="*/ 1328 h 1368"/>
              <a:gd name="T64" fmla="*/ 465 w 1485"/>
              <a:gd name="T65" fmla="*/ 846 h 1368"/>
              <a:gd name="T66" fmla="*/ 941 w 1485"/>
              <a:gd name="T67" fmla="*/ 864 h 1368"/>
              <a:gd name="T68" fmla="*/ 1041 w 1485"/>
              <a:gd name="T69" fmla="*/ 642 h 1368"/>
              <a:gd name="T70" fmla="*/ 1102 w 1485"/>
              <a:gd name="T71" fmla="*/ 586 h 1368"/>
              <a:gd name="T72" fmla="*/ 1102 w 1485"/>
              <a:gd name="T73" fmla="*/ 476 h 1368"/>
              <a:gd name="T74" fmla="*/ 1081 w 1485"/>
              <a:gd name="T75" fmla="*/ 479 h 1368"/>
              <a:gd name="T76" fmla="*/ 1081 w 1485"/>
              <a:gd name="T77" fmla="*/ 372 h 1368"/>
              <a:gd name="T78" fmla="*/ 941 w 1485"/>
              <a:gd name="T79" fmla="*/ 92 h 1368"/>
              <a:gd name="T80" fmla="*/ 916 w 1485"/>
              <a:gd name="T81" fmla="*/ 0 h 1368"/>
              <a:gd name="T82" fmla="*/ 640 w 1485"/>
              <a:gd name="T83" fmla="*/ 73 h 1368"/>
              <a:gd name="T84" fmla="*/ 643 w 1485"/>
              <a:gd name="T85" fmla="*/ 74 h 1368"/>
              <a:gd name="T86" fmla="*/ 406 w 1485"/>
              <a:gd name="T87" fmla="*/ 372 h 1368"/>
              <a:gd name="T88" fmla="*/ 406 w 1485"/>
              <a:gd name="T89" fmla="*/ 479 h 1368"/>
              <a:gd name="T90" fmla="*/ 386 w 1485"/>
              <a:gd name="T91" fmla="*/ 476 h 1368"/>
              <a:gd name="T92" fmla="*/ 380 w 1485"/>
              <a:gd name="T93" fmla="*/ 584 h 1368"/>
              <a:gd name="T94" fmla="*/ 446 w 1485"/>
              <a:gd name="T95" fmla="*/ 642 h 1368"/>
              <a:gd name="T96" fmla="*/ 541 w 1485"/>
              <a:gd name="T97" fmla="*/ 865 h 1368"/>
              <a:gd name="T98" fmla="*/ 178 w 1485"/>
              <a:gd name="T99" fmla="*/ 1368 h 1368"/>
              <a:gd name="T100" fmla="*/ 1307 w 1485"/>
              <a:gd name="T101" fmla="*/ 1368 h 1368"/>
              <a:gd name="T102" fmla="*/ 941 w 1485"/>
              <a:gd name="T103" fmla="*/ 864 h 13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485" h="1368">
                <a:moveTo>
                  <a:pt x="1063" y="120"/>
                </a:moveTo>
                <a:cubicBezTo>
                  <a:pt x="1092" y="111"/>
                  <a:pt x="1117" y="101"/>
                  <a:pt x="1131" y="88"/>
                </a:cubicBezTo>
                <a:cubicBezTo>
                  <a:pt x="1131" y="88"/>
                  <a:pt x="1132" y="127"/>
                  <a:pt x="1154" y="171"/>
                </a:cubicBezTo>
                <a:cubicBezTo>
                  <a:pt x="1269" y="215"/>
                  <a:pt x="1284" y="318"/>
                  <a:pt x="1281" y="424"/>
                </a:cubicBezTo>
                <a:lnTo>
                  <a:pt x="1281" y="522"/>
                </a:lnTo>
                <a:cubicBezTo>
                  <a:pt x="1287" y="519"/>
                  <a:pt x="1293" y="518"/>
                  <a:pt x="1299" y="519"/>
                </a:cubicBezTo>
                <a:cubicBezTo>
                  <a:pt x="1319" y="525"/>
                  <a:pt x="1308" y="584"/>
                  <a:pt x="1299" y="619"/>
                </a:cubicBezTo>
                <a:cubicBezTo>
                  <a:pt x="1290" y="653"/>
                  <a:pt x="1264" y="674"/>
                  <a:pt x="1244" y="670"/>
                </a:cubicBezTo>
                <a:cubicBezTo>
                  <a:pt x="1230" y="762"/>
                  <a:pt x="1198" y="828"/>
                  <a:pt x="1153" y="871"/>
                </a:cubicBezTo>
                <a:cubicBezTo>
                  <a:pt x="1347" y="941"/>
                  <a:pt x="1485" y="1119"/>
                  <a:pt x="1485" y="1328"/>
                </a:cubicBezTo>
                <a:lnTo>
                  <a:pt x="1353" y="1328"/>
                </a:lnTo>
                <a:cubicBezTo>
                  <a:pt x="1338" y="1123"/>
                  <a:pt x="1209" y="938"/>
                  <a:pt x="1018" y="845"/>
                </a:cubicBezTo>
                <a:cubicBezTo>
                  <a:pt x="1047" y="800"/>
                  <a:pt x="1069" y="746"/>
                  <a:pt x="1083" y="682"/>
                </a:cubicBezTo>
                <a:cubicBezTo>
                  <a:pt x="1113" y="668"/>
                  <a:pt x="1137" y="638"/>
                  <a:pt x="1148" y="598"/>
                </a:cubicBezTo>
                <a:cubicBezTo>
                  <a:pt x="1157" y="564"/>
                  <a:pt x="1182" y="466"/>
                  <a:pt x="1129" y="436"/>
                </a:cubicBezTo>
                <a:lnTo>
                  <a:pt x="1129" y="373"/>
                </a:lnTo>
                <a:cubicBezTo>
                  <a:pt x="1131" y="316"/>
                  <a:pt x="1134" y="203"/>
                  <a:pt x="1063" y="120"/>
                </a:cubicBezTo>
                <a:close/>
                <a:moveTo>
                  <a:pt x="465" y="846"/>
                </a:moveTo>
                <a:cubicBezTo>
                  <a:pt x="438" y="802"/>
                  <a:pt x="418" y="748"/>
                  <a:pt x="405" y="682"/>
                </a:cubicBezTo>
                <a:cubicBezTo>
                  <a:pt x="372" y="668"/>
                  <a:pt x="344" y="635"/>
                  <a:pt x="334" y="596"/>
                </a:cubicBezTo>
                <a:cubicBezTo>
                  <a:pt x="324" y="556"/>
                  <a:pt x="306" y="465"/>
                  <a:pt x="358" y="436"/>
                </a:cubicBezTo>
                <a:lnTo>
                  <a:pt x="358" y="372"/>
                </a:lnTo>
                <a:cubicBezTo>
                  <a:pt x="358" y="352"/>
                  <a:pt x="357" y="334"/>
                  <a:pt x="357" y="316"/>
                </a:cubicBezTo>
                <a:cubicBezTo>
                  <a:pt x="355" y="256"/>
                  <a:pt x="356" y="204"/>
                  <a:pt x="372" y="161"/>
                </a:cubicBezTo>
                <a:cubicBezTo>
                  <a:pt x="175" y="193"/>
                  <a:pt x="206" y="281"/>
                  <a:pt x="206" y="424"/>
                </a:cubicBezTo>
                <a:lnTo>
                  <a:pt x="206" y="522"/>
                </a:lnTo>
                <a:cubicBezTo>
                  <a:pt x="200" y="519"/>
                  <a:pt x="194" y="518"/>
                  <a:pt x="188" y="519"/>
                </a:cubicBezTo>
                <a:cubicBezTo>
                  <a:pt x="168" y="525"/>
                  <a:pt x="174" y="582"/>
                  <a:pt x="183" y="617"/>
                </a:cubicBezTo>
                <a:cubicBezTo>
                  <a:pt x="192" y="651"/>
                  <a:pt x="223" y="674"/>
                  <a:pt x="243" y="670"/>
                </a:cubicBezTo>
                <a:cubicBezTo>
                  <a:pt x="258" y="766"/>
                  <a:pt x="288" y="830"/>
                  <a:pt x="329" y="872"/>
                </a:cubicBezTo>
                <a:cubicBezTo>
                  <a:pt x="137" y="943"/>
                  <a:pt x="0" y="1120"/>
                  <a:pt x="0" y="1328"/>
                </a:cubicBezTo>
                <a:lnTo>
                  <a:pt x="132" y="1328"/>
                </a:lnTo>
                <a:cubicBezTo>
                  <a:pt x="147" y="1124"/>
                  <a:pt x="275" y="939"/>
                  <a:pt x="465" y="846"/>
                </a:cubicBezTo>
                <a:close/>
                <a:moveTo>
                  <a:pt x="941" y="864"/>
                </a:moveTo>
                <a:cubicBezTo>
                  <a:pt x="990" y="816"/>
                  <a:pt x="1025" y="743"/>
                  <a:pt x="1041" y="642"/>
                </a:cubicBezTo>
                <a:cubicBezTo>
                  <a:pt x="1063" y="646"/>
                  <a:pt x="1092" y="624"/>
                  <a:pt x="1102" y="586"/>
                </a:cubicBezTo>
                <a:cubicBezTo>
                  <a:pt x="1112" y="547"/>
                  <a:pt x="1124" y="482"/>
                  <a:pt x="1102" y="476"/>
                </a:cubicBezTo>
                <a:cubicBezTo>
                  <a:pt x="1095" y="475"/>
                  <a:pt x="1088" y="476"/>
                  <a:pt x="1081" y="479"/>
                </a:cubicBezTo>
                <a:lnTo>
                  <a:pt x="1081" y="372"/>
                </a:lnTo>
                <a:cubicBezTo>
                  <a:pt x="1085" y="254"/>
                  <a:pt x="1069" y="141"/>
                  <a:pt x="941" y="92"/>
                </a:cubicBezTo>
                <a:cubicBezTo>
                  <a:pt x="918" y="44"/>
                  <a:pt x="916" y="0"/>
                  <a:pt x="916" y="0"/>
                </a:cubicBezTo>
                <a:cubicBezTo>
                  <a:pt x="859" y="52"/>
                  <a:pt x="640" y="73"/>
                  <a:pt x="640" y="73"/>
                </a:cubicBezTo>
                <a:lnTo>
                  <a:pt x="643" y="74"/>
                </a:lnTo>
                <a:cubicBezTo>
                  <a:pt x="366" y="102"/>
                  <a:pt x="406" y="202"/>
                  <a:pt x="406" y="372"/>
                </a:cubicBezTo>
                <a:lnTo>
                  <a:pt x="406" y="479"/>
                </a:lnTo>
                <a:cubicBezTo>
                  <a:pt x="399" y="476"/>
                  <a:pt x="392" y="475"/>
                  <a:pt x="386" y="476"/>
                </a:cubicBezTo>
                <a:cubicBezTo>
                  <a:pt x="363" y="482"/>
                  <a:pt x="370" y="545"/>
                  <a:pt x="380" y="584"/>
                </a:cubicBezTo>
                <a:cubicBezTo>
                  <a:pt x="390" y="622"/>
                  <a:pt x="424" y="647"/>
                  <a:pt x="446" y="642"/>
                </a:cubicBezTo>
                <a:cubicBezTo>
                  <a:pt x="463" y="749"/>
                  <a:pt x="496" y="819"/>
                  <a:pt x="541" y="865"/>
                </a:cubicBezTo>
                <a:cubicBezTo>
                  <a:pt x="329" y="943"/>
                  <a:pt x="178" y="1139"/>
                  <a:pt x="178" y="1368"/>
                </a:cubicBezTo>
                <a:lnTo>
                  <a:pt x="1307" y="1368"/>
                </a:lnTo>
                <a:cubicBezTo>
                  <a:pt x="1306" y="1137"/>
                  <a:pt x="1154" y="941"/>
                  <a:pt x="941" y="864"/>
                </a:cubicBezTo>
                <a:close/>
              </a:path>
            </a:pathLst>
          </a:cu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4354"/>
            <a:endParaRPr lang="zh-CN" altLang="en-US" sz="2000" b="1" i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6" name="íṣ1iďé">
            <a:extLst>
              <a:ext uri="{FF2B5EF4-FFF2-40B4-BE49-F238E27FC236}">
                <a16:creationId xmlns:a16="http://schemas.microsoft.com/office/drawing/2014/main" id="{ABE974F5-833F-491A-AE2B-50BFA2B93433}"/>
              </a:ext>
            </a:extLst>
          </p:cNvPr>
          <p:cNvSpPr txBox="1"/>
          <p:nvPr/>
        </p:nvSpPr>
        <p:spPr bwMode="auto">
          <a:xfrm>
            <a:off x="10023777" y="5850842"/>
            <a:ext cx="1134312" cy="35443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1200" b="1">
                <a:cs typeface="+mn-ea"/>
                <a:sym typeface="+mn-lt"/>
              </a:rPr>
              <a:t>…Text</a:t>
            </a:r>
          </a:p>
        </p:txBody>
      </p:sp>
    </p:spTree>
    <p:extLst>
      <p:ext uri="{BB962C8B-B14F-4D97-AF65-F5344CB8AC3E}">
        <p14:creationId xmlns:p14="http://schemas.microsoft.com/office/powerpoint/2010/main" val="357136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/>
      <p:bldP spid="23" grpId="0" animBg="1"/>
      <p:bldP spid="24" grpId="0"/>
      <p:bldP spid="21" grpId="0" animBg="1"/>
      <p:bldP spid="22" grpId="0"/>
      <p:bldP spid="19" grpId="0" animBg="1"/>
      <p:bldP spid="20" grpId="0"/>
      <p:bldP spid="17" grpId="0" animBg="1"/>
      <p:bldP spid="18" grpId="0"/>
      <p:bldP spid="15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Sľíḋe">
            <a:extLst>
              <a:ext uri="{FF2B5EF4-FFF2-40B4-BE49-F238E27FC236}">
                <a16:creationId xmlns:a16="http://schemas.microsoft.com/office/drawing/2014/main" id="{700674CC-86D9-4338-8C07-F7EC712B59EC}"/>
              </a:ext>
            </a:extLst>
          </p:cNvPr>
          <p:cNvSpPr/>
          <p:nvPr/>
        </p:nvSpPr>
        <p:spPr>
          <a:xfrm>
            <a:off x="9193629" y="1416679"/>
            <a:ext cx="1813710" cy="4685891"/>
          </a:xfrm>
          <a:prstGeom prst="rect">
            <a:avLst/>
          </a:prstGeom>
          <a:blipFill>
            <a:blip r:embed="Rca27df3617d34ade"/>
            <a:stretch>
              <a:fillRect l="-145235" r="-143215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5" name="îṣľíďè">
            <a:extLst>
              <a:ext uri="{FF2B5EF4-FFF2-40B4-BE49-F238E27FC236}">
                <a16:creationId xmlns:a16="http://schemas.microsoft.com/office/drawing/2014/main" id="{0F3E85C5-6E82-46D6-9193-E980B5C2F1B0}"/>
              </a:ext>
            </a:extLst>
          </p:cNvPr>
          <p:cNvSpPr/>
          <p:nvPr/>
        </p:nvSpPr>
        <p:spPr>
          <a:xfrm>
            <a:off x="7267101" y="1425353"/>
            <a:ext cx="1813710" cy="4685891"/>
          </a:xfrm>
          <a:prstGeom prst="rect">
            <a:avLst/>
          </a:prstGeom>
          <a:blipFill>
            <a:blip r:embed="R0f741536eae74ab4"/>
            <a:stretch>
              <a:fillRect l="-181340" r="-178818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ís1íḋé">
            <a:extLst>
              <a:ext uri="{FF2B5EF4-FFF2-40B4-BE49-F238E27FC236}">
                <a16:creationId xmlns:a16="http://schemas.microsoft.com/office/drawing/2014/main" id="{9B964803-AD56-48A8-80A2-46AFA96F91AD}"/>
              </a:ext>
            </a:extLst>
          </p:cNvPr>
          <p:cNvSpPr/>
          <p:nvPr/>
        </p:nvSpPr>
        <p:spPr>
          <a:xfrm>
            <a:off x="5341758" y="1429081"/>
            <a:ext cx="1813710" cy="4685891"/>
          </a:xfrm>
          <a:prstGeom prst="rect">
            <a:avLst/>
          </a:prstGeom>
          <a:blipFill>
            <a:blip r:embed="R1c8ee2db7e684685"/>
            <a:stretch>
              <a:fillRect l="-35715" r="-35219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7" name="iṩľíďê">
            <a:extLst>
              <a:ext uri="{FF2B5EF4-FFF2-40B4-BE49-F238E27FC236}">
                <a16:creationId xmlns:a16="http://schemas.microsoft.com/office/drawing/2014/main" id="{6109B231-F310-4356-9DCC-628652228376}"/>
              </a:ext>
            </a:extLst>
          </p:cNvPr>
          <p:cNvSpPr/>
          <p:nvPr/>
        </p:nvSpPr>
        <p:spPr>
          <a:xfrm>
            <a:off x="5341759" y="3282077"/>
            <a:ext cx="1813710" cy="2829170"/>
          </a:xfrm>
          <a:prstGeom prst="rect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sz="1400" b="1">
              <a:cs typeface="+mn-ea"/>
              <a:sym typeface="+mn-lt"/>
            </a:endParaRPr>
          </a:p>
        </p:txBody>
      </p:sp>
      <p:sp>
        <p:nvSpPr>
          <p:cNvPr id="8" name="îSľiḋe">
            <a:extLst>
              <a:ext uri="{FF2B5EF4-FFF2-40B4-BE49-F238E27FC236}">
                <a16:creationId xmlns:a16="http://schemas.microsoft.com/office/drawing/2014/main" id="{D7463B83-67E2-4E27-901E-DEE8F852FAD0}"/>
              </a:ext>
            </a:extLst>
          </p:cNvPr>
          <p:cNvSpPr/>
          <p:nvPr/>
        </p:nvSpPr>
        <p:spPr>
          <a:xfrm>
            <a:off x="7267694" y="3282077"/>
            <a:ext cx="1813710" cy="2829170"/>
          </a:xfrm>
          <a:prstGeom prst="rect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sz="1400" b="1">
              <a:cs typeface="+mn-ea"/>
              <a:sym typeface="+mn-lt"/>
            </a:endParaRPr>
          </a:p>
        </p:txBody>
      </p:sp>
      <p:sp>
        <p:nvSpPr>
          <p:cNvPr id="9" name="îš1íḑe">
            <a:extLst>
              <a:ext uri="{FF2B5EF4-FFF2-40B4-BE49-F238E27FC236}">
                <a16:creationId xmlns:a16="http://schemas.microsoft.com/office/drawing/2014/main" id="{E22039EF-D9B3-4216-BE2D-AB65E6885E6A}"/>
              </a:ext>
            </a:extLst>
          </p:cNvPr>
          <p:cNvSpPr/>
          <p:nvPr/>
        </p:nvSpPr>
        <p:spPr>
          <a:xfrm>
            <a:off x="9193629" y="3282077"/>
            <a:ext cx="1813710" cy="2829170"/>
          </a:xfrm>
          <a:prstGeom prst="rect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sz="1400" b="1">
              <a:cs typeface="+mn-ea"/>
              <a:sym typeface="+mn-lt"/>
            </a:endParaRPr>
          </a:p>
        </p:txBody>
      </p:sp>
      <p:sp>
        <p:nvSpPr>
          <p:cNvPr id="10" name="îṡ1ïďé">
            <a:extLst>
              <a:ext uri="{FF2B5EF4-FFF2-40B4-BE49-F238E27FC236}">
                <a16:creationId xmlns:a16="http://schemas.microsoft.com/office/drawing/2014/main" id="{63B27266-3D8B-4CAB-BCE7-29DE3F83BDC0}"/>
              </a:ext>
            </a:extLst>
          </p:cNvPr>
          <p:cNvSpPr/>
          <p:nvPr/>
        </p:nvSpPr>
        <p:spPr bwMode="auto">
          <a:xfrm>
            <a:off x="5960314" y="5036269"/>
            <a:ext cx="503719" cy="503719"/>
          </a:xfrm>
          <a:custGeom>
            <a:avLst/>
            <a:gdLst>
              <a:gd name="T0" fmla="*/ 223 w 228"/>
              <a:gd name="T1" fmla="*/ 95 h 228"/>
              <a:gd name="T2" fmla="*/ 196 w 228"/>
              <a:gd name="T3" fmla="*/ 90 h 228"/>
              <a:gd name="T4" fmla="*/ 189 w 228"/>
              <a:gd name="T5" fmla="*/ 74 h 228"/>
              <a:gd name="T6" fmla="*/ 205 w 228"/>
              <a:gd name="T7" fmla="*/ 50 h 228"/>
              <a:gd name="T8" fmla="*/ 205 w 228"/>
              <a:gd name="T9" fmla="*/ 43 h 228"/>
              <a:gd name="T10" fmla="*/ 185 w 228"/>
              <a:gd name="T11" fmla="*/ 24 h 228"/>
              <a:gd name="T12" fmla="*/ 178 w 228"/>
              <a:gd name="T13" fmla="*/ 23 h 228"/>
              <a:gd name="T14" fmla="*/ 155 w 228"/>
              <a:gd name="T15" fmla="*/ 39 h 228"/>
              <a:gd name="T16" fmla="*/ 138 w 228"/>
              <a:gd name="T17" fmla="*/ 32 h 228"/>
              <a:gd name="T18" fmla="*/ 133 w 228"/>
              <a:gd name="T19" fmla="*/ 5 h 228"/>
              <a:gd name="T20" fmla="*/ 127 w 228"/>
              <a:gd name="T21" fmla="*/ 0 h 228"/>
              <a:gd name="T22" fmla="*/ 100 w 228"/>
              <a:gd name="T23" fmla="*/ 0 h 228"/>
              <a:gd name="T24" fmla="*/ 94 w 228"/>
              <a:gd name="T25" fmla="*/ 5 h 228"/>
              <a:gd name="T26" fmla="*/ 89 w 228"/>
              <a:gd name="T27" fmla="*/ 32 h 228"/>
              <a:gd name="T28" fmla="*/ 73 w 228"/>
              <a:gd name="T29" fmla="*/ 39 h 228"/>
              <a:gd name="T30" fmla="*/ 50 w 228"/>
              <a:gd name="T31" fmla="*/ 23 h 228"/>
              <a:gd name="T32" fmla="*/ 43 w 228"/>
              <a:gd name="T33" fmla="*/ 24 h 228"/>
              <a:gd name="T34" fmla="*/ 23 w 228"/>
              <a:gd name="T35" fmla="*/ 43 h 228"/>
              <a:gd name="T36" fmla="*/ 23 w 228"/>
              <a:gd name="T37" fmla="*/ 51 h 228"/>
              <a:gd name="T38" fmla="*/ 39 w 228"/>
              <a:gd name="T39" fmla="*/ 74 h 228"/>
              <a:gd name="T40" fmla="*/ 32 w 228"/>
              <a:gd name="T41" fmla="*/ 90 h 228"/>
              <a:gd name="T42" fmla="*/ 5 w 228"/>
              <a:gd name="T43" fmla="*/ 95 h 228"/>
              <a:gd name="T44" fmla="*/ 0 w 228"/>
              <a:gd name="T45" fmla="*/ 100 h 228"/>
              <a:gd name="T46" fmla="*/ 0 w 228"/>
              <a:gd name="T47" fmla="*/ 128 h 228"/>
              <a:gd name="T48" fmla="*/ 5 w 228"/>
              <a:gd name="T49" fmla="*/ 134 h 228"/>
              <a:gd name="T50" fmla="*/ 32 w 228"/>
              <a:gd name="T51" fmla="*/ 139 h 228"/>
              <a:gd name="T52" fmla="*/ 39 w 228"/>
              <a:gd name="T53" fmla="*/ 155 h 228"/>
              <a:gd name="T54" fmla="*/ 23 w 228"/>
              <a:gd name="T55" fmla="*/ 178 h 228"/>
              <a:gd name="T56" fmla="*/ 24 w 228"/>
              <a:gd name="T57" fmla="*/ 185 h 228"/>
              <a:gd name="T58" fmla="*/ 43 w 228"/>
              <a:gd name="T59" fmla="*/ 204 h 228"/>
              <a:gd name="T60" fmla="*/ 51 w 228"/>
              <a:gd name="T61" fmla="*/ 205 h 228"/>
              <a:gd name="T62" fmla="*/ 73 w 228"/>
              <a:gd name="T63" fmla="*/ 189 h 228"/>
              <a:gd name="T64" fmla="*/ 89 w 228"/>
              <a:gd name="T65" fmla="*/ 196 h 228"/>
              <a:gd name="T66" fmla="*/ 94 w 228"/>
              <a:gd name="T67" fmla="*/ 223 h 228"/>
              <a:gd name="T68" fmla="*/ 100 w 228"/>
              <a:gd name="T69" fmla="*/ 228 h 228"/>
              <a:gd name="T70" fmla="*/ 127 w 228"/>
              <a:gd name="T71" fmla="*/ 228 h 228"/>
              <a:gd name="T72" fmla="*/ 133 w 228"/>
              <a:gd name="T73" fmla="*/ 223 h 228"/>
              <a:gd name="T74" fmla="*/ 138 w 228"/>
              <a:gd name="T75" fmla="*/ 196 h 228"/>
              <a:gd name="T76" fmla="*/ 154 w 228"/>
              <a:gd name="T77" fmla="*/ 190 h 228"/>
              <a:gd name="T78" fmla="*/ 177 w 228"/>
              <a:gd name="T79" fmla="*/ 205 h 228"/>
              <a:gd name="T80" fmla="*/ 185 w 228"/>
              <a:gd name="T81" fmla="*/ 205 h 228"/>
              <a:gd name="T82" fmla="*/ 204 w 228"/>
              <a:gd name="T83" fmla="*/ 185 h 228"/>
              <a:gd name="T84" fmla="*/ 205 w 228"/>
              <a:gd name="T85" fmla="*/ 178 h 228"/>
              <a:gd name="T86" fmla="*/ 189 w 228"/>
              <a:gd name="T87" fmla="*/ 155 h 228"/>
              <a:gd name="T88" fmla="*/ 196 w 228"/>
              <a:gd name="T89" fmla="*/ 139 h 228"/>
              <a:gd name="T90" fmla="*/ 223 w 228"/>
              <a:gd name="T91" fmla="*/ 134 h 228"/>
              <a:gd name="T92" fmla="*/ 228 w 228"/>
              <a:gd name="T93" fmla="*/ 128 h 228"/>
              <a:gd name="T94" fmla="*/ 228 w 228"/>
              <a:gd name="T95" fmla="*/ 100 h 228"/>
              <a:gd name="T96" fmla="*/ 223 w 228"/>
              <a:gd name="T97" fmla="*/ 95 h 228"/>
              <a:gd name="T98" fmla="*/ 114 w 228"/>
              <a:gd name="T99" fmla="*/ 149 h 228"/>
              <a:gd name="T100" fmla="*/ 79 w 228"/>
              <a:gd name="T101" fmla="*/ 114 h 228"/>
              <a:gd name="T102" fmla="*/ 114 w 228"/>
              <a:gd name="T103" fmla="*/ 79 h 228"/>
              <a:gd name="T104" fmla="*/ 149 w 228"/>
              <a:gd name="T105" fmla="*/ 114 h 228"/>
              <a:gd name="T106" fmla="*/ 114 w 228"/>
              <a:gd name="T107" fmla="*/ 149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28" h="228">
                <a:moveTo>
                  <a:pt x="223" y="95"/>
                </a:moveTo>
                <a:cubicBezTo>
                  <a:pt x="196" y="90"/>
                  <a:pt x="196" y="90"/>
                  <a:pt x="196" y="90"/>
                </a:cubicBezTo>
                <a:cubicBezTo>
                  <a:pt x="194" y="84"/>
                  <a:pt x="192" y="79"/>
                  <a:pt x="189" y="74"/>
                </a:cubicBezTo>
                <a:cubicBezTo>
                  <a:pt x="205" y="50"/>
                  <a:pt x="205" y="50"/>
                  <a:pt x="205" y="50"/>
                </a:cubicBezTo>
                <a:cubicBezTo>
                  <a:pt x="207" y="48"/>
                  <a:pt x="206" y="45"/>
                  <a:pt x="205" y="43"/>
                </a:cubicBezTo>
                <a:cubicBezTo>
                  <a:pt x="185" y="24"/>
                  <a:pt x="185" y="24"/>
                  <a:pt x="185" y="24"/>
                </a:cubicBezTo>
                <a:cubicBezTo>
                  <a:pt x="183" y="22"/>
                  <a:pt x="180" y="21"/>
                  <a:pt x="178" y="23"/>
                </a:cubicBezTo>
                <a:cubicBezTo>
                  <a:pt x="155" y="39"/>
                  <a:pt x="155" y="39"/>
                  <a:pt x="155" y="39"/>
                </a:cubicBezTo>
                <a:cubicBezTo>
                  <a:pt x="149" y="36"/>
                  <a:pt x="144" y="34"/>
                  <a:pt x="138" y="32"/>
                </a:cubicBezTo>
                <a:cubicBezTo>
                  <a:pt x="133" y="5"/>
                  <a:pt x="133" y="5"/>
                  <a:pt x="133" y="5"/>
                </a:cubicBezTo>
                <a:cubicBezTo>
                  <a:pt x="133" y="2"/>
                  <a:pt x="130" y="0"/>
                  <a:pt x="127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97" y="0"/>
                  <a:pt x="95" y="2"/>
                  <a:pt x="94" y="5"/>
                </a:cubicBezTo>
                <a:cubicBezTo>
                  <a:pt x="89" y="32"/>
                  <a:pt x="89" y="32"/>
                  <a:pt x="89" y="32"/>
                </a:cubicBezTo>
                <a:cubicBezTo>
                  <a:pt x="83" y="34"/>
                  <a:pt x="78" y="36"/>
                  <a:pt x="73" y="39"/>
                </a:cubicBezTo>
                <a:cubicBezTo>
                  <a:pt x="50" y="23"/>
                  <a:pt x="50" y="23"/>
                  <a:pt x="50" y="23"/>
                </a:cubicBezTo>
                <a:cubicBezTo>
                  <a:pt x="48" y="22"/>
                  <a:pt x="45" y="22"/>
                  <a:pt x="43" y="24"/>
                </a:cubicBezTo>
                <a:cubicBezTo>
                  <a:pt x="23" y="43"/>
                  <a:pt x="23" y="43"/>
                  <a:pt x="23" y="43"/>
                </a:cubicBezTo>
                <a:cubicBezTo>
                  <a:pt x="22" y="45"/>
                  <a:pt x="21" y="49"/>
                  <a:pt x="23" y="51"/>
                </a:cubicBezTo>
                <a:cubicBezTo>
                  <a:pt x="39" y="74"/>
                  <a:pt x="39" y="74"/>
                  <a:pt x="39" y="74"/>
                </a:cubicBezTo>
                <a:cubicBezTo>
                  <a:pt x="36" y="79"/>
                  <a:pt x="34" y="84"/>
                  <a:pt x="32" y="90"/>
                </a:cubicBezTo>
                <a:cubicBezTo>
                  <a:pt x="5" y="95"/>
                  <a:pt x="5" y="95"/>
                  <a:pt x="5" y="95"/>
                </a:cubicBezTo>
                <a:cubicBezTo>
                  <a:pt x="2" y="95"/>
                  <a:pt x="0" y="98"/>
                  <a:pt x="0" y="100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131"/>
                  <a:pt x="2" y="133"/>
                  <a:pt x="5" y="134"/>
                </a:cubicBezTo>
                <a:cubicBezTo>
                  <a:pt x="32" y="139"/>
                  <a:pt x="32" y="139"/>
                  <a:pt x="32" y="139"/>
                </a:cubicBezTo>
                <a:cubicBezTo>
                  <a:pt x="34" y="144"/>
                  <a:pt x="36" y="150"/>
                  <a:pt x="39" y="155"/>
                </a:cubicBezTo>
                <a:cubicBezTo>
                  <a:pt x="23" y="178"/>
                  <a:pt x="23" y="178"/>
                  <a:pt x="23" y="178"/>
                </a:cubicBezTo>
                <a:cubicBezTo>
                  <a:pt x="22" y="180"/>
                  <a:pt x="22" y="183"/>
                  <a:pt x="24" y="185"/>
                </a:cubicBezTo>
                <a:cubicBezTo>
                  <a:pt x="43" y="204"/>
                  <a:pt x="43" y="204"/>
                  <a:pt x="43" y="204"/>
                </a:cubicBezTo>
                <a:cubicBezTo>
                  <a:pt x="45" y="206"/>
                  <a:pt x="48" y="207"/>
                  <a:pt x="51" y="205"/>
                </a:cubicBezTo>
                <a:cubicBezTo>
                  <a:pt x="73" y="189"/>
                  <a:pt x="73" y="189"/>
                  <a:pt x="73" y="189"/>
                </a:cubicBezTo>
                <a:cubicBezTo>
                  <a:pt x="78" y="192"/>
                  <a:pt x="84" y="194"/>
                  <a:pt x="89" y="196"/>
                </a:cubicBezTo>
                <a:cubicBezTo>
                  <a:pt x="94" y="223"/>
                  <a:pt x="94" y="223"/>
                  <a:pt x="94" y="223"/>
                </a:cubicBezTo>
                <a:cubicBezTo>
                  <a:pt x="95" y="226"/>
                  <a:pt x="97" y="228"/>
                  <a:pt x="100" y="228"/>
                </a:cubicBezTo>
                <a:cubicBezTo>
                  <a:pt x="127" y="228"/>
                  <a:pt x="127" y="228"/>
                  <a:pt x="127" y="228"/>
                </a:cubicBezTo>
                <a:cubicBezTo>
                  <a:pt x="130" y="228"/>
                  <a:pt x="133" y="226"/>
                  <a:pt x="133" y="223"/>
                </a:cubicBezTo>
                <a:cubicBezTo>
                  <a:pt x="138" y="196"/>
                  <a:pt x="138" y="196"/>
                  <a:pt x="138" y="196"/>
                </a:cubicBezTo>
                <a:cubicBezTo>
                  <a:pt x="144" y="194"/>
                  <a:pt x="149" y="192"/>
                  <a:pt x="154" y="190"/>
                </a:cubicBezTo>
                <a:cubicBezTo>
                  <a:pt x="177" y="205"/>
                  <a:pt x="177" y="205"/>
                  <a:pt x="177" y="205"/>
                </a:cubicBezTo>
                <a:cubicBezTo>
                  <a:pt x="180" y="207"/>
                  <a:pt x="183" y="207"/>
                  <a:pt x="185" y="205"/>
                </a:cubicBezTo>
                <a:cubicBezTo>
                  <a:pt x="204" y="185"/>
                  <a:pt x="204" y="185"/>
                  <a:pt x="204" y="185"/>
                </a:cubicBezTo>
                <a:cubicBezTo>
                  <a:pt x="206" y="183"/>
                  <a:pt x="206" y="180"/>
                  <a:pt x="205" y="178"/>
                </a:cubicBezTo>
                <a:cubicBezTo>
                  <a:pt x="189" y="155"/>
                  <a:pt x="189" y="155"/>
                  <a:pt x="189" y="155"/>
                </a:cubicBezTo>
                <a:cubicBezTo>
                  <a:pt x="192" y="150"/>
                  <a:pt x="194" y="144"/>
                  <a:pt x="196" y="139"/>
                </a:cubicBezTo>
                <a:cubicBezTo>
                  <a:pt x="223" y="134"/>
                  <a:pt x="223" y="134"/>
                  <a:pt x="223" y="134"/>
                </a:cubicBezTo>
                <a:cubicBezTo>
                  <a:pt x="226" y="133"/>
                  <a:pt x="228" y="131"/>
                  <a:pt x="228" y="128"/>
                </a:cubicBezTo>
                <a:cubicBezTo>
                  <a:pt x="228" y="100"/>
                  <a:pt x="228" y="100"/>
                  <a:pt x="228" y="100"/>
                </a:cubicBezTo>
                <a:cubicBezTo>
                  <a:pt x="228" y="98"/>
                  <a:pt x="226" y="95"/>
                  <a:pt x="223" y="95"/>
                </a:cubicBezTo>
                <a:close/>
                <a:moveTo>
                  <a:pt x="114" y="149"/>
                </a:moveTo>
                <a:cubicBezTo>
                  <a:pt x="95" y="149"/>
                  <a:pt x="79" y="133"/>
                  <a:pt x="79" y="114"/>
                </a:cubicBezTo>
                <a:cubicBezTo>
                  <a:pt x="79" y="95"/>
                  <a:pt x="95" y="79"/>
                  <a:pt x="114" y="79"/>
                </a:cubicBezTo>
                <a:cubicBezTo>
                  <a:pt x="133" y="79"/>
                  <a:pt x="149" y="95"/>
                  <a:pt x="149" y="114"/>
                </a:cubicBezTo>
                <a:cubicBezTo>
                  <a:pt x="149" y="133"/>
                  <a:pt x="133" y="149"/>
                  <a:pt x="114" y="14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" name="ïṣḻiḋé">
            <a:extLst>
              <a:ext uri="{FF2B5EF4-FFF2-40B4-BE49-F238E27FC236}">
                <a16:creationId xmlns:a16="http://schemas.microsoft.com/office/drawing/2014/main" id="{4E2F6EC1-520F-4205-A723-DDAC60DD54FF}"/>
              </a:ext>
            </a:extLst>
          </p:cNvPr>
          <p:cNvSpPr/>
          <p:nvPr/>
        </p:nvSpPr>
        <p:spPr bwMode="auto">
          <a:xfrm>
            <a:off x="7853020" y="5003039"/>
            <a:ext cx="570178" cy="570178"/>
          </a:xfrm>
          <a:custGeom>
            <a:avLst/>
            <a:gdLst>
              <a:gd name="T0" fmla="*/ 130 w 236"/>
              <a:gd name="T1" fmla="*/ 1 h 236"/>
              <a:gd name="T2" fmla="*/ 118 w 236"/>
              <a:gd name="T3" fmla="*/ 0 h 236"/>
              <a:gd name="T4" fmla="*/ 30 w 236"/>
              <a:gd name="T5" fmla="*/ 40 h 236"/>
              <a:gd name="T6" fmla="*/ 68 w 236"/>
              <a:gd name="T7" fmla="*/ 105 h 236"/>
              <a:gd name="T8" fmla="*/ 130 w 236"/>
              <a:gd name="T9" fmla="*/ 1 h 236"/>
              <a:gd name="T10" fmla="*/ 20 w 236"/>
              <a:gd name="T11" fmla="*/ 52 h 236"/>
              <a:gd name="T12" fmla="*/ 0 w 236"/>
              <a:gd name="T13" fmla="*/ 118 h 236"/>
              <a:gd name="T14" fmla="*/ 5 w 236"/>
              <a:gd name="T15" fmla="*/ 153 h 236"/>
              <a:gd name="T16" fmla="*/ 81 w 236"/>
              <a:gd name="T17" fmla="*/ 153 h 236"/>
              <a:gd name="T18" fmla="*/ 20 w 236"/>
              <a:gd name="T19" fmla="*/ 52 h 236"/>
              <a:gd name="T20" fmla="*/ 225 w 236"/>
              <a:gd name="T21" fmla="*/ 68 h 236"/>
              <a:gd name="T22" fmla="*/ 145 w 236"/>
              <a:gd name="T23" fmla="*/ 3 h 236"/>
              <a:gd name="T24" fmla="*/ 106 w 236"/>
              <a:gd name="T25" fmla="*/ 68 h 236"/>
              <a:gd name="T26" fmla="*/ 225 w 236"/>
              <a:gd name="T27" fmla="*/ 68 h 236"/>
              <a:gd name="T28" fmla="*/ 130 w 236"/>
              <a:gd name="T29" fmla="*/ 167 h 236"/>
              <a:gd name="T30" fmla="*/ 11 w 236"/>
              <a:gd name="T31" fmla="*/ 167 h 236"/>
              <a:gd name="T32" fmla="*/ 96 w 236"/>
              <a:gd name="T33" fmla="*/ 234 h 236"/>
              <a:gd name="T34" fmla="*/ 93 w 236"/>
              <a:gd name="T35" fmla="*/ 232 h 236"/>
              <a:gd name="T36" fmla="*/ 130 w 236"/>
              <a:gd name="T37" fmla="*/ 167 h 236"/>
              <a:gd name="T38" fmla="*/ 230 w 236"/>
              <a:gd name="T39" fmla="*/ 82 h 236"/>
              <a:gd name="T40" fmla="*/ 155 w 236"/>
              <a:gd name="T41" fmla="*/ 82 h 236"/>
              <a:gd name="T42" fmla="*/ 215 w 236"/>
              <a:gd name="T43" fmla="*/ 186 h 236"/>
              <a:gd name="T44" fmla="*/ 236 w 236"/>
              <a:gd name="T45" fmla="*/ 118 h 236"/>
              <a:gd name="T46" fmla="*/ 230 w 236"/>
              <a:gd name="T47" fmla="*/ 82 h 236"/>
              <a:gd name="T48" fmla="*/ 108 w 236"/>
              <a:gd name="T49" fmla="*/ 236 h 236"/>
              <a:gd name="T50" fmla="*/ 118 w 236"/>
              <a:gd name="T51" fmla="*/ 236 h 236"/>
              <a:gd name="T52" fmla="*/ 205 w 236"/>
              <a:gd name="T53" fmla="*/ 198 h 236"/>
              <a:gd name="T54" fmla="*/ 167 w 236"/>
              <a:gd name="T55" fmla="*/ 132 h 236"/>
              <a:gd name="T56" fmla="*/ 108 w 236"/>
              <a:gd name="T57" fmla="*/ 236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36" h="236">
                <a:moveTo>
                  <a:pt x="130" y="1"/>
                </a:moveTo>
                <a:cubicBezTo>
                  <a:pt x="126" y="0"/>
                  <a:pt x="122" y="0"/>
                  <a:pt x="118" y="0"/>
                </a:cubicBezTo>
                <a:cubicBezTo>
                  <a:pt x="83" y="0"/>
                  <a:pt x="51" y="16"/>
                  <a:pt x="30" y="40"/>
                </a:cubicBezTo>
                <a:cubicBezTo>
                  <a:pt x="68" y="105"/>
                  <a:pt x="68" y="105"/>
                  <a:pt x="68" y="105"/>
                </a:cubicBezTo>
                <a:lnTo>
                  <a:pt x="130" y="1"/>
                </a:lnTo>
                <a:close/>
                <a:moveTo>
                  <a:pt x="20" y="52"/>
                </a:moveTo>
                <a:cubicBezTo>
                  <a:pt x="7" y="71"/>
                  <a:pt x="0" y="94"/>
                  <a:pt x="0" y="118"/>
                </a:cubicBezTo>
                <a:cubicBezTo>
                  <a:pt x="0" y="130"/>
                  <a:pt x="2" y="142"/>
                  <a:pt x="5" y="153"/>
                </a:cubicBezTo>
                <a:cubicBezTo>
                  <a:pt x="81" y="153"/>
                  <a:pt x="81" y="153"/>
                  <a:pt x="81" y="153"/>
                </a:cubicBezTo>
                <a:lnTo>
                  <a:pt x="20" y="52"/>
                </a:lnTo>
                <a:close/>
                <a:moveTo>
                  <a:pt x="225" y="68"/>
                </a:moveTo>
                <a:cubicBezTo>
                  <a:pt x="210" y="36"/>
                  <a:pt x="180" y="11"/>
                  <a:pt x="145" y="3"/>
                </a:cubicBezTo>
                <a:cubicBezTo>
                  <a:pt x="106" y="68"/>
                  <a:pt x="106" y="68"/>
                  <a:pt x="106" y="68"/>
                </a:cubicBezTo>
                <a:lnTo>
                  <a:pt x="225" y="68"/>
                </a:lnTo>
                <a:close/>
                <a:moveTo>
                  <a:pt x="130" y="167"/>
                </a:moveTo>
                <a:cubicBezTo>
                  <a:pt x="11" y="167"/>
                  <a:pt x="11" y="167"/>
                  <a:pt x="11" y="167"/>
                </a:cubicBezTo>
                <a:cubicBezTo>
                  <a:pt x="26" y="201"/>
                  <a:pt x="58" y="227"/>
                  <a:pt x="96" y="234"/>
                </a:cubicBezTo>
                <a:cubicBezTo>
                  <a:pt x="93" y="232"/>
                  <a:pt x="93" y="232"/>
                  <a:pt x="93" y="232"/>
                </a:cubicBezTo>
                <a:lnTo>
                  <a:pt x="130" y="167"/>
                </a:lnTo>
                <a:close/>
                <a:moveTo>
                  <a:pt x="230" y="82"/>
                </a:moveTo>
                <a:cubicBezTo>
                  <a:pt x="155" y="82"/>
                  <a:pt x="155" y="82"/>
                  <a:pt x="155" y="82"/>
                </a:cubicBezTo>
                <a:cubicBezTo>
                  <a:pt x="215" y="186"/>
                  <a:pt x="215" y="186"/>
                  <a:pt x="215" y="186"/>
                </a:cubicBezTo>
                <a:cubicBezTo>
                  <a:pt x="228" y="167"/>
                  <a:pt x="236" y="143"/>
                  <a:pt x="236" y="118"/>
                </a:cubicBezTo>
                <a:cubicBezTo>
                  <a:pt x="236" y="106"/>
                  <a:pt x="234" y="94"/>
                  <a:pt x="230" y="82"/>
                </a:cubicBezTo>
                <a:close/>
                <a:moveTo>
                  <a:pt x="108" y="236"/>
                </a:moveTo>
                <a:cubicBezTo>
                  <a:pt x="111" y="236"/>
                  <a:pt x="115" y="236"/>
                  <a:pt x="118" y="236"/>
                </a:cubicBezTo>
                <a:cubicBezTo>
                  <a:pt x="152" y="236"/>
                  <a:pt x="183" y="221"/>
                  <a:pt x="205" y="198"/>
                </a:cubicBezTo>
                <a:cubicBezTo>
                  <a:pt x="167" y="132"/>
                  <a:pt x="167" y="132"/>
                  <a:pt x="167" y="132"/>
                </a:cubicBezTo>
                <a:lnTo>
                  <a:pt x="108" y="2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2" name="îṣļîďê">
            <a:extLst>
              <a:ext uri="{FF2B5EF4-FFF2-40B4-BE49-F238E27FC236}">
                <a16:creationId xmlns:a16="http://schemas.microsoft.com/office/drawing/2014/main" id="{FCFBD2A4-D331-4EFF-A250-00996BFC3F87}"/>
              </a:ext>
            </a:extLst>
          </p:cNvPr>
          <p:cNvSpPr/>
          <p:nvPr/>
        </p:nvSpPr>
        <p:spPr bwMode="auto">
          <a:xfrm>
            <a:off x="9808934" y="5033019"/>
            <a:ext cx="510218" cy="510218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3" name="íṩ1îḓè">
            <a:extLst>
              <a:ext uri="{FF2B5EF4-FFF2-40B4-BE49-F238E27FC236}">
                <a16:creationId xmlns:a16="http://schemas.microsoft.com/office/drawing/2014/main" id="{C5BF795A-C8D3-414B-AFBB-46C0E7EAA478}"/>
              </a:ext>
            </a:extLst>
          </p:cNvPr>
          <p:cNvSpPr/>
          <p:nvPr/>
        </p:nvSpPr>
        <p:spPr>
          <a:xfrm>
            <a:off x="5531769" y="4274064"/>
            <a:ext cx="1360809" cy="421117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14" name="îṥľíďe">
            <a:extLst>
              <a:ext uri="{FF2B5EF4-FFF2-40B4-BE49-F238E27FC236}">
                <a16:creationId xmlns:a16="http://schemas.microsoft.com/office/drawing/2014/main" id="{0A2151CB-B19C-4FE4-8C0E-8AF4D9B1A51B}"/>
              </a:ext>
            </a:extLst>
          </p:cNvPr>
          <p:cNvSpPr/>
          <p:nvPr/>
        </p:nvSpPr>
        <p:spPr>
          <a:xfrm>
            <a:off x="7457704" y="4274064"/>
            <a:ext cx="1360809" cy="421117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15" name="íšľïḓê">
            <a:extLst>
              <a:ext uri="{FF2B5EF4-FFF2-40B4-BE49-F238E27FC236}">
                <a16:creationId xmlns:a16="http://schemas.microsoft.com/office/drawing/2014/main" id="{253FCFB2-3BFB-4AFC-BB84-9191BA6B072E}"/>
              </a:ext>
            </a:extLst>
          </p:cNvPr>
          <p:cNvSpPr/>
          <p:nvPr/>
        </p:nvSpPr>
        <p:spPr>
          <a:xfrm>
            <a:off x="9383639" y="4274064"/>
            <a:ext cx="1360809" cy="421117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grpSp>
        <p:nvGrpSpPr>
          <p:cNvPr id="19" name="iṩ1ïḑè">
            <a:extLst>
              <a:ext uri="{FF2B5EF4-FFF2-40B4-BE49-F238E27FC236}">
                <a16:creationId xmlns:a16="http://schemas.microsoft.com/office/drawing/2014/main" id="{CFB13E90-BE6A-49C5-857B-089032479656}"/>
              </a:ext>
            </a:extLst>
          </p:cNvPr>
          <p:cNvGrpSpPr/>
          <p:nvPr/>
        </p:nvGrpSpPr>
        <p:grpSpPr>
          <a:xfrm>
            <a:off x="903551" y="4696662"/>
            <a:ext cx="4385194" cy="1098707"/>
            <a:chOff x="914400" y="1862115"/>
            <a:chExt cx="3845940" cy="963597"/>
          </a:xfrm>
        </p:grpSpPr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CD834DDD-CF2A-43E0-B8CF-9AA47862ACB6}"/>
                </a:ext>
              </a:extLst>
            </p:cNvPr>
            <p:cNvCxnSpPr/>
            <p:nvPr/>
          </p:nvCxnSpPr>
          <p:spPr>
            <a:xfrm>
              <a:off x="967094" y="2248041"/>
              <a:ext cx="214186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îṩlíḍe">
              <a:extLst>
                <a:ext uri="{FF2B5EF4-FFF2-40B4-BE49-F238E27FC236}">
                  <a16:creationId xmlns:a16="http://schemas.microsoft.com/office/drawing/2014/main" id="{EB3504BB-EE46-4C63-849C-CE4E04D8743B}"/>
                </a:ext>
              </a:extLst>
            </p:cNvPr>
            <p:cNvSpPr/>
            <p:nvPr/>
          </p:nvSpPr>
          <p:spPr bwMode="auto">
            <a:xfrm>
              <a:off x="914400" y="2253674"/>
              <a:ext cx="3845940" cy="57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Supporting text here. </a:t>
              </a:r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When you copy &amp; paste, choose "keep text only" option.</a:t>
              </a:r>
              <a:endParaRPr lang="zh-CN" altLang="en-US" sz="1100">
                <a:cs typeface="+mn-ea"/>
                <a:sym typeface="+mn-lt"/>
              </a:endParaRPr>
            </a:p>
          </p:txBody>
        </p:sp>
        <p:sp>
          <p:nvSpPr>
            <p:cNvPr id="22" name="îsļiďè">
              <a:extLst>
                <a:ext uri="{FF2B5EF4-FFF2-40B4-BE49-F238E27FC236}">
                  <a16:creationId xmlns:a16="http://schemas.microsoft.com/office/drawing/2014/main" id="{3DB7C031-5764-4AFE-BD6A-3AB6FE5B993D}"/>
                </a:ext>
              </a:extLst>
            </p:cNvPr>
            <p:cNvSpPr txBox="1"/>
            <p:nvPr/>
          </p:nvSpPr>
          <p:spPr bwMode="auto">
            <a:xfrm>
              <a:off x="914400" y="1862115"/>
              <a:ext cx="3845940" cy="391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38" name="iṩ1ïḑè">
            <a:extLst>
              <a:ext uri="{FF2B5EF4-FFF2-40B4-BE49-F238E27FC236}">
                <a16:creationId xmlns:a16="http://schemas.microsoft.com/office/drawing/2014/main" id="{3EC95240-275F-43B4-AF63-C86306C62E2D}"/>
              </a:ext>
            </a:extLst>
          </p:cNvPr>
          <p:cNvGrpSpPr/>
          <p:nvPr/>
        </p:nvGrpSpPr>
        <p:grpSpPr>
          <a:xfrm>
            <a:off x="900155" y="3313072"/>
            <a:ext cx="4385194" cy="1098707"/>
            <a:chOff x="914400" y="1862115"/>
            <a:chExt cx="3845940" cy="963597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EE3C464-0DB7-4C84-91C5-8466EC5F547E}"/>
                </a:ext>
              </a:extLst>
            </p:cNvPr>
            <p:cNvCxnSpPr/>
            <p:nvPr/>
          </p:nvCxnSpPr>
          <p:spPr>
            <a:xfrm>
              <a:off x="967094" y="2248041"/>
              <a:ext cx="214186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îṩlíḍe">
              <a:extLst>
                <a:ext uri="{FF2B5EF4-FFF2-40B4-BE49-F238E27FC236}">
                  <a16:creationId xmlns:a16="http://schemas.microsoft.com/office/drawing/2014/main" id="{33AD3469-C367-4192-8C06-BDE09972ECE4}"/>
                </a:ext>
              </a:extLst>
            </p:cNvPr>
            <p:cNvSpPr/>
            <p:nvPr/>
          </p:nvSpPr>
          <p:spPr bwMode="auto">
            <a:xfrm>
              <a:off x="914400" y="2253674"/>
              <a:ext cx="3845940" cy="57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Supporting text here. </a:t>
              </a:r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When you copy &amp; paste, choose "keep text only" option.</a:t>
              </a:r>
              <a:endParaRPr lang="zh-CN" altLang="en-US" sz="1100">
                <a:cs typeface="+mn-ea"/>
                <a:sym typeface="+mn-lt"/>
              </a:endParaRPr>
            </a:p>
          </p:txBody>
        </p:sp>
        <p:sp>
          <p:nvSpPr>
            <p:cNvPr id="41" name="îsļiďè">
              <a:extLst>
                <a:ext uri="{FF2B5EF4-FFF2-40B4-BE49-F238E27FC236}">
                  <a16:creationId xmlns:a16="http://schemas.microsoft.com/office/drawing/2014/main" id="{A456391C-0B3C-4A3E-98ED-44212BFFC37B}"/>
                </a:ext>
              </a:extLst>
            </p:cNvPr>
            <p:cNvSpPr txBox="1"/>
            <p:nvPr/>
          </p:nvSpPr>
          <p:spPr bwMode="auto">
            <a:xfrm>
              <a:off x="914400" y="1862115"/>
              <a:ext cx="3845940" cy="391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9A2CCEF3-3B0B-4AA1-A23B-AF344AC03356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43" name="弧形 42">
              <a:extLst>
                <a:ext uri="{FF2B5EF4-FFF2-40B4-BE49-F238E27FC236}">
                  <a16:creationId xmlns:a16="http://schemas.microsoft.com/office/drawing/2014/main" id="{F6C6ED31-1706-4C07-A21A-62C993930F4E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DF52EC9-0904-4853-8AAC-E161998801EC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BEAFB9B0-F823-4D12-B316-DCBFEBE77C37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46" name="弧形 45">
              <a:extLst>
                <a:ext uri="{FF2B5EF4-FFF2-40B4-BE49-F238E27FC236}">
                  <a16:creationId xmlns:a16="http://schemas.microsoft.com/office/drawing/2014/main" id="{B8C2DBB2-3BBE-437F-B5A9-C6F8D99F5B0B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CA9BC6E-07F4-49B5-BF4D-B1F0CAD1D67F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00C296C8-5080-42ED-BEAC-FFFB262376B8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41B0AAD2-427D-45E0-8BB4-5A9EA7AA19D4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  <p:grpSp>
        <p:nvGrpSpPr>
          <p:cNvPr id="50" name="iṩ1ïḑè">
            <a:extLst>
              <a:ext uri="{FF2B5EF4-FFF2-40B4-BE49-F238E27FC236}">
                <a16:creationId xmlns:a16="http://schemas.microsoft.com/office/drawing/2014/main" id="{4E002647-8A4C-4C57-92A5-2C12892E0354}"/>
              </a:ext>
            </a:extLst>
          </p:cNvPr>
          <p:cNvGrpSpPr/>
          <p:nvPr/>
        </p:nvGrpSpPr>
        <p:grpSpPr>
          <a:xfrm>
            <a:off x="914824" y="1782229"/>
            <a:ext cx="4385194" cy="1098707"/>
            <a:chOff x="914400" y="1862115"/>
            <a:chExt cx="3845940" cy="963597"/>
          </a:xfrm>
        </p:grpSpPr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E89FB329-413B-4787-AAEC-EE18EC7FC267}"/>
                </a:ext>
              </a:extLst>
            </p:cNvPr>
            <p:cNvCxnSpPr/>
            <p:nvPr/>
          </p:nvCxnSpPr>
          <p:spPr>
            <a:xfrm>
              <a:off x="967094" y="2248041"/>
              <a:ext cx="214186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îṩlíḍe">
              <a:extLst>
                <a:ext uri="{FF2B5EF4-FFF2-40B4-BE49-F238E27FC236}">
                  <a16:creationId xmlns:a16="http://schemas.microsoft.com/office/drawing/2014/main" id="{F3243F25-7464-4ECD-BC58-C3FE519A150C}"/>
                </a:ext>
              </a:extLst>
            </p:cNvPr>
            <p:cNvSpPr/>
            <p:nvPr/>
          </p:nvSpPr>
          <p:spPr bwMode="auto">
            <a:xfrm>
              <a:off x="914400" y="2253674"/>
              <a:ext cx="3845940" cy="572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Supporting text here. </a:t>
              </a:r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When you copy &amp; paste, choose "keep text only" option.</a:t>
              </a:r>
              <a:endParaRPr lang="zh-CN" altLang="en-US" sz="1100">
                <a:cs typeface="+mn-ea"/>
                <a:sym typeface="+mn-lt"/>
              </a:endParaRPr>
            </a:p>
          </p:txBody>
        </p:sp>
        <p:sp>
          <p:nvSpPr>
            <p:cNvPr id="53" name="îsļiďè">
              <a:extLst>
                <a:ext uri="{FF2B5EF4-FFF2-40B4-BE49-F238E27FC236}">
                  <a16:creationId xmlns:a16="http://schemas.microsoft.com/office/drawing/2014/main" id="{A9DF0697-4040-4FD4-B9A5-668575AE0788}"/>
                </a:ext>
              </a:extLst>
            </p:cNvPr>
            <p:cNvSpPr txBox="1"/>
            <p:nvPr/>
          </p:nvSpPr>
          <p:spPr bwMode="auto">
            <a:xfrm>
              <a:off x="914400" y="1862115"/>
              <a:ext cx="3845940" cy="391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827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$ḷíďè">
            <a:extLst>
              <a:ext uri="{FF2B5EF4-FFF2-40B4-BE49-F238E27FC236}">
                <a16:creationId xmlns:a16="http://schemas.microsoft.com/office/drawing/2014/main" id="{99E8FF1A-4F4F-4334-9E57-C0A1E66428A6}"/>
              </a:ext>
            </a:extLst>
          </p:cNvPr>
          <p:cNvSpPr/>
          <p:nvPr/>
        </p:nvSpPr>
        <p:spPr>
          <a:xfrm>
            <a:off x="6308481" y="1630311"/>
            <a:ext cx="1092220" cy="1486504"/>
          </a:xfrm>
          <a:prstGeom prst="uturnArrow">
            <a:avLst>
              <a:gd name="adj1" fmla="val 8691"/>
              <a:gd name="adj2" fmla="val 13924"/>
              <a:gd name="adj3" fmla="val 24127"/>
              <a:gd name="adj4" fmla="val 44932"/>
              <a:gd name="adj5" fmla="val 47687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en-US" sz="1400" b="1">
              <a:cs typeface="+mn-ea"/>
              <a:sym typeface="+mn-lt"/>
            </a:endParaRPr>
          </a:p>
        </p:txBody>
      </p:sp>
      <p:sp>
        <p:nvSpPr>
          <p:cNvPr id="31" name="í$1íḓè">
            <a:extLst>
              <a:ext uri="{FF2B5EF4-FFF2-40B4-BE49-F238E27FC236}">
                <a16:creationId xmlns:a16="http://schemas.microsoft.com/office/drawing/2014/main" id="{094B24DA-11E0-492C-B3D6-D4AE87C93E4A}"/>
              </a:ext>
            </a:extLst>
          </p:cNvPr>
          <p:cNvSpPr/>
          <p:nvPr/>
        </p:nvSpPr>
        <p:spPr>
          <a:xfrm>
            <a:off x="871490" y="4850965"/>
            <a:ext cx="2462769" cy="73146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ru-RU" sz="1400" b="1">
              <a:cs typeface="+mn-ea"/>
              <a:sym typeface="+mn-lt"/>
            </a:endParaRPr>
          </a:p>
        </p:txBody>
      </p:sp>
      <p:sp>
        <p:nvSpPr>
          <p:cNvPr id="32" name="îsḻïḓê">
            <a:extLst>
              <a:ext uri="{FF2B5EF4-FFF2-40B4-BE49-F238E27FC236}">
                <a16:creationId xmlns:a16="http://schemas.microsoft.com/office/drawing/2014/main" id="{8F59AAA6-C277-4B22-8C1E-25DEEADA9B4A}"/>
              </a:ext>
            </a:extLst>
          </p:cNvPr>
          <p:cNvSpPr/>
          <p:nvPr/>
        </p:nvSpPr>
        <p:spPr>
          <a:xfrm>
            <a:off x="956832" y="4922456"/>
            <a:ext cx="577940" cy="577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  <a:cs typeface="+mn-ea"/>
                <a:sym typeface="+mn-lt"/>
              </a:rPr>
              <a:t>01</a:t>
            </a:r>
            <a:endParaRPr lang="ru-RU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3" name="îśľíḑé">
            <a:extLst>
              <a:ext uri="{FF2B5EF4-FFF2-40B4-BE49-F238E27FC236}">
                <a16:creationId xmlns:a16="http://schemas.microsoft.com/office/drawing/2014/main" id="{23511F85-B15E-4D42-88D6-562CDF5B01B3}"/>
              </a:ext>
            </a:extLst>
          </p:cNvPr>
          <p:cNvSpPr txBox="1"/>
          <p:nvPr/>
        </p:nvSpPr>
        <p:spPr>
          <a:xfrm>
            <a:off x="1527506" y="4866797"/>
            <a:ext cx="1684887" cy="711641"/>
          </a:xfrm>
          <a:prstGeom prst="rect">
            <a:avLst/>
          </a:prstGeom>
          <a:noFill/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r" defTabSz="914377">
              <a:defRPr sz="1400" b="1">
                <a:solidFill>
                  <a:schemeClr val="lt1"/>
                </a:solidFill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200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</a:t>
            </a:r>
          </a:p>
        </p:txBody>
      </p:sp>
      <p:sp>
        <p:nvSpPr>
          <p:cNvPr id="28" name="ís1ídê">
            <a:extLst>
              <a:ext uri="{FF2B5EF4-FFF2-40B4-BE49-F238E27FC236}">
                <a16:creationId xmlns:a16="http://schemas.microsoft.com/office/drawing/2014/main" id="{EBD2EEE4-0EEA-4B4E-8675-DA99D92A0B22}"/>
              </a:ext>
            </a:extLst>
          </p:cNvPr>
          <p:cNvSpPr/>
          <p:nvPr/>
        </p:nvSpPr>
        <p:spPr>
          <a:xfrm>
            <a:off x="2868053" y="4053527"/>
            <a:ext cx="2462769" cy="73146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ru-RU" sz="1400" b="1">
              <a:cs typeface="+mn-ea"/>
              <a:sym typeface="+mn-lt"/>
            </a:endParaRPr>
          </a:p>
        </p:txBody>
      </p:sp>
      <p:sp>
        <p:nvSpPr>
          <p:cNvPr id="29" name="íṩ1iḍê">
            <a:extLst>
              <a:ext uri="{FF2B5EF4-FFF2-40B4-BE49-F238E27FC236}">
                <a16:creationId xmlns:a16="http://schemas.microsoft.com/office/drawing/2014/main" id="{2C009546-BE3A-40BB-8D3D-09023F9C2845}"/>
              </a:ext>
            </a:extLst>
          </p:cNvPr>
          <p:cNvSpPr/>
          <p:nvPr/>
        </p:nvSpPr>
        <p:spPr>
          <a:xfrm>
            <a:off x="2953395" y="4125018"/>
            <a:ext cx="577940" cy="577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  <a:cs typeface="+mn-ea"/>
                <a:sym typeface="+mn-lt"/>
              </a:rPr>
              <a:t>02</a:t>
            </a:r>
            <a:endParaRPr lang="ru-RU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0" name="ïṧļîdê">
            <a:extLst>
              <a:ext uri="{FF2B5EF4-FFF2-40B4-BE49-F238E27FC236}">
                <a16:creationId xmlns:a16="http://schemas.microsoft.com/office/drawing/2014/main" id="{EA91DBED-7F10-492E-B83C-EC879CFB4BF6}"/>
              </a:ext>
            </a:extLst>
          </p:cNvPr>
          <p:cNvSpPr txBox="1"/>
          <p:nvPr/>
        </p:nvSpPr>
        <p:spPr>
          <a:xfrm>
            <a:off x="3524069" y="4069359"/>
            <a:ext cx="1684887" cy="711641"/>
          </a:xfrm>
          <a:prstGeom prst="rect">
            <a:avLst/>
          </a:prstGeom>
          <a:noFill/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r" defTabSz="914377">
              <a:defRPr sz="1400" b="1">
                <a:solidFill>
                  <a:schemeClr val="lt1"/>
                </a:solidFill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200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</a:t>
            </a:r>
          </a:p>
        </p:txBody>
      </p:sp>
      <p:sp>
        <p:nvSpPr>
          <p:cNvPr id="25" name="íṥľîde">
            <a:extLst>
              <a:ext uri="{FF2B5EF4-FFF2-40B4-BE49-F238E27FC236}">
                <a16:creationId xmlns:a16="http://schemas.microsoft.com/office/drawing/2014/main" id="{3FAD5150-183D-4661-942B-F4857FB7F5BE}"/>
              </a:ext>
            </a:extLst>
          </p:cNvPr>
          <p:cNvSpPr/>
          <p:nvPr/>
        </p:nvSpPr>
        <p:spPr>
          <a:xfrm>
            <a:off x="4864615" y="3256090"/>
            <a:ext cx="2462769" cy="73146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ru-RU" sz="1400" b="1">
              <a:cs typeface="+mn-ea"/>
              <a:sym typeface="+mn-lt"/>
            </a:endParaRPr>
          </a:p>
        </p:txBody>
      </p:sp>
      <p:sp>
        <p:nvSpPr>
          <p:cNvPr id="26" name="í$1íďé">
            <a:extLst>
              <a:ext uri="{FF2B5EF4-FFF2-40B4-BE49-F238E27FC236}">
                <a16:creationId xmlns:a16="http://schemas.microsoft.com/office/drawing/2014/main" id="{D01E2197-91AB-4EA7-B6AD-19E443A04B31}"/>
              </a:ext>
            </a:extLst>
          </p:cNvPr>
          <p:cNvSpPr/>
          <p:nvPr/>
        </p:nvSpPr>
        <p:spPr>
          <a:xfrm>
            <a:off x="4949957" y="3327581"/>
            <a:ext cx="577940" cy="577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  <a:cs typeface="+mn-ea"/>
                <a:sym typeface="+mn-lt"/>
              </a:rPr>
              <a:t>03</a:t>
            </a:r>
            <a:endParaRPr lang="ru-RU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7" name="íṣļiďê">
            <a:extLst>
              <a:ext uri="{FF2B5EF4-FFF2-40B4-BE49-F238E27FC236}">
                <a16:creationId xmlns:a16="http://schemas.microsoft.com/office/drawing/2014/main" id="{42DB37B9-BCBE-427E-8155-3430B4B06390}"/>
              </a:ext>
            </a:extLst>
          </p:cNvPr>
          <p:cNvSpPr txBox="1"/>
          <p:nvPr/>
        </p:nvSpPr>
        <p:spPr>
          <a:xfrm>
            <a:off x="5520631" y="3271922"/>
            <a:ext cx="1684887" cy="711641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zh-CN" altLang="en-US">
                <a:cs typeface="+mn-ea"/>
                <a:sym typeface="+mn-lt"/>
              </a:rPr>
              <a:t>添加标题</a:t>
            </a:r>
          </a:p>
        </p:txBody>
      </p:sp>
      <p:sp>
        <p:nvSpPr>
          <p:cNvPr id="22" name="iş1íḓè">
            <a:extLst>
              <a:ext uri="{FF2B5EF4-FFF2-40B4-BE49-F238E27FC236}">
                <a16:creationId xmlns:a16="http://schemas.microsoft.com/office/drawing/2014/main" id="{D33D0D35-AAB5-4932-9E84-817CEC7B3150}"/>
              </a:ext>
            </a:extLst>
          </p:cNvPr>
          <p:cNvSpPr/>
          <p:nvPr/>
        </p:nvSpPr>
        <p:spPr>
          <a:xfrm>
            <a:off x="6861178" y="2458653"/>
            <a:ext cx="2462769" cy="73146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ru-RU" sz="1400" b="1">
              <a:cs typeface="+mn-ea"/>
              <a:sym typeface="+mn-lt"/>
            </a:endParaRPr>
          </a:p>
        </p:txBody>
      </p:sp>
      <p:sp>
        <p:nvSpPr>
          <p:cNvPr id="23" name="íṥḷiďe">
            <a:extLst>
              <a:ext uri="{FF2B5EF4-FFF2-40B4-BE49-F238E27FC236}">
                <a16:creationId xmlns:a16="http://schemas.microsoft.com/office/drawing/2014/main" id="{C1FFA972-3B12-4799-BEC8-EF7879E5DBC6}"/>
              </a:ext>
            </a:extLst>
          </p:cNvPr>
          <p:cNvSpPr/>
          <p:nvPr/>
        </p:nvSpPr>
        <p:spPr>
          <a:xfrm>
            <a:off x="6946520" y="2530144"/>
            <a:ext cx="577940" cy="577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  <a:cs typeface="+mn-ea"/>
                <a:sym typeface="+mn-lt"/>
              </a:rPr>
              <a:t>04</a:t>
            </a:r>
            <a:endParaRPr lang="ru-RU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4" name="iSlîďe">
            <a:extLst>
              <a:ext uri="{FF2B5EF4-FFF2-40B4-BE49-F238E27FC236}">
                <a16:creationId xmlns:a16="http://schemas.microsoft.com/office/drawing/2014/main" id="{839FAD64-74AD-4B38-9F4E-E9C119B0BC03}"/>
              </a:ext>
            </a:extLst>
          </p:cNvPr>
          <p:cNvSpPr txBox="1"/>
          <p:nvPr/>
        </p:nvSpPr>
        <p:spPr>
          <a:xfrm>
            <a:off x="7517194" y="2474485"/>
            <a:ext cx="1684887" cy="711641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zh-CN" altLang="en-US">
                <a:cs typeface="+mn-ea"/>
                <a:sym typeface="+mn-lt"/>
              </a:rPr>
              <a:t>添加标题</a:t>
            </a:r>
          </a:p>
        </p:txBody>
      </p:sp>
      <p:sp>
        <p:nvSpPr>
          <p:cNvPr id="19" name="íṣḻidê">
            <a:extLst>
              <a:ext uri="{FF2B5EF4-FFF2-40B4-BE49-F238E27FC236}">
                <a16:creationId xmlns:a16="http://schemas.microsoft.com/office/drawing/2014/main" id="{D3C5AFF2-BF15-471E-855C-390FD9B32764}"/>
              </a:ext>
            </a:extLst>
          </p:cNvPr>
          <p:cNvSpPr/>
          <p:nvPr/>
        </p:nvSpPr>
        <p:spPr>
          <a:xfrm>
            <a:off x="8857741" y="1661216"/>
            <a:ext cx="2462769" cy="73146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ru-RU" sz="1400" b="1">
              <a:cs typeface="+mn-ea"/>
              <a:sym typeface="+mn-lt"/>
            </a:endParaRPr>
          </a:p>
        </p:txBody>
      </p:sp>
      <p:sp>
        <p:nvSpPr>
          <p:cNvPr id="20" name="îsļíḓê">
            <a:extLst>
              <a:ext uri="{FF2B5EF4-FFF2-40B4-BE49-F238E27FC236}">
                <a16:creationId xmlns:a16="http://schemas.microsoft.com/office/drawing/2014/main" id="{BAE714CD-328F-494F-8B2A-55AC44F34C21}"/>
              </a:ext>
            </a:extLst>
          </p:cNvPr>
          <p:cNvSpPr/>
          <p:nvPr/>
        </p:nvSpPr>
        <p:spPr>
          <a:xfrm>
            <a:off x="8943083" y="1732707"/>
            <a:ext cx="577940" cy="5779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  <a:cs typeface="+mn-ea"/>
                <a:sym typeface="+mn-lt"/>
              </a:rPr>
              <a:t>05</a:t>
            </a:r>
            <a:endParaRPr lang="ru-RU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1" name="íšḷïḍe">
            <a:extLst>
              <a:ext uri="{FF2B5EF4-FFF2-40B4-BE49-F238E27FC236}">
                <a16:creationId xmlns:a16="http://schemas.microsoft.com/office/drawing/2014/main" id="{918C30C7-CEAA-4BD6-B138-2A284E3E9C85}"/>
              </a:ext>
            </a:extLst>
          </p:cNvPr>
          <p:cNvSpPr txBox="1"/>
          <p:nvPr/>
        </p:nvSpPr>
        <p:spPr>
          <a:xfrm>
            <a:off x="9513757" y="1677048"/>
            <a:ext cx="1684887" cy="715633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zh-CN" altLang="en-US" sz="200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12" name="ïSḷiḋé">
            <a:extLst>
              <a:ext uri="{FF2B5EF4-FFF2-40B4-BE49-F238E27FC236}">
                <a16:creationId xmlns:a16="http://schemas.microsoft.com/office/drawing/2014/main" id="{CBB9E3F5-23B1-45B9-81CE-4590932F0D3C}"/>
              </a:ext>
            </a:extLst>
          </p:cNvPr>
          <p:cNvSpPr/>
          <p:nvPr/>
        </p:nvSpPr>
        <p:spPr>
          <a:xfrm>
            <a:off x="871490" y="2297488"/>
            <a:ext cx="4418527" cy="112752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>
                <a:cs typeface="+mn-ea"/>
                <a:sym typeface="+mn-lt"/>
              </a:rPr>
              <a:t>Unified fonts make reading more fluent.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  <p:sp>
        <p:nvSpPr>
          <p:cNvPr id="13" name="íśľidê">
            <a:extLst>
              <a:ext uri="{FF2B5EF4-FFF2-40B4-BE49-F238E27FC236}">
                <a16:creationId xmlns:a16="http://schemas.microsoft.com/office/drawing/2014/main" id="{8B26DB56-74B3-4C32-BA17-7155902AA39C}"/>
              </a:ext>
            </a:extLst>
          </p:cNvPr>
          <p:cNvSpPr txBox="1"/>
          <p:nvPr/>
        </p:nvSpPr>
        <p:spPr bwMode="auto">
          <a:xfrm>
            <a:off x="871490" y="1871845"/>
            <a:ext cx="4418527" cy="42564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 lnSpcReduction="10000"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400">
                <a:cs typeface="+mn-ea"/>
                <a:sym typeface="+mn-lt"/>
              </a:rPr>
              <a:t>添加标题</a:t>
            </a:r>
          </a:p>
        </p:txBody>
      </p:sp>
      <p:sp>
        <p:nvSpPr>
          <p:cNvPr id="7" name="îšļíḓè">
            <a:extLst>
              <a:ext uri="{FF2B5EF4-FFF2-40B4-BE49-F238E27FC236}">
                <a16:creationId xmlns:a16="http://schemas.microsoft.com/office/drawing/2014/main" id="{78A3F655-C64C-4577-A3EB-6D1720F68C16}"/>
              </a:ext>
            </a:extLst>
          </p:cNvPr>
          <p:cNvSpPr/>
          <p:nvPr/>
        </p:nvSpPr>
        <p:spPr bwMode="auto">
          <a:xfrm>
            <a:off x="7679985" y="4069360"/>
            <a:ext cx="3640525" cy="769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 fontScale="92500"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 algn="r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8" name="ïsḻiḑé">
            <a:extLst>
              <a:ext uri="{FF2B5EF4-FFF2-40B4-BE49-F238E27FC236}">
                <a16:creationId xmlns:a16="http://schemas.microsoft.com/office/drawing/2014/main" id="{A97BC419-52E9-48FC-A2A6-B94EFA56BDD3}"/>
              </a:ext>
            </a:extLst>
          </p:cNvPr>
          <p:cNvSpPr txBox="1"/>
          <p:nvPr/>
        </p:nvSpPr>
        <p:spPr bwMode="auto">
          <a:xfrm>
            <a:off x="7679985" y="3596369"/>
            <a:ext cx="3640525" cy="47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9" name="îsḻïḓê">
            <a:extLst>
              <a:ext uri="{FF2B5EF4-FFF2-40B4-BE49-F238E27FC236}">
                <a16:creationId xmlns:a16="http://schemas.microsoft.com/office/drawing/2014/main" id="{A4E328A1-1DF9-4DF8-8088-0BD73E78613B}"/>
              </a:ext>
            </a:extLst>
          </p:cNvPr>
          <p:cNvSpPr/>
          <p:nvPr/>
        </p:nvSpPr>
        <p:spPr bwMode="auto">
          <a:xfrm>
            <a:off x="5290017" y="5250224"/>
            <a:ext cx="6030493" cy="769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 algn="r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0" name="iṡļiḓê">
            <a:extLst>
              <a:ext uri="{FF2B5EF4-FFF2-40B4-BE49-F238E27FC236}">
                <a16:creationId xmlns:a16="http://schemas.microsoft.com/office/drawing/2014/main" id="{86FEA465-69FD-4C76-A949-2D425CFD2C39}"/>
              </a:ext>
            </a:extLst>
          </p:cNvPr>
          <p:cNvSpPr txBox="1"/>
          <p:nvPr/>
        </p:nvSpPr>
        <p:spPr bwMode="auto">
          <a:xfrm>
            <a:off x="5290017" y="4777233"/>
            <a:ext cx="6030493" cy="47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A7B375D-ABD0-4019-9127-50F98237E3B4}"/>
              </a:ext>
            </a:extLst>
          </p:cNvPr>
          <p:cNvCxnSpPr/>
          <p:nvPr/>
        </p:nvCxnSpPr>
        <p:spPr>
          <a:xfrm>
            <a:off x="5520631" y="4802561"/>
            <a:ext cx="5799879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E8B1E5A-CE01-4843-AEAC-2216A8BC8875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35" name="弧形 34">
              <a:extLst>
                <a:ext uri="{FF2B5EF4-FFF2-40B4-BE49-F238E27FC236}">
                  <a16:creationId xmlns:a16="http://schemas.microsoft.com/office/drawing/2014/main" id="{107285A7-3CF7-4E82-B4CD-33E8DCE2DB70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305BABE-193D-4FB8-AF18-DD12EB022A80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C0E02A61-6D32-494D-8E2B-1A5C1B96F59A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3406139D-8935-4864-BA14-E938EEC7AFFD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CA22D33F-5340-49D7-A00C-C0BC4DB46C4B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2FB6FA4C-26DE-4F34-AD06-DA83CA19DB42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A2B0D962-EA90-4B3B-BEF0-341836C268CB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7431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1" grpId="0" animBg="1"/>
      <p:bldP spid="32" grpId="0" animBg="1"/>
      <p:bldP spid="33" grpId="0"/>
      <p:bldP spid="28" grpId="0" animBg="1"/>
      <p:bldP spid="29" grpId="0" animBg="1"/>
      <p:bldP spid="30" grpId="0"/>
      <p:bldP spid="25" grpId="0" animBg="1"/>
      <p:bldP spid="26" grpId="0" animBg="1"/>
      <p:bldP spid="27" grpId="0"/>
      <p:bldP spid="22" grpId="0" animBg="1"/>
      <p:bldP spid="23" grpId="0" animBg="1"/>
      <p:bldP spid="24" grpId="0"/>
      <p:bldP spid="19" grpId="0" animBg="1"/>
      <p:bldP spid="20" grpId="0" animBg="1"/>
      <p:bldP spid="21" grpId="0"/>
      <p:bldP spid="12" grpId="0"/>
      <p:bldP spid="13" grpId="0"/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slïḋé">
            <a:extLst>
              <a:ext uri="{FF2B5EF4-FFF2-40B4-BE49-F238E27FC236}">
                <a16:creationId xmlns:a16="http://schemas.microsoft.com/office/drawing/2014/main" id="{54F84D4B-41B0-4B8E-B9F4-3EC601A5A28A}"/>
              </a:ext>
            </a:extLst>
          </p:cNvPr>
          <p:cNvSpPr/>
          <p:nvPr/>
        </p:nvSpPr>
        <p:spPr>
          <a:xfrm>
            <a:off x="3988753" y="1244427"/>
            <a:ext cx="1966897" cy="2719636"/>
          </a:xfrm>
          <a:custGeom>
            <a:avLst/>
            <a:gdLst>
              <a:gd name="connsiteX0" fmla="*/ 985320 w 2241318"/>
              <a:gd name="connsiteY0" fmla="*/ 886641 h 3657694"/>
              <a:gd name="connsiteX1" fmla="*/ 880387 w 2241318"/>
              <a:gd name="connsiteY1" fmla="*/ 969061 h 3657694"/>
              <a:gd name="connsiteX2" fmla="*/ 972306 w 2241318"/>
              <a:gd name="connsiteY2" fmla="*/ 1054540 h 3657694"/>
              <a:gd name="connsiteX3" fmla="*/ 992252 w 2241318"/>
              <a:gd name="connsiteY3" fmla="*/ 1069243 h 3657694"/>
              <a:gd name="connsiteX4" fmla="*/ 994989 w 2241318"/>
              <a:gd name="connsiteY4" fmla="*/ 1065184 h 3657694"/>
              <a:gd name="connsiteX5" fmla="*/ 998436 w 2241318"/>
              <a:gd name="connsiteY5" fmla="*/ 991227 h 3657694"/>
              <a:gd name="connsiteX6" fmla="*/ 985320 w 2241318"/>
              <a:gd name="connsiteY6" fmla="*/ 886641 h 3657694"/>
              <a:gd name="connsiteX7" fmla="*/ 1562448 w 2241318"/>
              <a:gd name="connsiteY7" fmla="*/ 0 h 3657694"/>
              <a:gd name="connsiteX8" fmla="*/ 1582435 w 2241318"/>
              <a:gd name="connsiteY8" fmla="*/ 114889 h 3657694"/>
              <a:gd name="connsiteX9" fmla="*/ 1652390 w 2241318"/>
              <a:gd name="connsiteY9" fmla="*/ 417096 h 3657694"/>
              <a:gd name="connsiteX10" fmla="*/ 1519975 w 2241318"/>
              <a:gd name="connsiteY10" fmla="*/ 516999 h 3657694"/>
              <a:gd name="connsiteX11" fmla="*/ 1475004 w 2241318"/>
              <a:gd name="connsiteY11" fmla="*/ 646873 h 3657694"/>
              <a:gd name="connsiteX12" fmla="*/ 1617412 w 2241318"/>
              <a:gd name="connsiteY12" fmla="*/ 1029003 h 3657694"/>
              <a:gd name="connsiteX13" fmla="*/ 1737335 w 2241318"/>
              <a:gd name="connsiteY13" fmla="*/ 1103931 h 3657694"/>
              <a:gd name="connsiteX14" fmla="*/ 2024650 w 2241318"/>
              <a:gd name="connsiteY14" fmla="*/ 951578 h 3657694"/>
              <a:gd name="connsiteX15" fmla="*/ 2057129 w 2241318"/>
              <a:gd name="connsiteY15" fmla="*/ 896631 h 3657694"/>
              <a:gd name="connsiteX16" fmla="*/ 2152068 w 2241318"/>
              <a:gd name="connsiteY16" fmla="*/ 821704 h 3657694"/>
              <a:gd name="connsiteX17" fmla="*/ 2237013 w 2241318"/>
              <a:gd name="connsiteY17" fmla="*/ 904124 h 3657694"/>
              <a:gd name="connsiteX18" fmla="*/ 2182048 w 2241318"/>
              <a:gd name="connsiteY18" fmla="*/ 986544 h 3657694"/>
              <a:gd name="connsiteX19" fmla="*/ 2149569 w 2241318"/>
              <a:gd name="connsiteY19" fmla="*/ 1029003 h 3657694"/>
              <a:gd name="connsiteX20" fmla="*/ 1692364 w 2241318"/>
              <a:gd name="connsiteY20" fmla="*/ 1351191 h 3657694"/>
              <a:gd name="connsiteX21" fmla="*/ 1609917 w 2241318"/>
              <a:gd name="connsiteY21" fmla="*/ 1338703 h 3657694"/>
              <a:gd name="connsiteX22" fmla="*/ 1497490 w 2241318"/>
              <a:gd name="connsiteY22" fmla="*/ 1243795 h 3657694"/>
              <a:gd name="connsiteX23" fmla="*/ 1347586 w 2241318"/>
              <a:gd name="connsiteY23" fmla="*/ 1555993 h 3657694"/>
              <a:gd name="connsiteX24" fmla="*/ 1949698 w 2241318"/>
              <a:gd name="connsiteY24" fmla="*/ 1768287 h 3657694"/>
              <a:gd name="connsiteX25" fmla="*/ 1954695 w 2241318"/>
              <a:gd name="connsiteY25" fmla="*/ 2070494 h 3657694"/>
              <a:gd name="connsiteX26" fmla="*/ 1689866 w 2241318"/>
              <a:gd name="connsiteY26" fmla="*/ 2510068 h 3657694"/>
              <a:gd name="connsiteX27" fmla="*/ 1609917 w 2241318"/>
              <a:gd name="connsiteY27" fmla="*/ 2537542 h 3657694"/>
              <a:gd name="connsiteX28" fmla="*/ 1594927 w 2241318"/>
              <a:gd name="connsiteY28" fmla="*/ 2562517 h 3657694"/>
              <a:gd name="connsiteX29" fmla="*/ 1717348 w 2241318"/>
              <a:gd name="connsiteY29" fmla="*/ 2697387 h 3657694"/>
              <a:gd name="connsiteX30" fmla="*/ 1832274 w 2241318"/>
              <a:gd name="connsiteY30" fmla="*/ 2734850 h 3657694"/>
              <a:gd name="connsiteX31" fmla="*/ 1697361 w 2241318"/>
              <a:gd name="connsiteY31" fmla="*/ 2814773 h 3657694"/>
              <a:gd name="connsiteX32" fmla="*/ 1484998 w 2241318"/>
              <a:gd name="connsiteY32" fmla="*/ 2769816 h 3657694"/>
              <a:gd name="connsiteX33" fmla="*/ 1365075 w 2241318"/>
              <a:gd name="connsiteY33" fmla="*/ 2769816 h 3657694"/>
              <a:gd name="connsiteX34" fmla="*/ 1317606 w 2241318"/>
              <a:gd name="connsiteY34" fmla="*/ 2744841 h 3657694"/>
              <a:gd name="connsiteX35" fmla="*/ 1345088 w 2241318"/>
              <a:gd name="connsiteY35" fmla="*/ 2624957 h 3657694"/>
              <a:gd name="connsiteX36" fmla="*/ 1455017 w 2241318"/>
              <a:gd name="connsiteY36" fmla="*/ 2462614 h 3657694"/>
              <a:gd name="connsiteX37" fmla="*/ 1614914 w 2241318"/>
              <a:gd name="connsiteY37" fmla="*/ 2172895 h 3657694"/>
              <a:gd name="connsiteX38" fmla="*/ 1734837 w 2241318"/>
              <a:gd name="connsiteY38" fmla="*/ 1980581 h 3657694"/>
              <a:gd name="connsiteX39" fmla="*/ 1440027 w 2241318"/>
              <a:gd name="connsiteY39" fmla="*/ 1960601 h 3657694"/>
              <a:gd name="connsiteX40" fmla="*/ 1170201 w 2241318"/>
              <a:gd name="connsiteY40" fmla="*/ 1913147 h 3657694"/>
              <a:gd name="connsiteX41" fmla="*/ 645538 w 2241318"/>
              <a:gd name="connsiteY41" fmla="*/ 2674908 h 3657694"/>
              <a:gd name="connsiteX42" fmla="*/ 320748 w 2241318"/>
              <a:gd name="connsiteY42" fmla="*/ 3271830 h 3657694"/>
              <a:gd name="connsiteX43" fmla="*/ 260786 w 2241318"/>
              <a:gd name="connsiteY43" fmla="*/ 3241859 h 3657694"/>
              <a:gd name="connsiteX44" fmla="*/ 223310 w 2241318"/>
              <a:gd name="connsiteY44" fmla="*/ 3281820 h 3657694"/>
              <a:gd name="connsiteX45" fmla="*/ 250793 w 2241318"/>
              <a:gd name="connsiteY45" fmla="*/ 3331772 h 3657694"/>
              <a:gd name="connsiteX46" fmla="*/ 158352 w 2241318"/>
              <a:gd name="connsiteY46" fmla="*/ 3446661 h 3657694"/>
              <a:gd name="connsiteX47" fmla="*/ 153355 w 2241318"/>
              <a:gd name="connsiteY47" fmla="*/ 3529081 h 3657694"/>
              <a:gd name="connsiteX48" fmla="*/ 228307 w 2241318"/>
              <a:gd name="connsiteY48" fmla="*/ 3648965 h 3657694"/>
              <a:gd name="connsiteX49" fmla="*/ 15944 w 2241318"/>
              <a:gd name="connsiteY49" fmla="*/ 3613999 h 3657694"/>
              <a:gd name="connsiteX50" fmla="*/ 8449 w 2241318"/>
              <a:gd name="connsiteY50" fmla="*/ 3349255 h 3657694"/>
              <a:gd name="connsiteX51" fmla="*/ 10947 w 2241318"/>
              <a:gd name="connsiteY51" fmla="*/ 3216883 h 3657694"/>
              <a:gd name="connsiteX52" fmla="*/ 120876 w 2241318"/>
              <a:gd name="connsiteY52" fmla="*/ 3196903 h 3657694"/>
              <a:gd name="connsiteX53" fmla="*/ 145860 w 2241318"/>
              <a:gd name="connsiteY53" fmla="*/ 3174424 h 3657694"/>
              <a:gd name="connsiteX54" fmla="*/ 138365 w 2241318"/>
              <a:gd name="connsiteY54" fmla="*/ 3149449 h 3657694"/>
              <a:gd name="connsiteX55" fmla="*/ 408191 w 2241318"/>
              <a:gd name="connsiteY55" fmla="*/ 2570010 h 3657694"/>
              <a:gd name="connsiteX56" fmla="*/ 665525 w 2241318"/>
              <a:gd name="connsiteY56" fmla="*/ 2210359 h 3657694"/>
              <a:gd name="connsiteX57" fmla="*/ 765461 w 2241318"/>
              <a:gd name="connsiteY57" fmla="*/ 1678374 h 3657694"/>
              <a:gd name="connsiteX58" fmla="*/ 807934 w 2241318"/>
              <a:gd name="connsiteY58" fmla="*/ 1458587 h 3657694"/>
              <a:gd name="connsiteX59" fmla="*/ 760464 w 2241318"/>
              <a:gd name="connsiteY59" fmla="*/ 1401143 h 3657694"/>
              <a:gd name="connsiteX60" fmla="*/ 820426 w 2241318"/>
              <a:gd name="connsiteY60" fmla="*/ 1373669 h 3657694"/>
              <a:gd name="connsiteX61" fmla="*/ 946907 w 2241318"/>
              <a:gd name="connsiteY61" fmla="*/ 1235990 h 3657694"/>
              <a:gd name="connsiteX62" fmla="*/ 947294 w 2241318"/>
              <a:gd name="connsiteY62" fmla="*/ 1235055 h 3657694"/>
              <a:gd name="connsiteX63" fmla="*/ 947604 w 2241318"/>
              <a:gd name="connsiteY63" fmla="*/ 1235209 h 3657694"/>
              <a:gd name="connsiteX64" fmla="*/ 947724 w 2241318"/>
              <a:gd name="connsiteY64" fmla="*/ 1234019 h 3657694"/>
              <a:gd name="connsiteX65" fmla="*/ 947294 w 2241318"/>
              <a:gd name="connsiteY65" fmla="*/ 1235055 h 3657694"/>
              <a:gd name="connsiteX66" fmla="*/ 935351 w 2241318"/>
              <a:gd name="connsiteY66" fmla="*/ 1229122 h 3657694"/>
              <a:gd name="connsiteX67" fmla="*/ 722988 w 2241318"/>
              <a:gd name="connsiteY67" fmla="*/ 1066467 h 3657694"/>
              <a:gd name="connsiteX68" fmla="*/ 717992 w 2241318"/>
              <a:gd name="connsiteY68" fmla="*/ 814211 h 3657694"/>
              <a:gd name="connsiteX69" fmla="*/ 1015300 w 2241318"/>
              <a:gd name="connsiteY69" fmla="*/ 519497 h 3657694"/>
              <a:gd name="connsiteX70" fmla="*/ 1222667 w 2241318"/>
              <a:gd name="connsiteY70" fmla="*/ 509506 h 3657694"/>
              <a:gd name="connsiteX71" fmla="*/ 1262641 w 2241318"/>
              <a:gd name="connsiteY71" fmla="*/ 482033 h 3657694"/>
              <a:gd name="connsiteX72" fmla="*/ 1287625 w 2241318"/>
              <a:gd name="connsiteY72" fmla="*/ 452062 h 3657694"/>
              <a:gd name="connsiteX73" fmla="*/ 1230162 w 2241318"/>
              <a:gd name="connsiteY73" fmla="*/ 237270 h 3657694"/>
              <a:gd name="connsiteX74" fmla="*/ 1427535 w 2241318"/>
              <a:gd name="connsiteY74" fmla="*/ 57444 h 3657694"/>
              <a:gd name="connsiteX75" fmla="*/ 1562448 w 2241318"/>
              <a:gd name="connsiteY75" fmla="*/ 0 h 3657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241318" h="3657694">
                <a:moveTo>
                  <a:pt x="985320" y="886641"/>
                </a:moveTo>
                <a:cubicBezTo>
                  <a:pt x="972828" y="866660"/>
                  <a:pt x="880387" y="969061"/>
                  <a:pt x="880387" y="969061"/>
                </a:cubicBezTo>
                <a:cubicBezTo>
                  <a:pt x="890693" y="988729"/>
                  <a:pt x="928754" y="1021393"/>
                  <a:pt x="972306" y="1054540"/>
                </a:cubicBezTo>
                <a:lnTo>
                  <a:pt x="992252" y="1069243"/>
                </a:lnTo>
                <a:lnTo>
                  <a:pt x="994989" y="1065184"/>
                </a:lnTo>
                <a:lnTo>
                  <a:pt x="998436" y="991227"/>
                </a:lnTo>
                <a:cubicBezTo>
                  <a:pt x="997812" y="937841"/>
                  <a:pt x="991566" y="895382"/>
                  <a:pt x="985320" y="886641"/>
                </a:cubicBezTo>
                <a:close/>
                <a:moveTo>
                  <a:pt x="1562448" y="0"/>
                </a:moveTo>
                <a:cubicBezTo>
                  <a:pt x="1629904" y="42459"/>
                  <a:pt x="1582435" y="114889"/>
                  <a:pt x="1582435" y="114889"/>
                </a:cubicBezTo>
                <a:cubicBezTo>
                  <a:pt x="1637400" y="159845"/>
                  <a:pt x="1632403" y="289719"/>
                  <a:pt x="1652390" y="417096"/>
                </a:cubicBezTo>
                <a:cubicBezTo>
                  <a:pt x="1669879" y="546970"/>
                  <a:pt x="1592428" y="504511"/>
                  <a:pt x="1519975" y="516999"/>
                </a:cubicBezTo>
                <a:cubicBezTo>
                  <a:pt x="1447522" y="529487"/>
                  <a:pt x="1475004" y="646873"/>
                  <a:pt x="1475004" y="646873"/>
                </a:cubicBezTo>
                <a:cubicBezTo>
                  <a:pt x="1562448" y="749274"/>
                  <a:pt x="1617412" y="1029003"/>
                  <a:pt x="1617412" y="1029003"/>
                </a:cubicBezTo>
                <a:cubicBezTo>
                  <a:pt x="1617412" y="1029003"/>
                  <a:pt x="1662383" y="1161375"/>
                  <a:pt x="1737335" y="1103931"/>
                </a:cubicBezTo>
                <a:cubicBezTo>
                  <a:pt x="1812287" y="1046486"/>
                  <a:pt x="1997168" y="981549"/>
                  <a:pt x="2024650" y="951578"/>
                </a:cubicBezTo>
                <a:cubicBezTo>
                  <a:pt x="2054631" y="924105"/>
                  <a:pt x="2057129" y="896631"/>
                  <a:pt x="2057129" y="896631"/>
                </a:cubicBezTo>
                <a:cubicBezTo>
                  <a:pt x="2074618" y="854172"/>
                  <a:pt x="2114592" y="821704"/>
                  <a:pt x="2152068" y="821704"/>
                </a:cubicBezTo>
                <a:cubicBezTo>
                  <a:pt x="2189544" y="821704"/>
                  <a:pt x="2217026" y="854172"/>
                  <a:pt x="2237013" y="904124"/>
                </a:cubicBezTo>
                <a:cubicBezTo>
                  <a:pt x="2257000" y="956573"/>
                  <a:pt x="2202036" y="974056"/>
                  <a:pt x="2182048" y="986544"/>
                </a:cubicBezTo>
                <a:cubicBezTo>
                  <a:pt x="2164560" y="999032"/>
                  <a:pt x="2149569" y="1029003"/>
                  <a:pt x="2149569" y="1029003"/>
                </a:cubicBezTo>
                <a:cubicBezTo>
                  <a:pt x="2104598" y="1091443"/>
                  <a:pt x="1752325" y="1318722"/>
                  <a:pt x="1692364" y="1351191"/>
                </a:cubicBezTo>
                <a:cubicBezTo>
                  <a:pt x="1632403" y="1381162"/>
                  <a:pt x="1609917" y="1338703"/>
                  <a:pt x="1609917" y="1338703"/>
                </a:cubicBezTo>
                <a:cubicBezTo>
                  <a:pt x="1609917" y="1338703"/>
                  <a:pt x="1609917" y="1338703"/>
                  <a:pt x="1497490" y="1243795"/>
                </a:cubicBezTo>
                <a:cubicBezTo>
                  <a:pt x="1477503" y="1316225"/>
                  <a:pt x="1347586" y="1555993"/>
                  <a:pt x="1347586" y="1555993"/>
                </a:cubicBezTo>
                <a:cubicBezTo>
                  <a:pt x="1387561" y="1610939"/>
                  <a:pt x="1847264" y="1740814"/>
                  <a:pt x="1949698" y="1768287"/>
                </a:cubicBezTo>
                <a:cubicBezTo>
                  <a:pt x="2049634" y="1795760"/>
                  <a:pt x="2067123" y="1938122"/>
                  <a:pt x="1954695" y="2070494"/>
                </a:cubicBezTo>
                <a:cubicBezTo>
                  <a:pt x="1844766" y="2205363"/>
                  <a:pt x="1729840" y="2432643"/>
                  <a:pt x="1689866" y="2510068"/>
                </a:cubicBezTo>
                <a:cubicBezTo>
                  <a:pt x="1649891" y="2589991"/>
                  <a:pt x="1609917" y="2537542"/>
                  <a:pt x="1609917" y="2537542"/>
                </a:cubicBezTo>
                <a:cubicBezTo>
                  <a:pt x="1609917" y="2537542"/>
                  <a:pt x="1609917" y="2537542"/>
                  <a:pt x="1594927" y="2562517"/>
                </a:cubicBezTo>
                <a:cubicBezTo>
                  <a:pt x="1589930" y="2622459"/>
                  <a:pt x="1674875" y="2664918"/>
                  <a:pt x="1717348" y="2697387"/>
                </a:cubicBezTo>
                <a:cubicBezTo>
                  <a:pt x="1762319" y="2729855"/>
                  <a:pt x="1817284" y="2724860"/>
                  <a:pt x="1832274" y="2734850"/>
                </a:cubicBezTo>
                <a:cubicBezTo>
                  <a:pt x="1847264" y="2744841"/>
                  <a:pt x="1807290" y="2804783"/>
                  <a:pt x="1697361" y="2814773"/>
                </a:cubicBezTo>
                <a:cubicBezTo>
                  <a:pt x="1584933" y="2824763"/>
                  <a:pt x="1512480" y="2782304"/>
                  <a:pt x="1484998" y="2769816"/>
                </a:cubicBezTo>
                <a:cubicBezTo>
                  <a:pt x="1455017" y="2757329"/>
                  <a:pt x="1405049" y="2764821"/>
                  <a:pt x="1365075" y="2769816"/>
                </a:cubicBezTo>
                <a:cubicBezTo>
                  <a:pt x="1322602" y="2777309"/>
                  <a:pt x="1317606" y="2744841"/>
                  <a:pt x="1317606" y="2744841"/>
                </a:cubicBezTo>
                <a:cubicBezTo>
                  <a:pt x="1317606" y="2744841"/>
                  <a:pt x="1305114" y="2662421"/>
                  <a:pt x="1345088" y="2624957"/>
                </a:cubicBezTo>
                <a:cubicBezTo>
                  <a:pt x="1387561" y="2587493"/>
                  <a:pt x="1405049" y="2562517"/>
                  <a:pt x="1455017" y="2462614"/>
                </a:cubicBezTo>
                <a:cubicBezTo>
                  <a:pt x="1507483" y="2365208"/>
                  <a:pt x="1589930" y="2255315"/>
                  <a:pt x="1614914" y="2172895"/>
                </a:cubicBezTo>
                <a:cubicBezTo>
                  <a:pt x="1639898" y="2090475"/>
                  <a:pt x="1734837" y="2005557"/>
                  <a:pt x="1734837" y="1980581"/>
                </a:cubicBezTo>
                <a:cubicBezTo>
                  <a:pt x="1734837" y="1955605"/>
                  <a:pt x="1629904" y="1958103"/>
                  <a:pt x="1440027" y="1960601"/>
                </a:cubicBezTo>
                <a:cubicBezTo>
                  <a:pt x="1250149" y="1963098"/>
                  <a:pt x="1170201" y="1913147"/>
                  <a:pt x="1170201" y="1913147"/>
                </a:cubicBezTo>
                <a:cubicBezTo>
                  <a:pt x="1115236" y="2177890"/>
                  <a:pt x="820426" y="2467609"/>
                  <a:pt x="645538" y="2674908"/>
                </a:cubicBezTo>
                <a:cubicBezTo>
                  <a:pt x="473149" y="2884705"/>
                  <a:pt x="320748" y="3271830"/>
                  <a:pt x="320748" y="3271830"/>
                </a:cubicBezTo>
                <a:cubicBezTo>
                  <a:pt x="320748" y="3271830"/>
                  <a:pt x="320748" y="3271830"/>
                  <a:pt x="260786" y="3241859"/>
                </a:cubicBezTo>
                <a:cubicBezTo>
                  <a:pt x="260786" y="3241859"/>
                  <a:pt x="260786" y="3241859"/>
                  <a:pt x="223310" y="3281820"/>
                </a:cubicBezTo>
                <a:cubicBezTo>
                  <a:pt x="223310" y="3281820"/>
                  <a:pt x="248294" y="3301801"/>
                  <a:pt x="250793" y="3331772"/>
                </a:cubicBezTo>
                <a:cubicBezTo>
                  <a:pt x="253291" y="3364241"/>
                  <a:pt x="193330" y="3399207"/>
                  <a:pt x="158352" y="3446661"/>
                </a:cubicBezTo>
                <a:cubicBezTo>
                  <a:pt x="123375" y="3494115"/>
                  <a:pt x="153355" y="3529081"/>
                  <a:pt x="153355" y="3529081"/>
                </a:cubicBezTo>
                <a:cubicBezTo>
                  <a:pt x="215815" y="3534076"/>
                  <a:pt x="288269" y="3633979"/>
                  <a:pt x="228307" y="3648965"/>
                </a:cubicBezTo>
                <a:cubicBezTo>
                  <a:pt x="168346" y="3663950"/>
                  <a:pt x="43426" y="3663950"/>
                  <a:pt x="15944" y="3613999"/>
                </a:cubicBezTo>
                <a:cubicBezTo>
                  <a:pt x="-9040" y="3564047"/>
                  <a:pt x="954" y="3461646"/>
                  <a:pt x="8449" y="3349255"/>
                </a:cubicBezTo>
                <a:cubicBezTo>
                  <a:pt x="13446" y="3234366"/>
                  <a:pt x="-11538" y="3251849"/>
                  <a:pt x="10947" y="3216883"/>
                </a:cubicBezTo>
                <a:cubicBezTo>
                  <a:pt x="33433" y="3181917"/>
                  <a:pt x="120876" y="3196903"/>
                  <a:pt x="120876" y="3196903"/>
                </a:cubicBezTo>
                <a:cubicBezTo>
                  <a:pt x="120876" y="3196903"/>
                  <a:pt x="120876" y="3196903"/>
                  <a:pt x="145860" y="3174424"/>
                </a:cubicBezTo>
                <a:cubicBezTo>
                  <a:pt x="145860" y="3174424"/>
                  <a:pt x="145860" y="3174424"/>
                  <a:pt x="138365" y="3149449"/>
                </a:cubicBezTo>
                <a:cubicBezTo>
                  <a:pt x="213317" y="3054541"/>
                  <a:pt x="340735" y="2747338"/>
                  <a:pt x="408191" y="2570010"/>
                </a:cubicBezTo>
                <a:cubicBezTo>
                  <a:pt x="478146" y="2395179"/>
                  <a:pt x="585577" y="2425150"/>
                  <a:pt x="665525" y="2210359"/>
                </a:cubicBezTo>
                <a:cubicBezTo>
                  <a:pt x="745474" y="1995567"/>
                  <a:pt x="772956" y="1760794"/>
                  <a:pt x="765461" y="1678374"/>
                </a:cubicBezTo>
                <a:cubicBezTo>
                  <a:pt x="760464" y="1598451"/>
                  <a:pt x="807934" y="1458587"/>
                  <a:pt x="807934" y="1458587"/>
                </a:cubicBezTo>
                <a:cubicBezTo>
                  <a:pt x="807934" y="1458587"/>
                  <a:pt x="807934" y="1458587"/>
                  <a:pt x="760464" y="1401143"/>
                </a:cubicBezTo>
                <a:cubicBezTo>
                  <a:pt x="760464" y="1401143"/>
                  <a:pt x="775455" y="1391152"/>
                  <a:pt x="820426" y="1373669"/>
                </a:cubicBezTo>
                <a:cubicBezTo>
                  <a:pt x="854154" y="1358684"/>
                  <a:pt x="908962" y="1305766"/>
                  <a:pt x="946907" y="1235990"/>
                </a:cubicBezTo>
                <a:lnTo>
                  <a:pt x="947294" y="1235055"/>
                </a:lnTo>
                <a:lnTo>
                  <a:pt x="947604" y="1235209"/>
                </a:lnTo>
                <a:lnTo>
                  <a:pt x="947724" y="1234019"/>
                </a:lnTo>
                <a:lnTo>
                  <a:pt x="947294" y="1235055"/>
                </a:lnTo>
                <a:lnTo>
                  <a:pt x="935351" y="1229122"/>
                </a:lnTo>
                <a:cubicBezTo>
                  <a:pt x="869144" y="1193843"/>
                  <a:pt x="787947" y="1140145"/>
                  <a:pt x="722988" y="1066467"/>
                </a:cubicBezTo>
                <a:cubicBezTo>
                  <a:pt x="593072" y="916612"/>
                  <a:pt x="570587" y="934095"/>
                  <a:pt x="717992" y="814211"/>
                </a:cubicBezTo>
                <a:cubicBezTo>
                  <a:pt x="867895" y="694327"/>
                  <a:pt x="987818" y="539477"/>
                  <a:pt x="1015300" y="519497"/>
                </a:cubicBezTo>
                <a:cubicBezTo>
                  <a:pt x="1045281" y="499516"/>
                  <a:pt x="1180194" y="516999"/>
                  <a:pt x="1222667" y="509506"/>
                </a:cubicBezTo>
                <a:cubicBezTo>
                  <a:pt x="1262641" y="504511"/>
                  <a:pt x="1262641" y="482033"/>
                  <a:pt x="1262641" y="482033"/>
                </a:cubicBezTo>
                <a:cubicBezTo>
                  <a:pt x="1262641" y="482033"/>
                  <a:pt x="1262641" y="482033"/>
                  <a:pt x="1287625" y="452062"/>
                </a:cubicBezTo>
                <a:cubicBezTo>
                  <a:pt x="1297618" y="389623"/>
                  <a:pt x="1230162" y="337173"/>
                  <a:pt x="1230162" y="237270"/>
                </a:cubicBezTo>
                <a:cubicBezTo>
                  <a:pt x="1230162" y="139865"/>
                  <a:pt x="1330098" y="77425"/>
                  <a:pt x="1427535" y="57444"/>
                </a:cubicBezTo>
                <a:cubicBezTo>
                  <a:pt x="1524972" y="39961"/>
                  <a:pt x="1562448" y="0"/>
                  <a:pt x="156244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íS1iḑé">
            <a:extLst>
              <a:ext uri="{FF2B5EF4-FFF2-40B4-BE49-F238E27FC236}">
                <a16:creationId xmlns:a16="http://schemas.microsoft.com/office/drawing/2014/main" id="{85F29EB6-5401-484B-8161-3822D375FED7}"/>
              </a:ext>
            </a:extLst>
          </p:cNvPr>
          <p:cNvSpPr/>
          <p:nvPr/>
        </p:nvSpPr>
        <p:spPr bwMode="auto">
          <a:xfrm>
            <a:off x="4043885" y="3704297"/>
            <a:ext cx="1216172" cy="2395446"/>
          </a:xfrm>
          <a:custGeom>
            <a:avLst/>
            <a:gdLst>
              <a:gd name="T0" fmla="*/ 0 w 544"/>
              <a:gd name="T1" fmla="*/ 915 h 1073"/>
              <a:gd name="T2" fmla="*/ 0 w 544"/>
              <a:gd name="T3" fmla="*/ 199 h 1073"/>
              <a:gd name="T4" fmla="*/ 68 w 544"/>
              <a:gd name="T5" fmla="*/ 199 h 1073"/>
              <a:gd name="T6" fmla="*/ 274 w 544"/>
              <a:gd name="T7" fmla="*/ 0 h 1073"/>
              <a:gd name="T8" fmla="*/ 436 w 544"/>
              <a:gd name="T9" fmla="*/ 81 h 1073"/>
              <a:gd name="T10" fmla="*/ 457 w 544"/>
              <a:gd name="T11" fmla="*/ 115 h 1073"/>
              <a:gd name="T12" fmla="*/ 469 w 544"/>
              <a:gd name="T13" fmla="*/ 142 h 1073"/>
              <a:gd name="T14" fmla="*/ 479 w 544"/>
              <a:gd name="T15" fmla="*/ 199 h 1073"/>
              <a:gd name="T16" fmla="*/ 544 w 544"/>
              <a:gd name="T17" fmla="*/ 199 h 1073"/>
              <a:gd name="T18" fmla="*/ 544 w 544"/>
              <a:gd name="T19" fmla="*/ 915 h 1073"/>
              <a:gd name="T20" fmla="*/ 412 w 544"/>
              <a:gd name="T21" fmla="*/ 992 h 1073"/>
              <a:gd name="T22" fmla="*/ 273 w 544"/>
              <a:gd name="T23" fmla="*/ 1073 h 1073"/>
              <a:gd name="T24" fmla="*/ 228 w 544"/>
              <a:gd name="T25" fmla="*/ 1047 h 1073"/>
              <a:gd name="T26" fmla="*/ 196 w 544"/>
              <a:gd name="T27" fmla="*/ 1028 h 1073"/>
              <a:gd name="T28" fmla="*/ 164 w 544"/>
              <a:gd name="T29" fmla="*/ 1010 h 1073"/>
              <a:gd name="T30" fmla="*/ 32 w 544"/>
              <a:gd name="T31" fmla="*/ 934 h 1073"/>
              <a:gd name="T32" fmla="*/ 0 w 544"/>
              <a:gd name="T33" fmla="*/ 915 h 10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4" h="1073">
                <a:moveTo>
                  <a:pt x="0" y="915"/>
                </a:moveTo>
                <a:cubicBezTo>
                  <a:pt x="0" y="199"/>
                  <a:pt x="0" y="199"/>
                  <a:pt x="0" y="199"/>
                </a:cubicBezTo>
                <a:cubicBezTo>
                  <a:pt x="68" y="199"/>
                  <a:pt x="68" y="199"/>
                  <a:pt x="68" y="199"/>
                </a:cubicBezTo>
                <a:cubicBezTo>
                  <a:pt x="70" y="95"/>
                  <a:pt x="161" y="0"/>
                  <a:pt x="274" y="0"/>
                </a:cubicBezTo>
                <a:cubicBezTo>
                  <a:pt x="340" y="0"/>
                  <a:pt x="398" y="32"/>
                  <a:pt x="436" y="81"/>
                </a:cubicBezTo>
                <a:cubicBezTo>
                  <a:pt x="444" y="91"/>
                  <a:pt x="451" y="103"/>
                  <a:pt x="457" y="115"/>
                </a:cubicBezTo>
                <a:cubicBezTo>
                  <a:pt x="462" y="124"/>
                  <a:pt x="466" y="132"/>
                  <a:pt x="469" y="142"/>
                </a:cubicBezTo>
                <a:cubicBezTo>
                  <a:pt x="475" y="161"/>
                  <a:pt x="479" y="191"/>
                  <a:pt x="479" y="199"/>
                </a:cubicBezTo>
                <a:cubicBezTo>
                  <a:pt x="544" y="199"/>
                  <a:pt x="544" y="199"/>
                  <a:pt x="544" y="199"/>
                </a:cubicBezTo>
                <a:cubicBezTo>
                  <a:pt x="544" y="915"/>
                  <a:pt x="544" y="915"/>
                  <a:pt x="544" y="915"/>
                </a:cubicBezTo>
                <a:cubicBezTo>
                  <a:pt x="412" y="992"/>
                  <a:pt x="412" y="992"/>
                  <a:pt x="412" y="992"/>
                </a:cubicBezTo>
                <a:cubicBezTo>
                  <a:pt x="273" y="1073"/>
                  <a:pt x="273" y="1073"/>
                  <a:pt x="273" y="1073"/>
                </a:cubicBezTo>
                <a:cubicBezTo>
                  <a:pt x="228" y="1047"/>
                  <a:pt x="228" y="1047"/>
                  <a:pt x="228" y="1047"/>
                </a:cubicBezTo>
                <a:cubicBezTo>
                  <a:pt x="196" y="1028"/>
                  <a:pt x="196" y="1028"/>
                  <a:pt x="196" y="1028"/>
                </a:cubicBezTo>
                <a:cubicBezTo>
                  <a:pt x="164" y="1010"/>
                  <a:pt x="164" y="1010"/>
                  <a:pt x="164" y="1010"/>
                </a:cubicBezTo>
                <a:cubicBezTo>
                  <a:pt x="32" y="934"/>
                  <a:pt x="32" y="934"/>
                  <a:pt x="32" y="934"/>
                </a:cubicBezTo>
                <a:cubicBezTo>
                  <a:pt x="0" y="915"/>
                  <a:pt x="0" y="915"/>
                  <a:pt x="0" y="915"/>
                </a:cubicBezTo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6" name="îṡ1idé">
            <a:extLst>
              <a:ext uri="{FF2B5EF4-FFF2-40B4-BE49-F238E27FC236}">
                <a16:creationId xmlns:a16="http://schemas.microsoft.com/office/drawing/2014/main" id="{B288B9D7-B35B-4EDB-A0FF-977A6B440620}"/>
              </a:ext>
            </a:extLst>
          </p:cNvPr>
          <p:cNvSpPr/>
          <p:nvPr/>
        </p:nvSpPr>
        <p:spPr bwMode="auto">
          <a:xfrm>
            <a:off x="5443972" y="2923145"/>
            <a:ext cx="1216172" cy="2395446"/>
          </a:xfrm>
          <a:custGeom>
            <a:avLst/>
            <a:gdLst>
              <a:gd name="T0" fmla="*/ 0 w 544"/>
              <a:gd name="T1" fmla="*/ 915 h 1073"/>
              <a:gd name="T2" fmla="*/ 0 w 544"/>
              <a:gd name="T3" fmla="*/ 199 h 1073"/>
              <a:gd name="T4" fmla="*/ 68 w 544"/>
              <a:gd name="T5" fmla="*/ 199 h 1073"/>
              <a:gd name="T6" fmla="*/ 274 w 544"/>
              <a:gd name="T7" fmla="*/ 0 h 1073"/>
              <a:gd name="T8" fmla="*/ 436 w 544"/>
              <a:gd name="T9" fmla="*/ 81 h 1073"/>
              <a:gd name="T10" fmla="*/ 457 w 544"/>
              <a:gd name="T11" fmla="*/ 115 h 1073"/>
              <a:gd name="T12" fmla="*/ 469 w 544"/>
              <a:gd name="T13" fmla="*/ 142 h 1073"/>
              <a:gd name="T14" fmla="*/ 479 w 544"/>
              <a:gd name="T15" fmla="*/ 199 h 1073"/>
              <a:gd name="T16" fmla="*/ 544 w 544"/>
              <a:gd name="T17" fmla="*/ 199 h 1073"/>
              <a:gd name="T18" fmla="*/ 544 w 544"/>
              <a:gd name="T19" fmla="*/ 915 h 1073"/>
              <a:gd name="T20" fmla="*/ 412 w 544"/>
              <a:gd name="T21" fmla="*/ 992 h 1073"/>
              <a:gd name="T22" fmla="*/ 273 w 544"/>
              <a:gd name="T23" fmla="*/ 1073 h 1073"/>
              <a:gd name="T24" fmla="*/ 228 w 544"/>
              <a:gd name="T25" fmla="*/ 1047 h 1073"/>
              <a:gd name="T26" fmla="*/ 196 w 544"/>
              <a:gd name="T27" fmla="*/ 1028 h 1073"/>
              <a:gd name="T28" fmla="*/ 164 w 544"/>
              <a:gd name="T29" fmla="*/ 1010 h 1073"/>
              <a:gd name="T30" fmla="*/ 32 w 544"/>
              <a:gd name="T31" fmla="*/ 934 h 1073"/>
              <a:gd name="T32" fmla="*/ 0 w 544"/>
              <a:gd name="T33" fmla="*/ 915 h 10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4" h="1073">
                <a:moveTo>
                  <a:pt x="0" y="915"/>
                </a:moveTo>
                <a:cubicBezTo>
                  <a:pt x="0" y="199"/>
                  <a:pt x="0" y="199"/>
                  <a:pt x="0" y="199"/>
                </a:cubicBezTo>
                <a:cubicBezTo>
                  <a:pt x="68" y="199"/>
                  <a:pt x="68" y="199"/>
                  <a:pt x="68" y="199"/>
                </a:cubicBezTo>
                <a:cubicBezTo>
                  <a:pt x="70" y="95"/>
                  <a:pt x="161" y="0"/>
                  <a:pt x="274" y="0"/>
                </a:cubicBezTo>
                <a:cubicBezTo>
                  <a:pt x="340" y="0"/>
                  <a:pt x="398" y="32"/>
                  <a:pt x="436" y="81"/>
                </a:cubicBezTo>
                <a:cubicBezTo>
                  <a:pt x="444" y="91"/>
                  <a:pt x="451" y="103"/>
                  <a:pt x="457" y="115"/>
                </a:cubicBezTo>
                <a:cubicBezTo>
                  <a:pt x="462" y="124"/>
                  <a:pt x="466" y="132"/>
                  <a:pt x="469" y="142"/>
                </a:cubicBezTo>
                <a:cubicBezTo>
                  <a:pt x="475" y="161"/>
                  <a:pt x="479" y="191"/>
                  <a:pt x="479" y="199"/>
                </a:cubicBezTo>
                <a:cubicBezTo>
                  <a:pt x="544" y="199"/>
                  <a:pt x="544" y="199"/>
                  <a:pt x="544" y="199"/>
                </a:cubicBezTo>
                <a:cubicBezTo>
                  <a:pt x="544" y="915"/>
                  <a:pt x="544" y="915"/>
                  <a:pt x="544" y="915"/>
                </a:cubicBezTo>
                <a:cubicBezTo>
                  <a:pt x="412" y="992"/>
                  <a:pt x="412" y="992"/>
                  <a:pt x="412" y="992"/>
                </a:cubicBezTo>
                <a:cubicBezTo>
                  <a:pt x="273" y="1073"/>
                  <a:pt x="273" y="1073"/>
                  <a:pt x="273" y="1073"/>
                </a:cubicBezTo>
                <a:cubicBezTo>
                  <a:pt x="228" y="1047"/>
                  <a:pt x="228" y="1047"/>
                  <a:pt x="228" y="1047"/>
                </a:cubicBezTo>
                <a:cubicBezTo>
                  <a:pt x="196" y="1028"/>
                  <a:pt x="196" y="1028"/>
                  <a:pt x="196" y="1028"/>
                </a:cubicBezTo>
                <a:cubicBezTo>
                  <a:pt x="164" y="1010"/>
                  <a:pt x="164" y="1010"/>
                  <a:pt x="164" y="1010"/>
                </a:cubicBezTo>
                <a:cubicBezTo>
                  <a:pt x="32" y="934"/>
                  <a:pt x="32" y="934"/>
                  <a:pt x="32" y="934"/>
                </a:cubicBezTo>
                <a:cubicBezTo>
                  <a:pt x="0" y="915"/>
                  <a:pt x="0" y="915"/>
                  <a:pt x="0" y="915"/>
                </a:cubicBezTo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7" name="íśḻíḑé">
            <a:extLst>
              <a:ext uri="{FF2B5EF4-FFF2-40B4-BE49-F238E27FC236}">
                <a16:creationId xmlns:a16="http://schemas.microsoft.com/office/drawing/2014/main" id="{AD455AB0-B4C0-4463-B6C6-463C673DAA34}"/>
              </a:ext>
            </a:extLst>
          </p:cNvPr>
          <p:cNvSpPr/>
          <p:nvPr/>
        </p:nvSpPr>
        <p:spPr bwMode="auto">
          <a:xfrm>
            <a:off x="6844057" y="2141995"/>
            <a:ext cx="1216172" cy="2395446"/>
          </a:xfrm>
          <a:custGeom>
            <a:avLst/>
            <a:gdLst>
              <a:gd name="T0" fmla="*/ 0 w 544"/>
              <a:gd name="T1" fmla="*/ 915 h 1073"/>
              <a:gd name="T2" fmla="*/ 0 w 544"/>
              <a:gd name="T3" fmla="*/ 199 h 1073"/>
              <a:gd name="T4" fmla="*/ 68 w 544"/>
              <a:gd name="T5" fmla="*/ 199 h 1073"/>
              <a:gd name="T6" fmla="*/ 274 w 544"/>
              <a:gd name="T7" fmla="*/ 0 h 1073"/>
              <a:gd name="T8" fmla="*/ 436 w 544"/>
              <a:gd name="T9" fmla="*/ 81 h 1073"/>
              <a:gd name="T10" fmla="*/ 457 w 544"/>
              <a:gd name="T11" fmla="*/ 115 h 1073"/>
              <a:gd name="T12" fmla="*/ 469 w 544"/>
              <a:gd name="T13" fmla="*/ 142 h 1073"/>
              <a:gd name="T14" fmla="*/ 479 w 544"/>
              <a:gd name="T15" fmla="*/ 199 h 1073"/>
              <a:gd name="T16" fmla="*/ 544 w 544"/>
              <a:gd name="T17" fmla="*/ 199 h 1073"/>
              <a:gd name="T18" fmla="*/ 544 w 544"/>
              <a:gd name="T19" fmla="*/ 915 h 1073"/>
              <a:gd name="T20" fmla="*/ 412 w 544"/>
              <a:gd name="T21" fmla="*/ 992 h 1073"/>
              <a:gd name="T22" fmla="*/ 273 w 544"/>
              <a:gd name="T23" fmla="*/ 1073 h 1073"/>
              <a:gd name="T24" fmla="*/ 228 w 544"/>
              <a:gd name="T25" fmla="*/ 1047 h 1073"/>
              <a:gd name="T26" fmla="*/ 196 w 544"/>
              <a:gd name="T27" fmla="*/ 1028 h 1073"/>
              <a:gd name="T28" fmla="*/ 164 w 544"/>
              <a:gd name="T29" fmla="*/ 1010 h 1073"/>
              <a:gd name="T30" fmla="*/ 32 w 544"/>
              <a:gd name="T31" fmla="*/ 934 h 1073"/>
              <a:gd name="T32" fmla="*/ 0 w 544"/>
              <a:gd name="T33" fmla="*/ 915 h 10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44" h="1073">
                <a:moveTo>
                  <a:pt x="0" y="915"/>
                </a:moveTo>
                <a:cubicBezTo>
                  <a:pt x="0" y="199"/>
                  <a:pt x="0" y="199"/>
                  <a:pt x="0" y="199"/>
                </a:cubicBezTo>
                <a:cubicBezTo>
                  <a:pt x="68" y="199"/>
                  <a:pt x="68" y="199"/>
                  <a:pt x="68" y="199"/>
                </a:cubicBezTo>
                <a:cubicBezTo>
                  <a:pt x="70" y="95"/>
                  <a:pt x="161" y="0"/>
                  <a:pt x="274" y="0"/>
                </a:cubicBezTo>
                <a:cubicBezTo>
                  <a:pt x="340" y="0"/>
                  <a:pt x="398" y="32"/>
                  <a:pt x="436" y="81"/>
                </a:cubicBezTo>
                <a:cubicBezTo>
                  <a:pt x="444" y="91"/>
                  <a:pt x="451" y="103"/>
                  <a:pt x="457" y="115"/>
                </a:cubicBezTo>
                <a:cubicBezTo>
                  <a:pt x="462" y="124"/>
                  <a:pt x="466" y="132"/>
                  <a:pt x="469" y="142"/>
                </a:cubicBezTo>
                <a:cubicBezTo>
                  <a:pt x="475" y="161"/>
                  <a:pt x="479" y="191"/>
                  <a:pt x="479" y="199"/>
                </a:cubicBezTo>
                <a:cubicBezTo>
                  <a:pt x="544" y="199"/>
                  <a:pt x="544" y="199"/>
                  <a:pt x="544" y="199"/>
                </a:cubicBezTo>
                <a:cubicBezTo>
                  <a:pt x="544" y="915"/>
                  <a:pt x="544" y="915"/>
                  <a:pt x="544" y="915"/>
                </a:cubicBezTo>
                <a:cubicBezTo>
                  <a:pt x="412" y="992"/>
                  <a:pt x="412" y="992"/>
                  <a:pt x="412" y="992"/>
                </a:cubicBezTo>
                <a:cubicBezTo>
                  <a:pt x="273" y="1073"/>
                  <a:pt x="273" y="1073"/>
                  <a:pt x="273" y="1073"/>
                </a:cubicBezTo>
                <a:cubicBezTo>
                  <a:pt x="228" y="1047"/>
                  <a:pt x="228" y="1047"/>
                  <a:pt x="228" y="1047"/>
                </a:cubicBezTo>
                <a:cubicBezTo>
                  <a:pt x="196" y="1028"/>
                  <a:pt x="196" y="1028"/>
                  <a:pt x="196" y="1028"/>
                </a:cubicBezTo>
                <a:cubicBezTo>
                  <a:pt x="164" y="1010"/>
                  <a:pt x="164" y="1010"/>
                  <a:pt x="164" y="1010"/>
                </a:cubicBezTo>
                <a:cubicBezTo>
                  <a:pt x="32" y="934"/>
                  <a:pt x="32" y="934"/>
                  <a:pt x="32" y="934"/>
                </a:cubicBezTo>
                <a:cubicBezTo>
                  <a:pt x="0" y="915"/>
                  <a:pt x="0" y="915"/>
                  <a:pt x="0" y="915"/>
                </a:cubicBezTo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8" name="iṡ1íḍè">
            <a:extLst>
              <a:ext uri="{FF2B5EF4-FFF2-40B4-BE49-F238E27FC236}">
                <a16:creationId xmlns:a16="http://schemas.microsoft.com/office/drawing/2014/main" id="{42EF2A78-3BAE-412B-9CF9-2790243BDBF3}"/>
              </a:ext>
            </a:extLst>
          </p:cNvPr>
          <p:cNvSpPr/>
          <p:nvPr/>
        </p:nvSpPr>
        <p:spPr>
          <a:xfrm>
            <a:off x="4297977" y="3802571"/>
            <a:ext cx="707987" cy="707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îṧḻíḍê">
            <a:extLst>
              <a:ext uri="{FF2B5EF4-FFF2-40B4-BE49-F238E27FC236}">
                <a16:creationId xmlns:a16="http://schemas.microsoft.com/office/drawing/2014/main" id="{F43FC404-0997-4E71-88A2-F8794F6A19C0}"/>
              </a:ext>
            </a:extLst>
          </p:cNvPr>
          <p:cNvSpPr/>
          <p:nvPr/>
        </p:nvSpPr>
        <p:spPr>
          <a:xfrm>
            <a:off x="5698064" y="3026412"/>
            <a:ext cx="707987" cy="707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îşľíḑè">
            <a:extLst>
              <a:ext uri="{FF2B5EF4-FFF2-40B4-BE49-F238E27FC236}">
                <a16:creationId xmlns:a16="http://schemas.microsoft.com/office/drawing/2014/main" id="{62121A9B-AC32-4E0F-A4E5-6FDF7F8E0BBD}"/>
              </a:ext>
            </a:extLst>
          </p:cNvPr>
          <p:cNvSpPr/>
          <p:nvPr/>
        </p:nvSpPr>
        <p:spPr>
          <a:xfrm>
            <a:off x="7098149" y="2250252"/>
            <a:ext cx="707987" cy="70798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ïṥliḑê">
            <a:extLst>
              <a:ext uri="{FF2B5EF4-FFF2-40B4-BE49-F238E27FC236}">
                <a16:creationId xmlns:a16="http://schemas.microsoft.com/office/drawing/2014/main" id="{7A8B7F54-F9AC-45D1-A8ED-BA123A9D964B}"/>
              </a:ext>
            </a:extLst>
          </p:cNvPr>
          <p:cNvSpPr txBox="1"/>
          <p:nvPr/>
        </p:nvSpPr>
        <p:spPr>
          <a:xfrm>
            <a:off x="4240570" y="4707572"/>
            <a:ext cx="822806" cy="99046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rmAutofit fontScale="92500" lnSpcReduction="10000"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STEP</a:t>
            </a: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01</a:t>
            </a:r>
          </a:p>
        </p:txBody>
      </p:sp>
      <p:sp>
        <p:nvSpPr>
          <p:cNvPr id="12" name="îşlíḓe">
            <a:extLst>
              <a:ext uri="{FF2B5EF4-FFF2-40B4-BE49-F238E27FC236}">
                <a16:creationId xmlns:a16="http://schemas.microsoft.com/office/drawing/2014/main" id="{6DCD4B61-8D88-400D-A536-E66F059B6FEC}"/>
              </a:ext>
            </a:extLst>
          </p:cNvPr>
          <p:cNvSpPr txBox="1"/>
          <p:nvPr/>
        </p:nvSpPr>
        <p:spPr>
          <a:xfrm>
            <a:off x="5656405" y="3918988"/>
            <a:ext cx="822806" cy="99046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rmAutofit fontScale="92500" lnSpcReduction="10000"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STEP</a:t>
            </a: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02</a:t>
            </a:r>
          </a:p>
        </p:txBody>
      </p:sp>
      <p:sp>
        <p:nvSpPr>
          <p:cNvPr id="13" name="ïṡļîḓê">
            <a:extLst>
              <a:ext uri="{FF2B5EF4-FFF2-40B4-BE49-F238E27FC236}">
                <a16:creationId xmlns:a16="http://schemas.microsoft.com/office/drawing/2014/main" id="{56CE935F-41ED-418C-A345-D39DEC9DFB1E}"/>
              </a:ext>
            </a:extLst>
          </p:cNvPr>
          <p:cNvSpPr txBox="1"/>
          <p:nvPr/>
        </p:nvSpPr>
        <p:spPr>
          <a:xfrm>
            <a:off x="7042799" y="3130405"/>
            <a:ext cx="822806" cy="99046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normAutofit fontScale="92500" lnSpcReduction="10000"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STEP</a:t>
            </a: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03</a:t>
            </a:r>
          </a:p>
        </p:txBody>
      </p:sp>
      <p:sp>
        <p:nvSpPr>
          <p:cNvPr id="14" name="íSḷîḑê">
            <a:extLst>
              <a:ext uri="{FF2B5EF4-FFF2-40B4-BE49-F238E27FC236}">
                <a16:creationId xmlns:a16="http://schemas.microsoft.com/office/drawing/2014/main" id="{F7D9C3A0-D047-48D9-85BE-A342609356E9}"/>
              </a:ext>
            </a:extLst>
          </p:cNvPr>
          <p:cNvSpPr/>
          <p:nvPr/>
        </p:nvSpPr>
        <p:spPr bwMode="auto">
          <a:xfrm>
            <a:off x="4424318" y="3950050"/>
            <a:ext cx="455305" cy="412366"/>
          </a:xfrm>
          <a:custGeom>
            <a:avLst/>
            <a:gdLst>
              <a:gd name="T0" fmla="*/ 237 w 260"/>
              <a:gd name="T1" fmla="*/ 95 h 235"/>
              <a:gd name="T2" fmla="*/ 24 w 260"/>
              <a:gd name="T3" fmla="*/ 95 h 235"/>
              <a:gd name="T4" fmla="*/ 0 w 260"/>
              <a:gd name="T5" fmla="*/ 72 h 235"/>
              <a:gd name="T6" fmla="*/ 260 w 260"/>
              <a:gd name="T7" fmla="*/ 72 h 235"/>
              <a:gd name="T8" fmla="*/ 237 w 260"/>
              <a:gd name="T9" fmla="*/ 95 h 235"/>
              <a:gd name="T10" fmla="*/ 225 w 260"/>
              <a:gd name="T11" fmla="*/ 107 h 235"/>
              <a:gd name="T12" fmla="*/ 201 w 260"/>
              <a:gd name="T13" fmla="*/ 131 h 235"/>
              <a:gd name="T14" fmla="*/ 59 w 260"/>
              <a:gd name="T15" fmla="*/ 131 h 235"/>
              <a:gd name="T16" fmla="*/ 35 w 260"/>
              <a:gd name="T17" fmla="*/ 107 h 235"/>
              <a:gd name="T18" fmla="*/ 225 w 260"/>
              <a:gd name="T19" fmla="*/ 107 h 235"/>
              <a:gd name="T20" fmla="*/ 189 w 260"/>
              <a:gd name="T21" fmla="*/ 143 h 235"/>
              <a:gd name="T22" fmla="*/ 166 w 260"/>
              <a:gd name="T23" fmla="*/ 166 h 235"/>
              <a:gd name="T24" fmla="*/ 95 w 260"/>
              <a:gd name="T25" fmla="*/ 166 h 235"/>
              <a:gd name="T26" fmla="*/ 71 w 260"/>
              <a:gd name="T27" fmla="*/ 143 h 235"/>
              <a:gd name="T28" fmla="*/ 189 w 260"/>
              <a:gd name="T29" fmla="*/ 143 h 235"/>
              <a:gd name="T30" fmla="*/ 130 w 260"/>
              <a:gd name="T31" fmla="*/ 168 h 235"/>
              <a:gd name="T32" fmla="*/ 164 w 260"/>
              <a:gd name="T33" fmla="*/ 202 h 235"/>
              <a:gd name="T34" fmla="*/ 130 w 260"/>
              <a:gd name="T35" fmla="*/ 235 h 235"/>
              <a:gd name="T36" fmla="*/ 97 w 260"/>
              <a:gd name="T37" fmla="*/ 202 h 235"/>
              <a:gd name="T38" fmla="*/ 130 w 260"/>
              <a:gd name="T39" fmla="*/ 168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60" h="235">
                <a:moveTo>
                  <a:pt x="237" y="95"/>
                </a:moveTo>
                <a:cubicBezTo>
                  <a:pt x="178" y="36"/>
                  <a:pt x="82" y="36"/>
                  <a:pt x="24" y="95"/>
                </a:cubicBezTo>
                <a:cubicBezTo>
                  <a:pt x="0" y="72"/>
                  <a:pt x="0" y="72"/>
                  <a:pt x="0" y="72"/>
                </a:cubicBezTo>
                <a:cubicBezTo>
                  <a:pt x="72" y="0"/>
                  <a:pt x="188" y="0"/>
                  <a:pt x="260" y="72"/>
                </a:cubicBezTo>
                <a:lnTo>
                  <a:pt x="237" y="95"/>
                </a:lnTo>
                <a:close/>
                <a:moveTo>
                  <a:pt x="225" y="107"/>
                </a:moveTo>
                <a:cubicBezTo>
                  <a:pt x="201" y="131"/>
                  <a:pt x="201" y="131"/>
                  <a:pt x="201" y="131"/>
                </a:cubicBezTo>
                <a:cubicBezTo>
                  <a:pt x="162" y="91"/>
                  <a:pt x="98" y="91"/>
                  <a:pt x="59" y="131"/>
                </a:cubicBezTo>
                <a:cubicBezTo>
                  <a:pt x="35" y="107"/>
                  <a:pt x="35" y="107"/>
                  <a:pt x="35" y="107"/>
                </a:cubicBezTo>
                <a:cubicBezTo>
                  <a:pt x="88" y="55"/>
                  <a:pt x="173" y="55"/>
                  <a:pt x="225" y="107"/>
                </a:cubicBezTo>
                <a:close/>
                <a:moveTo>
                  <a:pt x="189" y="143"/>
                </a:moveTo>
                <a:cubicBezTo>
                  <a:pt x="166" y="166"/>
                  <a:pt x="166" y="166"/>
                  <a:pt x="166" y="166"/>
                </a:cubicBezTo>
                <a:cubicBezTo>
                  <a:pt x="146" y="147"/>
                  <a:pt x="114" y="147"/>
                  <a:pt x="95" y="166"/>
                </a:cubicBezTo>
                <a:cubicBezTo>
                  <a:pt x="71" y="143"/>
                  <a:pt x="71" y="143"/>
                  <a:pt x="71" y="143"/>
                </a:cubicBezTo>
                <a:cubicBezTo>
                  <a:pt x="104" y="110"/>
                  <a:pt x="157" y="110"/>
                  <a:pt x="189" y="143"/>
                </a:cubicBezTo>
                <a:close/>
                <a:moveTo>
                  <a:pt x="130" y="168"/>
                </a:moveTo>
                <a:cubicBezTo>
                  <a:pt x="149" y="168"/>
                  <a:pt x="164" y="183"/>
                  <a:pt x="164" y="202"/>
                </a:cubicBezTo>
                <a:cubicBezTo>
                  <a:pt x="164" y="220"/>
                  <a:pt x="149" y="235"/>
                  <a:pt x="130" y="235"/>
                </a:cubicBezTo>
                <a:cubicBezTo>
                  <a:pt x="112" y="235"/>
                  <a:pt x="97" y="220"/>
                  <a:pt x="97" y="202"/>
                </a:cubicBezTo>
                <a:cubicBezTo>
                  <a:pt x="97" y="183"/>
                  <a:pt x="112" y="168"/>
                  <a:pt x="130" y="1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îsḻiḑe">
            <a:extLst>
              <a:ext uri="{FF2B5EF4-FFF2-40B4-BE49-F238E27FC236}">
                <a16:creationId xmlns:a16="http://schemas.microsoft.com/office/drawing/2014/main" id="{FD1D4B50-7C65-41B5-888B-8E4E0C845B53}"/>
              </a:ext>
            </a:extLst>
          </p:cNvPr>
          <p:cNvSpPr/>
          <p:nvPr/>
        </p:nvSpPr>
        <p:spPr bwMode="auto">
          <a:xfrm>
            <a:off x="7257958" y="2419061"/>
            <a:ext cx="385673" cy="386300"/>
          </a:xfrm>
          <a:custGeom>
            <a:avLst/>
            <a:gdLst>
              <a:gd name="T0" fmla="*/ 220 w 260"/>
              <a:gd name="T1" fmla="*/ 0 h 260"/>
              <a:gd name="T2" fmla="*/ 41 w 260"/>
              <a:gd name="T3" fmla="*/ 0 h 260"/>
              <a:gd name="T4" fmla="*/ 0 w 260"/>
              <a:gd name="T5" fmla="*/ 41 h 260"/>
              <a:gd name="T6" fmla="*/ 0 w 260"/>
              <a:gd name="T7" fmla="*/ 219 h 260"/>
              <a:gd name="T8" fmla="*/ 41 w 260"/>
              <a:gd name="T9" fmla="*/ 260 h 260"/>
              <a:gd name="T10" fmla="*/ 220 w 260"/>
              <a:gd name="T11" fmla="*/ 260 h 260"/>
              <a:gd name="T12" fmla="*/ 260 w 260"/>
              <a:gd name="T13" fmla="*/ 219 h 260"/>
              <a:gd name="T14" fmla="*/ 260 w 260"/>
              <a:gd name="T15" fmla="*/ 41 h 260"/>
              <a:gd name="T16" fmla="*/ 220 w 260"/>
              <a:gd name="T17" fmla="*/ 0 h 260"/>
              <a:gd name="T18" fmla="*/ 66 w 260"/>
              <a:gd name="T19" fmla="*/ 219 h 260"/>
              <a:gd name="T20" fmla="*/ 34 w 260"/>
              <a:gd name="T21" fmla="*/ 188 h 260"/>
              <a:gd name="T22" fmla="*/ 66 w 260"/>
              <a:gd name="T23" fmla="*/ 156 h 260"/>
              <a:gd name="T24" fmla="*/ 97 w 260"/>
              <a:gd name="T25" fmla="*/ 188 h 260"/>
              <a:gd name="T26" fmla="*/ 66 w 260"/>
              <a:gd name="T27" fmla="*/ 219 h 260"/>
              <a:gd name="T28" fmla="*/ 168 w 260"/>
              <a:gd name="T29" fmla="*/ 218 h 260"/>
              <a:gd name="T30" fmla="*/ 167 w 260"/>
              <a:gd name="T31" fmla="*/ 230 h 260"/>
              <a:gd name="T32" fmla="*/ 130 w 260"/>
              <a:gd name="T33" fmla="*/ 229 h 260"/>
              <a:gd name="T34" fmla="*/ 130 w 260"/>
              <a:gd name="T35" fmla="*/ 217 h 260"/>
              <a:gd name="T36" fmla="*/ 114 w 260"/>
              <a:gd name="T37" fmla="*/ 144 h 260"/>
              <a:gd name="T38" fmla="*/ 35 w 260"/>
              <a:gd name="T39" fmla="*/ 124 h 260"/>
              <a:gd name="T40" fmla="*/ 20 w 260"/>
              <a:gd name="T41" fmla="*/ 124 h 260"/>
              <a:gd name="T42" fmla="*/ 20 w 260"/>
              <a:gd name="T43" fmla="*/ 87 h 260"/>
              <a:gd name="T44" fmla="*/ 35 w 260"/>
              <a:gd name="T45" fmla="*/ 87 h 260"/>
              <a:gd name="T46" fmla="*/ 52 w 260"/>
              <a:gd name="T47" fmla="*/ 87 h 260"/>
              <a:gd name="T48" fmla="*/ 141 w 260"/>
              <a:gd name="T49" fmla="*/ 117 h 260"/>
              <a:gd name="T50" fmla="*/ 168 w 260"/>
              <a:gd name="T51" fmla="*/ 218 h 260"/>
              <a:gd name="T52" fmla="*/ 224 w 260"/>
              <a:gd name="T53" fmla="*/ 209 h 260"/>
              <a:gd name="T54" fmla="*/ 224 w 260"/>
              <a:gd name="T55" fmla="*/ 220 h 260"/>
              <a:gd name="T56" fmla="*/ 185 w 260"/>
              <a:gd name="T57" fmla="*/ 218 h 260"/>
              <a:gd name="T58" fmla="*/ 186 w 260"/>
              <a:gd name="T59" fmla="*/ 208 h 260"/>
              <a:gd name="T60" fmla="*/ 162 w 260"/>
              <a:gd name="T61" fmla="*/ 101 h 260"/>
              <a:gd name="T62" fmla="*/ 47 w 260"/>
              <a:gd name="T63" fmla="*/ 72 h 260"/>
              <a:gd name="T64" fmla="*/ 33 w 260"/>
              <a:gd name="T65" fmla="*/ 72 h 260"/>
              <a:gd name="T66" fmla="*/ 33 w 260"/>
              <a:gd name="T67" fmla="*/ 34 h 260"/>
              <a:gd name="T68" fmla="*/ 47 w 260"/>
              <a:gd name="T69" fmla="*/ 34 h 260"/>
              <a:gd name="T70" fmla="*/ 70 w 260"/>
              <a:gd name="T71" fmla="*/ 34 h 260"/>
              <a:gd name="T72" fmla="*/ 189 w 260"/>
              <a:gd name="T73" fmla="*/ 74 h 260"/>
              <a:gd name="T74" fmla="*/ 224 w 260"/>
              <a:gd name="T75" fmla="*/ 209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60" h="260">
                <a:moveTo>
                  <a:pt x="220" y="0"/>
                </a:moveTo>
                <a:cubicBezTo>
                  <a:pt x="41" y="0"/>
                  <a:pt x="41" y="0"/>
                  <a:pt x="41" y="0"/>
                </a:cubicBezTo>
                <a:cubicBezTo>
                  <a:pt x="18" y="0"/>
                  <a:pt x="0" y="18"/>
                  <a:pt x="0" y="41"/>
                </a:cubicBezTo>
                <a:cubicBezTo>
                  <a:pt x="0" y="219"/>
                  <a:pt x="0" y="219"/>
                  <a:pt x="0" y="219"/>
                </a:cubicBezTo>
                <a:cubicBezTo>
                  <a:pt x="0" y="242"/>
                  <a:pt x="18" y="260"/>
                  <a:pt x="41" y="260"/>
                </a:cubicBezTo>
                <a:cubicBezTo>
                  <a:pt x="220" y="260"/>
                  <a:pt x="220" y="260"/>
                  <a:pt x="220" y="260"/>
                </a:cubicBezTo>
                <a:cubicBezTo>
                  <a:pt x="242" y="260"/>
                  <a:pt x="260" y="242"/>
                  <a:pt x="260" y="219"/>
                </a:cubicBezTo>
                <a:cubicBezTo>
                  <a:pt x="260" y="41"/>
                  <a:pt x="260" y="41"/>
                  <a:pt x="260" y="41"/>
                </a:cubicBezTo>
                <a:cubicBezTo>
                  <a:pt x="260" y="18"/>
                  <a:pt x="242" y="0"/>
                  <a:pt x="220" y="0"/>
                </a:cubicBezTo>
                <a:close/>
                <a:moveTo>
                  <a:pt x="66" y="219"/>
                </a:moveTo>
                <a:cubicBezTo>
                  <a:pt x="48" y="219"/>
                  <a:pt x="34" y="205"/>
                  <a:pt x="34" y="188"/>
                </a:cubicBezTo>
                <a:cubicBezTo>
                  <a:pt x="34" y="170"/>
                  <a:pt x="48" y="156"/>
                  <a:pt x="66" y="156"/>
                </a:cubicBezTo>
                <a:cubicBezTo>
                  <a:pt x="83" y="156"/>
                  <a:pt x="97" y="170"/>
                  <a:pt x="97" y="188"/>
                </a:cubicBezTo>
                <a:cubicBezTo>
                  <a:pt x="97" y="205"/>
                  <a:pt x="83" y="219"/>
                  <a:pt x="66" y="219"/>
                </a:cubicBezTo>
                <a:close/>
                <a:moveTo>
                  <a:pt x="168" y="218"/>
                </a:moveTo>
                <a:cubicBezTo>
                  <a:pt x="167" y="230"/>
                  <a:pt x="167" y="230"/>
                  <a:pt x="167" y="230"/>
                </a:cubicBezTo>
                <a:cubicBezTo>
                  <a:pt x="130" y="229"/>
                  <a:pt x="130" y="229"/>
                  <a:pt x="130" y="229"/>
                </a:cubicBezTo>
                <a:cubicBezTo>
                  <a:pt x="130" y="217"/>
                  <a:pt x="130" y="217"/>
                  <a:pt x="130" y="217"/>
                </a:cubicBezTo>
                <a:cubicBezTo>
                  <a:pt x="131" y="178"/>
                  <a:pt x="127" y="156"/>
                  <a:pt x="114" y="144"/>
                </a:cubicBezTo>
                <a:cubicBezTo>
                  <a:pt x="101" y="130"/>
                  <a:pt x="77" y="124"/>
                  <a:pt x="35" y="124"/>
                </a:cubicBezTo>
                <a:cubicBezTo>
                  <a:pt x="20" y="124"/>
                  <a:pt x="20" y="124"/>
                  <a:pt x="20" y="124"/>
                </a:cubicBezTo>
                <a:cubicBezTo>
                  <a:pt x="20" y="87"/>
                  <a:pt x="20" y="87"/>
                  <a:pt x="20" y="87"/>
                </a:cubicBezTo>
                <a:cubicBezTo>
                  <a:pt x="35" y="87"/>
                  <a:pt x="35" y="87"/>
                  <a:pt x="35" y="87"/>
                </a:cubicBezTo>
                <a:cubicBezTo>
                  <a:pt x="41" y="87"/>
                  <a:pt x="47" y="87"/>
                  <a:pt x="52" y="87"/>
                </a:cubicBezTo>
                <a:cubicBezTo>
                  <a:pt x="95" y="89"/>
                  <a:pt x="123" y="99"/>
                  <a:pt x="141" y="117"/>
                </a:cubicBezTo>
                <a:cubicBezTo>
                  <a:pt x="161" y="138"/>
                  <a:pt x="169" y="168"/>
                  <a:pt x="168" y="218"/>
                </a:cubicBezTo>
                <a:close/>
                <a:moveTo>
                  <a:pt x="224" y="209"/>
                </a:moveTo>
                <a:cubicBezTo>
                  <a:pt x="224" y="220"/>
                  <a:pt x="224" y="220"/>
                  <a:pt x="224" y="220"/>
                </a:cubicBezTo>
                <a:cubicBezTo>
                  <a:pt x="185" y="218"/>
                  <a:pt x="185" y="218"/>
                  <a:pt x="185" y="218"/>
                </a:cubicBezTo>
                <a:cubicBezTo>
                  <a:pt x="186" y="208"/>
                  <a:pt x="186" y="208"/>
                  <a:pt x="186" y="208"/>
                </a:cubicBezTo>
                <a:cubicBezTo>
                  <a:pt x="187" y="152"/>
                  <a:pt x="180" y="120"/>
                  <a:pt x="162" y="101"/>
                </a:cubicBezTo>
                <a:cubicBezTo>
                  <a:pt x="142" y="81"/>
                  <a:pt x="106" y="72"/>
                  <a:pt x="47" y="72"/>
                </a:cubicBezTo>
                <a:cubicBezTo>
                  <a:pt x="33" y="72"/>
                  <a:pt x="33" y="72"/>
                  <a:pt x="33" y="72"/>
                </a:cubicBezTo>
                <a:cubicBezTo>
                  <a:pt x="33" y="34"/>
                  <a:pt x="33" y="34"/>
                  <a:pt x="33" y="34"/>
                </a:cubicBezTo>
                <a:cubicBezTo>
                  <a:pt x="47" y="34"/>
                  <a:pt x="47" y="34"/>
                  <a:pt x="47" y="34"/>
                </a:cubicBezTo>
                <a:cubicBezTo>
                  <a:pt x="55" y="34"/>
                  <a:pt x="63" y="34"/>
                  <a:pt x="70" y="34"/>
                </a:cubicBezTo>
                <a:cubicBezTo>
                  <a:pt x="127" y="37"/>
                  <a:pt x="165" y="50"/>
                  <a:pt x="189" y="74"/>
                </a:cubicBezTo>
                <a:cubicBezTo>
                  <a:pt x="216" y="102"/>
                  <a:pt x="226" y="142"/>
                  <a:pt x="224" y="209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isḷîḍe">
            <a:extLst>
              <a:ext uri="{FF2B5EF4-FFF2-40B4-BE49-F238E27FC236}">
                <a16:creationId xmlns:a16="http://schemas.microsoft.com/office/drawing/2014/main" id="{9834089E-E024-42DD-A9DE-E02EDCF90007}"/>
              </a:ext>
            </a:extLst>
          </p:cNvPr>
          <p:cNvSpPr/>
          <p:nvPr/>
        </p:nvSpPr>
        <p:spPr bwMode="auto">
          <a:xfrm>
            <a:off x="5822819" y="3187145"/>
            <a:ext cx="427817" cy="428998"/>
          </a:xfrm>
          <a:custGeom>
            <a:avLst/>
            <a:gdLst>
              <a:gd name="connsiteX0" fmla="*/ 346755 w 427817"/>
              <a:gd name="connsiteY0" fmla="*/ 134726 h 428998"/>
              <a:gd name="connsiteX1" fmla="*/ 374708 w 427817"/>
              <a:gd name="connsiteY1" fmla="*/ 134726 h 428998"/>
              <a:gd name="connsiteX2" fmla="*/ 427817 w 427817"/>
              <a:gd name="connsiteY2" fmla="*/ 187975 h 428998"/>
              <a:gd name="connsiteX3" fmla="*/ 427817 w 427817"/>
              <a:gd name="connsiteY3" fmla="*/ 294474 h 428998"/>
              <a:gd name="connsiteX4" fmla="*/ 374708 w 427817"/>
              <a:gd name="connsiteY4" fmla="*/ 347723 h 428998"/>
              <a:gd name="connsiteX5" fmla="*/ 374708 w 427817"/>
              <a:gd name="connsiteY5" fmla="*/ 428998 h 428998"/>
              <a:gd name="connsiteX6" fmla="*/ 293646 w 427817"/>
              <a:gd name="connsiteY6" fmla="*/ 347723 h 428998"/>
              <a:gd name="connsiteX7" fmla="*/ 159474 w 427817"/>
              <a:gd name="connsiteY7" fmla="*/ 347723 h 428998"/>
              <a:gd name="connsiteX8" fmla="*/ 106364 w 427817"/>
              <a:gd name="connsiteY8" fmla="*/ 294474 h 428998"/>
              <a:gd name="connsiteX9" fmla="*/ 106364 w 427817"/>
              <a:gd name="connsiteY9" fmla="*/ 280461 h 428998"/>
              <a:gd name="connsiteX10" fmla="*/ 145498 w 427817"/>
              <a:gd name="connsiteY10" fmla="*/ 241225 h 428998"/>
              <a:gd name="connsiteX11" fmla="*/ 265693 w 427817"/>
              <a:gd name="connsiteY11" fmla="*/ 241225 h 428998"/>
              <a:gd name="connsiteX12" fmla="*/ 346755 w 427817"/>
              <a:gd name="connsiteY12" fmla="*/ 162752 h 428998"/>
              <a:gd name="connsiteX13" fmla="*/ 346755 w 427817"/>
              <a:gd name="connsiteY13" fmla="*/ 134726 h 428998"/>
              <a:gd name="connsiteX14" fmla="*/ 53181 w 427817"/>
              <a:gd name="connsiteY14" fmla="*/ 0 h 428998"/>
              <a:gd name="connsiteX15" fmla="*/ 265908 w 427817"/>
              <a:gd name="connsiteY15" fmla="*/ 0 h 428998"/>
              <a:gd name="connsiteX16" fmla="*/ 319089 w 427817"/>
              <a:gd name="connsiteY16" fmla="*/ 56052 h 428998"/>
              <a:gd name="connsiteX17" fmla="*/ 319089 w 427817"/>
              <a:gd name="connsiteY17" fmla="*/ 162550 h 428998"/>
              <a:gd name="connsiteX18" fmla="*/ 265908 w 427817"/>
              <a:gd name="connsiteY18" fmla="*/ 215800 h 428998"/>
              <a:gd name="connsiteX19" fmla="*/ 134354 w 427817"/>
              <a:gd name="connsiteY19" fmla="*/ 215800 h 428998"/>
              <a:gd name="connsiteX20" fmla="*/ 53181 w 427817"/>
              <a:gd name="connsiteY20" fmla="*/ 294272 h 428998"/>
              <a:gd name="connsiteX21" fmla="*/ 53181 w 427817"/>
              <a:gd name="connsiteY21" fmla="*/ 215800 h 428998"/>
              <a:gd name="connsiteX22" fmla="*/ 0 w 427817"/>
              <a:gd name="connsiteY22" fmla="*/ 162550 h 428998"/>
              <a:gd name="connsiteX23" fmla="*/ 0 w 427817"/>
              <a:gd name="connsiteY23" fmla="*/ 56052 h 428998"/>
              <a:gd name="connsiteX24" fmla="*/ 53181 w 427817"/>
              <a:gd name="connsiteY24" fmla="*/ 0 h 42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27817" h="428998">
                <a:moveTo>
                  <a:pt x="346755" y="134726"/>
                </a:moveTo>
                <a:cubicBezTo>
                  <a:pt x="346755" y="134726"/>
                  <a:pt x="346755" y="134726"/>
                  <a:pt x="374708" y="134726"/>
                </a:cubicBezTo>
                <a:cubicBezTo>
                  <a:pt x="399865" y="134726"/>
                  <a:pt x="427817" y="162752"/>
                  <a:pt x="427817" y="187975"/>
                </a:cubicBezTo>
                <a:cubicBezTo>
                  <a:pt x="427817" y="187975"/>
                  <a:pt x="427817" y="187975"/>
                  <a:pt x="427817" y="294474"/>
                </a:cubicBezTo>
                <a:cubicBezTo>
                  <a:pt x="427817" y="322500"/>
                  <a:pt x="399865" y="347723"/>
                  <a:pt x="374708" y="347723"/>
                </a:cubicBezTo>
                <a:cubicBezTo>
                  <a:pt x="374708" y="347723"/>
                  <a:pt x="374708" y="347723"/>
                  <a:pt x="374708" y="428998"/>
                </a:cubicBezTo>
                <a:cubicBezTo>
                  <a:pt x="374708" y="428998"/>
                  <a:pt x="374708" y="428998"/>
                  <a:pt x="293646" y="347723"/>
                </a:cubicBezTo>
                <a:cubicBezTo>
                  <a:pt x="293646" y="347723"/>
                  <a:pt x="293646" y="347723"/>
                  <a:pt x="159474" y="347723"/>
                </a:cubicBezTo>
                <a:cubicBezTo>
                  <a:pt x="134317" y="347723"/>
                  <a:pt x="106364" y="322500"/>
                  <a:pt x="106364" y="294474"/>
                </a:cubicBezTo>
                <a:cubicBezTo>
                  <a:pt x="106364" y="294474"/>
                  <a:pt x="106364" y="294474"/>
                  <a:pt x="106364" y="280461"/>
                </a:cubicBezTo>
                <a:cubicBezTo>
                  <a:pt x="106364" y="280461"/>
                  <a:pt x="106364" y="280461"/>
                  <a:pt x="145498" y="241225"/>
                </a:cubicBezTo>
                <a:cubicBezTo>
                  <a:pt x="145498" y="241225"/>
                  <a:pt x="145498" y="241225"/>
                  <a:pt x="265693" y="241225"/>
                </a:cubicBezTo>
                <a:cubicBezTo>
                  <a:pt x="307622" y="241225"/>
                  <a:pt x="346755" y="201988"/>
                  <a:pt x="346755" y="162752"/>
                </a:cubicBezTo>
                <a:cubicBezTo>
                  <a:pt x="346755" y="162752"/>
                  <a:pt x="346755" y="162752"/>
                  <a:pt x="346755" y="134726"/>
                </a:cubicBezTo>
                <a:close/>
                <a:moveTo>
                  <a:pt x="53181" y="0"/>
                </a:moveTo>
                <a:cubicBezTo>
                  <a:pt x="53181" y="0"/>
                  <a:pt x="53181" y="0"/>
                  <a:pt x="265908" y="0"/>
                </a:cubicBezTo>
                <a:cubicBezTo>
                  <a:pt x="293898" y="0"/>
                  <a:pt x="319089" y="28026"/>
                  <a:pt x="319089" y="56052"/>
                </a:cubicBezTo>
                <a:cubicBezTo>
                  <a:pt x="319089" y="56052"/>
                  <a:pt x="319089" y="56052"/>
                  <a:pt x="319089" y="162550"/>
                </a:cubicBezTo>
                <a:cubicBezTo>
                  <a:pt x="319089" y="187774"/>
                  <a:pt x="293898" y="215800"/>
                  <a:pt x="265908" y="215800"/>
                </a:cubicBezTo>
                <a:cubicBezTo>
                  <a:pt x="265908" y="215800"/>
                  <a:pt x="265908" y="215800"/>
                  <a:pt x="134354" y="215800"/>
                </a:cubicBezTo>
                <a:lnTo>
                  <a:pt x="53181" y="294272"/>
                </a:lnTo>
                <a:cubicBezTo>
                  <a:pt x="53181" y="294272"/>
                  <a:pt x="53181" y="294272"/>
                  <a:pt x="53181" y="215800"/>
                </a:cubicBezTo>
                <a:cubicBezTo>
                  <a:pt x="27990" y="215800"/>
                  <a:pt x="0" y="187774"/>
                  <a:pt x="0" y="162550"/>
                </a:cubicBezTo>
                <a:cubicBezTo>
                  <a:pt x="0" y="162550"/>
                  <a:pt x="0" y="162550"/>
                  <a:pt x="0" y="56052"/>
                </a:cubicBezTo>
                <a:cubicBezTo>
                  <a:pt x="0" y="28026"/>
                  <a:pt x="27990" y="0"/>
                  <a:pt x="53181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íšḷiḑè">
            <a:extLst>
              <a:ext uri="{FF2B5EF4-FFF2-40B4-BE49-F238E27FC236}">
                <a16:creationId xmlns:a16="http://schemas.microsoft.com/office/drawing/2014/main" id="{56E7C08F-988C-4133-818B-FF79FF736E35}"/>
              </a:ext>
            </a:extLst>
          </p:cNvPr>
          <p:cNvSpPr txBox="1"/>
          <p:nvPr/>
        </p:nvSpPr>
        <p:spPr bwMode="auto">
          <a:xfrm>
            <a:off x="660400" y="4323816"/>
            <a:ext cx="316490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8" name="i$1ïḑe">
            <a:extLst>
              <a:ext uri="{FF2B5EF4-FFF2-40B4-BE49-F238E27FC236}">
                <a16:creationId xmlns:a16="http://schemas.microsoft.com/office/drawing/2014/main" id="{6414A317-47CD-4085-8261-E5279CBFF821}"/>
              </a:ext>
            </a:extLst>
          </p:cNvPr>
          <p:cNvSpPr/>
          <p:nvPr/>
        </p:nvSpPr>
        <p:spPr bwMode="auto">
          <a:xfrm>
            <a:off x="660400" y="4765622"/>
            <a:ext cx="3164908" cy="86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Copy paste fonts. Choose the only option to retain text.</a:t>
            </a: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……</a:t>
            </a:r>
          </a:p>
        </p:txBody>
      </p:sp>
      <p:sp>
        <p:nvSpPr>
          <p:cNvPr id="19" name="íş1îḓè">
            <a:extLst>
              <a:ext uri="{FF2B5EF4-FFF2-40B4-BE49-F238E27FC236}">
                <a16:creationId xmlns:a16="http://schemas.microsoft.com/office/drawing/2014/main" id="{D7D01F61-4DC4-4035-955B-41EAF1D7BADC}"/>
              </a:ext>
            </a:extLst>
          </p:cNvPr>
          <p:cNvSpPr txBox="1"/>
          <p:nvPr/>
        </p:nvSpPr>
        <p:spPr bwMode="auto">
          <a:xfrm>
            <a:off x="7137401" y="4765622"/>
            <a:ext cx="2687394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20" name="îś1íḑè">
            <a:extLst>
              <a:ext uri="{FF2B5EF4-FFF2-40B4-BE49-F238E27FC236}">
                <a16:creationId xmlns:a16="http://schemas.microsoft.com/office/drawing/2014/main" id="{ED4C8843-4218-437B-B6F6-0C6943056EA7}"/>
              </a:ext>
            </a:extLst>
          </p:cNvPr>
          <p:cNvSpPr/>
          <p:nvPr/>
        </p:nvSpPr>
        <p:spPr bwMode="auto">
          <a:xfrm>
            <a:off x="7137401" y="5207428"/>
            <a:ext cx="2687394" cy="86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Copy paste fonts. Choose the only option to retain text.</a:t>
            </a: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……</a:t>
            </a:r>
          </a:p>
        </p:txBody>
      </p:sp>
      <p:sp>
        <p:nvSpPr>
          <p:cNvPr id="21" name="ïṩľiḋé">
            <a:extLst>
              <a:ext uri="{FF2B5EF4-FFF2-40B4-BE49-F238E27FC236}">
                <a16:creationId xmlns:a16="http://schemas.microsoft.com/office/drawing/2014/main" id="{2EF59C1A-68CB-4F38-8D26-DCD92583D75F}"/>
              </a:ext>
            </a:extLst>
          </p:cNvPr>
          <p:cNvSpPr txBox="1"/>
          <p:nvPr/>
        </p:nvSpPr>
        <p:spPr bwMode="auto">
          <a:xfrm>
            <a:off x="8481098" y="1935108"/>
            <a:ext cx="3037802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b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22" name="íSḻîḋê">
            <a:extLst>
              <a:ext uri="{FF2B5EF4-FFF2-40B4-BE49-F238E27FC236}">
                <a16:creationId xmlns:a16="http://schemas.microsoft.com/office/drawing/2014/main" id="{E86E4942-56C0-40D4-9578-60F751A2BC54}"/>
              </a:ext>
            </a:extLst>
          </p:cNvPr>
          <p:cNvSpPr/>
          <p:nvPr/>
        </p:nvSpPr>
        <p:spPr bwMode="auto">
          <a:xfrm>
            <a:off x="8481098" y="2376914"/>
            <a:ext cx="3037802" cy="86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 lnSpcReduction="10000"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Copy paste fonts. Choose the only option to retain text.</a:t>
            </a:r>
          </a:p>
          <a:p>
            <a:pPr marL="171450" marR="0" lvl="0" indent="-171450" algn="l" defTabSz="913765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……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84B728-40F9-40A3-841B-AAF3B86CF977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289A5ABE-A324-4F00-A200-577B2716BBCD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2DC5B084-A0AF-45FE-BBA8-88AF4253C1EB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FEA19513-055F-45E3-9A0C-7160AB2A108F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7" name="弧形 26">
              <a:extLst>
                <a:ext uri="{FF2B5EF4-FFF2-40B4-BE49-F238E27FC236}">
                  <a16:creationId xmlns:a16="http://schemas.microsoft.com/office/drawing/2014/main" id="{6577B522-C16A-47EC-A684-733D669076DB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0EB75668-086B-4978-AEFE-0F94F80E1C39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E90FDDC3-D9A9-4854-A890-810DB724D433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EDA00C29-7999-4822-9D80-EB7CBF15F9F9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8C7859CC-2BA4-9AAF-93B5-2E5ED8741315}"/>
              </a:ext>
            </a:extLst>
          </p:cNvPr>
          <p:cNvSpPr txBox="1"/>
          <p:nvPr/>
        </p:nvSpPr>
        <p:spPr>
          <a:xfrm>
            <a:off x="1630786" y="6466435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200000"/>
              </a:lnSpc>
            </a:pPr>
            <a:r>
              <a:rPr lang="en-US" altLang="zh-CN" sz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162319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餐具&#10;&#10;描述已自动生成">
            <a:extLst>
              <a:ext uri="{FF2B5EF4-FFF2-40B4-BE49-F238E27FC236}">
                <a16:creationId xmlns:a16="http://schemas.microsoft.com/office/drawing/2014/main" id="{0EF18686-E9DA-4F81-BFA4-DAAF626BDC14}"/>
              </a:ext>
            </a:extLst>
          </p:cNvPr>
          <p:cNvPicPr>
            <a:picLocks noChangeAspect="1"/>
          </p:cNvPicPr>
          <p:nvPr/>
        </p:nvPicPr>
        <p:blipFill>
          <a:blip r:embed="Rbdd4a104127341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F356DFD3-91C8-4A7D-A9DA-1611F73A28E6}"/>
              </a:ext>
            </a:extLst>
          </p:cNvPr>
          <p:cNvSpPr/>
          <p:nvPr/>
        </p:nvSpPr>
        <p:spPr>
          <a:xfrm>
            <a:off x="2051228" y="-662940"/>
            <a:ext cx="8089544" cy="8183880"/>
          </a:xfrm>
          <a:prstGeom prst="ellipse">
            <a:avLst/>
          </a:prstGeom>
          <a:noFill/>
          <a:ln w="38100">
            <a:solidFill>
              <a:srgbClr val="6965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4AE8BA3-6E32-4E46-84CE-20DD82091AB5}"/>
              </a:ext>
            </a:extLst>
          </p:cNvPr>
          <p:cNvGrpSpPr/>
          <p:nvPr/>
        </p:nvGrpSpPr>
        <p:grpSpPr>
          <a:xfrm>
            <a:off x="2814866" y="188242"/>
            <a:ext cx="6562268" cy="6481516"/>
            <a:chOff x="2682240" y="163056"/>
            <a:chExt cx="7045515" cy="6640860"/>
          </a:xfrm>
        </p:grpSpPr>
        <p:sp>
          <p:nvSpPr>
            <p:cNvPr id="6" name="弧形 5">
              <a:extLst>
                <a:ext uri="{FF2B5EF4-FFF2-40B4-BE49-F238E27FC236}">
                  <a16:creationId xmlns:a16="http://schemas.microsoft.com/office/drawing/2014/main" id="{FAA59E06-2A2F-4A4F-9D4D-A0846582EED9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A488728-7270-4B8D-9AC1-24826E9DC94F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D165BB5-1F86-4EBF-ABB2-0F847A3023C8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02528D7B-9F24-45C8-BFE8-92178BCE02A4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B0F24EE-F80A-4C7F-B285-2C63DC9033DB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91B1A3E-2203-40DF-B52E-20F3833C5C62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944212B-36ED-4037-93C2-3E4710B4978F}"/>
              </a:ext>
            </a:extLst>
          </p:cNvPr>
          <p:cNvSpPr txBox="1"/>
          <p:nvPr/>
        </p:nvSpPr>
        <p:spPr>
          <a:xfrm>
            <a:off x="5240588" y="1301058"/>
            <a:ext cx="177366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500" b="1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177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02</a:t>
            </a:r>
            <a:endParaRPr lang="zh-CN" altLang="en-US" sz="11500" b="1">
              <a:gradFill>
                <a:gsLst>
                  <a:gs pos="0">
                    <a:srgbClr val="6965DD"/>
                  </a:gs>
                  <a:gs pos="100000">
                    <a:srgbClr val="32B8C6"/>
                  </a:gs>
                </a:gsLst>
                <a:lin ang="10800000" scaled="1"/>
              </a:gradFill>
              <a:effectLst>
                <a:outerShdw blurRad="177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030F17-DDA9-4FFC-9947-8C6678DB64B3}"/>
              </a:ext>
            </a:extLst>
          </p:cNvPr>
          <p:cNvSpPr txBox="1"/>
          <p:nvPr/>
        </p:nvSpPr>
        <p:spPr>
          <a:xfrm>
            <a:off x="4015570" y="3062293"/>
            <a:ext cx="4191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完成情况</a:t>
            </a:r>
          </a:p>
        </p:txBody>
      </p:sp>
      <p:sp>
        <p:nvSpPr>
          <p:cNvPr id="15" name="îṧļîḍè">
            <a:extLst>
              <a:ext uri="{FF2B5EF4-FFF2-40B4-BE49-F238E27FC236}">
                <a16:creationId xmlns:a16="http://schemas.microsoft.com/office/drawing/2014/main" id="{42CF19AC-6A6C-4251-A571-9540BBDE978A}"/>
              </a:ext>
            </a:extLst>
          </p:cNvPr>
          <p:cNvSpPr txBox="1"/>
          <p:nvPr/>
        </p:nvSpPr>
        <p:spPr>
          <a:xfrm>
            <a:off x="4310300" y="4473926"/>
            <a:ext cx="3577172" cy="10927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Theme color makes PPT more convenient to change.Adjust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3245488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şľiḓê">
            <a:extLst>
              <a:ext uri="{FF2B5EF4-FFF2-40B4-BE49-F238E27FC236}">
                <a16:creationId xmlns:a16="http://schemas.microsoft.com/office/drawing/2014/main" id="{C37F0BB4-F0CA-498E-86EA-B5F952EAA220}"/>
              </a:ext>
            </a:extLst>
          </p:cNvPr>
          <p:cNvSpPr/>
          <p:nvPr/>
        </p:nvSpPr>
        <p:spPr bwMode="auto">
          <a:xfrm>
            <a:off x="0" y="3850023"/>
            <a:ext cx="12192000" cy="3007977"/>
          </a:xfrm>
          <a:prstGeom prst="rect">
            <a:avLst/>
          </a:prstGeom>
          <a:blipFill>
            <a:blip r:embed="R66faa1d755ec439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64055" b="-63517"/>
            </a:stretch>
          </a:blip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5" name="ïŝľíďe">
            <a:extLst>
              <a:ext uri="{FF2B5EF4-FFF2-40B4-BE49-F238E27FC236}">
                <a16:creationId xmlns:a16="http://schemas.microsoft.com/office/drawing/2014/main" id="{F86943F2-D5DA-48F6-9010-E0D87EC73C88}"/>
              </a:ext>
            </a:extLst>
          </p:cNvPr>
          <p:cNvSpPr/>
          <p:nvPr/>
        </p:nvSpPr>
        <p:spPr bwMode="auto">
          <a:xfrm>
            <a:off x="1165626" y="2748458"/>
            <a:ext cx="3735535" cy="657086"/>
          </a:xfrm>
          <a:custGeom>
            <a:avLst/>
            <a:gdLst>
              <a:gd name="T0" fmla="*/ 0 w 4673"/>
              <a:gd name="T1" fmla="*/ 739775 h 1547"/>
              <a:gd name="T2" fmla="*/ 0 w 4673"/>
              <a:gd name="T3" fmla="*/ 0 h 1547"/>
              <a:gd name="T4" fmla="*/ 3246437 w 4673"/>
              <a:gd name="T5" fmla="*/ 0 h 15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673" h="1547">
                <a:moveTo>
                  <a:pt x="0" y="1547"/>
                </a:moveTo>
                <a:lnTo>
                  <a:pt x="0" y="0"/>
                </a:lnTo>
                <a:lnTo>
                  <a:pt x="4673" y="0"/>
                </a:lnTo>
              </a:path>
            </a:pathLst>
          </a:custGeom>
          <a:noFill/>
          <a:ln w="9" cap="flat" cmpd="sng">
            <a:solidFill>
              <a:srgbClr val="7F7F7F"/>
            </a:solidFill>
            <a:prstDash val="dash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372" tIns="45686" rIns="91372" bIns="45686"/>
          <a:lstStyle/>
          <a:p>
            <a:endParaRPr lang="zh-CN" alt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íṩ1íḓe">
            <a:extLst>
              <a:ext uri="{FF2B5EF4-FFF2-40B4-BE49-F238E27FC236}">
                <a16:creationId xmlns:a16="http://schemas.microsoft.com/office/drawing/2014/main" id="{A6925CB5-6C6A-451B-A92A-27CD6DE5CE75}"/>
              </a:ext>
            </a:extLst>
          </p:cNvPr>
          <p:cNvSpPr/>
          <p:nvPr/>
        </p:nvSpPr>
        <p:spPr bwMode="auto">
          <a:xfrm flipH="1">
            <a:off x="7306685" y="2748458"/>
            <a:ext cx="3735535" cy="657086"/>
          </a:xfrm>
          <a:custGeom>
            <a:avLst/>
            <a:gdLst>
              <a:gd name="T0" fmla="*/ 0 w 4673"/>
              <a:gd name="T1" fmla="*/ 739775 h 1547"/>
              <a:gd name="T2" fmla="*/ 0 w 4673"/>
              <a:gd name="T3" fmla="*/ 0 h 1547"/>
              <a:gd name="T4" fmla="*/ 3246438 w 4673"/>
              <a:gd name="T5" fmla="*/ 0 h 15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673" h="1547">
                <a:moveTo>
                  <a:pt x="0" y="1547"/>
                </a:moveTo>
                <a:lnTo>
                  <a:pt x="0" y="0"/>
                </a:lnTo>
                <a:lnTo>
                  <a:pt x="4673" y="0"/>
                </a:lnTo>
              </a:path>
            </a:pathLst>
          </a:custGeom>
          <a:noFill/>
          <a:ln w="9" cap="flat" cmpd="sng">
            <a:solidFill>
              <a:srgbClr val="7F7F7F"/>
            </a:solidFill>
            <a:prstDash val="dash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372" tIns="45686" rIns="91372" bIns="45686"/>
          <a:lstStyle/>
          <a:p>
            <a:endParaRPr lang="zh-CN" alt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isļiḑe">
            <a:extLst>
              <a:ext uri="{FF2B5EF4-FFF2-40B4-BE49-F238E27FC236}">
                <a16:creationId xmlns:a16="http://schemas.microsoft.com/office/drawing/2014/main" id="{C9A22B38-EEE9-42BB-9E60-8EB114EB82CF}"/>
              </a:ext>
            </a:extLst>
          </p:cNvPr>
          <p:cNvSpPr/>
          <p:nvPr/>
        </p:nvSpPr>
        <p:spPr bwMode="auto">
          <a:xfrm>
            <a:off x="668200" y="3342089"/>
            <a:ext cx="1024443" cy="1026520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 algn="r" defTabSz="914377"/>
            <a:endParaRPr lang="zh-CN" altLang="en-US"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8" name="îṥḷïḑé">
            <a:extLst>
              <a:ext uri="{FF2B5EF4-FFF2-40B4-BE49-F238E27FC236}">
                <a16:creationId xmlns:a16="http://schemas.microsoft.com/office/drawing/2014/main" id="{D62F3B6A-9467-4EB2-B3F9-B652C05442FE}"/>
              </a:ext>
            </a:extLst>
          </p:cNvPr>
          <p:cNvSpPr/>
          <p:nvPr/>
        </p:nvSpPr>
        <p:spPr bwMode="auto">
          <a:xfrm>
            <a:off x="966040" y="3595882"/>
            <a:ext cx="428763" cy="518934"/>
          </a:xfrm>
          <a:custGeom>
            <a:avLst/>
            <a:gdLst>
              <a:gd name="connsiteX0" fmla="*/ 182271 w 501297"/>
              <a:gd name="connsiteY0" fmla="*/ 515718 h 606722"/>
              <a:gd name="connsiteX1" fmla="*/ 151922 w 501297"/>
              <a:gd name="connsiteY1" fmla="*/ 546023 h 606722"/>
              <a:gd name="connsiteX2" fmla="*/ 182271 w 501297"/>
              <a:gd name="connsiteY2" fmla="*/ 576328 h 606722"/>
              <a:gd name="connsiteX3" fmla="*/ 203809 w 501297"/>
              <a:gd name="connsiteY3" fmla="*/ 567441 h 606722"/>
              <a:gd name="connsiteX4" fmla="*/ 212708 w 501297"/>
              <a:gd name="connsiteY4" fmla="*/ 546023 h 606722"/>
              <a:gd name="connsiteX5" fmla="*/ 182271 w 501297"/>
              <a:gd name="connsiteY5" fmla="*/ 515718 h 606722"/>
              <a:gd name="connsiteX6" fmla="*/ 432133 w 501297"/>
              <a:gd name="connsiteY6" fmla="*/ 219106 h 606722"/>
              <a:gd name="connsiteX7" fmla="*/ 501297 w 501297"/>
              <a:gd name="connsiteY7" fmla="*/ 288234 h 606722"/>
              <a:gd name="connsiteX8" fmla="*/ 432133 w 501297"/>
              <a:gd name="connsiteY8" fmla="*/ 357273 h 606722"/>
              <a:gd name="connsiteX9" fmla="*/ 432133 w 501297"/>
              <a:gd name="connsiteY9" fmla="*/ 310981 h 606722"/>
              <a:gd name="connsiteX10" fmla="*/ 182271 w 501297"/>
              <a:gd name="connsiteY10" fmla="*/ 310981 h 606722"/>
              <a:gd name="connsiteX11" fmla="*/ 182271 w 501297"/>
              <a:gd name="connsiteY11" fmla="*/ 265488 h 606722"/>
              <a:gd name="connsiteX12" fmla="*/ 432133 w 501297"/>
              <a:gd name="connsiteY12" fmla="*/ 265488 h 606722"/>
              <a:gd name="connsiteX13" fmla="*/ 30438 w 501297"/>
              <a:gd name="connsiteY13" fmla="*/ 0 h 606722"/>
              <a:gd name="connsiteX14" fmla="*/ 334192 w 501297"/>
              <a:gd name="connsiteY14" fmla="*/ 0 h 606722"/>
              <a:gd name="connsiteX15" fmla="*/ 364541 w 501297"/>
              <a:gd name="connsiteY15" fmla="*/ 30305 h 606722"/>
              <a:gd name="connsiteX16" fmla="*/ 364541 w 501297"/>
              <a:gd name="connsiteY16" fmla="*/ 219956 h 606722"/>
              <a:gd name="connsiteX17" fmla="*/ 318974 w 501297"/>
              <a:gd name="connsiteY17" fmla="*/ 219956 h 606722"/>
              <a:gd name="connsiteX18" fmla="*/ 318974 w 501297"/>
              <a:gd name="connsiteY18" fmla="*/ 91004 h 606722"/>
              <a:gd name="connsiteX19" fmla="*/ 45568 w 501297"/>
              <a:gd name="connsiteY19" fmla="*/ 91004 h 606722"/>
              <a:gd name="connsiteX20" fmla="*/ 45568 w 501297"/>
              <a:gd name="connsiteY20" fmla="*/ 485325 h 606722"/>
              <a:gd name="connsiteX21" fmla="*/ 318974 w 501297"/>
              <a:gd name="connsiteY21" fmla="*/ 485325 h 606722"/>
              <a:gd name="connsiteX22" fmla="*/ 318974 w 501297"/>
              <a:gd name="connsiteY22" fmla="*/ 356462 h 606722"/>
              <a:gd name="connsiteX23" fmla="*/ 364541 w 501297"/>
              <a:gd name="connsiteY23" fmla="*/ 356462 h 606722"/>
              <a:gd name="connsiteX24" fmla="*/ 364541 w 501297"/>
              <a:gd name="connsiteY24" fmla="*/ 576328 h 606722"/>
              <a:gd name="connsiteX25" fmla="*/ 334192 w 501297"/>
              <a:gd name="connsiteY25" fmla="*/ 606722 h 606722"/>
              <a:gd name="connsiteX26" fmla="*/ 30438 w 501297"/>
              <a:gd name="connsiteY26" fmla="*/ 606722 h 606722"/>
              <a:gd name="connsiteX27" fmla="*/ 0 w 501297"/>
              <a:gd name="connsiteY27" fmla="*/ 576328 h 606722"/>
              <a:gd name="connsiteX28" fmla="*/ 0 w 501297"/>
              <a:gd name="connsiteY28" fmla="*/ 30305 h 606722"/>
              <a:gd name="connsiteX29" fmla="*/ 30438 w 501297"/>
              <a:gd name="connsiteY29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01297" h="606722">
                <a:moveTo>
                  <a:pt x="182271" y="515718"/>
                </a:moveTo>
                <a:cubicBezTo>
                  <a:pt x="165539" y="515718"/>
                  <a:pt x="151922" y="529316"/>
                  <a:pt x="151922" y="546023"/>
                </a:cubicBezTo>
                <a:cubicBezTo>
                  <a:pt x="151922" y="562731"/>
                  <a:pt x="165539" y="576328"/>
                  <a:pt x="182271" y="576328"/>
                </a:cubicBezTo>
                <a:cubicBezTo>
                  <a:pt x="190459" y="576328"/>
                  <a:pt x="198024" y="573218"/>
                  <a:pt x="203809" y="567441"/>
                </a:cubicBezTo>
                <a:cubicBezTo>
                  <a:pt x="209505" y="561754"/>
                  <a:pt x="212708" y="554111"/>
                  <a:pt x="212708" y="546023"/>
                </a:cubicBezTo>
                <a:cubicBezTo>
                  <a:pt x="212708" y="529316"/>
                  <a:pt x="199092" y="515718"/>
                  <a:pt x="182271" y="515718"/>
                </a:cubicBezTo>
                <a:close/>
                <a:moveTo>
                  <a:pt x="432133" y="219106"/>
                </a:moveTo>
                <a:lnTo>
                  <a:pt x="501297" y="288234"/>
                </a:lnTo>
                <a:lnTo>
                  <a:pt x="432133" y="357273"/>
                </a:lnTo>
                <a:lnTo>
                  <a:pt x="432133" y="310981"/>
                </a:lnTo>
                <a:lnTo>
                  <a:pt x="182271" y="310981"/>
                </a:lnTo>
                <a:lnTo>
                  <a:pt x="182271" y="265488"/>
                </a:lnTo>
                <a:lnTo>
                  <a:pt x="432133" y="265488"/>
                </a:lnTo>
                <a:close/>
                <a:moveTo>
                  <a:pt x="30438" y="0"/>
                </a:moveTo>
                <a:lnTo>
                  <a:pt x="334192" y="0"/>
                </a:lnTo>
                <a:cubicBezTo>
                  <a:pt x="351013" y="0"/>
                  <a:pt x="364541" y="13598"/>
                  <a:pt x="364541" y="30305"/>
                </a:cubicBezTo>
                <a:lnTo>
                  <a:pt x="364541" y="219956"/>
                </a:lnTo>
                <a:lnTo>
                  <a:pt x="318974" y="219956"/>
                </a:lnTo>
                <a:lnTo>
                  <a:pt x="318974" y="91004"/>
                </a:lnTo>
                <a:lnTo>
                  <a:pt x="45568" y="91004"/>
                </a:lnTo>
                <a:lnTo>
                  <a:pt x="45568" y="485325"/>
                </a:lnTo>
                <a:lnTo>
                  <a:pt x="318974" y="485325"/>
                </a:lnTo>
                <a:lnTo>
                  <a:pt x="318974" y="356462"/>
                </a:lnTo>
                <a:lnTo>
                  <a:pt x="364541" y="356462"/>
                </a:lnTo>
                <a:lnTo>
                  <a:pt x="364541" y="576328"/>
                </a:lnTo>
                <a:cubicBezTo>
                  <a:pt x="364541" y="593125"/>
                  <a:pt x="351013" y="606722"/>
                  <a:pt x="334192" y="606722"/>
                </a:cubicBezTo>
                <a:lnTo>
                  <a:pt x="30438" y="606722"/>
                </a:lnTo>
                <a:cubicBezTo>
                  <a:pt x="13617" y="606722"/>
                  <a:pt x="0" y="593125"/>
                  <a:pt x="0" y="576328"/>
                </a:cubicBezTo>
                <a:lnTo>
                  <a:pt x="0" y="30305"/>
                </a:lnTo>
                <a:cubicBezTo>
                  <a:pt x="0" y="13598"/>
                  <a:pt x="13617" y="0"/>
                  <a:pt x="304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î$1îdè">
            <a:extLst>
              <a:ext uri="{FF2B5EF4-FFF2-40B4-BE49-F238E27FC236}">
                <a16:creationId xmlns:a16="http://schemas.microsoft.com/office/drawing/2014/main" id="{FFE00A9C-3643-42CF-8D1F-335CAA64F46A}"/>
              </a:ext>
            </a:extLst>
          </p:cNvPr>
          <p:cNvSpPr/>
          <p:nvPr/>
        </p:nvSpPr>
        <p:spPr bwMode="auto">
          <a:xfrm>
            <a:off x="10493362" y="3370290"/>
            <a:ext cx="1025850" cy="1026520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 algn="r" defTabSz="914377"/>
            <a:endParaRPr lang="zh-CN" altLang="en-US"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0" name="îṣḷïḑè">
            <a:extLst>
              <a:ext uri="{FF2B5EF4-FFF2-40B4-BE49-F238E27FC236}">
                <a16:creationId xmlns:a16="http://schemas.microsoft.com/office/drawing/2014/main" id="{49D15DC9-FB09-4DB4-B30E-C779F710B088}"/>
              </a:ext>
            </a:extLst>
          </p:cNvPr>
          <p:cNvSpPr/>
          <p:nvPr/>
        </p:nvSpPr>
        <p:spPr bwMode="auto">
          <a:xfrm>
            <a:off x="10791906" y="3624083"/>
            <a:ext cx="428763" cy="518934"/>
          </a:xfrm>
          <a:custGeom>
            <a:avLst/>
            <a:gdLst>
              <a:gd name="connsiteX0" fmla="*/ 182271 w 501297"/>
              <a:gd name="connsiteY0" fmla="*/ 515718 h 606722"/>
              <a:gd name="connsiteX1" fmla="*/ 151922 w 501297"/>
              <a:gd name="connsiteY1" fmla="*/ 546023 h 606722"/>
              <a:gd name="connsiteX2" fmla="*/ 182271 w 501297"/>
              <a:gd name="connsiteY2" fmla="*/ 576328 h 606722"/>
              <a:gd name="connsiteX3" fmla="*/ 203809 w 501297"/>
              <a:gd name="connsiteY3" fmla="*/ 567441 h 606722"/>
              <a:gd name="connsiteX4" fmla="*/ 212708 w 501297"/>
              <a:gd name="connsiteY4" fmla="*/ 546023 h 606722"/>
              <a:gd name="connsiteX5" fmla="*/ 182271 w 501297"/>
              <a:gd name="connsiteY5" fmla="*/ 515718 h 606722"/>
              <a:gd name="connsiteX6" fmla="*/ 432133 w 501297"/>
              <a:gd name="connsiteY6" fmla="*/ 219106 h 606722"/>
              <a:gd name="connsiteX7" fmla="*/ 501297 w 501297"/>
              <a:gd name="connsiteY7" fmla="*/ 288234 h 606722"/>
              <a:gd name="connsiteX8" fmla="*/ 432133 w 501297"/>
              <a:gd name="connsiteY8" fmla="*/ 357273 h 606722"/>
              <a:gd name="connsiteX9" fmla="*/ 432133 w 501297"/>
              <a:gd name="connsiteY9" fmla="*/ 310981 h 606722"/>
              <a:gd name="connsiteX10" fmla="*/ 182271 w 501297"/>
              <a:gd name="connsiteY10" fmla="*/ 310981 h 606722"/>
              <a:gd name="connsiteX11" fmla="*/ 182271 w 501297"/>
              <a:gd name="connsiteY11" fmla="*/ 265488 h 606722"/>
              <a:gd name="connsiteX12" fmla="*/ 432133 w 501297"/>
              <a:gd name="connsiteY12" fmla="*/ 265488 h 606722"/>
              <a:gd name="connsiteX13" fmla="*/ 30438 w 501297"/>
              <a:gd name="connsiteY13" fmla="*/ 0 h 606722"/>
              <a:gd name="connsiteX14" fmla="*/ 334192 w 501297"/>
              <a:gd name="connsiteY14" fmla="*/ 0 h 606722"/>
              <a:gd name="connsiteX15" fmla="*/ 364541 w 501297"/>
              <a:gd name="connsiteY15" fmla="*/ 30305 h 606722"/>
              <a:gd name="connsiteX16" fmla="*/ 364541 w 501297"/>
              <a:gd name="connsiteY16" fmla="*/ 219956 h 606722"/>
              <a:gd name="connsiteX17" fmla="*/ 318974 w 501297"/>
              <a:gd name="connsiteY17" fmla="*/ 219956 h 606722"/>
              <a:gd name="connsiteX18" fmla="*/ 318974 w 501297"/>
              <a:gd name="connsiteY18" fmla="*/ 91004 h 606722"/>
              <a:gd name="connsiteX19" fmla="*/ 45568 w 501297"/>
              <a:gd name="connsiteY19" fmla="*/ 91004 h 606722"/>
              <a:gd name="connsiteX20" fmla="*/ 45568 w 501297"/>
              <a:gd name="connsiteY20" fmla="*/ 485325 h 606722"/>
              <a:gd name="connsiteX21" fmla="*/ 318974 w 501297"/>
              <a:gd name="connsiteY21" fmla="*/ 485325 h 606722"/>
              <a:gd name="connsiteX22" fmla="*/ 318974 w 501297"/>
              <a:gd name="connsiteY22" fmla="*/ 356462 h 606722"/>
              <a:gd name="connsiteX23" fmla="*/ 364541 w 501297"/>
              <a:gd name="connsiteY23" fmla="*/ 356462 h 606722"/>
              <a:gd name="connsiteX24" fmla="*/ 364541 w 501297"/>
              <a:gd name="connsiteY24" fmla="*/ 576328 h 606722"/>
              <a:gd name="connsiteX25" fmla="*/ 334192 w 501297"/>
              <a:gd name="connsiteY25" fmla="*/ 606722 h 606722"/>
              <a:gd name="connsiteX26" fmla="*/ 30438 w 501297"/>
              <a:gd name="connsiteY26" fmla="*/ 606722 h 606722"/>
              <a:gd name="connsiteX27" fmla="*/ 0 w 501297"/>
              <a:gd name="connsiteY27" fmla="*/ 576328 h 606722"/>
              <a:gd name="connsiteX28" fmla="*/ 0 w 501297"/>
              <a:gd name="connsiteY28" fmla="*/ 30305 h 606722"/>
              <a:gd name="connsiteX29" fmla="*/ 30438 w 501297"/>
              <a:gd name="connsiteY29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01297" h="606722">
                <a:moveTo>
                  <a:pt x="182271" y="515718"/>
                </a:moveTo>
                <a:cubicBezTo>
                  <a:pt x="165539" y="515718"/>
                  <a:pt x="151922" y="529316"/>
                  <a:pt x="151922" y="546023"/>
                </a:cubicBezTo>
                <a:cubicBezTo>
                  <a:pt x="151922" y="562731"/>
                  <a:pt x="165539" y="576328"/>
                  <a:pt x="182271" y="576328"/>
                </a:cubicBezTo>
                <a:cubicBezTo>
                  <a:pt x="190459" y="576328"/>
                  <a:pt x="198024" y="573218"/>
                  <a:pt x="203809" y="567441"/>
                </a:cubicBezTo>
                <a:cubicBezTo>
                  <a:pt x="209505" y="561754"/>
                  <a:pt x="212708" y="554111"/>
                  <a:pt x="212708" y="546023"/>
                </a:cubicBezTo>
                <a:cubicBezTo>
                  <a:pt x="212708" y="529316"/>
                  <a:pt x="199092" y="515718"/>
                  <a:pt x="182271" y="515718"/>
                </a:cubicBezTo>
                <a:close/>
                <a:moveTo>
                  <a:pt x="432133" y="219106"/>
                </a:moveTo>
                <a:lnTo>
                  <a:pt x="501297" y="288234"/>
                </a:lnTo>
                <a:lnTo>
                  <a:pt x="432133" y="357273"/>
                </a:lnTo>
                <a:lnTo>
                  <a:pt x="432133" y="310981"/>
                </a:lnTo>
                <a:lnTo>
                  <a:pt x="182271" y="310981"/>
                </a:lnTo>
                <a:lnTo>
                  <a:pt x="182271" y="265488"/>
                </a:lnTo>
                <a:lnTo>
                  <a:pt x="432133" y="265488"/>
                </a:lnTo>
                <a:close/>
                <a:moveTo>
                  <a:pt x="30438" y="0"/>
                </a:moveTo>
                <a:lnTo>
                  <a:pt x="334192" y="0"/>
                </a:lnTo>
                <a:cubicBezTo>
                  <a:pt x="351013" y="0"/>
                  <a:pt x="364541" y="13598"/>
                  <a:pt x="364541" y="30305"/>
                </a:cubicBezTo>
                <a:lnTo>
                  <a:pt x="364541" y="219956"/>
                </a:lnTo>
                <a:lnTo>
                  <a:pt x="318974" y="219956"/>
                </a:lnTo>
                <a:lnTo>
                  <a:pt x="318974" y="91004"/>
                </a:lnTo>
                <a:lnTo>
                  <a:pt x="45568" y="91004"/>
                </a:lnTo>
                <a:lnTo>
                  <a:pt x="45568" y="485325"/>
                </a:lnTo>
                <a:lnTo>
                  <a:pt x="318974" y="485325"/>
                </a:lnTo>
                <a:lnTo>
                  <a:pt x="318974" y="356462"/>
                </a:lnTo>
                <a:lnTo>
                  <a:pt x="364541" y="356462"/>
                </a:lnTo>
                <a:lnTo>
                  <a:pt x="364541" y="576328"/>
                </a:lnTo>
                <a:cubicBezTo>
                  <a:pt x="364541" y="593125"/>
                  <a:pt x="351013" y="606722"/>
                  <a:pt x="334192" y="606722"/>
                </a:cubicBezTo>
                <a:lnTo>
                  <a:pt x="30438" y="606722"/>
                </a:lnTo>
                <a:cubicBezTo>
                  <a:pt x="13617" y="606722"/>
                  <a:pt x="0" y="593125"/>
                  <a:pt x="0" y="576328"/>
                </a:cubicBezTo>
                <a:lnTo>
                  <a:pt x="0" y="30305"/>
                </a:lnTo>
                <a:cubicBezTo>
                  <a:pt x="0" y="13598"/>
                  <a:pt x="13617" y="0"/>
                  <a:pt x="304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íŝļiḋé">
            <a:extLst>
              <a:ext uri="{FF2B5EF4-FFF2-40B4-BE49-F238E27FC236}">
                <a16:creationId xmlns:a16="http://schemas.microsoft.com/office/drawing/2014/main" id="{18B8588E-A410-46B4-8B3C-FD1656C95213}"/>
              </a:ext>
            </a:extLst>
          </p:cNvPr>
          <p:cNvSpPr txBox="1"/>
          <p:nvPr/>
        </p:nvSpPr>
        <p:spPr bwMode="auto">
          <a:xfrm>
            <a:off x="1562393" y="2133860"/>
            <a:ext cx="190554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2" name="íṣļíḓé">
            <a:extLst>
              <a:ext uri="{FF2B5EF4-FFF2-40B4-BE49-F238E27FC236}">
                <a16:creationId xmlns:a16="http://schemas.microsoft.com/office/drawing/2014/main" id="{B712A416-D37F-40C0-A677-F5E39FEC20EB}"/>
              </a:ext>
            </a:extLst>
          </p:cNvPr>
          <p:cNvSpPr/>
          <p:nvPr/>
        </p:nvSpPr>
        <p:spPr bwMode="auto">
          <a:xfrm>
            <a:off x="1551000" y="2748460"/>
            <a:ext cx="1905548" cy="66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3" name="íṣliḋe">
            <a:extLst>
              <a:ext uri="{FF2B5EF4-FFF2-40B4-BE49-F238E27FC236}">
                <a16:creationId xmlns:a16="http://schemas.microsoft.com/office/drawing/2014/main" id="{3F09D46E-72C4-459E-883C-F0FD9923C70F}"/>
              </a:ext>
            </a:extLst>
          </p:cNvPr>
          <p:cNvSpPr txBox="1"/>
          <p:nvPr/>
        </p:nvSpPr>
        <p:spPr bwMode="auto">
          <a:xfrm>
            <a:off x="8587814" y="2138813"/>
            <a:ext cx="1905548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4" name="is1ïḓé">
            <a:extLst>
              <a:ext uri="{FF2B5EF4-FFF2-40B4-BE49-F238E27FC236}">
                <a16:creationId xmlns:a16="http://schemas.microsoft.com/office/drawing/2014/main" id="{4709D5A8-64F3-4229-A9B8-CAD67E492AB8}"/>
              </a:ext>
            </a:extLst>
          </p:cNvPr>
          <p:cNvSpPr/>
          <p:nvPr/>
        </p:nvSpPr>
        <p:spPr bwMode="auto">
          <a:xfrm>
            <a:off x="8587814" y="2748460"/>
            <a:ext cx="1905548" cy="66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6" name="işlîḑe">
            <a:extLst>
              <a:ext uri="{FF2B5EF4-FFF2-40B4-BE49-F238E27FC236}">
                <a16:creationId xmlns:a16="http://schemas.microsoft.com/office/drawing/2014/main" id="{5D44DCF3-2698-446D-97F3-FB25AAB6AD9E}"/>
              </a:ext>
            </a:extLst>
          </p:cNvPr>
          <p:cNvSpPr txBox="1"/>
          <p:nvPr/>
        </p:nvSpPr>
        <p:spPr bwMode="auto">
          <a:xfrm>
            <a:off x="4976920" y="2514501"/>
            <a:ext cx="2238160" cy="441805"/>
          </a:xfrm>
          <a:prstGeom prst="roundRect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r" defTabSz="914377" eaLnBrk="0" hangingPunct="0">
              <a:spcBef>
                <a:spcPct val="20000"/>
              </a:spcBef>
              <a:buChar char="•"/>
              <a:defRPr sz="1400" b="1">
                <a:solidFill>
                  <a:schemeClr val="lt1"/>
                </a:solidFill>
                <a:latin typeface="三极准柔宋" panose="00000500000000000000" pitchFamily="2" charset="-122"/>
                <a:ea typeface="三极准柔宋" panose="00000500000000000000" pitchFamily="2" charset="-122"/>
                <a:cs typeface="Open Sans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/>
            </a:lvl3pPr>
            <a:lvl4pPr marL="1600200" indent="-228600" eaLnBrk="0" hangingPunct="0">
              <a:spcBef>
                <a:spcPct val="20000"/>
              </a:spcBef>
              <a:buChar char="–"/>
              <a:defRPr sz="2000"/>
            </a:lvl4pPr>
            <a:lvl5pPr marL="2057400" indent="-228600" eaLnBrk="0" hangingPunct="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Text here</a:t>
            </a:r>
          </a:p>
        </p:txBody>
      </p:sp>
      <p:sp>
        <p:nvSpPr>
          <p:cNvPr id="17" name="íṩļíďê">
            <a:extLst>
              <a:ext uri="{FF2B5EF4-FFF2-40B4-BE49-F238E27FC236}">
                <a16:creationId xmlns:a16="http://schemas.microsoft.com/office/drawing/2014/main" id="{62D8551A-2CE9-4CC3-81AE-9FE63F066EC3}"/>
              </a:ext>
            </a:extLst>
          </p:cNvPr>
          <p:cNvSpPr/>
          <p:nvPr/>
        </p:nvSpPr>
        <p:spPr bwMode="auto">
          <a:xfrm>
            <a:off x="4976920" y="2956308"/>
            <a:ext cx="2238160" cy="893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 </a:t>
            </a: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5CE6137-8BD6-4D9C-9889-93B7631AFF11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0092AA99-3E27-4F8C-B96B-F714CFC18389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5773F612-553A-4F93-9E28-9EA784810DA1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6388EF25-4246-4D38-A815-0494EB1567C6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FAA0FDFC-B5AF-49A6-8B70-8EF3F49CBF4B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7B8890F-F673-48C7-9FA5-B0D5C5FB9349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EA3A9E3F-1BBD-4C26-ABB8-128BE34BC362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7987B116-DAE9-49CB-A033-2DEB0D6216B9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326763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6" grpId="0" animBg="1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ṡľídé">
            <a:extLst>
              <a:ext uri="{FF2B5EF4-FFF2-40B4-BE49-F238E27FC236}">
                <a16:creationId xmlns:a16="http://schemas.microsoft.com/office/drawing/2014/main" id="{44972A34-2F0B-43F0-AA25-259711383FC9}"/>
              </a:ext>
            </a:extLst>
          </p:cNvPr>
          <p:cNvSpPr/>
          <p:nvPr/>
        </p:nvSpPr>
        <p:spPr bwMode="auto">
          <a:xfrm>
            <a:off x="3750519" y="1493889"/>
            <a:ext cx="4690961" cy="4678311"/>
          </a:xfrm>
          <a:prstGeom prst="donut">
            <a:avLst>
              <a:gd name="adj" fmla="val 5000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5" name="iṩľîḓè">
            <a:extLst>
              <a:ext uri="{FF2B5EF4-FFF2-40B4-BE49-F238E27FC236}">
                <a16:creationId xmlns:a16="http://schemas.microsoft.com/office/drawing/2014/main" id="{5A07CF98-E327-4F0C-B03E-DAC94C086482}"/>
              </a:ext>
            </a:extLst>
          </p:cNvPr>
          <p:cNvSpPr/>
          <p:nvPr/>
        </p:nvSpPr>
        <p:spPr bwMode="auto">
          <a:xfrm>
            <a:off x="4219615" y="1961720"/>
            <a:ext cx="3752769" cy="3742648"/>
          </a:xfrm>
          <a:prstGeom prst="donut">
            <a:avLst>
              <a:gd name="adj" fmla="val 6250"/>
            </a:avLst>
          </a:prstGeom>
          <a:solidFill>
            <a:schemeClr val="tx2">
              <a:lumMod val="20000"/>
              <a:lumOff val="80000"/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6" name="iṣḻïde">
            <a:extLst>
              <a:ext uri="{FF2B5EF4-FFF2-40B4-BE49-F238E27FC236}">
                <a16:creationId xmlns:a16="http://schemas.microsoft.com/office/drawing/2014/main" id="{012A4C1E-57CA-42D3-960F-F3FA4B011818}"/>
              </a:ext>
            </a:extLst>
          </p:cNvPr>
          <p:cNvSpPr/>
          <p:nvPr/>
        </p:nvSpPr>
        <p:spPr bwMode="auto">
          <a:xfrm>
            <a:off x="4688711" y="2429552"/>
            <a:ext cx="2814577" cy="2806986"/>
          </a:xfrm>
          <a:prstGeom prst="donut">
            <a:avLst>
              <a:gd name="adj" fmla="val 8333"/>
            </a:avLst>
          </a:prstGeom>
          <a:solidFill>
            <a:schemeClr val="tx2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7" name="íŝḻîďè">
            <a:extLst>
              <a:ext uri="{FF2B5EF4-FFF2-40B4-BE49-F238E27FC236}">
                <a16:creationId xmlns:a16="http://schemas.microsoft.com/office/drawing/2014/main" id="{F25BCE69-C305-499B-8310-E86036CFBA57}"/>
              </a:ext>
            </a:extLst>
          </p:cNvPr>
          <p:cNvSpPr/>
          <p:nvPr/>
        </p:nvSpPr>
        <p:spPr bwMode="auto">
          <a:xfrm>
            <a:off x="5157807" y="2897382"/>
            <a:ext cx="1876385" cy="1871325"/>
          </a:xfrm>
          <a:prstGeom prst="ellipse">
            <a:avLst/>
          </a:prstGeom>
          <a:blipFill>
            <a:blip r:embed="R660c65759a2c4d5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25374" b="-25032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" name="ïṧlíḑè">
            <a:extLst>
              <a:ext uri="{FF2B5EF4-FFF2-40B4-BE49-F238E27FC236}">
                <a16:creationId xmlns:a16="http://schemas.microsoft.com/office/drawing/2014/main" id="{C70EB4C1-E41D-4E9C-B4D2-D12960866AE5}"/>
              </a:ext>
            </a:extLst>
          </p:cNvPr>
          <p:cNvGrpSpPr/>
          <p:nvPr/>
        </p:nvGrpSpPr>
        <p:grpSpPr>
          <a:xfrm>
            <a:off x="3647611" y="2137019"/>
            <a:ext cx="1144007" cy="1144007"/>
            <a:chOff x="4498403" y="2983026"/>
            <a:chExt cx="914400" cy="914400"/>
          </a:xfrm>
        </p:grpSpPr>
        <p:sp>
          <p:nvSpPr>
            <p:cNvPr id="26" name="iSḷíḑé">
              <a:extLst>
                <a:ext uri="{FF2B5EF4-FFF2-40B4-BE49-F238E27FC236}">
                  <a16:creationId xmlns:a16="http://schemas.microsoft.com/office/drawing/2014/main" id="{6D769D33-816E-4C74-83DA-2450A27FBFE5}"/>
                </a:ext>
              </a:extLst>
            </p:cNvPr>
            <p:cNvSpPr/>
            <p:nvPr/>
          </p:nvSpPr>
          <p:spPr>
            <a:xfrm>
              <a:off x="4498403" y="2983026"/>
              <a:ext cx="914400" cy="914400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en-US" sz="1400" b="1">
                <a:cs typeface="+mn-ea"/>
                <a:sym typeface="+mn-lt"/>
              </a:endParaRPr>
            </a:p>
          </p:txBody>
        </p:sp>
        <p:sp>
          <p:nvSpPr>
            <p:cNvPr id="27" name="ïšḷiḓè">
              <a:extLst>
                <a:ext uri="{FF2B5EF4-FFF2-40B4-BE49-F238E27FC236}">
                  <a16:creationId xmlns:a16="http://schemas.microsoft.com/office/drawing/2014/main" id="{39A0C44C-C70E-4FED-84DA-4E806B7F6635}"/>
                </a:ext>
              </a:extLst>
            </p:cNvPr>
            <p:cNvSpPr/>
            <p:nvPr/>
          </p:nvSpPr>
          <p:spPr bwMode="auto">
            <a:xfrm>
              <a:off x="4733787" y="3240201"/>
              <a:ext cx="443632" cy="400050"/>
            </a:xfrm>
            <a:custGeom>
              <a:avLst/>
              <a:gdLst>
                <a:gd name="connsiteX0" fmla="*/ 521432 w 608344"/>
                <a:gd name="connsiteY0" fmla="*/ 370453 h 548582"/>
                <a:gd name="connsiteX1" fmla="*/ 465737 w 608344"/>
                <a:gd name="connsiteY1" fmla="*/ 425787 h 548582"/>
                <a:gd name="connsiteX2" fmla="*/ 442491 w 608344"/>
                <a:gd name="connsiteY2" fmla="*/ 402479 h 548582"/>
                <a:gd name="connsiteX3" fmla="*/ 418201 w 608344"/>
                <a:gd name="connsiteY3" fmla="*/ 426545 h 548582"/>
                <a:gd name="connsiteX4" fmla="*/ 441447 w 608344"/>
                <a:gd name="connsiteY4" fmla="*/ 449948 h 548582"/>
                <a:gd name="connsiteX5" fmla="*/ 465642 w 608344"/>
                <a:gd name="connsiteY5" fmla="*/ 474204 h 548582"/>
                <a:gd name="connsiteX6" fmla="*/ 489932 w 608344"/>
                <a:gd name="connsiteY6" fmla="*/ 450043 h 548582"/>
                <a:gd name="connsiteX7" fmla="*/ 545532 w 608344"/>
                <a:gd name="connsiteY7" fmla="*/ 394709 h 548582"/>
                <a:gd name="connsiteX8" fmla="*/ 481962 w 608344"/>
                <a:gd name="connsiteY8" fmla="*/ 296170 h 548582"/>
                <a:gd name="connsiteX9" fmla="*/ 608344 w 608344"/>
                <a:gd name="connsiteY9" fmla="*/ 422376 h 548582"/>
                <a:gd name="connsiteX10" fmla="*/ 481962 w 608344"/>
                <a:gd name="connsiteY10" fmla="*/ 548582 h 548582"/>
                <a:gd name="connsiteX11" fmla="*/ 355579 w 608344"/>
                <a:gd name="connsiteY11" fmla="*/ 422376 h 548582"/>
                <a:gd name="connsiteX12" fmla="*/ 481962 w 608344"/>
                <a:gd name="connsiteY12" fmla="*/ 296170 h 548582"/>
                <a:gd name="connsiteX13" fmla="*/ 255835 w 608344"/>
                <a:gd name="connsiteY13" fmla="*/ 446 h 548582"/>
                <a:gd name="connsiteX14" fmla="*/ 317801 w 608344"/>
                <a:gd name="connsiteY14" fmla="*/ 13616 h 548582"/>
                <a:gd name="connsiteX15" fmla="*/ 348072 w 608344"/>
                <a:gd name="connsiteY15" fmla="*/ 41661 h 548582"/>
                <a:gd name="connsiteX16" fmla="*/ 381190 w 608344"/>
                <a:gd name="connsiteY16" fmla="*/ 146831 h 548582"/>
                <a:gd name="connsiteX17" fmla="*/ 378913 w 608344"/>
                <a:gd name="connsiteY17" fmla="*/ 156211 h 548582"/>
                <a:gd name="connsiteX18" fmla="*/ 387833 w 608344"/>
                <a:gd name="connsiteY18" fmla="*/ 200458 h 548582"/>
                <a:gd name="connsiteX19" fmla="*/ 366387 w 608344"/>
                <a:gd name="connsiteY19" fmla="*/ 237694 h 548582"/>
                <a:gd name="connsiteX20" fmla="*/ 351393 w 608344"/>
                <a:gd name="connsiteY20" fmla="*/ 278720 h 548582"/>
                <a:gd name="connsiteX21" fmla="*/ 351393 w 608344"/>
                <a:gd name="connsiteY21" fmla="*/ 322873 h 548582"/>
                <a:gd name="connsiteX22" fmla="*/ 317611 w 608344"/>
                <a:gd name="connsiteY22" fmla="*/ 422358 h 548582"/>
                <a:gd name="connsiteX23" fmla="*/ 376635 w 608344"/>
                <a:gd name="connsiteY23" fmla="*/ 548088 h 548582"/>
                <a:gd name="connsiteX24" fmla="*/ 26855 w 608344"/>
                <a:gd name="connsiteY24" fmla="*/ 548088 h 548582"/>
                <a:gd name="connsiteX25" fmla="*/ 0 w 608344"/>
                <a:gd name="connsiteY25" fmla="*/ 521274 h 548582"/>
                <a:gd name="connsiteX26" fmla="*/ 0 w 608344"/>
                <a:gd name="connsiteY26" fmla="*/ 473806 h 548582"/>
                <a:gd name="connsiteX27" fmla="*/ 19453 w 608344"/>
                <a:gd name="connsiteY27" fmla="*/ 432969 h 548582"/>
                <a:gd name="connsiteX28" fmla="*/ 173751 w 608344"/>
                <a:gd name="connsiteY28" fmla="*/ 334242 h 548582"/>
                <a:gd name="connsiteX29" fmla="*/ 176408 w 608344"/>
                <a:gd name="connsiteY29" fmla="*/ 329884 h 548582"/>
                <a:gd name="connsiteX30" fmla="*/ 176408 w 608344"/>
                <a:gd name="connsiteY30" fmla="*/ 278720 h 548582"/>
                <a:gd name="connsiteX31" fmla="*/ 161320 w 608344"/>
                <a:gd name="connsiteY31" fmla="*/ 237694 h 548582"/>
                <a:gd name="connsiteX32" fmla="*/ 139969 w 608344"/>
                <a:gd name="connsiteY32" fmla="*/ 200458 h 548582"/>
                <a:gd name="connsiteX33" fmla="*/ 148320 w 608344"/>
                <a:gd name="connsiteY33" fmla="*/ 156211 h 548582"/>
                <a:gd name="connsiteX34" fmla="*/ 146042 w 608344"/>
                <a:gd name="connsiteY34" fmla="*/ 146736 h 548582"/>
                <a:gd name="connsiteX35" fmla="*/ 145758 w 608344"/>
                <a:gd name="connsiteY35" fmla="*/ 95099 h 548582"/>
                <a:gd name="connsiteX36" fmla="*/ 176029 w 608344"/>
                <a:gd name="connsiteY36" fmla="*/ 42135 h 548582"/>
                <a:gd name="connsiteX37" fmla="*/ 203928 w 608344"/>
                <a:gd name="connsiteY37" fmla="*/ 19017 h 548582"/>
                <a:gd name="connsiteX38" fmla="*/ 231162 w 608344"/>
                <a:gd name="connsiteY38" fmla="*/ 5089 h 548582"/>
                <a:gd name="connsiteX39" fmla="*/ 255835 w 608344"/>
                <a:gd name="connsiteY39" fmla="*/ 446 h 54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08344" h="548582">
                  <a:moveTo>
                    <a:pt x="521432" y="370453"/>
                  </a:moveTo>
                  <a:lnTo>
                    <a:pt x="465737" y="425787"/>
                  </a:lnTo>
                  <a:lnTo>
                    <a:pt x="442491" y="402479"/>
                  </a:lnTo>
                  <a:lnTo>
                    <a:pt x="418201" y="426545"/>
                  </a:lnTo>
                  <a:lnTo>
                    <a:pt x="441447" y="449948"/>
                  </a:lnTo>
                  <a:lnTo>
                    <a:pt x="465642" y="474204"/>
                  </a:lnTo>
                  <a:lnTo>
                    <a:pt x="489932" y="450043"/>
                  </a:lnTo>
                  <a:lnTo>
                    <a:pt x="545532" y="394709"/>
                  </a:lnTo>
                  <a:close/>
                  <a:moveTo>
                    <a:pt x="481962" y="296170"/>
                  </a:moveTo>
                  <a:cubicBezTo>
                    <a:pt x="551795" y="296170"/>
                    <a:pt x="608344" y="352641"/>
                    <a:pt x="608344" y="422376"/>
                  </a:cubicBezTo>
                  <a:cubicBezTo>
                    <a:pt x="608344" y="492111"/>
                    <a:pt x="551795" y="548582"/>
                    <a:pt x="481962" y="548582"/>
                  </a:cubicBezTo>
                  <a:cubicBezTo>
                    <a:pt x="412129" y="548582"/>
                    <a:pt x="355579" y="492111"/>
                    <a:pt x="355579" y="422376"/>
                  </a:cubicBezTo>
                  <a:cubicBezTo>
                    <a:pt x="355579" y="352641"/>
                    <a:pt x="412129" y="296170"/>
                    <a:pt x="481962" y="296170"/>
                  </a:cubicBezTo>
                  <a:close/>
                  <a:moveTo>
                    <a:pt x="255835" y="446"/>
                  </a:moveTo>
                  <a:cubicBezTo>
                    <a:pt x="282785" y="-1828"/>
                    <a:pt x="303187" y="4899"/>
                    <a:pt x="317801" y="13616"/>
                  </a:cubicBezTo>
                  <a:cubicBezTo>
                    <a:pt x="339721" y="25744"/>
                    <a:pt x="348072" y="41661"/>
                    <a:pt x="348072" y="41661"/>
                  </a:cubicBezTo>
                  <a:cubicBezTo>
                    <a:pt x="348072" y="41661"/>
                    <a:pt x="398176" y="45167"/>
                    <a:pt x="381190" y="146831"/>
                  </a:cubicBezTo>
                  <a:cubicBezTo>
                    <a:pt x="380621" y="149863"/>
                    <a:pt x="379862" y="153085"/>
                    <a:pt x="378913" y="156211"/>
                  </a:cubicBezTo>
                  <a:cubicBezTo>
                    <a:pt x="388592" y="156211"/>
                    <a:pt x="398271" y="163507"/>
                    <a:pt x="387833" y="200458"/>
                  </a:cubicBezTo>
                  <a:cubicBezTo>
                    <a:pt x="379672" y="229262"/>
                    <a:pt x="372080" y="237221"/>
                    <a:pt x="366387" y="237694"/>
                  </a:cubicBezTo>
                  <a:cubicBezTo>
                    <a:pt x="364394" y="250675"/>
                    <a:pt x="359175" y="265076"/>
                    <a:pt x="351393" y="278720"/>
                  </a:cubicBezTo>
                  <a:lnTo>
                    <a:pt x="351393" y="322873"/>
                  </a:lnTo>
                  <a:cubicBezTo>
                    <a:pt x="330232" y="350539"/>
                    <a:pt x="317611" y="385027"/>
                    <a:pt x="317611" y="422358"/>
                  </a:cubicBezTo>
                  <a:cubicBezTo>
                    <a:pt x="317611" y="472764"/>
                    <a:pt x="340480" y="518053"/>
                    <a:pt x="376635" y="548088"/>
                  </a:cubicBezTo>
                  <a:lnTo>
                    <a:pt x="26855" y="548088"/>
                  </a:lnTo>
                  <a:cubicBezTo>
                    <a:pt x="12052" y="548088"/>
                    <a:pt x="0" y="536055"/>
                    <a:pt x="0" y="521274"/>
                  </a:cubicBezTo>
                  <a:lnTo>
                    <a:pt x="0" y="473806"/>
                  </a:lnTo>
                  <a:cubicBezTo>
                    <a:pt x="0" y="457983"/>
                    <a:pt x="7212" y="443013"/>
                    <a:pt x="19453" y="432969"/>
                  </a:cubicBezTo>
                  <a:cubicBezTo>
                    <a:pt x="86638" y="377921"/>
                    <a:pt x="159043" y="341443"/>
                    <a:pt x="173751" y="334242"/>
                  </a:cubicBezTo>
                  <a:cubicBezTo>
                    <a:pt x="175365" y="333484"/>
                    <a:pt x="176408" y="331779"/>
                    <a:pt x="176408" y="329884"/>
                  </a:cubicBezTo>
                  <a:lnTo>
                    <a:pt x="176408" y="278720"/>
                  </a:lnTo>
                  <a:cubicBezTo>
                    <a:pt x="168437" y="265076"/>
                    <a:pt x="163313" y="250675"/>
                    <a:pt x="161320" y="237694"/>
                  </a:cubicBezTo>
                  <a:cubicBezTo>
                    <a:pt x="155627" y="237221"/>
                    <a:pt x="148035" y="229072"/>
                    <a:pt x="139969" y="200458"/>
                  </a:cubicBezTo>
                  <a:cubicBezTo>
                    <a:pt x="129531" y="164170"/>
                    <a:pt x="138925" y="156496"/>
                    <a:pt x="148320" y="156211"/>
                  </a:cubicBezTo>
                  <a:cubicBezTo>
                    <a:pt x="147371" y="153085"/>
                    <a:pt x="146612" y="149863"/>
                    <a:pt x="146042" y="146736"/>
                  </a:cubicBezTo>
                  <a:cubicBezTo>
                    <a:pt x="142436" y="128450"/>
                    <a:pt x="141487" y="111396"/>
                    <a:pt x="145758" y="95099"/>
                  </a:cubicBezTo>
                  <a:cubicBezTo>
                    <a:pt x="150787" y="73212"/>
                    <a:pt x="162744" y="55684"/>
                    <a:pt x="176029" y="42135"/>
                  </a:cubicBezTo>
                  <a:cubicBezTo>
                    <a:pt x="184379" y="33134"/>
                    <a:pt x="193869" y="25459"/>
                    <a:pt x="203928" y="19017"/>
                  </a:cubicBezTo>
                  <a:cubicBezTo>
                    <a:pt x="212183" y="13332"/>
                    <a:pt x="221293" y="8405"/>
                    <a:pt x="231162" y="5089"/>
                  </a:cubicBezTo>
                  <a:cubicBezTo>
                    <a:pt x="238849" y="2625"/>
                    <a:pt x="247105" y="825"/>
                    <a:pt x="255835" y="4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" name="íŝľíḍê">
            <a:extLst>
              <a:ext uri="{FF2B5EF4-FFF2-40B4-BE49-F238E27FC236}">
                <a16:creationId xmlns:a16="http://schemas.microsoft.com/office/drawing/2014/main" id="{E830412E-2825-47A5-B746-080F0BFC3CF5}"/>
              </a:ext>
            </a:extLst>
          </p:cNvPr>
          <p:cNvGrpSpPr/>
          <p:nvPr/>
        </p:nvGrpSpPr>
        <p:grpSpPr>
          <a:xfrm>
            <a:off x="3647611" y="4326446"/>
            <a:ext cx="1144007" cy="1144007"/>
            <a:chOff x="4498403" y="2983026"/>
            <a:chExt cx="914400" cy="914400"/>
          </a:xfrm>
        </p:grpSpPr>
        <p:sp>
          <p:nvSpPr>
            <p:cNvPr id="24" name="íṣḷïḑe">
              <a:extLst>
                <a:ext uri="{FF2B5EF4-FFF2-40B4-BE49-F238E27FC236}">
                  <a16:creationId xmlns:a16="http://schemas.microsoft.com/office/drawing/2014/main" id="{7CA5A986-F5C5-4889-A85B-DB6AE6D730E3}"/>
                </a:ext>
              </a:extLst>
            </p:cNvPr>
            <p:cNvSpPr/>
            <p:nvPr/>
          </p:nvSpPr>
          <p:spPr>
            <a:xfrm>
              <a:off x="4498403" y="2983026"/>
              <a:ext cx="914400" cy="914400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en-US" sz="1400" b="1">
                <a:cs typeface="+mn-ea"/>
                <a:sym typeface="+mn-lt"/>
              </a:endParaRPr>
            </a:p>
          </p:txBody>
        </p:sp>
        <p:sp>
          <p:nvSpPr>
            <p:cNvPr id="25" name="îŝḷide">
              <a:extLst>
                <a:ext uri="{FF2B5EF4-FFF2-40B4-BE49-F238E27FC236}">
                  <a16:creationId xmlns:a16="http://schemas.microsoft.com/office/drawing/2014/main" id="{63E6D70D-CBAD-48CC-B1A2-ED8AD0AADCE2}"/>
                </a:ext>
              </a:extLst>
            </p:cNvPr>
            <p:cNvSpPr/>
            <p:nvPr/>
          </p:nvSpPr>
          <p:spPr bwMode="auto">
            <a:xfrm>
              <a:off x="4733787" y="3240201"/>
              <a:ext cx="443632" cy="400050"/>
            </a:xfrm>
            <a:custGeom>
              <a:avLst/>
              <a:gdLst>
                <a:gd name="connsiteX0" fmla="*/ 521432 w 608344"/>
                <a:gd name="connsiteY0" fmla="*/ 370453 h 548582"/>
                <a:gd name="connsiteX1" fmla="*/ 465737 w 608344"/>
                <a:gd name="connsiteY1" fmla="*/ 425787 h 548582"/>
                <a:gd name="connsiteX2" fmla="*/ 442491 w 608344"/>
                <a:gd name="connsiteY2" fmla="*/ 402479 h 548582"/>
                <a:gd name="connsiteX3" fmla="*/ 418201 w 608344"/>
                <a:gd name="connsiteY3" fmla="*/ 426545 h 548582"/>
                <a:gd name="connsiteX4" fmla="*/ 441447 w 608344"/>
                <a:gd name="connsiteY4" fmla="*/ 449948 h 548582"/>
                <a:gd name="connsiteX5" fmla="*/ 465642 w 608344"/>
                <a:gd name="connsiteY5" fmla="*/ 474204 h 548582"/>
                <a:gd name="connsiteX6" fmla="*/ 489932 w 608344"/>
                <a:gd name="connsiteY6" fmla="*/ 450043 h 548582"/>
                <a:gd name="connsiteX7" fmla="*/ 545532 w 608344"/>
                <a:gd name="connsiteY7" fmla="*/ 394709 h 548582"/>
                <a:gd name="connsiteX8" fmla="*/ 481962 w 608344"/>
                <a:gd name="connsiteY8" fmla="*/ 296170 h 548582"/>
                <a:gd name="connsiteX9" fmla="*/ 608344 w 608344"/>
                <a:gd name="connsiteY9" fmla="*/ 422376 h 548582"/>
                <a:gd name="connsiteX10" fmla="*/ 481962 w 608344"/>
                <a:gd name="connsiteY10" fmla="*/ 548582 h 548582"/>
                <a:gd name="connsiteX11" fmla="*/ 355579 w 608344"/>
                <a:gd name="connsiteY11" fmla="*/ 422376 h 548582"/>
                <a:gd name="connsiteX12" fmla="*/ 481962 w 608344"/>
                <a:gd name="connsiteY12" fmla="*/ 296170 h 548582"/>
                <a:gd name="connsiteX13" fmla="*/ 255835 w 608344"/>
                <a:gd name="connsiteY13" fmla="*/ 446 h 548582"/>
                <a:gd name="connsiteX14" fmla="*/ 317801 w 608344"/>
                <a:gd name="connsiteY14" fmla="*/ 13616 h 548582"/>
                <a:gd name="connsiteX15" fmla="*/ 348072 w 608344"/>
                <a:gd name="connsiteY15" fmla="*/ 41661 h 548582"/>
                <a:gd name="connsiteX16" fmla="*/ 381190 w 608344"/>
                <a:gd name="connsiteY16" fmla="*/ 146831 h 548582"/>
                <a:gd name="connsiteX17" fmla="*/ 378913 w 608344"/>
                <a:gd name="connsiteY17" fmla="*/ 156211 h 548582"/>
                <a:gd name="connsiteX18" fmla="*/ 387833 w 608344"/>
                <a:gd name="connsiteY18" fmla="*/ 200458 h 548582"/>
                <a:gd name="connsiteX19" fmla="*/ 366387 w 608344"/>
                <a:gd name="connsiteY19" fmla="*/ 237694 h 548582"/>
                <a:gd name="connsiteX20" fmla="*/ 351393 w 608344"/>
                <a:gd name="connsiteY20" fmla="*/ 278720 h 548582"/>
                <a:gd name="connsiteX21" fmla="*/ 351393 w 608344"/>
                <a:gd name="connsiteY21" fmla="*/ 322873 h 548582"/>
                <a:gd name="connsiteX22" fmla="*/ 317611 w 608344"/>
                <a:gd name="connsiteY22" fmla="*/ 422358 h 548582"/>
                <a:gd name="connsiteX23" fmla="*/ 376635 w 608344"/>
                <a:gd name="connsiteY23" fmla="*/ 548088 h 548582"/>
                <a:gd name="connsiteX24" fmla="*/ 26855 w 608344"/>
                <a:gd name="connsiteY24" fmla="*/ 548088 h 548582"/>
                <a:gd name="connsiteX25" fmla="*/ 0 w 608344"/>
                <a:gd name="connsiteY25" fmla="*/ 521274 h 548582"/>
                <a:gd name="connsiteX26" fmla="*/ 0 w 608344"/>
                <a:gd name="connsiteY26" fmla="*/ 473806 h 548582"/>
                <a:gd name="connsiteX27" fmla="*/ 19453 w 608344"/>
                <a:gd name="connsiteY27" fmla="*/ 432969 h 548582"/>
                <a:gd name="connsiteX28" fmla="*/ 173751 w 608344"/>
                <a:gd name="connsiteY28" fmla="*/ 334242 h 548582"/>
                <a:gd name="connsiteX29" fmla="*/ 176408 w 608344"/>
                <a:gd name="connsiteY29" fmla="*/ 329884 h 548582"/>
                <a:gd name="connsiteX30" fmla="*/ 176408 w 608344"/>
                <a:gd name="connsiteY30" fmla="*/ 278720 h 548582"/>
                <a:gd name="connsiteX31" fmla="*/ 161320 w 608344"/>
                <a:gd name="connsiteY31" fmla="*/ 237694 h 548582"/>
                <a:gd name="connsiteX32" fmla="*/ 139969 w 608344"/>
                <a:gd name="connsiteY32" fmla="*/ 200458 h 548582"/>
                <a:gd name="connsiteX33" fmla="*/ 148320 w 608344"/>
                <a:gd name="connsiteY33" fmla="*/ 156211 h 548582"/>
                <a:gd name="connsiteX34" fmla="*/ 146042 w 608344"/>
                <a:gd name="connsiteY34" fmla="*/ 146736 h 548582"/>
                <a:gd name="connsiteX35" fmla="*/ 145758 w 608344"/>
                <a:gd name="connsiteY35" fmla="*/ 95099 h 548582"/>
                <a:gd name="connsiteX36" fmla="*/ 176029 w 608344"/>
                <a:gd name="connsiteY36" fmla="*/ 42135 h 548582"/>
                <a:gd name="connsiteX37" fmla="*/ 203928 w 608344"/>
                <a:gd name="connsiteY37" fmla="*/ 19017 h 548582"/>
                <a:gd name="connsiteX38" fmla="*/ 231162 w 608344"/>
                <a:gd name="connsiteY38" fmla="*/ 5089 h 548582"/>
                <a:gd name="connsiteX39" fmla="*/ 255835 w 608344"/>
                <a:gd name="connsiteY39" fmla="*/ 446 h 54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08344" h="548582">
                  <a:moveTo>
                    <a:pt x="521432" y="370453"/>
                  </a:moveTo>
                  <a:lnTo>
                    <a:pt x="465737" y="425787"/>
                  </a:lnTo>
                  <a:lnTo>
                    <a:pt x="442491" y="402479"/>
                  </a:lnTo>
                  <a:lnTo>
                    <a:pt x="418201" y="426545"/>
                  </a:lnTo>
                  <a:lnTo>
                    <a:pt x="441447" y="449948"/>
                  </a:lnTo>
                  <a:lnTo>
                    <a:pt x="465642" y="474204"/>
                  </a:lnTo>
                  <a:lnTo>
                    <a:pt x="489932" y="450043"/>
                  </a:lnTo>
                  <a:lnTo>
                    <a:pt x="545532" y="394709"/>
                  </a:lnTo>
                  <a:close/>
                  <a:moveTo>
                    <a:pt x="481962" y="296170"/>
                  </a:moveTo>
                  <a:cubicBezTo>
                    <a:pt x="551795" y="296170"/>
                    <a:pt x="608344" y="352641"/>
                    <a:pt x="608344" y="422376"/>
                  </a:cubicBezTo>
                  <a:cubicBezTo>
                    <a:pt x="608344" y="492111"/>
                    <a:pt x="551795" y="548582"/>
                    <a:pt x="481962" y="548582"/>
                  </a:cubicBezTo>
                  <a:cubicBezTo>
                    <a:pt x="412129" y="548582"/>
                    <a:pt x="355579" y="492111"/>
                    <a:pt x="355579" y="422376"/>
                  </a:cubicBezTo>
                  <a:cubicBezTo>
                    <a:pt x="355579" y="352641"/>
                    <a:pt x="412129" y="296170"/>
                    <a:pt x="481962" y="296170"/>
                  </a:cubicBezTo>
                  <a:close/>
                  <a:moveTo>
                    <a:pt x="255835" y="446"/>
                  </a:moveTo>
                  <a:cubicBezTo>
                    <a:pt x="282785" y="-1828"/>
                    <a:pt x="303187" y="4899"/>
                    <a:pt x="317801" y="13616"/>
                  </a:cubicBezTo>
                  <a:cubicBezTo>
                    <a:pt x="339721" y="25744"/>
                    <a:pt x="348072" y="41661"/>
                    <a:pt x="348072" y="41661"/>
                  </a:cubicBezTo>
                  <a:cubicBezTo>
                    <a:pt x="348072" y="41661"/>
                    <a:pt x="398176" y="45167"/>
                    <a:pt x="381190" y="146831"/>
                  </a:cubicBezTo>
                  <a:cubicBezTo>
                    <a:pt x="380621" y="149863"/>
                    <a:pt x="379862" y="153085"/>
                    <a:pt x="378913" y="156211"/>
                  </a:cubicBezTo>
                  <a:cubicBezTo>
                    <a:pt x="388592" y="156211"/>
                    <a:pt x="398271" y="163507"/>
                    <a:pt x="387833" y="200458"/>
                  </a:cubicBezTo>
                  <a:cubicBezTo>
                    <a:pt x="379672" y="229262"/>
                    <a:pt x="372080" y="237221"/>
                    <a:pt x="366387" y="237694"/>
                  </a:cubicBezTo>
                  <a:cubicBezTo>
                    <a:pt x="364394" y="250675"/>
                    <a:pt x="359175" y="265076"/>
                    <a:pt x="351393" y="278720"/>
                  </a:cubicBezTo>
                  <a:lnTo>
                    <a:pt x="351393" y="322873"/>
                  </a:lnTo>
                  <a:cubicBezTo>
                    <a:pt x="330232" y="350539"/>
                    <a:pt x="317611" y="385027"/>
                    <a:pt x="317611" y="422358"/>
                  </a:cubicBezTo>
                  <a:cubicBezTo>
                    <a:pt x="317611" y="472764"/>
                    <a:pt x="340480" y="518053"/>
                    <a:pt x="376635" y="548088"/>
                  </a:cubicBezTo>
                  <a:lnTo>
                    <a:pt x="26855" y="548088"/>
                  </a:lnTo>
                  <a:cubicBezTo>
                    <a:pt x="12052" y="548088"/>
                    <a:pt x="0" y="536055"/>
                    <a:pt x="0" y="521274"/>
                  </a:cubicBezTo>
                  <a:lnTo>
                    <a:pt x="0" y="473806"/>
                  </a:lnTo>
                  <a:cubicBezTo>
                    <a:pt x="0" y="457983"/>
                    <a:pt x="7212" y="443013"/>
                    <a:pt x="19453" y="432969"/>
                  </a:cubicBezTo>
                  <a:cubicBezTo>
                    <a:pt x="86638" y="377921"/>
                    <a:pt x="159043" y="341443"/>
                    <a:pt x="173751" y="334242"/>
                  </a:cubicBezTo>
                  <a:cubicBezTo>
                    <a:pt x="175365" y="333484"/>
                    <a:pt x="176408" y="331779"/>
                    <a:pt x="176408" y="329884"/>
                  </a:cubicBezTo>
                  <a:lnTo>
                    <a:pt x="176408" y="278720"/>
                  </a:lnTo>
                  <a:cubicBezTo>
                    <a:pt x="168437" y="265076"/>
                    <a:pt x="163313" y="250675"/>
                    <a:pt x="161320" y="237694"/>
                  </a:cubicBezTo>
                  <a:cubicBezTo>
                    <a:pt x="155627" y="237221"/>
                    <a:pt x="148035" y="229072"/>
                    <a:pt x="139969" y="200458"/>
                  </a:cubicBezTo>
                  <a:cubicBezTo>
                    <a:pt x="129531" y="164170"/>
                    <a:pt x="138925" y="156496"/>
                    <a:pt x="148320" y="156211"/>
                  </a:cubicBezTo>
                  <a:cubicBezTo>
                    <a:pt x="147371" y="153085"/>
                    <a:pt x="146612" y="149863"/>
                    <a:pt x="146042" y="146736"/>
                  </a:cubicBezTo>
                  <a:cubicBezTo>
                    <a:pt x="142436" y="128450"/>
                    <a:pt x="141487" y="111396"/>
                    <a:pt x="145758" y="95099"/>
                  </a:cubicBezTo>
                  <a:cubicBezTo>
                    <a:pt x="150787" y="73212"/>
                    <a:pt x="162744" y="55684"/>
                    <a:pt x="176029" y="42135"/>
                  </a:cubicBezTo>
                  <a:cubicBezTo>
                    <a:pt x="184379" y="33134"/>
                    <a:pt x="193869" y="25459"/>
                    <a:pt x="203928" y="19017"/>
                  </a:cubicBezTo>
                  <a:cubicBezTo>
                    <a:pt x="212183" y="13332"/>
                    <a:pt x="221293" y="8405"/>
                    <a:pt x="231162" y="5089"/>
                  </a:cubicBezTo>
                  <a:cubicBezTo>
                    <a:pt x="238849" y="2625"/>
                    <a:pt x="247105" y="825"/>
                    <a:pt x="255835" y="4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íšḷide">
            <a:extLst>
              <a:ext uri="{FF2B5EF4-FFF2-40B4-BE49-F238E27FC236}">
                <a16:creationId xmlns:a16="http://schemas.microsoft.com/office/drawing/2014/main" id="{8FC0C9B5-3F33-4195-B4B1-D1A07BD711F2}"/>
              </a:ext>
            </a:extLst>
          </p:cNvPr>
          <p:cNvGrpSpPr/>
          <p:nvPr/>
        </p:nvGrpSpPr>
        <p:grpSpPr>
          <a:xfrm>
            <a:off x="7449236" y="2137019"/>
            <a:ext cx="1144007" cy="1144007"/>
            <a:chOff x="4498403" y="2983026"/>
            <a:chExt cx="914400" cy="914400"/>
          </a:xfrm>
        </p:grpSpPr>
        <p:sp>
          <p:nvSpPr>
            <p:cNvPr id="22" name="ïŝļiďé">
              <a:extLst>
                <a:ext uri="{FF2B5EF4-FFF2-40B4-BE49-F238E27FC236}">
                  <a16:creationId xmlns:a16="http://schemas.microsoft.com/office/drawing/2014/main" id="{04C478F3-5931-4802-A869-71B81A1A8624}"/>
                </a:ext>
              </a:extLst>
            </p:cNvPr>
            <p:cNvSpPr/>
            <p:nvPr/>
          </p:nvSpPr>
          <p:spPr>
            <a:xfrm>
              <a:off x="4498403" y="2983026"/>
              <a:ext cx="914400" cy="914400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en-US" sz="1400" b="1">
                <a:cs typeface="+mn-ea"/>
                <a:sym typeface="+mn-lt"/>
              </a:endParaRPr>
            </a:p>
          </p:txBody>
        </p:sp>
        <p:sp>
          <p:nvSpPr>
            <p:cNvPr id="23" name="iṡľiḍe">
              <a:extLst>
                <a:ext uri="{FF2B5EF4-FFF2-40B4-BE49-F238E27FC236}">
                  <a16:creationId xmlns:a16="http://schemas.microsoft.com/office/drawing/2014/main" id="{43991AE4-D8C8-4AB9-8F38-97A3C0C765B4}"/>
                </a:ext>
              </a:extLst>
            </p:cNvPr>
            <p:cNvSpPr/>
            <p:nvPr/>
          </p:nvSpPr>
          <p:spPr bwMode="auto">
            <a:xfrm>
              <a:off x="4733787" y="3240201"/>
              <a:ext cx="443632" cy="400050"/>
            </a:xfrm>
            <a:custGeom>
              <a:avLst/>
              <a:gdLst>
                <a:gd name="connsiteX0" fmla="*/ 521432 w 608344"/>
                <a:gd name="connsiteY0" fmla="*/ 370453 h 548582"/>
                <a:gd name="connsiteX1" fmla="*/ 465737 w 608344"/>
                <a:gd name="connsiteY1" fmla="*/ 425787 h 548582"/>
                <a:gd name="connsiteX2" fmla="*/ 442491 w 608344"/>
                <a:gd name="connsiteY2" fmla="*/ 402479 h 548582"/>
                <a:gd name="connsiteX3" fmla="*/ 418201 w 608344"/>
                <a:gd name="connsiteY3" fmla="*/ 426545 h 548582"/>
                <a:gd name="connsiteX4" fmla="*/ 441447 w 608344"/>
                <a:gd name="connsiteY4" fmla="*/ 449948 h 548582"/>
                <a:gd name="connsiteX5" fmla="*/ 465642 w 608344"/>
                <a:gd name="connsiteY5" fmla="*/ 474204 h 548582"/>
                <a:gd name="connsiteX6" fmla="*/ 489932 w 608344"/>
                <a:gd name="connsiteY6" fmla="*/ 450043 h 548582"/>
                <a:gd name="connsiteX7" fmla="*/ 545532 w 608344"/>
                <a:gd name="connsiteY7" fmla="*/ 394709 h 548582"/>
                <a:gd name="connsiteX8" fmla="*/ 481962 w 608344"/>
                <a:gd name="connsiteY8" fmla="*/ 296170 h 548582"/>
                <a:gd name="connsiteX9" fmla="*/ 608344 w 608344"/>
                <a:gd name="connsiteY9" fmla="*/ 422376 h 548582"/>
                <a:gd name="connsiteX10" fmla="*/ 481962 w 608344"/>
                <a:gd name="connsiteY10" fmla="*/ 548582 h 548582"/>
                <a:gd name="connsiteX11" fmla="*/ 355579 w 608344"/>
                <a:gd name="connsiteY11" fmla="*/ 422376 h 548582"/>
                <a:gd name="connsiteX12" fmla="*/ 481962 w 608344"/>
                <a:gd name="connsiteY12" fmla="*/ 296170 h 548582"/>
                <a:gd name="connsiteX13" fmla="*/ 255835 w 608344"/>
                <a:gd name="connsiteY13" fmla="*/ 446 h 548582"/>
                <a:gd name="connsiteX14" fmla="*/ 317801 w 608344"/>
                <a:gd name="connsiteY14" fmla="*/ 13616 h 548582"/>
                <a:gd name="connsiteX15" fmla="*/ 348072 w 608344"/>
                <a:gd name="connsiteY15" fmla="*/ 41661 h 548582"/>
                <a:gd name="connsiteX16" fmla="*/ 381190 w 608344"/>
                <a:gd name="connsiteY16" fmla="*/ 146831 h 548582"/>
                <a:gd name="connsiteX17" fmla="*/ 378913 w 608344"/>
                <a:gd name="connsiteY17" fmla="*/ 156211 h 548582"/>
                <a:gd name="connsiteX18" fmla="*/ 387833 w 608344"/>
                <a:gd name="connsiteY18" fmla="*/ 200458 h 548582"/>
                <a:gd name="connsiteX19" fmla="*/ 366387 w 608344"/>
                <a:gd name="connsiteY19" fmla="*/ 237694 h 548582"/>
                <a:gd name="connsiteX20" fmla="*/ 351393 w 608344"/>
                <a:gd name="connsiteY20" fmla="*/ 278720 h 548582"/>
                <a:gd name="connsiteX21" fmla="*/ 351393 w 608344"/>
                <a:gd name="connsiteY21" fmla="*/ 322873 h 548582"/>
                <a:gd name="connsiteX22" fmla="*/ 317611 w 608344"/>
                <a:gd name="connsiteY22" fmla="*/ 422358 h 548582"/>
                <a:gd name="connsiteX23" fmla="*/ 376635 w 608344"/>
                <a:gd name="connsiteY23" fmla="*/ 548088 h 548582"/>
                <a:gd name="connsiteX24" fmla="*/ 26855 w 608344"/>
                <a:gd name="connsiteY24" fmla="*/ 548088 h 548582"/>
                <a:gd name="connsiteX25" fmla="*/ 0 w 608344"/>
                <a:gd name="connsiteY25" fmla="*/ 521274 h 548582"/>
                <a:gd name="connsiteX26" fmla="*/ 0 w 608344"/>
                <a:gd name="connsiteY26" fmla="*/ 473806 h 548582"/>
                <a:gd name="connsiteX27" fmla="*/ 19453 w 608344"/>
                <a:gd name="connsiteY27" fmla="*/ 432969 h 548582"/>
                <a:gd name="connsiteX28" fmla="*/ 173751 w 608344"/>
                <a:gd name="connsiteY28" fmla="*/ 334242 h 548582"/>
                <a:gd name="connsiteX29" fmla="*/ 176408 w 608344"/>
                <a:gd name="connsiteY29" fmla="*/ 329884 h 548582"/>
                <a:gd name="connsiteX30" fmla="*/ 176408 w 608344"/>
                <a:gd name="connsiteY30" fmla="*/ 278720 h 548582"/>
                <a:gd name="connsiteX31" fmla="*/ 161320 w 608344"/>
                <a:gd name="connsiteY31" fmla="*/ 237694 h 548582"/>
                <a:gd name="connsiteX32" fmla="*/ 139969 w 608344"/>
                <a:gd name="connsiteY32" fmla="*/ 200458 h 548582"/>
                <a:gd name="connsiteX33" fmla="*/ 148320 w 608344"/>
                <a:gd name="connsiteY33" fmla="*/ 156211 h 548582"/>
                <a:gd name="connsiteX34" fmla="*/ 146042 w 608344"/>
                <a:gd name="connsiteY34" fmla="*/ 146736 h 548582"/>
                <a:gd name="connsiteX35" fmla="*/ 145758 w 608344"/>
                <a:gd name="connsiteY35" fmla="*/ 95099 h 548582"/>
                <a:gd name="connsiteX36" fmla="*/ 176029 w 608344"/>
                <a:gd name="connsiteY36" fmla="*/ 42135 h 548582"/>
                <a:gd name="connsiteX37" fmla="*/ 203928 w 608344"/>
                <a:gd name="connsiteY37" fmla="*/ 19017 h 548582"/>
                <a:gd name="connsiteX38" fmla="*/ 231162 w 608344"/>
                <a:gd name="connsiteY38" fmla="*/ 5089 h 548582"/>
                <a:gd name="connsiteX39" fmla="*/ 255835 w 608344"/>
                <a:gd name="connsiteY39" fmla="*/ 446 h 54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08344" h="548582">
                  <a:moveTo>
                    <a:pt x="521432" y="370453"/>
                  </a:moveTo>
                  <a:lnTo>
                    <a:pt x="465737" y="425787"/>
                  </a:lnTo>
                  <a:lnTo>
                    <a:pt x="442491" y="402479"/>
                  </a:lnTo>
                  <a:lnTo>
                    <a:pt x="418201" y="426545"/>
                  </a:lnTo>
                  <a:lnTo>
                    <a:pt x="441447" y="449948"/>
                  </a:lnTo>
                  <a:lnTo>
                    <a:pt x="465642" y="474204"/>
                  </a:lnTo>
                  <a:lnTo>
                    <a:pt x="489932" y="450043"/>
                  </a:lnTo>
                  <a:lnTo>
                    <a:pt x="545532" y="394709"/>
                  </a:lnTo>
                  <a:close/>
                  <a:moveTo>
                    <a:pt x="481962" y="296170"/>
                  </a:moveTo>
                  <a:cubicBezTo>
                    <a:pt x="551795" y="296170"/>
                    <a:pt x="608344" y="352641"/>
                    <a:pt x="608344" y="422376"/>
                  </a:cubicBezTo>
                  <a:cubicBezTo>
                    <a:pt x="608344" y="492111"/>
                    <a:pt x="551795" y="548582"/>
                    <a:pt x="481962" y="548582"/>
                  </a:cubicBezTo>
                  <a:cubicBezTo>
                    <a:pt x="412129" y="548582"/>
                    <a:pt x="355579" y="492111"/>
                    <a:pt x="355579" y="422376"/>
                  </a:cubicBezTo>
                  <a:cubicBezTo>
                    <a:pt x="355579" y="352641"/>
                    <a:pt x="412129" y="296170"/>
                    <a:pt x="481962" y="296170"/>
                  </a:cubicBezTo>
                  <a:close/>
                  <a:moveTo>
                    <a:pt x="255835" y="446"/>
                  </a:moveTo>
                  <a:cubicBezTo>
                    <a:pt x="282785" y="-1828"/>
                    <a:pt x="303187" y="4899"/>
                    <a:pt x="317801" y="13616"/>
                  </a:cubicBezTo>
                  <a:cubicBezTo>
                    <a:pt x="339721" y="25744"/>
                    <a:pt x="348072" y="41661"/>
                    <a:pt x="348072" y="41661"/>
                  </a:cubicBezTo>
                  <a:cubicBezTo>
                    <a:pt x="348072" y="41661"/>
                    <a:pt x="398176" y="45167"/>
                    <a:pt x="381190" y="146831"/>
                  </a:cubicBezTo>
                  <a:cubicBezTo>
                    <a:pt x="380621" y="149863"/>
                    <a:pt x="379862" y="153085"/>
                    <a:pt x="378913" y="156211"/>
                  </a:cubicBezTo>
                  <a:cubicBezTo>
                    <a:pt x="388592" y="156211"/>
                    <a:pt x="398271" y="163507"/>
                    <a:pt x="387833" y="200458"/>
                  </a:cubicBezTo>
                  <a:cubicBezTo>
                    <a:pt x="379672" y="229262"/>
                    <a:pt x="372080" y="237221"/>
                    <a:pt x="366387" y="237694"/>
                  </a:cubicBezTo>
                  <a:cubicBezTo>
                    <a:pt x="364394" y="250675"/>
                    <a:pt x="359175" y="265076"/>
                    <a:pt x="351393" y="278720"/>
                  </a:cubicBezTo>
                  <a:lnTo>
                    <a:pt x="351393" y="322873"/>
                  </a:lnTo>
                  <a:cubicBezTo>
                    <a:pt x="330232" y="350539"/>
                    <a:pt x="317611" y="385027"/>
                    <a:pt x="317611" y="422358"/>
                  </a:cubicBezTo>
                  <a:cubicBezTo>
                    <a:pt x="317611" y="472764"/>
                    <a:pt x="340480" y="518053"/>
                    <a:pt x="376635" y="548088"/>
                  </a:cubicBezTo>
                  <a:lnTo>
                    <a:pt x="26855" y="548088"/>
                  </a:lnTo>
                  <a:cubicBezTo>
                    <a:pt x="12052" y="548088"/>
                    <a:pt x="0" y="536055"/>
                    <a:pt x="0" y="521274"/>
                  </a:cubicBezTo>
                  <a:lnTo>
                    <a:pt x="0" y="473806"/>
                  </a:lnTo>
                  <a:cubicBezTo>
                    <a:pt x="0" y="457983"/>
                    <a:pt x="7212" y="443013"/>
                    <a:pt x="19453" y="432969"/>
                  </a:cubicBezTo>
                  <a:cubicBezTo>
                    <a:pt x="86638" y="377921"/>
                    <a:pt x="159043" y="341443"/>
                    <a:pt x="173751" y="334242"/>
                  </a:cubicBezTo>
                  <a:cubicBezTo>
                    <a:pt x="175365" y="333484"/>
                    <a:pt x="176408" y="331779"/>
                    <a:pt x="176408" y="329884"/>
                  </a:cubicBezTo>
                  <a:lnTo>
                    <a:pt x="176408" y="278720"/>
                  </a:lnTo>
                  <a:cubicBezTo>
                    <a:pt x="168437" y="265076"/>
                    <a:pt x="163313" y="250675"/>
                    <a:pt x="161320" y="237694"/>
                  </a:cubicBezTo>
                  <a:cubicBezTo>
                    <a:pt x="155627" y="237221"/>
                    <a:pt x="148035" y="229072"/>
                    <a:pt x="139969" y="200458"/>
                  </a:cubicBezTo>
                  <a:cubicBezTo>
                    <a:pt x="129531" y="164170"/>
                    <a:pt x="138925" y="156496"/>
                    <a:pt x="148320" y="156211"/>
                  </a:cubicBezTo>
                  <a:cubicBezTo>
                    <a:pt x="147371" y="153085"/>
                    <a:pt x="146612" y="149863"/>
                    <a:pt x="146042" y="146736"/>
                  </a:cubicBezTo>
                  <a:cubicBezTo>
                    <a:pt x="142436" y="128450"/>
                    <a:pt x="141487" y="111396"/>
                    <a:pt x="145758" y="95099"/>
                  </a:cubicBezTo>
                  <a:cubicBezTo>
                    <a:pt x="150787" y="73212"/>
                    <a:pt x="162744" y="55684"/>
                    <a:pt x="176029" y="42135"/>
                  </a:cubicBezTo>
                  <a:cubicBezTo>
                    <a:pt x="184379" y="33134"/>
                    <a:pt x="193869" y="25459"/>
                    <a:pt x="203928" y="19017"/>
                  </a:cubicBezTo>
                  <a:cubicBezTo>
                    <a:pt x="212183" y="13332"/>
                    <a:pt x="221293" y="8405"/>
                    <a:pt x="231162" y="5089"/>
                  </a:cubicBezTo>
                  <a:cubicBezTo>
                    <a:pt x="238849" y="2625"/>
                    <a:pt x="247105" y="825"/>
                    <a:pt x="255835" y="4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ïṧ1îḍé">
            <a:extLst>
              <a:ext uri="{FF2B5EF4-FFF2-40B4-BE49-F238E27FC236}">
                <a16:creationId xmlns:a16="http://schemas.microsoft.com/office/drawing/2014/main" id="{1C31853E-AA72-46F4-B156-F78FBC811CB1}"/>
              </a:ext>
            </a:extLst>
          </p:cNvPr>
          <p:cNvGrpSpPr/>
          <p:nvPr/>
        </p:nvGrpSpPr>
        <p:grpSpPr>
          <a:xfrm>
            <a:off x="7449236" y="4326446"/>
            <a:ext cx="1144007" cy="1144007"/>
            <a:chOff x="4498403" y="2983026"/>
            <a:chExt cx="914400" cy="914400"/>
          </a:xfrm>
        </p:grpSpPr>
        <p:sp>
          <p:nvSpPr>
            <p:cNvPr id="20" name="ïŝḻîḓê">
              <a:extLst>
                <a:ext uri="{FF2B5EF4-FFF2-40B4-BE49-F238E27FC236}">
                  <a16:creationId xmlns:a16="http://schemas.microsoft.com/office/drawing/2014/main" id="{7938D040-4F9A-48FF-B342-AC703CA84A73}"/>
                </a:ext>
              </a:extLst>
            </p:cNvPr>
            <p:cNvSpPr/>
            <p:nvPr/>
          </p:nvSpPr>
          <p:spPr>
            <a:xfrm>
              <a:off x="4498403" y="2983026"/>
              <a:ext cx="914400" cy="914400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en-US" sz="1400" b="1">
                <a:cs typeface="+mn-ea"/>
                <a:sym typeface="+mn-lt"/>
              </a:endParaRPr>
            </a:p>
          </p:txBody>
        </p:sp>
        <p:sp>
          <p:nvSpPr>
            <p:cNvPr id="21" name="ï$ḷîḑè">
              <a:extLst>
                <a:ext uri="{FF2B5EF4-FFF2-40B4-BE49-F238E27FC236}">
                  <a16:creationId xmlns:a16="http://schemas.microsoft.com/office/drawing/2014/main" id="{42CC0837-E9C3-4FC9-9ADB-D4253AC7CE97}"/>
                </a:ext>
              </a:extLst>
            </p:cNvPr>
            <p:cNvSpPr/>
            <p:nvPr/>
          </p:nvSpPr>
          <p:spPr bwMode="auto">
            <a:xfrm>
              <a:off x="4733787" y="3240201"/>
              <a:ext cx="443632" cy="400050"/>
            </a:xfrm>
            <a:custGeom>
              <a:avLst/>
              <a:gdLst>
                <a:gd name="connsiteX0" fmla="*/ 521432 w 608344"/>
                <a:gd name="connsiteY0" fmla="*/ 370453 h 548582"/>
                <a:gd name="connsiteX1" fmla="*/ 465737 w 608344"/>
                <a:gd name="connsiteY1" fmla="*/ 425787 h 548582"/>
                <a:gd name="connsiteX2" fmla="*/ 442491 w 608344"/>
                <a:gd name="connsiteY2" fmla="*/ 402479 h 548582"/>
                <a:gd name="connsiteX3" fmla="*/ 418201 w 608344"/>
                <a:gd name="connsiteY3" fmla="*/ 426545 h 548582"/>
                <a:gd name="connsiteX4" fmla="*/ 441447 w 608344"/>
                <a:gd name="connsiteY4" fmla="*/ 449948 h 548582"/>
                <a:gd name="connsiteX5" fmla="*/ 465642 w 608344"/>
                <a:gd name="connsiteY5" fmla="*/ 474204 h 548582"/>
                <a:gd name="connsiteX6" fmla="*/ 489932 w 608344"/>
                <a:gd name="connsiteY6" fmla="*/ 450043 h 548582"/>
                <a:gd name="connsiteX7" fmla="*/ 545532 w 608344"/>
                <a:gd name="connsiteY7" fmla="*/ 394709 h 548582"/>
                <a:gd name="connsiteX8" fmla="*/ 481962 w 608344"/>
                <a:gd name="connsiteY8" fmla="*/ 296170 h 548582"/>
                <a:gd name="connsiteX9" fmla="*/ 608344 w 608344"/>
                <a:gd name="connsiteY9" fmla="*/ 422376 h 548582"/>
                <a:gd name="connsiteX10" fmla="*/ 481962 w 608344"/>
                <a:gd name="connsiteY10" fmla="*/ 548582 h 548582"/>
                <a:gd name="connsiteX11" fmla="*/ 355579 w 608344"/>
                <a:gd name="connsiteY11" fmla="*/ 422376 h 548582"/>
                <a:gd name="connsiteX12" fmla="*/ 481962 w 608344"/>
                <a:gd name="connsiteY12" fmla="*/ 296170 h 548582"/>
                <a:gd name="connsiteX13" fmla="*/ 255835 w 608344"/>
                <a:gd name="connsiteY13" fmla="*/ 446 h 548582"/>
                <a:gd name="connsiteX14" fmla="*/ 317801 w 608344"/>
                <a:gd name="connsiteY14" fmla="*/ 13616 h 548582"/>
                <a:gd name="connsiteX15" fmla="*/ 348072 w 608344"/>
                <a:gd name="connsiteY15" fmla="*/ 41661 h 548582"/>
                <a:gd name="connsiteX16" fmla="*/ 381190 w 608344"/>
                <a:gd name="connsiteY16" fmla="*/ 146831 h 548582"/>
                <a:gd name="connsiteX17" fmla="*/ 378913 w 608344"/>
                <a:gd name="connsiteY17" fmla="*/ 156211 h 548582"/>
                <a:gd name="connsiteX18" fmla="*/ 387833 w 608344"/>
                <a:gd name="connsiteY18" fmla="*/ 200458 h 548582"/>
                <a:gd name="connsiteX19" fmla="*/ 366387 w 608344"/>
                <a:gd name="connsiteY19" fmla="*/ 237694 h 548582"/>
                <a:gd name="connsiteX20" fmla="*/ 351393 w 608344"/>
                <a:gd name="connsiteY20" fmla="*/ 278720 h 548582"/>
                <a:gd name="connsiteX21" fmla="*/ 351393 w 608344"/>
                <a:gd name="connsiteY21" fmla="*/ 322873 h 548582"/>
                <a:gd name="connsiteX22" fmla="*/ 317611 w 608344"/>
                <a:gd name="connsiteY22" fmla="*/ 422358 h 548582"/>
                <a:gd name="connsiteX23" fmla="*/ 376635 w 608344"/>
                <a:gd name="connsiteY23" fmla="*/ 548088 h 548582"/>
                <a:gd name="connsiteX24" fmla="*/ 26855 w 608344"/>
                <a:gd name="connsiteY24" fmla="*/ 548088 h 548582"/>
                <a:gd name="connsiteX25" fmla="*/ 0 w 608344"/>
                <a:gd name="connsiteY25" fmla="*/ 521274 h 548582"/>
                <a:gd name="connsiteX26" fmla="*/ 0 w 608344"/>
                <a:gd name="connsiteY26" fmla="*/ 473806 h 548582"/>
                <a:gd name="connsiteX27" fmla="*/ 19453 w 608344"/>
                <a:gd name="connsiteY27" fmla="*/ 432969 h 548582"/>
                <a:gd name="connsiteX28" fmla="*/ 173751 w 608344"/>
                <a:gd name="connsiteY28" fmla="*/ 334242 h 548582"/>
                <a:gd name="connsiteX29" fmla="*/ 176408 w 608344"/>
                <a:gd name="connsiteY29" fmla="*/ 329884 h 548582"/>
                <a:gd name="connsiteX30" fmla="*/ 176408 w 608344"/>
                <a:gd name="connsiteY30" fmla="*/ 278720 h 548582"/>
                <a:gd name="connsiteX31" fmla="*/ 161320 w 608344"/>
                <a:gd name="connsiteY31" fmla="*/ 237694 h 548582"/>
                <a:gd name="connsiteX32" fmla="*/ 139969 w 608344"/>
                <a:gd name="connsiteY32" fmla="*/ 200458 h 548582"/>
                <a:gd name="connsiteX33" fmla="*/ 148320 w 608344"/>
                <a:gd name="connsiteY33" fmla="*/ 156211 h 548582"/>
                <a:gd name="connsiteX34" fmla="*/ 146042 w 608344"/>
                <a:gd name="connsiteY34" fmla="*/ 146736 h 548582"/>
                <a:gd name="connsiteX35" fmla="*/ 145758 w 608344"/>
                <a:gd name="connsiteY35" fmla="*/ 95099 h 548582"/>
                <a:gd name="connsiteX36" fmla="*/ 176029 w 608344"/>
                <a:gd name="connsiteY36" fmla="*/ 42135 h 548582"/>
                <a:gd name="connsiteX37" fmla="*/ 203928 w 608344"/>
                <a:gd name="connsiteY37" fmla="*/ 19017 h 548582"/>
                <a:gd name="connsiteX38" fmla="*/ 231162 w 608344"/>
                <a:gd name="connsiteY38" fmla="*/ 5089 h 548582"/>
                <a:gd name="connsiteX39" fmla="*/ 255835 w 608344"/>
                <a:gd name="connsiteY39" fmla="*/ 446 h 54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608344" h="548582">
                  <a:moveTo>
                    <a:pt x="521432" y="370453"/>
                  </a:moveTo>
                  <a:lnTo>
                    <a:pt x="465737" y="425787"/>
                  </a:lnTo>
                  <a:lnTo>
                    <a:pt x="442491" y="402479"/>
                  </a:lnTo>
                  <a:lnTo>
                    <a:pt x="418201" y="426545"/>
                  </a:lnTo>
                  <a:lnTo>
                    <a:pt x="441447" y="449948"/>
                  </a:lnTo>
                  <a:lnTo>
                    <a:pt x="465642" y="474204"/>
                  </a:lnTo>
                  <a:lnTo>
                    <a:pt x="489932" y="450043"/>
                  </a:lnTo>
                  <a:lnTo>
                    <a:pt x="545532" y="394709"/>
                  </a:lnTo>
                  <a:close/>
                  <a:moveTo>
                    <a:pt x="481962" y="296170"/>
                  </a:moveTo>
                  <a:cubicBezTo>
                    <a:pt x="551795" y="296170"/>
                    <a:pt x="608344" y="352641"/>
                    <a:pt x="608344" y="422376"/>
                  </a:cubicBezTo>
                  <a:cubicBezTo>
                    <a:pt x="608344" y="492111"/>
                    <a:pt x="551795" y="548582"/>
                    <a:pt x="481962" y="548582"/>
                  </a:cubicBezTo>
                  <a:cubicBezTo>
                    <a:pt x="412129" y="548582"/>
                    <a:pt x="355579" y="492111"/>
                    <a:pt x="355579" y="422376"/>
                  </a:cubicBezTo>
                  <a:cubicBezTo>
                    <a:pt x="355579" y="352641"/>
                    <a:pt x="412129" y="296170"/>
                    <a:pt x="481962" y="296170"/>
                  </a:cubicBezTo>
                  <a:close/>
                  <a:moveTo>
                    <a:pt x="255835" y="446"/>
                  </a:moveTo>
                  <a:cubicBezTo>
                    <a:pt x="282785" y="-1828"/>
                    <a:pt x="303187" y="4899"/>
                    <a:pt x="317801" y="13616"/>
                  </a:cubicBezTo>
                  <a:cubicBezTo>
                    <a:pt x="339721" y="25744"/>
                    <a:pt x="348072" y="41661"/>
                    <a:pt x="348072" y="41661"/>
                  </a:cubicBezTo>
                  <a:cubicBezTo>
                    <a:pt x="348072" y="41661"/>
                    <a:pt x="398176" y="45167"/>
                    <a:pt x="381190" y="146831"/>
                  </a:cubicBezTo>
                  <a:cubicBezTo>
                    <a:pt x="380621" y="149863"/>
                    <a:pt x="379862" y="153085"/>
                    <a:pt x="378913" y="156211"/>
                  </a:cubicBezTo>
                  <a:cubicBezTo>
                    <a:pt x="388592" y="156211"/>
                    <a:pt x="398271" y="163507"/>
                    <a:pt x="387833" y="200458"/>
                  </a:cubicBezTo>
                  <a:cubicBezTo>
                    <a:pt x="379672" y="229262"/>
                    <a:pt x="372080" y="237221"/>
                    <a:pt x="366387" y="237694"/>
                  </a:cubicBezTo>
                  <a:cubicBezTo>
                    <a:pt x="364394" y="250675"/>
                    <a:pt x="359175" y="265076"/>
                    <a:pt x="351393" y="278720"/>
                  </a:cubicBezTo>
                  <a:lnTo>
                    <a:pt x="351393" y="322873"/>
                  </a:lnTo>
                  <a:cubicBezTo>
                    <a:pt x="330232" y="350539"/>
                    <a:pt x="317611" y="385027"/>
                    <a:pt x="317611" y="422358"/>
                  </a:cubicBezTo>
                  <a:cubicBezTo>
                    <a:pt x="317611" y="472764"/>
                    <a:pt x="340480" y="518053"/>
                    <a:pt x="376635" y="548088"/>
                  </a:cubicBezTo>
                  <a:lnTo>
                    <a:pt x="26855" y="548088"/>
                  </a:lnTo>
                  <a:cubicBezTo>
                    <a:pt x="12052" y="548088"/>
                    <a:pt x="0" y="536055"/>
                    <a:pt x="0" y="521274"/>
                  </a:cubicBezTo>
                  <a:lnTo>
                    <a:pt x="0" y="473806"/>
                  </a:lnTo>
                  <a:cubicBezTo>
                    <a:pt x="0" y="457983"/>
                    <a:pt x="7212" y="443013"/>
                    <a:pt x="19453" y="432969"/>
                  </a:cubicBezTo>
                  <a:cubicBezTo>
                    <a:pt x="86638" y="377921"/>
                    <a:pt x="159043" y="341443"/>
                    <a:pt x="173751" y="334242"/>
                  </a:cubicBezTo>
                  <a:cubicBezTo>
                    <a:pt x="175365" y="333484"/>
                    <a:pt x="176408" y="331779"/>
                    <a:pt x="176408" y="329884"/>
                  </a:cubicBezTo>
                  <a:lnTo>
                    <a:pt x="176408" y="278720"/>
                  </a:lnTo>
                  <a:cubicBezTo>
                    <a:pt x="168437" y="265076"/>
                    <a:pt x="163313" y="250675"/>
                    <a:pt x="161320" y="237694"/>
                  </a:cubicBezTo>
                  <a:cubicBezTo>
                    <a:pt x="155627" y="237221"/>
                    <a:pt x="148035" y="229072"/>
                    <a:pt x="139969" y="200458"/>
                  </a:cubicBezTo>
                  <a:cubicBezTo>
                    <a:pt x="129531" y="164170"/>
                    <a:pt x="138925" y="156496"/>
                    <a:pt x="148320" y="156211"/>
                  </a:cubicBezTo>
                  <a:cubicBezTo>
                    <a:pt x="147371" y="153085"/>
                    <a:pt x="146612" y="149863"/>
                    <a:pt x="146042" y="146736"/>
                  </a:cubicBezTo>
                  <a:cubicBezTo>
                    <a:pt x="142436" y="128450"/>
                    <a:pt x="141487" y="111396"/>
                    <a:pt x="145758" y="95099"/>
                  </a:cubicBezTo>
                  <a:cubicBezTo>
                    <a:pt x="150787" y="73212"/>
                    <a:pt x="162744" y="55684"/>
                    <a:pt x="176029" y="42135"/>
                  </a:cubicBezTo>
                  <a:cubicBezTo>
                    <a:pt x="184379" y="33134"/>
                    <a:pt x="193869" y="25459"/>
                    <a:pt x="203928" y="19017"/>
                  </a:cubicBezTo>
                  <a:cubicBezTo>
                    <a:pt x="212183" y="13332"/>
                    <a:pt x="221293" y="8405"/>
                    <a:pt x="231162" y="5089"/>
                  </a:cubicBezTo>
                  <a:cubicBezTo>
                    <a:pt x="238849" y="2625"/>
                    <a:pt x="247105" y="825"/>
                    <a:pt x="255835" y="4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" name="íṥlîďè">
            <a:extLst>
              <a:ext uri="{FF2B5EF4-FFF2-40B4-BE49-F238E27FC236}">
                <a16:creationId xmlns:a16="http://schemas.microsoft.com/office/drawing/2014/main" id="{B1312355-3DBA-42E6-B714-C48F48250B13}"/>
              </a:ext>
            </a:extLst>
          </p:cNvPr>
          <p:cNvSpPr txBox="1"/>
          <p:nvPr/>
        </p:nvSpPr>
        <p:spPr bwMode="auto">
          <a:xfrm>
            <a:off x="1082901" y="2065315"/>
            <a:ext cx="2466856" cy="40817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3" name="îşḻîḍê">
            <a:extLst>
              <a:ext uri="{FF2B5EF4-FFF2-40B4-BE49-F238E27FC236}">
                <a16:creationId xmlns:a16="http://schemas.microsoft.com/office/drawing/2014/main" id="{829D33FE-F2D4-406E-A11F-9EEA6C005FAA}"/>
              </a:ext>
            </a:extLst>
          </p:cNvPr>
          <p:cNvSpPr/>
          <p:nvPr/>
        </p:nvSpPr>
        <p:spPr bwMode="auto">
          <a:xfrm>
            <a:off x="1082901" y="2473495"/>
            <a:ext cx="2466856" cy="8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 lnSpcReduction="10000"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4" name="iṧḻïdè">
            <a:extLst>
              <a:ext uri="{FF2B5EF4-FFF2-40B4-BE49-F238E27FC236}">
                <a16:creationId xmlns:a16="http://schemas.microsoft.com/office/drawing/2014/main" id="{F1545BCA-C9D8-476F-A2FE-E1B9E9B3C452}"/>
              </a:ext>
            </a:extLst>
          </p:cNvPr>
          <p:cNvSpPr txBox="1"/>
          <p:nvPr/>
        </p:nvSpPr>
        <p:spPr bwMode="auto">
          <a:xfrm>
            <a:off x="8642242" y="2065315"/>
            <a:ext cx="2466856" cy="40817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5" name="ïś1îdê">
            <a:extLst>
              <a:ext uri="{FF2B5EF4-FFF2-40B4-BE49-F238E27FC236}">
                <a16:creationId xmlns:a16="http://schemas.microsoft.com/office/drawing/2014/main" id="{D31E1D0E-86E9-46A1-AA80-E1D64DD070C7}"/>
              </a:ext>
            </a:extLst>
          </p:cNvPr>
          <p:cNvSpPr/>
          <p:nvPr/>
        </p:nvSpPr>
        <p:spPr bwMode="auto">
          <a:xfrm>
            <a:off x="8642242" y="2473495"/>
            <a:ext cx="2466856" cy="8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 lnSpcReduction="10000"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6" name="íşḻïḋê">
            <a:extLst>
              <a:ext uri="{FF2B5EF4-FFF2-40B4-BE49-F238E27FC236}">
                <a16:creationId xmlns:a16="http://schemas.microsoft.com/office/drawing/2014/main" id="{E233162A-2386-43AF-86BF-267CBE9F651A}"/>
              </a:ext>
            </a:extLst>
          </p:cNvPr>
          <p:cNvSpPr txBox="1"/>
          <p:nvPr/>
        </p:nvSpPr>
        <p:spPr bwMode="auto">
          <a:xfrm>
            <a:off x="1082901" y="4360528"/>
            <a:ext cx="2466856" cy="40817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7" name="íṡ1iḑè">
            <a:extLst>
              <a:ext uri="{FF2B5EF4-FFF2-40B4-BE49-F238E27FC236}">
                <a16:creationId xmlns:a16="http://schemas.microsoft.com/office/drawing/2014/main" id="{890E2B4E-A517-454E-B857-AA44B34564C2}"/>
              </a:ext>
            </a:extLst>
          </p:cNvPr>
          <p:cNvSpPr/>
          <p:nvPr/>
        </p:nvSpPr>
        <p:spPr bwMode="auto">
          <a:xfrm>
            <a:off x="1082901" y="4768708"/>
            <a:ext cx="2466856" cy="8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 lnSpcReduction="10000"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8" name="îśľiḍè">
            <a:extLst>
              <a:ext uri="{FF2B5EF4-FFF2-40B4-BE49-F238E27FC236}">
                <a16:creationId xmlns:a16="http://schemas.microsoft.com/office/drawing/2014/main" id="{1713D64D-9711-4817-8B61-43CE277EE63B}"/>
              </a:ext>
            </a:extLst>
          </p:cNvPr>
          <p:cNvSpPr txBox="1"/>
          <p:nvPr/>
        </p:nvSpPr>
        <p:spPr bwMode="auto">
          <a:xfrm>
            <a:off x="8642242" y="4360528"/>
            <a:ext cx="2466856" cy="40817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9" name="i$ľiḓê">
            <a:extLst>
              <a:ext uri="{FF2B5EF4-FFF2-40B4-BE49-F238E27FC236}">
                <a16:creationId xmlns:a16="http://schemas.microsoft.com/office/drawing/2014/main" id="{CA9C610C-ED4B-4309-9329-0BBC2F6DD498}"/>
              </a:ext>
            </a:extLst>
          </p:cNvPr>
          <p:cNvSpPr/>
          <p:nvPr/>
        </p:nvSpPr>
        <p:spPr bwMode="auto">
          <a:xfrm>
            <a:off x="8642242" y="4768708"/>
            <a:ext cx="2466856" cy="8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 lnSpcReduction="10000"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1FD350A-D322-4171-9BE9-65656A2CFE86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29" name="弧形 28">
              <a:extLst>
                <a:ext uri="{FF2B5EF4-FFF2-40B4-BE49-F238E27FC236}">
                  <a16:creationId xmlns:a16="http://schemas.microsoft.com/office/drawing/2014/main" id="{70493AE5-60AF-4FA5-9AAF-1B2DD07AA463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5FB45C9F-6025-4D9E-97E7-693CD38C9DB4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9939505C-A75A-47C9-B676-658E0025D0F7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2" name="弧形 31">
              <a:extLst>
                <a:ext uri="{FF2B5EF4-FFF2-40B4-BE49-F238E27FC236}">
                  <a16:creationId xmlns:a16="http://schemas.microsoft.com/office/drawing/2014/main" id="{B851BF4B-994C-4A69-BF32-10F0EFF9F557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A13D228C-76F3-4574-8F36-440DBAD2D65F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F833D52F-F1C8-40E4-B05C-9E2100B8823F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8E4FE036-EF86-4EB6-9399-C83B8D7FCFE1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359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ś1íḓe">
            <a:extLst>
              <a:ext uri="{FF2B5EF4-FFF2-40B4-BE49-F238E27FC236}">
                <a16:creationId xmlns:a16="http://schemas.microsoft.com/office/drawing/2014/main" id="{0F6970AF-68EC-4081-86F7-49C94675E7DF}"/>
              </a:ext>
            </a:extLst>
          </p:cNvPr>
          <p:cNvSpPr/>
          <p:nvPr/>
        </p:nvSpPr>
        <p:spPr>
          <a:xfrm rot="10800000">
            <a:off x="5505574" y="4174042"/>
            <a:ext cx="1180859" cy="3791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8" extrusionOk="0">
                <a:moveTo>
                  <a:pt x="0" y="19886"/>
                </a:moveTo>
                <a:cubicBezTo>
                  <a:pt x="2048" y="7826"/>
                  <a:pt x="6072" y="195"/>
                  <a:pt x="10484" y="4"/>
                </a:cubicBezTo>
                <a:cubicBezTo>
                  <a:pt x="15228" y="-202"/>
                  <a:pt x="19574" y="8162"/>
                  <a:pt x="21600" y="21398"/>
                </a:cubicBezTo>
              </a:path>
            </a:pathLst>
          </a:custGeom>
          <a:ln w="6350">
            <a:solidFill>
              <a:schemeClr val="accent1"/>
            </a:solidFill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>
              <a:cs typeface="+mn-ea"/>
              <a:sym typeface="+mn-lt"/>
            </a:endParaRPr>
          </a:p>
        </p:txBody>
      </p:sp>
      <p:sp>
        <p:nvSpPr>
          <p:cNvPr id="12" name="i$ḷíďe">
            <a:extLst>
              <a:ext uri="{FF2B5EF4-FFF2-40B4-BE49-F238E27FC236}">
                <a16:creationId xmlns:a16="http://schemas.microsoft.com/office/drawing/2014/main" id="{D7F0859E-C5D3-4274-8F75-F619A65EF7B6}"/>
              </a:ext>
            </a:extLst>
          </p:cNvPr>
          <p:cNvSpPr/>
          <p:nvPr/>
        </p:nvSpPr>
        <p:spPr>
          <a:xfrm>
            <a:off x="3733692" y="2723919"/>
            <a:ext cx="1180859" cy="3791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8" extrusionOk="0">
                <a:moveTo>
                  <a:pt x="0" y="19886"/>
                </a:moveTo>
                <a:cubicBezTo>
                  <a:pt x="2048" y="7826"/>
                  <a:pt x="6072" y="195"/>
                  <a:pt x="10484" y="4"/>
                </a:cubicBezTo>
                <a:cubicBezTo>
                  <a:pt x="15228" y="-202"/>
                  <a:pt x="19574" y="8162"/>
                  <a:pt x="21600" y="21398"/>
                </a:cubicBezTo>
              </a:path>
            </a:pathLst>
          </a:custGeom>
          <a:ln w="6350">
            <a:solidFill>
              <a:schemeClr val="accent1"/>
            </a:solidFill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defRPr sz="3600"/>
            </a:pPr>
            <a:endParaRPr sz="1800">
              <a:cs typeface="+mn-ea"/>
              <a:sym typeface="+mn-lt"/>
            </a:endParaRPr>
          </a:p>
        </p:txBody>
      </p:sp>
      <p:sp>
        <p:nvSpPr>
          <p:cNvPr id="13" name="îŝlíďê">
            <a:extLst>
              <a:ext uri="{FF2B5EF4-FFF2-40B4-BE49-F238E27FC236}">
                <a16:creationId xmlns:a16="http://schemas.microsoft.com/office/drawing/2014/main" id="{E4F5F394-7204-446E-9333-6A3F8EBD942E}"/>
              </a:ext>
            </a:extLst>
          </p:cNvPr>
          <p:cNvSpPr/>
          <p:nvPr/>
        </p:nvSpPr>
        <p:spPr bwMode="auto">
          <a:xfrm>
            <a:off x="2631542" y="2831913"/>
            <a:ext cx="1613278" cy="1613279"/>
          </a:xfrm>
          <a:custGeom>
            <a:avLst/>
            <a:gdLst>
              <a:gd name="T0" fmla="*/ 5060 w 18935"/>
              <a:gd name="T1" fmla="*/ 1567 h 18935"/>
              <a:gd name="T2" fmla="*/ 8031 w 18935"/>
              <a:gd name="T3" fmla="*/ 535 h 18935"/>
              <a:gd name="T4" fmla="*/ 17368 w 18935"/>
              <a:gd name="T5" fmla="*/ 5061 h 18935"/>
              <a:gd name="T6" fmla="*/ 18400 w 18935"/>
              <a:gd name="T7" fmla="*/ 8031 h 18935"/>
              <a:gd name="T8" fmla="*/ 13874 w 18935"/>
              <a:gd name="T9" fmla="*/ 17369 h 18935"/>
              <a:gd name="T10" fmla="*/ 10904 w 18935"/>
              <a:gd name="T11" fmla="*/ 18400 h 18935"/>
              <a:gd name="T12" fmla="*/ 1566 w 18935"/>
              <a:gd name="T13" fmla="*/ 13875 h 18935"/>
              <a:gd name="T14" fmla="*/ 535 w 18935"/>
              <a:gd name="T15" fmla="*/ 10904 h 18935"/>
              <a:gd name="T16" fmla="*/ 5060 w 18935"/>
              <a:gd name="T17" fmla="*/ 1567 h 18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935" h="18935">
                <a:moveTo>
                  <a:pt x="5060" y="1567"/>
                </a:moveTo>
                <a:cubicBezTo>
                  <a:pt x="5596" y="462"/>
                  <a:pt x="6926" y="0"/>
                  <a:pt x="8031" y="535"/>
                </a:cubicBezTo>
                <a:lnTo>
                  <a:pt x="17368" y="5061"/>
                </a:lnTo>
                <a:cubicBezTo>
                  <a:pt x="18473" y="5596"/>
                  <a:pt x="18935" y="6926"/>
                  <a:pt x="18400" y="8031"/>
                </a:cubicBezTo>
                <a:lnTo>
                  <a:pt x="13874" y="17369"/>
                </a:lnTo>
                <a:cubicBezTo>
                  <a:pt x="13339" y="18474"/>
                  <a:pt x="12009" y="18935"/>
                  <a:pt x="10904" y="18400"/>
                </a:cubicBezTo>
                <a:lnTo>
                  <a:pt x="1566" y="13875"/>
                </a:lnTo>
                <a:cubicBezTo>
                  <a:pt x="461" y="13339"/>
                  <a:pt x="0" y="12009"/>
                  <a:pt x="535" y="10904"/>
                </a:cubicBezTo>
                <a:lnTo>
                  <a:pt x="5060" y="1567"/>
                </a:lnTo>
                <a:close/>
              </a:path>
            </a:pathLst>
          </a:custGeom>
          <a:blipFill>
            <a:blip r:embed="R7544d9f528544069"/>
            <a:stretch>
              <a:fillRect l="-1705" t="-27762" r="-1705" b="-27353"/>
            </a:stretch>
          </a:blip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4" name="ïṡ1íḋé">
            <a:extLst>
              <a:ext uri="{FF2B5EF4-FFF2-40B4-BE49-F238E27FC236}">
                <a16:creationId xmlns:a16="http://schemas.microsoft.com/office/drawing/2014/main" id="{924AE549-3BC9-447D-A2F5-37496E38FC62}"/>
              </a:ext>
            </a:extLst>
          </p:cNvPr>
          <p:cNvSpPr/>
          <p:nvPr/>
        </p:nvSpPr>
        <p:spPr bwMode="auto">
          <a:xfrm>
            <a:off x="4403424" y="2831913"/>
            <a:ext cx="1613278" cy="1613279"/>
          </a:xfrm>
          <a:custGeom>
            <a:avLst/>
            <a:gdLst>
              <a:gd name="T0" fmla="*/ 620 w 19273"/>
              <a:gd name="T1" fmla="*/ 8899 h 19273"/>
              <a:gd name="T2" fmla="*/ 1416 w 19273"/>
              <a:gd name="T3" fmla="*/ 5857 h 19273"/>
              <a:gd name="T4" fmla="*/ 10373 w 19273"/>
              <a:gd name="T5" fmla="*/ 619 h 19273"/>
              <a:gd name="T6" fmla="*/ 13415 w 19273"/>
              <a:gd name="T7" fmla="*/ 1416 h 19273"/>
              <a:gd name="T8" fmla="*/ 18653 w 19273"/>
              <a:gd name="T9" fmla="*/ 10373 h 19273"/>
              <a:gd name="T10" fmla="*/ 17856 w 19273"/>
              <a:gd name="T11" fmla="*/ 13415 h 19273"/>
              <a:gd name="T12" fmla="*/ 8899 w 19273"/>
              <a:gd name="T13" fmla="*/ 18653 h 19273"/>
              <a:gd name="T14" fmla="*/ 5858 w 19273"/>
              <a:gd name="T15" fmla="*/ 17856 h 19273"/>
              <a:gd name="T16" fmla="*/ 620 w 19273"/>
              <a:gd name="T17" fmla="*/ 8899 h 19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273" h="19273">
                <a:moveTo>
                  <a:pt x="620" y="8899"/>
                </a:moveTo>
                <a:cubicBezTo>
                  <a:pt x="0" y="7839"/>
                  <a:pt x="356" y="6477"/>
                  <a:pt x="1416" y="5857"/>
                </a:cubicBezTo>
                <a:lnTo>
                  <a:pt x="10373" y="619"/>
                </a:lnTo>
                <a:cubicBezTo>
                  <a:pt x="11434" y="0"/>
                  <a:pt x="12795" y="356"/>
                  <a:pt x="13415" y="1416"/>
                </a:cubicBezTo>
                <a:lnTo>
                  <a:pt x="18653" y="10373"/>
                </a:lnTo>
                <a:cubicBezTo>
                  <a:pt x="19273" y="11433"/>
                  <a:pt x="18916" y="12795"/>
                  <a:pt x="17856" y="13415"/>
                </a:cubicBezTo>
                <a:lnTo>
                  <a:pt x="8899" y="18653"/>
                </a:lnTo>
                <a:cubicBezTo>
                  <a:pt x="7839" y="19273"/>
                  <a:pt x="6477" y="18916"/>
                  <a:pt x="5858" y="17856"/>
                </a:cubicBezTo>
                <a:lnTo>
                  <a:pt x="620" y="8899"/>
                </a:ln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altLang="zh-CN" sz="1400" b="1">
                <a:cs typeface="+mn-ea"/>
                <a:sym typeface="+mn-lt"/>
              </a:rPr>
              <a:t>Text</a:t>
            </a:r>
            <a:endParaRPr lang="id-ID" altLang="zh-CN" sz="1400" b="1">
              <a:cs typeface="+mn-ea"/>
              <a:sym typeface="+mn-lt"/>
            </a:endParaRPr>
          </a:p>
        </p:txBody>
      </p:sp>
      <p:sp>
        <p:nvSpPr>
          <p:cNvPr id="15" name="íSliḍé">
            <a:extLst>
              <a:ext uri="{FF2B5EF4-FFF2-40B4-BE49-F238E27FC236}">
                <a16:creationId xmlns:a16="http://schemas.microsoft.com/office/drawing/2014/main" id="{2225A26D-8E15-4D49-A5B2-2711D5B14A35}"/>
              </a:ext>
            </a:extLst>
          </p:cNvPr>
          <p:cNvSpPr/>
          <p:nvPr/>
        </p:nvSpPr>
        <p:spPr>
          <a:xfrm>
            <a:off x="7277456" y="2723919"/>
            <a:ext cx="1180859" cy="3791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8" extrusionOk="0">
                <a:moveTo>
                  <a:pt x="0" y="19886"/>
                </a:moveTo>
                <a:cubicBezTo>
                  <a:pt x="2048" y="7826"/>
                  <a:pt x="6072" y="195"/>
                  <a:pt x="10484" y="4"/>
                </a:cubicBezTo>
                <a:cubicBezTo>
                  <a:pt x="15228" y="-202"/>
                  <a:pt x="19574" y="8162"/>
                  <a:pt x="21600" y="21398"/>
                </a:cubicBezTo>
              </a:path>
            </a:pathLst>
          </a:custGeom>
          <a:ln w="6350">
            <a:solidFill>
              <a:schemeClr val="accent1"/>
            </a:solidFill>
            <a:miter lim="400000"/>
          </a:ln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>
              <a:cs typeface="+mn-ea"/>
              <a:sym typeface="+mn-lt"/>
            </a:endParaRPr>
          </a:p>
        </p:txBody>
      </p:sp>
      <p:sp>
        <p:nvSpPr>
          <p:cNvPr id="16" name="iṥ1îde">
            <a:extLst>
              <a:ext uri="{FF2B5EF4-FFF2-40B4-BE49-F238E27FC236}">
                <a16:creationId xmlns:a16="http://schemas.microsoft.com/office/drawing/2014/main" id="{1552D9E5-1C17-4DDF-A7EB-245C7BE1931F}"/>
              </a:ext>
            </a:extLst>
          </p:cNvPr>
          <p:cNvSpPr/>
          <p:nvPr/>
        </p:nvSpPr>
        <p:spPr bwMode="auto">
          <a:xfrm>
            <a:off x="6175306" y="2831913"/>
            <a:ext cx="1613278" cy="1613279"/>
          </a:xfrm>
          <a:custGeom>
            <a:avLst/>
            <a:gdLst>
              <a:gd name="T0" fmla="*/ 5060 w 18935"/>
              <a:gd name="T1" fmla="*/ 1567 h 18935"/>
              <a:gd name="T2" fmla="*/ 8031 w 18935"/>
              <a:gd name="T3" fmla="*/ 535 h 18935"/>
              <a:gd name="T4" fmla="*/ 17368 w 18935"/>
              <a:gd name="T5" fmla="*/ 5061 h 18935"/>
              <a:gd name="T6" fmla="*/ 18400 w 18935"/>
              <a:gd name="T7" fmla="*/ 8031 h 18935"/>
              <a:gd name="T8" fmla="*/ 13874 w 18935"/>
              <a:gd name="T9" fmla="*/ 17369 h 18935"/>
              <a:gd name="T10" fmla="*/ 10904 w 18935"/>
              <a:gd name="T11" fmla="*/ 18400 h 18935"/>
              <a:gd name="T12" fmla="*/ 1566 w 18935"/>
              <a:gd name="T13" fmla="*/ 13875 h 18935"/>
              <a:gd name="T14" fmla="*/ 535 w 18935"/>
              <a:gd name="T15" fmla="*/ 10904 h 18935"/>
              <a:gd name="T16" fmla="*/ 5060 w 18935"/>
              <a:gd name="T17" fmla="*/ 1567 h 18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935" h="18935">
                <a:moveTo>
                  <a:pt x="5060" y="1567"/>
                </a:moveTo>
                <a:cubicBezTo>
                  <a:pt x="5596" y="462"/>
                  <a:pt x="6926" y="0"/>
                  <a:pt x="8031" y="535"/>
                </a:cubicBezTo>
                <a:lnTo>
                  <a:pt x="17368" y="5061"/>
                </a:lnTo>
                <a:cubicBezTo>
                  <a:pt x="18473" y="5596"/>
                  <a:pt x="18935" y="6926"/>
                  <a:pt x="18400" y="8031"/>
                </a:cubicBezTo>
                <a:lnTo>
                  <a:pt x="13874" y="17369"/>
                </a:lnTo>
                <a:cubicBezTo>
                  <a:pt x="13339" y="18474"/>
                  <a:pt x="12009" y="18935"/>
                  <a:pt x="10904" y="18400"/>
                </a:cubicBezTo>
                <a:lnTo>
                  <a:pt x="1566" y="13875"/>
                </a:lnTo>
                <a:cubicBezTo>
                  <a:pt x="461" y="13339"/>
                  <a:pt x="0" y="12009"/>
                  <a:pt x="535" y="10904"/>
                </a:cubicBezTo>
                <a:lnTo>
                  <a:pt x="5060" y="1567"/>
                </a:lnTo>
                <a:close/>
              </a:path>
            </a:pathLst>
          </a:custGeom>
          <a:blipFill>
            <a:blip r:embed="R753f79b88fd74d24"/>
            <a:stretch>
              <a:fillRect l="-1705" t="-27762" r="-1705" b="-27353"/>
            </a:stretch>
          </a:blip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7" name="íSľîḍé">
            <a:extLst>
              <a:ext uri="{FF2B5EF4-FFF2-40B4-BE49-F238E27FC236}">
                <a16:creationId xmlns:a16="http://schemas.microsoft.com/office/drawing/2014/main" id="{7C592C6C-08E6-4858-8E52-2B35CFFF0B93}"/>
              </a:ext>
            </a:extLst>
          </p:cNvPr>
          <p:cNvSpPr/>
          <p:nvPr/>
        </p:nvSpPr>
        <p:spPr bwMode="auto">
          <a:xfrm>
            <a:off x="7947185" y="2831913"/>
            <a:ext cx="1613278" cy="1613279"/>
          </a:xfrm>
          <a:custGeom>
            <a:avLst/>
            <a:gdLst>
              <a:gd name="T0" fmla="*/ 620 w 19273"/>
              <a:gd name="T1" fmla="*/ 8899 h 19273"/>
              <a:gd name="T2" fmla="*/ 1416 w 19273"/>
              <a:gd name="T3" fmla="*/ 5857 h 19273"/>
              <a:gd name="T4" fmla="*/ 10373 w 19273"/>
              <a:gd name="T5" fmla="*/ 619 h 19273"/>
              <a:gd name="T6" fmla="*/ 13415 w 19273"/>
              <a:gd name="T7" fmla="*/ 1416 h 19273"/>
              <a:gd name="T8" fmla="*/ 18653 w 19273"/>
              <a:gd name="T9" fmla="*/ 10373 h 19273"/>
              <a:gd name="T10" fmla="*/ 17856 w 19273"/>
              <a:gd name="T11" fmla="*/ 13415 h 19273"/>
              <a:gd name="T12" fmla="*/ 8899 w 19273"/>
              <a:gd name="T13" fmla="*/ 18653 h 19273"/>
              <a:gd name="T14" fmla="*/ 5858 w 19273"/>
              <a:gd name="T15" fmla="*/ 17856 h 19273"/>
              <a:gd name="T16" fmla="*/ 620 w 19273"/>
              <a:gd name="T17" fmla="*/ 8899 h 19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9273" h="19273">
                <a:moveTo>
                  <a:pt x="620" y="8899"/>
                </a:moveTo>
                <a:cubicBezTo>
                  <a:pt x="0" y="7839"/>
                  <a:pt x="356" y="6477"/>
                  <a:pt x="1416" y="5857"/>
                </a:cubicBezTo>
                <a:lnTo>
                  <a:pt x="10373" y="619"/>
                </a:lnTo>
                <a:cubicBezTo>
                  <a:pt x="11434" y="0"/>
                  <a:pt x="12795" y="356"/>
                  <a:pt x="13415" y="1416"/>
                </a:cubicBezTo>
                <a:lnTo>
                  <a:pt x="18653" y="10373"/>
                </a:lnTo>
                <a:cubicBezTo>
                  <a:pt x="19273" y="11433"/>
                  <a:pt x="18916" y="12795"/>
                  <a:pt x="17856" y="13415"/>
                </a:cubicBezTo>
                <a:lnTo>
                  <a:pt x="8899" y="18653"/>
                </a:lnTo>
                <a:cubicBezTo>
                  <a:pt x="7839" y="19273"/>
                  <a:pt x="6477" y="18916"/>
                  <a:pt x="5858" y="17856"/>
                </a:cubicBezTo>
                <a:lnTo>
                  <a:pt x="620" y="8899"/>
                </a:ln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altLang="zh-CN" sz="1400" b="1">
                <a:cs typeface="+mn-ea"/>
                <a:sym typeface="+mn-lt"/>
              </a:rPr>
              <a:t>Text</a:t>
            </a:r>
            <a:endParaRPr lang="id-ID" altLang="zh-CN" sz="1400" b="1">
              <a:cs typeface="+mn-ea"/>
              <a:sym typeface="+mn-lt"/>
            </a:endParaRPr>
          </a:p>
        </p:txBody>
      </p:sp>
      <p:grpSp>
        <p:nvGrpSpPr>
          <p:cNvPr id="5" name="íŝļîḓê">
            <a:extLst>
              <a:ext uri="{FF2B5EF4-FFF2-40B4-BE49-F238E27FC236}">
                <a16:creationId xmlns:a16="http://schemas.microsoft.com/office/drawing/2014/main" id="{67776B15-CDD2-474A-BA1C-A4CF6CD00C42}"/>
              </a:ext>
            </a:extLst>
          </p:cNvPr>
          <p:cNvGrpSpPr/>
          <p:nvPr/>
        </p:nvGrpSpPr>
        <p:grpSpPr>
          <a:xfrm>
            <a:off x="673100" y="1433747"/>
            <a:ext cx="10845798" cy="879203"/>
            <a:chOff x="673101" y="1130300"/>
            <a:chExt cx="10845798" cy="879203"/>
          </a:xfrm>
        </p:grpSpPr>
        <p:sp>
          <p:nvSpPr>
            <p:cNvPr id="9" name="ïš1îḍé">
              <a:extLst>
                <a:ext uri="{FF2B5EF4-FFF2-40B4-BE49-F238E27FC236}">
                  <a16:creationId xmlns:a16="http://schemas.microsoft.com/office/drawing/2014/main" id="{D90DC0CD-4780-42AB-A4AA-9033686C4F61}"/>
                </a:ext>
              </a:extLst>
            </p:cNvPr>
            <p:cNvSpPr txBox="1"/>
            <p:nvPr/>
          </p:nvSpPr>
          <p:spPr>
            <a:xfrm>
              <a:off x="673101" y="1130300"/>
              <a:ext cx="10845798" cy="43960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buSzPct val="25000"/>
              </a:pPr>
              <a:r>
                <a:rPr lang="en-US" sz="2000">
                  <a:cs typeface="+mn-ea"/>
                  <a:sym typeface="+mn-lt"/>
                </a:rPr>
                <a:t>Unified fonts make reading more fluent.</a:t>
              </a:r>
            </a:p>
          </p:txBody>
        </p:sp>
        <p:sp>
          <p:nvSpPr>
            <p:cNvPr id="10" name="íṥḷiḓê">
              <a:extLst>
                <a:ext uri="{FF2B5EF4-FFF2-40B4-BE49-F238E27FC236}">
                  <a16:creationId xmlns:a16="http://schemas.microsoft.com/office/drawing/2014/main" id="{DA9C372F-D41A-4923-B1AB-82F4D2A2FE55}"/>
                </a:ext>
              </a:extLst>
            </p:cNvPr>
            <p:cNvSpPr txBox="1"/>
            <p:nvPr/>
          </p:nvSpPr>
          <p:spPr>
            <a:xfrm>
              <a:off x="673101" y="1569903"/>
              <a:ext cx="10845798" cy="439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buSzPct val="25000"/>
              </a:pPr>
              <a:r>
                <a:rPr lang="en-US" altLang="zh-CN" sz="1200">
                  <a:cs typeface="+mn-ea"/>
                  <a:sym typeface="+mn-lt"/>
                </a:rPr>
                <a:t>Theme color makes PPT more convenient to change.Adjust the spacing to adapt to Chinese typesetting, use the reference line in PPT……</a:t>
              </a:r>
            </a:p>
          </p:txBody>
        </p:sp>
      </p:grpSp>
      <p:sp>
        <p:nvSpPr>
          <p:cNvPr id="6" name="îŝḻídé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673100" y="4925085"/>
            <a:ext cx="3156516" cy="1310615"/>
          </a:xfrm>
          <a:prstGeom prst="roundRect">
            <a:avLst>
              <a:gd name="adj" fmla="val 5526"/>
            </a:avLst>
          </a:prstGeom>
          <a:noFill/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  <a:alpha val="25000"/>
                  </a:schemeClr>
                </a:gs>
              </a:gsLst>
              <a:lin ang="5400000" scaled="1"/>
            </a:gra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7" name="ïSḻiḍè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4517742" y="4925085"/>
            <a:ext cx="3156516" cy="1310615"/>
          </a:xfrm>
          <a:prstGeom prst="roundRect">
            <a:avLst>
              <a:gd name="adj" fmla="val 5526"/>
            </a:avLst>
          </a:prstGeom>
          <a:noFill/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  <a:alpha val="25000"/>
                  </a:schemeClr>
                </a:gs>
              </a:gsLst>
              <a:lin ang="5400000" scaled="1"/>
            </a:gra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8" name="işļiďê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8362384" y="4925085"/>
            <a:ext cx="3156516" cy="1310615"/>
          </a:xfrm>
          <a:prstGeom prst="roundRect">
            <a:avLst>
              <a:gd name="adj" fmla="val 5526"/>
            </a:avLst>
          </a:prstGeom>
          <a:noFill/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  <a:alpha val="25000"/>
                  </a:schemeClr>
                </a:gs>
              </a:gsLst>
              <a:lin ang="5400000" scaled="1"/>
            </a:gra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B4E878E8-484D-4D86-8974-1511CA4E8F88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551D5AFF-A953-407F-9788-6B18EE6C7CA3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9F09E90-650E-4BFA-BFB3-7D97B1887FBF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B8EA8622-55D2-46A1-A270-E0DA41858C17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E13D140F-900F-46B3-A600-B8EDA178BD43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03D13DE4-B59E-45C2-BEC7-A3CA2636798C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36512ED-2444-48F3-83FC-D9C081062FAB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A9C2F7AB-1A82-4236-BF87-D7C908762E2F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255608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îṥḻîḓe">
            <a:extLst>
              <a:ext uri="{FF2B5EF4-FFF2-40B4-BE49-F238E27FC236}">
                <a16:creationId xmlns:a16="http://schemas.microsoft.com/office/drawing/2014/main" id="{96D37047-AD99-46E8-A5FE-13F17CEFAEC4}"/>
              </a:ext>
            </a:extLst>
          </p:cNvPr>
          <p:cNvGrpSpPr/>
          <p:nvPr/>
        </p:nvGrpSpPr>
        <p:grpSpPr>
          <a:xfrm>
            <a:off x="747938" y="1954446"/>
            <a:ext cx="4581118" cy="4056184"/>
            <a:chOff x="-1" y="1134000"/>
            <a:chExt cx="4934192" cy="4368800"/>
          </a:xfrm>
        </p:grpSpPr>
        <p:sp>
          <p:nvSpPr>
            <p:cNvPr id="22" name="íŝḷîḑè">
              <a:extLst>
                <a:ext uri="{FF2B5EF4-FFF2-40B4-BE49-F238E27FC236}">
                  <a16:creationId xmlns:a16="http://schemas.microsoft.com/office/drawing/2014/main" id="{8E71029A-35DE-439C-B9D8-14583D69C652}"/>
                </a:ext>
              </a:extLst>
            </p:cNvPr>
            <p:cNvSpPr/>
            <p:nvPr/>
          </p:nvSpPr>
          <p:spPr bwMode="auto">
            <a:xfrm>
              <a:off x="-1" y="1673874"/>
              <a:ext cx="3971119" cy="3470389"/>
            </a:xfrm>
            <a:prstGeom prst="rect">
              <a:avLst/>
            </a:prstGeom>
            <a:blipFill>
              <a:blip r:embed="Rf6dd60997acd4b5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îṥļíḋé">
              <a:extLst>
                <a:ext uri="{FF2B5EF4-FFF2-40B4-BE49-F238E27FC236}">
                  <a16:creationId xmlns:a16="http://schemas.microsoft.com/office/drawing/2014/main" id="{033FD5C7-B7A1-4F2F-AE79-58FF8B843532}"/>
                </a:ext>
              </a:extLst>
            </p:cNvPr>
            <p:cNvSpPr/>
            <p:nvPr/>
          </p:nvSpPr>
          <p:spPr>
            <a:xfrm>
              <a:off x="1559496" y="1679451"/>
              <a:ext cx="2411622" cy="3464812"/>
            </a:xfrm>
            <a:custGeom>
              <a:avLst/>
              <a:gdLst>
                <a:gd name="connsiteX0" fmla="*/ 491143 w 2411622"/>
                <a:gd name="connsiteY0" fmla="*/ 0 h 2224454"/>
                <a:gd name="connsiteX1" fmla="*/ 2411622 w 2411622"/>
                <a:gd name="connsiteY1" fmla="*/ 0 h 2224454"/>
                <a:gd name="connsiteX2" fmla="*/ 2411622 w 2411622"/>
                <a:gd name="connsiteY2" fmla="*/ 2224454 h 2224454"/>
                <a:gd name="connsiteX3" fmla="*/ 0 w 2411622"/>
                <a:gd name="connsiteY3" fmla="*/ 2222837 h 2224454"/>
                <a:gd name="connsiteX4" fmla="*/ 491143 w 2411622"/>
                <a:gd name="connsiteY4" fmla="*/ 0 h 2224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1622" h="2224454">
                  <a:moveTo>
                    <a:pt x="491143" y="0"/>
                  </a:moveTo>
                  <a:lnTo>
                    <a:pt x="2411622" y="0"/>
                  </a:lnTo>
                  <a:lnTo>
                    <a:pt x="2411622" y="2224454"/>
                  </a:lnTo>
                  <a:lnTo>
                    <a:pt x="0" y="2222837"/>
                  </a:lnTo>
                  <a:lnTo>
                    <a:pt x="491143" y="0"/>
                  </a:lnTo>
                  <a:close/>
                </a:path>
              </a:pathLst>
            </a:custGeom>
            <a:blipFill>
              <a:blip r:embed="Rd2c730063a184ee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58081" r="-57425"/>
              </a:stretch>
            </a:blipFill>
            <a:ln w="25400" cap="flat">
              <a:noFill/>
              <a:miter lim="4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24" name="îṩlîḍè">
              <a:extLst>
                <a:ext uri="{FF2B5EF4-FFF2-40B4-BE49-F238E27FC236}">
                  <a16:creationId xmlns:a16="http://schemas.microsoft.com/office/drawing/2014/main" id="{8855818F-3290-4D64-B364-07EA60150927}"/>
                </a:ext>
              </a:extLst>
            </p:cNvPr>
            <p:cNvGrpSpPr/>
            <p:nvPr/>
          </p:nvGrpSpPr>
          <p:grpSpPr>
            <a:xfrm>
              <a:off x="2765307" y="1134000"/>
              <a:ext cx="2168884" cy="4368800"/>
              <a:chOff x="4969930" y="1160748"/>
              <a:chExt cx="2252140" cy="4536504"/>
            </a:xfrm>
          </p:grpSpPr>
          <p:grpSp>
            <p:nvGrpSpPr>
              <p:cNvPr id="25" name="íSļíḑè">
                <a:extLst>
                  <a:ext uri="{FF2B5EF4-FFF2-40B4-BE49-F238E27FC236}">
                    <a16:creationId xmlns:a16="http://schemas.microsoft.com/office/drawing/2014/main" id="{BD1D3432-F4D8-4C32-A014-A9673362D481}"/>
                  </a:ext>
                </a:extLst>
              </p:cNvPr>
              <p:cNvGrpSpPr/>
              <p:nvPr/>
            </p:nvGrpSpPr>
            <p:grpSpPr>
              <a:xfrm>
                <a:off x="4969930" y="1160748"/>
                <a:ext cx="2252140" cy="4536504"/>
                <a:chOff x="8853485" y="3998913"/>
                <a:chExt cx="3106735" cy="6257925"/>
              </a:xfrm>
              <a:effectLst/>
            </p:grpSpPr>
            <p:sp>
              <p:nvSpPr>
                <p:cNvPr id="27" name="iṩḷiḑè">
                  <a:extLst>
                    <a:ext uri="{FF2B5EF4-FFF2-40B4-BE49-F238E27FC236}">
                      <a16:creationId xmlns:a16="http://schemas.microsoft.com/office/drawing/2014/main" id="{104B909B-052D-4224-86FB-FC2FD3A4C578}"/>
                    </a:ext>
                  </a:extLst>
                </p:cNvPr>
                <p:cNvSpPr/>
                <p:nvPr/>
              </p:nvSpPr>
              <p:spPr bwMode="auto">
                <a:xfrm>
                  <a:off x="8853485" y="3998913"/>
                  <a:ext cx="3106735" cy="6257925"/>
                </a:xfrm>
                <a:custGeom>
                  <a:avLst/>
                  <a:gdLst>
                    <a:gd name="T0" fmla="*/ 8594 w 8630"/>
                    <a:gd name="T1" fmla="*/ 3320 h 17382"/>
                    <a:gd name="T2" fmla="*/ 8596 w 8630"/>
                    <a:gd name="T3" fmla="*/ 3320 h 17382"/>
                    <a:gd name="T4" fmla="*/ 8629 w 8630"/>
                    <a:gd name="T5" fmla="*/ 3353 h 17382"/>
                    <a:gd name="T6" fmla="*/ 8629 w 8630"/>
                    <a:gd name="T7" fmla="*/ 4419 h 17382"/>
                    <a:gd name="T8" fmla="*/ 8596 w 8630"/>
                    <a:gd name="T9" fmla="*/ 4452 h 17382"/>
                    <a:gd name="T10" fmla="*/ 8594 w 8630"/>
                    <a:gd name="T11" fmla="*/ 4452 h 17382"/>
                    <a:gd name="T12" fmla="*/ 8594 w 8630"/>
                    <a:gd name="T13" fmla="*/ 16371 h 17382"/>
                    <a:gd name="T14" fmla="*/ 7584 w 8630"/>
                    <a:gd name="T15" fmla="*/ 17381 h 17382"/>
                    <a:gd name="T16" fmla="*/ 1043 w 8630"/>
                    <a:gd name="T17" fmla="*/ 17381 h 17382"/>
                    <a:gd name="T18" fmla="*/ 33 w 8630"/>
                    <a:gd name="T19" fmla="*/ 16371 h 17382"/>
                    <a:gd name="T20" fmla="*/ 33 w 8630"/>
                    <a:gd name="T21" fmla="*/ 5859 h 17382"/>
                    <a:gd name="T22" fmla="*/ 33 w 8630"/>
                    <a:gd name="T23" fmla="*/ 5859 h 17382"/>
                    <a:gd name="T24" fmla="*/ 0 w 8630"/>
                    <a:gd name="T25" fmla="*/ 5826 h 17382"/>
                    <a:gd name="T26" fmla="*/ 0 w 8630"/>
                    <a:gd name="T27" fmla="*/ 4760 h 17382"/>
                    <a:gd name="T28" fmla="*/ 33 w 8630"/>
                    <a:gd name="T29" fmla="*/ 4727 h 17382"/>
                    <a:gd name="T30" fmla="*/ 33 w 8630"/>
                    <a:gd name="T31" fmla="*/ 4727 h 17382"/>
                    <a:gd name="T32" fmla="*/ 33 w 8630"/>
                    <a:gd name="T33" fmla="*/ 4452 h 17382"/>
                    <a:gd name="T34" fmla="*/ 33 w 8630"/>
                    <a:gd name="T35" fmla="*/ 4452 h 17382"/>
                    <a:gd name="T36" fmla="*/ 0 w 8630"/>
                    <a:gd name="T37" fmla="*/ 4419 h 17382"/>
                    <a:gd name="T38" fmla="*/ 0 w 8630"/>
                    <a:gd name="T39" fmla="*/ 3353 h 17382"/>
                    <a:gd name="T40" fmla="*/ 33 w 8630"/>
                    <a:gd name="T41" fmla="*/ 3320 h 17382"/>
                    <a:gd name="T42" fmla="*/ 33 w 8630"/>
                    <a:gd name="T43" fmla="*/ 3320 h 17382"/>
                    <a:gd name="T44" fmla="*/ 33 w 8630"/>
                    <a:gd name="T45" fmla="*/ 2704 h 17382"/>
                    <a:gd name="T46" fmla="*/ 33 w 8630"/>
                    <a:gd name="T47" fmla="*/ 2704 h 17382"/>
                    <a:gd name="T48" fmla="*/ 0 w 8630"/>
                    <a:gd name="T49" fmla="*/ 2672 h 17382"/>
                    <a:gd name="T50" fmla="*/ 0 w 8630"/>
                    <a:gd name="T51" fmla="*/ 2075 h 17382"/>
                    <a:gd name="T52" fmla="*/ 33 w 8630"/>
                    <a:gd name="T53" fmla="*/ 2042 h 17382"/>
                    <a:gd name="T54" fmla="*/ 33 w 8630"/>
                    <a:gd name="T55" fmla="*/ 2042 h 17382"/>
                    <a:gd name="T56" fmla="*/ 33 w 8630"/>
                    <a:gd name="T57" fmla="*/ 1010 h 17382"/>
                    <a:gd name="T58" fmla="*/ 1043 w 8630"/>
                    <a:gd name="T59" fmla="*/ 0 h 17382"/>
                    <a:gd name="T60" fmla="*/ 7584 w 8630"/>
                    <a:gd name="T61" fmla="*/ 0 h 17382"/>
                    <a:gd name="T62" fmla="*/ 8594 w 8630"/>
                    <a:gd name="T63" fmla="*/ 1010 h 17382"/>
                    <a:gd name="T64" fmla="*/ 8594 w 8630"/>
                    <a:gd name="T65" fmla="*/ 3320 h 17382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8630"/>
                    <a:gd name="T100" fmla="*/ 0 h 17382"/>
                    <a:gd name="T101" fmla="*/ 8630 w 8630"/>
                    <a:gd name="T102" fmla="*/ 17382 h 17382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8630" h="17382">
                      <a:moveTo>
                        <a:pt x="8594" y="3320"/>
                      </a:moveTo>
                      <a:lnTo>
                        <a:pt x="8596" y="3320"/>
                      </a:lnTo>
                      <a:cubicBezTo>
                        <a:pt x="8614" y="3320"/>
                        <a:pt x="8629" y="3335"/>
                        <a:pt x="8629" y="3353"/>
                      </a:cubicBezTo>
                      <a:lnTo>
                        <a:pt x="8629" y="4419"/>
                      </a:lnTo>
                      <a:cubicBezTo>
                        <a:pt x="8629" y="4438"/>
                        <a:pt x="8614" y="4452"/>
                        <a:pt x="8596" y="4452"/>
                      </a:cubicBezTo>
                      <a:lnTo>
                        <a:pt x="8594" y="4452"/>
                      </a:lnTo>
                      <a:lnTo>
                        <a:pt x="8594" y="16371"/>
                      </a:lnTo>
                      <a:cubicBezTo>
                        <a:pt x="8594" y="16928"/>
                        <a:pt x="8141" y="17381"/>
                        <a:pt x="7584" y="17381"/>
                      </a:cubicBezTo>
                      <a:lnTo>
                        <a:pt x="1043" y="17381"/>
                      </a:lnTo>
                      <a:cubicBezTo>
                        <a:pt x="487" y="17381"/>
                        <a:pt x="33" y="16928"/>
                        <a:pt x="33" y="16371"/>
                      </a:cubicBezTo>
                      <a:lnTo>
                        <a:pt x="33" y="5859"/>
                      </a:lnTo>
                      <a:cubicBezTo>
                        <a:pt x="15" y="5859"/>
                        <a:pt x="0" y="5844"/>
                        <a:pt x="0" y="5826"/>
                      </a:cubicBezTo>
                      <a:lnTo>
                        <a:pt x="0" y="4760"/>
                      </a:lnTo>
                      <a:cubicBezTo>
                        <a:pt x="0" y="4741"/>
                        <a:pt x="15" y="4727"/>
                        <a:pt x="33" y="4727"/>
                      </a:cubicBezTo>
                      <a:lnTo>
                        <a:pt x="33" y="4452"/>
                      </a:lnTo>
                      <a:cubicBezTo>
                        <a:pt x="15" y="4452"/>
                        <a:pt x="0" y="4438"/>
                        <a:pt x="0" y="4419"/>
                      </a:cubicBezTo>
                      <a:lnTo>
                        <a:pt x="0" y="3353"/>
                      </a:lnTo>
                      <a:cubicBezTo>
                        <a:pt x="0" y="3335"/>
                        <a:pt x="15" y="3320"/>
                        <a:pt x="33" y="3320"/>
                      </a:cubicBezTo>
                      <a:lnTo>
                        <a:pt x="33" y="2704"/>
                      </a:lnTo>
                      <a:cubicBezTo>
                        <a:pt x="15" y="2704"/>
                        <a:pt x="0" y="2690"/>
                        <a:pt x="0" y="2672"/>
                      </a:cubicBezTo>
                      <a:lnTo>
                        <a:pt x="0" y="2075"/>
                      </a:lnTo>
                      <a:cubicBezTo>
                        <a:pt x="0" y="2057"/>
                        <a:pt x="15" y="2042"/>
                        <a:pt x="33" y="2042"/>
                      </a:cubicBezTo>
                      <a:lnTo>
                        <a:pt x="33" y="1010"/>
                      </a:lnTo>
                      <a:cubicBezTo>
                        <a:pt x="33" y="453"/>
                        <a:pt x="487" y="0"/>
                        <a:pt x="1043" y="0"/>
                      </a:cubicBezTo>
                      <a:lnTo>
                        <a:pt x="7584" y="0"/>
                      </a:lnTo>
                      <a:cubicBezTo>
                        <a:pt x="8141" y="0"/>
                        <a:pt x="8594" y="453"/>
                        <a:pt x="8594" y="1010"/>
                      </a:cubicBezTo>
                      <a:lnTo>
                        <a:pt x="8594" y="3320"/>
                      </a:lnTo>
                    </a:path>
                  </a:pathLst>
                </a:cu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:p15="http://schemas.microsoft.com/office/powerpoint/2012/main" xmlns:mc="http://schemas.openxmlformats.org/markup-compatibility/2006" xmlns="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îš1íḋé">
                  <a:extLst>
                    <a:ext uri="{FF2B5EF4-FFF2-40B4-BE49-F238E27FC236}">
                      <a16:creationId xmlns:a16="http://schemas.microsoft.com/office/drawing/2014/main" id="{70A32F65-FF1D-4EBE-A1EA-10C28514B744}"/>
                    </a:ext>
                  </a:extLst>
                </p:cNvPr>
                <p:cNvSpPr/>
                <p:nvPr/>
              </p:nvSpPr>
              <p:spPr bwMode="auto">
                <a:xfrm>
                  <a:off x="8888413" y="4021138"/>
                  <a:ext cx="3036887" cy="6211887"/>
                </a:xfrm>
                <a:custGeom>
                  <a:avLst/>
                  <a:gdLst>
                    <a:gd name="T0" fmla="*/ 947 w 8436"/>
                    <a:gd name="T1" fmla="*/ 17255 h 17256"/>
                    <a:gd name="T2" fmla="*/ 0 w 8436"/>
                    <a:gd name="T3" fmla="*/ 16308 h 17256"/>
                    <a:gd name="T4" fmla="*/ 0 w 8436"/>
                    <a:gd name="T5" fmla="*/ 947 h 17256"/>
                    <a:gd name="T6" fmla="*/ 947 w 8436"/>
                    <a:gd name="T7" fmla="*/ 0 h 17256"/>
                    <a:gd name="T8" fmla="*/ 7488 w 8436"/>
                    <a:gd name="T9" fmla="*/ 0 h 17256"/>
                    <a:gd name="T10" fmla="*/ 8435 w 8436"/>
                    <a:gd name="T11" fmla="*/ 947 h 17256"/>
                    <a:gd name="T12" fmla="*/ 8435 w 8436"/>
                    <a:gd name="T13" fmla="*/ 16308 h 17256"/>
                    <a:gd name="T14" fmla="*/ 7488 w 8436"/>
                    <a:gd name="T15" fmla="*/ 17255 h 17256"/>
                    <a:gd name="T16" fmla="*/ 947 w 8436"/>
                    <a:gd name="T17" fmla="*/ 17255 h 1725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8436"/>
                    <a:gd name="T28" fmla="*/ 0 h 17256"/>
                    <a:gd name="T29" fmla="*/ 8436 w 8436"/>
                    <a:gd name="T30" fmla="*/ 17256 h 1725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8436" h="17256">
                      <a:moveTo>
                        <a:pt x="947" y="17255"/>
                      </a:moveTo>
                      <a:cubicBezTo>
                        <a:pt x="425" y="17255"/>
                        <a:pt x="0" y="16831"/>
                        <a:pt x="0" y="16308"/>
                      </a:cubicBezTo>
                      <a:lnTo>
                        <a:pt x="0" y="947"/>
                      </a:lnTo>
                      <a:cubicBezTo>
                        <a:pt x="0" y="425"/>
                        <a:pt x="425" y="0"/>
                        <a:pt x="947" y="0"/>
                      </a:cubicBezTo>
                      <a:lnTo>
                        <a:pt x="7488" y="0"/>
                      </a:lnTo>
                      <a:cubicBezTo>
                        <a:pt x="8010" y="0"/>
                        <a:pt x="8435" y="425"/>
                        <a:pt x="8435" y="947"/>
                      </a:cubicBezTo>
                      <a:lnTo>
                        <a:pt x="8435" y="16308"/>
                      </a:lnTo>
                      <a:cubicBezTo>
                        <a:pt x="8435" y="16831"/>
                        <a:pt x="8010" y="17255"/>
                        <a:pt x="7488" y="17255"/>
                      </a:cubicBezTo>
                      <a:lnTo>
                        <a:pt x="947" y="17255"/>
                      </a:lnTo>
                    </a:path>
                  </a:pathLst>
                </a:custGeom>
                <a:solidFill>
                  <a:schemeClr val="tx2">
                    <a:lumMod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:p15="http://schemas.microsoft.com/office/powerpoint/2012/main" xmlns:mc="http://schemas.openxmlformats.org/markup-compatibility/2006" xmlns="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í$liďè">
                  <a:extLst>
                    <a:ext uri="{FF2B5EF4-FFF2-40B4-BE49-F238E27FC236}">
                      <a16:creationId xmlns:a16="http://schemas.microsoft.com/office/drawing/2014/main" id="{8E1B5C20-DD38-407A-9E74-59131B219B1C}"/>
                    </a:ext>
                  </a:extLst>
                </p:cNvPr>
                <p:cNvSpPr/>
                <p:nvPr/>
              </p:nvSpPr>
              <p:spPr bwMode="auto">
                <a:xfrm>
                  <a:off x="9925050" y="4337050"/>
                  <a:ext cx="93663" cy="93663"/>
                </a:xfrm>
                <a:custGeom>
                  <a:avLst/>
                  <a:gdLst>
                    <a:gd name="T0" fmla="*/ 130 w 260"/>
                    <a:gd name="T1" fmla="*/ 260 h 261"/>
                    <a:gd name="T2" fmla="*/ 0 w 260"/>
                    <a:gd name="T3" fmla="*/ 130 h 261"/>
                    <a:gd name="T4" fmla="*/ 130 w 260"/>
                    <a:gd name="T5" fmla="*/ 0 h 261"/>
                    <a:gd name="T6" fmla="*/ 259 w 260"/>
                    <a:gd name="T7" fmla="*/ 130 h 261"/>
                    <a:gd name="T8" fmla="*/ 130 w 260"/>
                    <a:gd name="T9" fmla="*/ 260 h 2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0"/>
                    <a:gd name="T16" fmla="*/ 0 h 261"/>
                    <a:gd name="T17" fmla="*/ 260 w 260"/>
                    <a:gd name="T18" fmla="*/ 261 h 26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0" h="261">
                      <a:moveTo>
                        <a:pt x="130" y="260"/>
                      </a:moveTo>
                      <a:cubicBezTo>
                        <a:pt x="58" y="260"/>
                        <a:pt x="0" y="202"/>
                        <a:pt x="0" y="130"/>
                      </a:cubicBezTo>
                      <a:cubicBezTo>
                        <a:pt x="0" y="58"/>
                        <a:pt x="58" y="0"/>
                        <a:pt x="130" y="0"/>
                      </a:cubicBezTo>
                      <a:cubicBezTo>
                        <a:pt x="201" y="0"/>
                        <a:pt x="259" y="58"/>
                        <a:pt x="259" y="130"/>
                      </a:cubicBezTo>
                      <a:cubicBezTo>
                        <a:pt x="259" y="202"/>
                        <a:pt x="201" y="260"/>
                        <a:pt x="130" y="26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:p15="http://schemas.microsoft.com/office/powerpoint/2012/main" xmlns:mc="http://schemas.openxmlformats.org/markup-compatibility/2006" xmlns="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íŝľïḓè">
                  <a:extLst>
                    <a:ext uri="{FF2B5EF4-FFF2-40B4-BE49-F238E27FC236}">
                      <a16:creationId xmlns:a16="http://schemas.microsoft.com/office/drawing/2014/main" id="{61372742-A51B-4D0A-86B4-64B4328F16CC}"/>
                    </a:ext>
                  </a:extLst>
                </p:cNvPr>
                <p:cNvSpPr/>
                <p:nvPr/>
              </p:nvSpPr>
              <p:spPr bwMode="auto">
                <a:xfrm>
                  <a:off x="10369550" y="4167188"/>
                  <a:ext cx="68263" cy="68262"/>
                </a:xfrm>
                <a:custGeom>
                  <a:avLst/>
                  <a:gdLst>
                    <a:gd name="T0" fmla="*/ 95 w 191"/>
                    <a:gd name="T1" fmla="*/ 190 h 191"/>
                    <a:gd name="T2" fmla="*/ 0 w 191"/>
                    <a:gd name="T3" fmla="*/ 95 h 191"/>
                    <a:gd name="T4" fmla="*/ 95 w 191"/>
                    <a:gd name="T5" fmla="*/ 0 h 191"/>
                    <a:gd name="T6" fmla="*/ 190 w 191"/>
                    <a:gd name="T7" fmla="*/ 95 h 191"/>
                    <a:gd name="T8" fmla="*/ 95 w 191"/>
                    <a:gd name="T9" fmla="*/ 190 h 19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1"/>
                    <a:gd name="T16" fmla="*/ 0 h 191"/>
                    <a:gd name="T17" fmla="*/ 191 w 191"/>
                    <a:gd name="T18" fmla="*/ 191 h 19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1" h="191">
                      <a:moveTo>
                        <a:pt x="95" y="190"/>
                      </a:moveTo>
                      <a:cubicBezTo>
                        <a:pt x="42" y="190"/>
                        <a:pt x="0" y="147"/>
                        <a:pt x="0" y="95"/>
                      </a:cubicBezTo>
                      <a:cubicBezTo>
                        <a:pt x="0" y="43"/>
                        <a:pt x="42" y="0"/>
                        <a:pt x="95" y="0"/>
                      </a:cubicBezTo>
                      <a:cubicBezTo>
                        <a:pt x="147" y="0"/>
                        <a:pt x="190" y="43"/>
                        <a:pt x="190" y="95"/>
                      </a:cubicBezTo>
                      <a:cubicBezTo>
                        <a:pt x="190" y="147"/>
                        <a:pt x="147" y="190"/>
                        <a:pt x="95" y="19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:p15="http://schemas.microsoft.com/office/powerpoint/2012/main" xmlns:mc="http://schemas.openxmlformats.org/markup-compatibility/2006" xmlns="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ïsļïḋê">
                  <a:extLst>
                    <a:ext uri="{FF2B5EF4-FFF2-40B4-BE49-F238E27FC236}">
                      <a16:creationId xmlns:a16="http://schemas.microsoft.com/office/drawing/2014/main" id="{3E906CFF-86F0-4FB4-B13D-8B8FFDC051FE}"/>
                    </a:ext>
                  </a:extLst>
                </p:cNvPr>
                <p:cNvSpPr/>
                <p:nvPr/>
              </p:nvSpPr>
              <p:spPr bwMode="auto">
                <a:xfrm>
                  <a:off x="10185400" y="4362450"/>
                  <a:ext cx="434975" cy="46038"/>
                </a:xfrm>
                <a:custGeom>
                  <a:avLst/>
                  <a:gdLst>
                    <a:gd name="T0" fmla="*/ 1143 w 1209"/>
                    <a:gd name="T1" fmla="*/ 129 h 130"/>
                    <a:gd name="T2" fmla="*/ 64 w 1209"/>
                    <a:gd name="T3" fmla="*/ 129 h 130"/>
                    <a:gd name="T4" fmla="*/ 0 w 1209"/>
                    <a:gd name="T5" fmla="*/ 65 h 130"/>
                    <a:gd name="T6" fmla="*/ 64 w 1209"/>
                    <a:gd name="T7" fmla="*/ 0 h 130"/>
                    <a:gd name="T8" fmla="*/ 1143 w 1209"/>
                    <a:gd name="T9" fmla="*/ 0 h 130"/>
                    <a:gd name="T10" fmla="*/ 1208 w 1209"/>
                    <a:gd name="T11" fmla="*/ 65 h 130"/>
                    <a:gd name="T12" fmla="*/ 1143 w 1209"/>
                    <a:gd name="T13" fmla="*/ 129 h 1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209"/>
                    <a:gd name="T22" fmla="*/ 0 h 130"/>
                    <a:gd name="T23" fmla="*/ 1209 w 1209"/>
                    <a:gd name="T24" fmla="*/ 130 h 13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209" h="130">
                      <a:moveTo>
                        <a:pt x="1143" y="129"/>
                      </a:moveTo>
                      <a:lnTo>
                        <a:pt x="64" y="129"/>
                      </a:lnTo>
                      <a:cubicBezTo>
                        <a:pt x="29" y="129"/>
                        <a:pt x="0" y="100"/>
                        <a:pt x="0" y="65"/>
                      </a:cubicBezTo>
                      <a:cubicBezTo>
                        <a:pt x="0" y="29"/>
                        <a:pt x="29" y="0"/>
                        <a:pt x="64" y="0"/>
                      </a:cubicBezTo>
                      <a:lnTo>
                        <a:pt x="1143" y="0"/>
                      </a:lnTo>
                      <a:cubicBezTo>
                        <a:pt x="1179" y="0"/>
                        <a:pt x="1208" y="29"/>
                        <a:pt x="1208" y="65"/>
                      </a:cubicBezTo>
                      <a:cubicBezTo>
                        <a:pt x="1208" y="100"/>
                        <a:pt x="1179" y="129"/>
                        <a:pt x="1143" y="129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:p15="http://schemas.microsoft.com/office/powerpoint/2012/main" xmlns:mc="http://schemas.openxmlformats.org/markup-compatibility/2006" xmlns="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išľiḋè">
                  <a:extLst>
                    <a:ext uri="{FF2B5EF4-FFF2-40B4-BE49-F238E27FC236}">
                      <a16:creationId xmlns:a16="http://schemas.microsoft.com/office/drawing/2014/main" id="{E44860C4-7633-403F-AA0B-8C4613274681}"/>
                    </a:ext>
                  </a:extLst>
                </p:cNvPr>
                <p:cNvSpPr/>
                <p:nvPr/>
              </p:nvSpPr>
              <p:spPr bwMode="auto">
                <a:xfrm>
                  <a:off x="10190163" y="9671050"/>
                  <a:ext cx="427037" cy="427038"/>
                </a:xfrm>
                <a:custGeom>
                  <a:avLst/>
                  <a:gdLst>
                    <a:gd name="T0" fmla="*/ 84 w 1187"/>
                    <a:gd name="T1" fmla="*/ 593 h 1186"/>
                    <a:gd name="T2" fmla="*/ 593 w 1187"/>
                    <a:gd name="T3" fmla="*/ 1102 h 1186"/>
                    <a:gd name="T4" fmla="*/ 1102 w 1187"/>
                    <a:gd name="T5" fmla="*/ 593 h 1186"/>
                    <a:gd name="T6" fmla="*/ 593 w 1187"/>
                    <a:gd name="T7" fmla="*/ 83 h 1186"/>
                    <a:gd name="T8" fmla="*/ 84 w 1187"/>
                    <a:gd name="T9" fmla="*/ 593 h 1186"/>
                    <a:gd name="T10" fmla="*/ 0 w 1187"/>
                    <a:gd name="T11" fmla="*/ 593 h 1186"/>
                    <a:gd name="T12" fmla="*/ 593 w 1187"/>
                    <a:gd name="T13" fmla="*/ 0 h 1186"/>
                    <a:gd name="T14" fmla="*/ 1186 w 1187"/>
                    <a:gd name="T15" fmla="*/ 593 h 1186"/>
                    <a:gd name="T16" fmla="*/ 593 w 1187"/>
                    <a:gd name="T17" fmla="*/ 1185 h 1186"/>
                    <a:gd name="T18" fmla="*/ 0 w 1187"/>
                    <a:gd name="T19" fmla="*/ 593 h 118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187"/>
                    <a:gd name="T31" fmla="*/ 0 h 1186"/>
                    <a:gd name="T32" fmla="*/ 1187 w 1187"/>
                    <a:gd name="T33" fmla="*/ 1186 h 118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187" h="1186">
                      <a:moveTo>
                        <a:pt x="84" y="593"/>
                      </a:moveTo>
                      <a:cubicBezTo>
                        <a:pt x="84" y="874"/>
                        <a:pt x="312" y="1102"/>
                        <a:pt x="593" y="1102"/>
                      </a:cubicBezTo>
                      <a:cubicBezTo>
                        <a:pt x="874" y="1102"/>
                        <a:pt x="1102" y="874"/>
                        <a:pt x="1102" y="593"/>
                      </a:cubicBezTo>
                      <a:cubicBezTo>
                        <a:pt x="1102" y="312"/>
                        <a:pt x="874" y="83"/>
                        <a:pt x="593" y="83"/>
                      </a:cubicBezTo>
                      <a:cubicBezTo>
                        <a:pt x="312" y="83"/>
                        <a:pt x="84" y="312"/>
                        <a:pt x="84" y="593"/>
                      </a:cubicBezTo>
                      <a:close/>
                      <a:moveTo>
                        <a:pt x="0" y="593"/>
                      </a:moveTo>
                      <a:cubicBezTo>
                        <a:pt x="0" y="266"/>
                        <a:pt x="266" y="0"/>
                        <a:pt x="593" y="0"/>
                      </a:cubicBezTo>
                      <a:cubicBezTo>
                        <a:pt x="920" y="0"/>
                        <a:pt x="1186" y="266"/>
                        <a:pt x="1186" y="593"/>
                      </a:cubicBezTo>
                      <a:cubicBezTo>
                        <a:pt x="1186" y="920"/>
                        <a:pt x="920" y="1185"/>
                        <a:pt x="593" y="1185"/>
                      </a:cubicBezTo>
                      <a:cubicBezTo>
                        <a:pt x="266" y="1185"/>
                        <a:pt x="0" y="920"/>
                        <a:pt x="0" y="5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:p15="http://schemas.microsoft.com/office/powerpoint/2012/main" xmlns:mc="http://schemas.openxmlformats.org/markup-compatibility/2006" xmlns="" w="9525">
                      <a:solidFill>
                        <a:srgbClr val="000000"/>
                      </a:solidFill>
                      <a:bevel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6" name="îšḻïdé">
                <a:extLst>
                  <a:ext uri="{FF2B5EF4-FFF2-40B4-BE49-F238E27FC236}">
                    <a16:creationId xmlns:a16="http://schemas.microsoft.com/office/drawing/2014/main" id="{A2D7F792-7906-4E08-8865-0DE45D1F3C74}"/>
                  </a:ext>
                </a:extLst>
              </p:cNvPr>
              <p:cNvSpPr/>
              <p:nvPr/>
            </p:nvSpPr>
            <p:spPr>
              <a:xfrm>
                <a:off x="5077528" y="1549724"/>
                <a:ext cx="2036952" cy="3613553"/>
              </a:xfrm>
              <a:prstGeom prst="rect">
                <a:avLst/>
              </a:prstGeom>
              <a:blipFill>
                <a:blip r:embed="Re2f9aec4523f481e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 l="-108733" r="-10722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</p:grpSp>
      <p:sp>
        <p:nvSpPr>
          <p:cNvPr id="5" name="íSļiḍè">
            <a:extLst>
              <a:ext uri="{FF2B5EF4-FFF2-40B4-BE49-F238E27FC236}">
                <a16:creationId xmlns:a16="http://schemas.microsoft.com/office/drawing/2014/main" id="{BCF6F1A8-DCDD-4A6E-A387-1A8A6DD8CF56}"/>
              </a:ext>
            </a:extLst>
          </p:cNvPr>
          <p:cNvSpPr/>
          <p:nvPr/>
        </p:nvSpPr>
        <p:spPr bwMode="auto">
          <a:xfrm>
            <a:off x="6577618" y="2203849"/>
            <a:ext cx="5056936" cy="944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cs typeface="+mn-ea"/>
                <a:sym typeface="+mn-lt"/>
              </a:rPr>
              <a:t>Supporting text here.</a:t>
            </a: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cs typeface="+mn-ea"/>
                <a:sym typeface="+mn-lt"/>
              </a:rPr>
              <a:t>You can use the icon library in 1PPT to filter and replace existing icon elements with one click.</a:t>
            </a:r>
          </a:p>
        </p:txBody>
      </p:sp>
      <p:sp>
        <p:nvSpPr>
          <p:cNvPr id="6" name="ïṡļidé">
            <a:extLst>
              <a:ext uri="{FF2B5EF4-FFF2-40B4-BE49-F238E27FC236}">
                <a16:creationId xmlns:a16="http://schemas.microsoft.com/office/drawing/2014/main" id="{27664334-685C-4683-B9FB-A9D01AC2096E}"/>
              </a:ext>
            </a:extLst>
          </p:cNvPr>
          <p:cNvSpPr txBox="1"/>
          <p:nvPr/>
        </p:nvSpPr>
        <p:spPr bwMode="auto">
          <a:xfrm>
            <a:off x="6577618" y="1820512"/>
            <a:ext cx="5056936" cy="383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7" name="íSḷíḋè">
            <a:extLst>
              <a:ext uri="{FF2B5EF4-FFF2-40B4-BE49-F238E27FC236}">
                <a16:creationId xmlns:a16="http://schemas.microsoft.com/office/drawing/2014/main" id="{3B5C2422-4F1E-4705-8AF8-C1F39DF9862B}"/>
              </a:ext>
            </a:extLst>
          </p:cNvPr>
          <p:cNvSpPr/>
          <p:nvPr/>
        </p:nvSpPr>
        <p:spPr bwMode="auto">
          <a:xfrm>
            <a:off x="6577618" y="3819549"/>
            <a:ext cx="5056936" cy="944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cs typeface="+mn-ea"/>
                <a:sym typeface="+mn-lt"/>
              </a:rPr>
              <a:t>Supporting text here.</a:t>
            </a: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cs typeface="+mn-ea"/>
                <a:sym typeface="+mn-lt"/>
              </a:rPr>
              <a:t>You can use the icon library in 1PPT to filter and replace existing icon elements with one click.</a:t>
            </a:r>
          </a:p>
        </p:txBody>
      </p:sp>
      <p:sp>
        <p:nvSpPr>
          <p:cNvPr id="8" name="ïṧļiḋè">
            <a:extLst>
              <a:ext uri="{FF2B5EF4-FFF2-40B4-BE49-F238E27FC236}">
                <a16:creationId xmlns:a16="http://schemas.microsoft.com/office/drawing/2014/main" id="{B1327D7B-B62E-4791-B97E-80713328F5D7}"/>
              </a:ext>
            </a:extLst>
          </p:cNvPr>
          <p:cNvSpPr txBox="1"/>
          <p:nvPr/>
        </p:nvSpPr>
        <p:spPr bwMode="auto">
          <a:xfrm>
            <a:off x="6577618" y="3436213"/>
            <a:ext cx="5056936" cy="383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9" name="iSḻïḑe">
            <a:extLst>
              <a:ext uri="{FF2B5EF4-FFF2-40B4-BE49-F238E27FC236}">
                <a16:creationId xmlns:a16="http://schemas.microsoft.com/office/drawing/2014/main" id="{597A65EA-2C75-40C2-840C-85B9E9938647}"/>
              </a:ext>
            </a:extLst>
          </p:cNvPr>
          <p:cNvSpPr/>
          <p:nvPr/>
        </p:nvSpPr>
        <p:spPr bwMode="auto">
          <a:xfrm>
            <a:off x="6577618" y="5435251"/>
            <a:ext cx="5056936" cy="944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cs typeface="+mn-ea"/>
                <a:sym typeface="+mn-lt"/>
              </a:rPr>
              <a:t>Supporting text here.</a:t>
            </a: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1000">
                <a:cs typeface="+mn-ea"/>
                <a:sym typeface="+mn-lt"/>
              </a:rPr>
              <a:t>You can use the icon library in 1PPT to filter and replace existing icon elements with one click.</a:t>
            </a:r>
          </a:p>
        </p:txBody>
      </p:sp>
      <p:sp>
        <p:nvSpPr>
          <p:cNvPr id="10" name="îṥļîḑé">
            <a:extLst>
              <a:ext uri="{FF2B5EF4-FFF2-40B4-BE49-F238E27FC236}">
                <a16:creationId xmlns:a16="http://schemas.microsoft.com/office/drawing/2014/main" id="{B1E5B7BC-7C22-4C0E-80F9-D9D35DAD2765}"/>
              </a:ext>
            </a:extLst>
          </p:cNvPr>
          <p:cNvSpPr txBox="1"/>
          <p:nvPr/>
        </p:nvSpPr>
        <p:spPr bwMode="auto">
          <a:xfrm>
            <a:off x="6577618" y="5051914"/>
            <a:ext cx="5056936" cy="383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grpSp>
        <p:nvGrpSpPr>
          <p:cNvPr id="11" name="ïṧ1íḓê">
            <a:extLst>
              <a:ext uri="{FF2B5EF4-FFF2-40B4-BE49-F238E27FC236}">
                <a16:creationId xmlns:a16="http://schemas.microsoft.com/office/drawing/2014/main" id="{26EAAF97-DA30-4F69-84DD-8322A127146D}"/>
              </a:ext>
            </a:extLst>
          </p:cNvPr>
          <p:cNvGrpSpPr/>
          <p:nvPr/>
        </p:nvGrpSpPr>
        <p:grpSpPr>
          <a:xfrm>
            <a:off x="5882802" y="1867692"/>
            <a:ext cx="549134" cy="549139"/>
            <a:chOff x="6008181" y="3028663"/>
            <a:chExt cx="537820" cy="537824"/>
          </a:xfrm>
        </p:grpSpPr>
        <p:sp>
          <p:nvSpPr>
            <p:cNvPr id="20" name="ïšḷiďê">
              <a:extLst>
                <a:ext uri="{FF2B5EF4-FFF2-40B4-BE49-F238E27FC236}">
                  <a16:creationId xmlns:a16="http://schemas.microsoft.com/office/drawing/2014/main" id="{DF2AE671-98B4-4F54-9D7A-E7C82E7AFE55}"/>
                </a:ext>
              </a:extLst>
            </p:cNvPr>
            <p:cNvSpPr/>
            <p:nvPr/>
          </p:nvSpPr>
          <p:spPr>
            <a:xfrm>
              <a:off x="6008181" y="3028663"/>
              <a:ext cx="537820" cy="537824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1" name="íşḷïďè">
              <a:extLst>
                <a:ext uri="{FF2B5EF4-FFF2-40B4-BE49-F238E27FC236}">
                  <a16:creationId xmlns:a16="http://schemas.microsoft.com/office/drawing/2014/main" id="{076564D6-916D-4D20-84C2-6FDA88B949B3}"/>
                </a:ext>
              </a:extLst>
            </p:cNvPr>
            <p:cNvSpPr/>
            <p:nvPr/>
          </p:nvSpPr>
          <p:spPr bwMode="auto">
            <a:xfrm>
              <a:off x="6139972" y="3163129"/>
              <a:ext cx="274236" cy="268889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endParaRPr 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E1F1515-B02C-4F24-B0D2-A3465B464645}"/>
              </a:ext>
            </a:extLst>
          </p:cNvPr>
          <p:cNvCxnSpPr/>
          <p:nvPr/>
        </p:nvCxnSpPr>
        <p:spPr>
          <a:xfrm>
            <a:off x="6577618" y="3188557"/>
            <a:ext cx="512057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F285BE1-912F-4D4B-9153-F60243B9A3B1}"/>
              </a:ext>
            </a:extLst>
          </p:cNvPr>
          <p:cNvCxnSpPr/>
          <p:nvPr/>
        </p:nvCxnSpPr>
        <p:spPr>
          <a:xfrm>
            <a:off x="6577618" y="4804257"/>
            <a:ext cx="512057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išľíḓe">
            <a:extLst>
              <a:ext uri="{FF2B5EF4-FFF2-40B4-BE49-F238E27FC236}">
                <a16:creationId xmlns:a16="http://schemas.microsoft.com/office/drawing/2014/main" id="{261C855F-1B13-4A26-9CB8-3073E03FA97D}"/>
              </a:ext>
            </a:extLst>
          </p:cNvPr>
          <p:cNvGrpSpPr/>
          <p:nvPr/>
        </p:nvGrpSpPr>
        <p:grpSpPr>
          <a:xfrm>
            <a:off x="5882802" y="3446314"/>
            <a:ext cx="549134" cy="549139"/>
            <a:chOff x="6008181" y="3028663"/>
            <a:chExt cx="537820" cy="537824"/>
          </a:xfrm>
        </p:grpSpPr>
        <p:sp>
          <p:nvSpPr>
            <p:cNvPr id="18" name="îśļîďè">
              <a:extLst>
                <a:ext uri="{FF2B5EF4-FFF2-40B4-BE49-F238E27FC236}">
                  <a16:creationId xmlns:a16="http://schemas.microsoft.com/office/drawing/2014/main" id="{6ABB322D-3D3F-4AF0-9EF5-54AF5CC6B2FD}"/>
                </a:ext>
              </a:extLst>
            </p:cNvPr>
            <p:cNvSpPr/>
            <p:nvPr/>
          </p:nvSpPr>
          <p:spPr>
            <a:xfrm>
              <a:off x="6008181" y="3028663"/>
              <a:ext cx="537820" cy="537824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9" name="iśḻiḓè">
              <a:extLst>
                <a:ext uri="{FF2B5EF4-FFF2-40B4-BE49-F238E27FC236}">
                  <a16:creationId xmlns:a16="http://schemas.microsoft.com/office/drawing/2014/main" id="{B7802F8E-6273-4A57-9600-5E42118ADC92}"/>
                </a:ext>
              </a:extLst>
            </p:cNvPr>
            <p:cNvSpPr/>
            <p:nvPr/>
          </p:nvSpPr>
          <p:spPr bwMode="auto">
            <a:xfrm>
              <a:off x="6139972" y="3163129"/>
              <a:ext cx="274236" cy="268889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endParaRPr 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5" name="ïśḻiḓè">
            <a:extLst>
              <a:ext uri="{FF2B5EF4-FFF2-40B4-BE49-F238E27FC236}">
                <a16:creationId xmlns:a16="http://schemas.microsoft.com/office/drawing/2014/main" id="{1E3216FD-BC64-433E-89BF-CC842B881EE6}"/>
              </a:ext>
            </a:extLst>
          </p:cNvPr>
          <p:cNvGrpSpPr/>
          <p:nvPr/>
        </p:nvGrpSpPr>
        <p:grpSpPr>
          <a:xfrm>
            <a:off x="5882802" y="5024936"/>
            <a:ext cx="549134" cy="549139"/>
            <a:chOff x="6008181" y="3028663"/>
            <a:chExt cx="537820" cy="537824"/>
          </a:xfrm>
        </p:grpSpPr>
        <p:sp>
          <p:nvSpPr>
            <p:cNvPr id="16" name="íşḷíḑé">
              <a:extLst>
                <a:ext uri="{FF2B5EF4-FFF2-40B4-BE49-F238E27FC236}">
                  <a16:creationId xmlns:a16="http://schemas.microsoft.com/office/drawing/2014/main" id="{155987B5-4ACF-4335-98BE-176FD115C96C}"/>
                </a:ext>
              </a:extLst>
            </p:cNvPr>
            <p:cNvSpPr/>
            <p:nvPr/>
          </p:nvSpPr>
          <p:spPr>
            <a:xfrm>
              <a:off x="6008181" y="3028663"/>
              <a:ext cx="537820" cy="537824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7" name="iṣľiḍè">
              <a:extLst>
                <a:ext uri="{FF2B5EF4-FFF2-40B4-BE49-F238E27FC236}">
                  <a16:creationId xmlns:a16="http://schemas.microsoft.com/office/drawing/2014/main" id="{059668F8-84EF-4C09-B87A-0D3BEC171670}"/>
                </a:ext>
              </a:extLst>
            </p:cNvPr>
            <p:cNvSpPr/>
            <p:nvPr/>
          </p:nvSpPr>
          <p:spPr bwMode="auto">
            <a:xfrm>
              <a:off x="6139972" y="3163129"/>
              <a:ext cx="274236" cy="268889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/>
              <a:endParaRPr 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ADC95DD-64C6-4BC3-9645-E4D9D35C0808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34" name="弧形 33">
              <a:extLst>
                <a:ext uri="{FF2B5EF4-FFF2-40B4-BE49-F238E27FC236}">
                  <a16:creationId xmlns:a16="http://schemas.microsoft.com/office/drawing/2014/main" id="{9101A1D2-B51C-48FF-8EFA-2F728AD94714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F78E0B34-E639-4F04-B8E6-36E5B172FDCB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BF3FAB4F-43D4-4A2D-B34A-4BF3F23B8FC3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7" name="弧形 36">
              <a:extLst>
                <a:ext uri="{FF2B5EF4-FFF2-40B4-BE49-F238E27FC236}">
                  <a16:creationId xmlns:a16="http://schemas.microsoft.com/office/drawing/2014/main" id="{63B97FD5-D4D2-4B87-AC79-106FC9BD1ECE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9C98B58B-0526-4FDA-9010-0C0865596B90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FAD2ADF5-EBCE-4510-A141-EF83FE17B359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D1842BB7-1C2D-4C23-B250-2A1DA6FBBD76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1549776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lc="http://schemas.openxmlformats.org/drawingml/2006/lockedCanvas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餐具&#10;&#10;描述已自动生成">
            <a:extLst>
              <a:ext uri="{FF2B5EF4-FFF2-40B4-BE49-F238E27FC236}">
                <a16:creationId xmlns:a16="http://schemas.microsoft.com/office/drawing/2014/main" id="{B2AA046F-6BEF-4F0D-996A-58ACD4D12588}"/>
              </a:ext>
            </a:extLst>
          </p:cNvPr>
          <p:cNvPicPr>
            <a:picLocks noChangeAspect="1"/>
          </p:cNvPicPr>
          <p:nvPr/>
        </p:nvPicPr>
        <p:blipFill>
          <a:blip r:embed="R5a4dd66f5d94472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F356DFD3-91C8-4A7D-A9DA-1611F73A28E6}"/>
              </a:ext>
            </a:extLst>
          </p:cNvPr>
          <p:cNvSpPr/>
          <p:nvPr/>
        </p:nvSpPr>
        <p:spPr>
          <a:xfrm>
            <a:off x="2051228" y="-662940"/>
            <a:ext cx="8089544" cy="8183880"/>
          </a:xfrm>
          <a:prstGeom prst="ellipse">
            <a:avLst/>
          </a:prstGeom>
          <a:noFill/>
          <a:ln w="38100">
            <a:solidFill>
              <a:srgbClr val="6965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4AE8BA3-6E32-4E46-84CE-20DD82091AB5}"/>
              </a:ext>
            </a:extLst>
          </p:cNvPr>
          <p:cNvGrpSpPr/>
          <p:nvPr/>
        </p:nvGrpSpPr>
        <p:grpSpPr>
          <a:xfrm>
            <a:off x="2814866" y="188242"/>
            <a:ext cx="6562268" cy="6481516"/>
            <a:chOff x="2682240" y="163056"/>
            <a:chExt cx="7045515" cy="6640860"/>
          </a:xfrm>
        </p:grpSpPr>
        <p:sp>
          <p:nvSpPr>
            <p:cNvPr id="6" name="弧形 5">
              <a:extLst>
                <a:ext uri="{FF2B5EF4-FFF2-40B4-BE49-F238E27FC236}">
                  <a16:creationId xmlns:a16="http://schemas.microsoft.com/office/drawing/2014/main" id="{FAA59E06-2A2F-4A4F-9D4D-A0846582EED9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A488728-7270-4B8D-9AC1-24826E9DC94F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D165BB5-1F86-4EBF-ABB2-0F847A3023C8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02528D7B-9F24-45C8-BFE8-92178BCE02A4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B0F24EE-F80A-4C7F-B285-2C63DC9033DB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91B1A3E-2203-40DF-B52E-20F3833C5C62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944212B-36ED-4037-93C2-3E4710B4978F}"/>
              </a:ext>
            </a:extLst>
          </p:cNvPr>
          <p:cNvSpPr txBox="1"/>
          <p:nvPr/>
        </p:nvSpPr>
        <p:spPr>
          <a:xfrm>
            <a:off x="5240589" y="1301058"/>
            <a:ext cx="167923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500" b="1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177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03</a:t>
            </a:r>
            <a:endParaRPr lang="zh-CN" altLang="en-US" sz="11500" b="1">
              <a:gradFill>
                <a:gsLst>
                  <a:gs pos="0">
                    <a:srgbClr val="6965DD"/>
                  </a:gs>
                  <a:gs pos="100000">
                    <a:srgbClr val="32B8C6"/>
                  </a:gs>
                </a:gsLst>
                <a:lin ang="10800000" scaled="1"/>
              </a:gradFill>
              <a:effectLst>
                <a:outerShdw blurRad="177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030F17-DDA9-4FFC-9947-8C6678DB64B3}"/>
              </a:ext>
            </a:extLst>
          </p:cNvPr>
          <p:cNvSpPr txBox="1"/>
          <p:nvPr/>
        </p:nvSpPr>
        <p:spPr>
          <a:xfrm>
            <a:off x="4015570" y="3062293"/>
            <a:ext cx="4191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不足之处</a:t>
            </a:r>
          </a:p>
        </p:txBody>
      </p:sp>
      <p:sp>
        <p:nvSpPr>
          <p:cNvPr id="15" name="îṧļîḍè">
            <a:extLst>
              <a:ext uri="{FF2B5EF4-FFF2-40B4-BE49-F238E27FC236}">
                <a16:creationId xmlns:a16="http://schemas.microsoft.com/office/drawing/2014/main" id="{42CF19AC-6A6C-4251-A571-9540BBDE978A}"/>
              </a:ext>
            </a:extLst>
          </p:cNvPr>
          <p:cNvSpPr txBox="1"/>
          <p:nvPr/>
        </p:nvSpPr>
        <p:spPr>
          <a:xfrm>
            <a:off x="4310300" y="4473926"/>
            <a:ext cx="3577172" cy="10927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Theme color makes PPT more convenient to change.Adjust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3175489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ślîďè">
            <a:extLst>
              <a:ext uri="{FF2B5EF4-FFF2-40B4-BE49-F238E27FC236}">
                <a16:creationId xmlns:a16="http://schemas.microsoft.com/office/drawing/2014/main" id="{03682B4E-1634-431D-9841-08113CDBE3FF}"/>
              </a:ext>
            </a:extLst>
          </p:cNvPr>
          <p:cNvSpPr/>
          <p:nvPr/>
        </p:nvSpPr>
        <p:spPr>
          <a:xfrm>
            <a:off x="0" y="2006600"/>
            <a:ext cx="12192000" cy="1854200"/>
          </a:xfrm>
          <a:prstGeom prst="rect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5" name="íṧļïďè">
            <a:extLst>
              <a:ext uri="{FF2B5EF4-FFF2-40B4-BE49-F238E27FC236}">
                <a16:creationId xmlns:a16="http://schemas.microsoft.com/office/drawing/2014/main" id="{5AE02534-C5C2-4021-807B-35B7F83F6BF5}"/>
              </a:ext>
            </a:extLst>
          </p:cNvPr>
          <p:cNvSpPr/>
          <p:nvPr/>
        </p:nvSpPr>
        <p:spPr>
          <a:xfrm>
            <a:off x="6756630" y="1251272"/>
            <a:ext cx="4038137" cy="4686541"/>
          </a:xfrm>
          <a:prstGeom prst="rect">
            <a:avLst/>
          </a:prstGeom>
          <a:blipFill>
            <a:blip r:embed="Rb46f7656a14849a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37365" r="-37129"/>
            </a:stretch>
          </a:blipFill>
          <a:ln w="6350" cap="flat" cmpd="sng" algn="ctr">
            <a:noFill/>
            <a:prstDash val="solid"/>
            <a:miter lim="800000"/>
          </a:ln>
          <a:effectLst>
            <a:outerShdw dist="38100" dir="10800000" sx="101000" sy="101000" algn="r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iSḷíḑé">
            <a:extLst>
              <a:ext uri="{FF2B5EF4-FFF2-40B4-BE49-F238E27FC236}">
                <a16:creationId xmlns:a16="http://schemas.microsoft.com/office/drawing/2014/main" id="{F02E72F0-B88D-49FA-B1E6-0B30883A2951}"/>
              </a:ext>
            </a:extLst>
          </p:cNvPr>
          <p:cNvSpPr/>
          <p:nvPr/>
        </p:nvSpPr>
        <p:spPr bwMode="auto">
          <a:xfrm>
            <a:off x="674440" y="2287178"/>
            <a:ext cx="4545260" cy="1405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/>
                </a:solidFill>
                <a:cs typeface="+mn-ea"/>
                <a:sym typeface="+mn-lt"/>
              </a:rPr>
              <a:t>Theme color makes PPT more convenient to change.Adjust the spacing to adapt to Chinese typesetting, use the reference line in PPT.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/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8" name="íšḻiḋe">
            <a:extLst>
              <a:ext uri="{FF2B5EF4-FFF2-40B4-BE49-F238E27FC236}">
                <a16:creationId xmlns:a16="http://schemas.microsoft.com/office/drawing/2014/main" id="{5287DEA1-C93B-48EE-93CD-1F5AA91C6A27}"/>
              </a:ext>
            </a:extLst>
          </p:cNvPr>
          <p:cNvSpPr/>
          <p:nvPr/>
        </p:nvSpPr>
        <p:spPr bwMode="auto">
          <a:xfrm>
            <a:off x="673100" y="5281259"/>
            <a:ext cx="2209800" cy="832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12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1200">
                <a:cs typeface="+mn-ea"/>
                <a:sym typeface="+mn-lt"/>
              </a:rPr>
              <a:t>… …</a:t>
            </a:r>
          </a:p>
        </p:txBody>
      </p:sp>
      <p:sp>
        <p:nvSpPr>
          <p:cNvPr id="9" name="ïṩļïḋè">
            <a:extLst>
              <a:ext uri="{FF2B5EF4-FFF2-40B4-BE49-F238E27FC236}">
                <a16:creationId xmlns:a16="http://schemas.microsoft.com/office/drawing/2014/main" id="{4797CE2B-7ADE-4E2F-A6B7-2C6E4AFDA29E}"/>
              </a:ext>
            </a:extLst>
          </p:cNvPr>
          <p:cNvSpPr txBox="1"/>
          <p:nvPr/>
        </p:nvSpPr>
        <p:spPr bwMode="auto">
          <a:xfrm>
            <a:off x="673100" y="4779845"/>
            <a:ext cx="2209800" cy="501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0" name="iS1îdê">
            <a:extLst>
              <a:ext uri="{FF2B5EF4-FFF2-40B4-BE49-F238E27FC236}">
                <a16:creationId xmlns:a16="http://schemas.microsoft.com/office/drawing/2014/main" id="{6D10F011-E551-4417-B044-76F5B88B53A9}"/>
              </a:ext>
            </a:extLst>
          </p:cNvPr>
          <p:cNvSpPr/>
          <p:nvPr/>
        </p:nvSpPr>
        <p:spPr bwMode="auto">
          <a:xfrm>
            <a:off x="3416302" y="5281259"/>
            <a:ext cx="2209800" cy="832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12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1200">
                <a:cs typeface="+mn-ea"/>
                <a:sym typeface="+mn-lt"/>
              </a:rPr>
              <a:t>… …</a:t>
            </a:r>
          </a:p>
        </p:txBody>
      </p:sp>
      <p:sp>
        <p:nvSpPr>
          <p:cNvPr id="11" name="ïş1íḑè">
            <a:extLst>
              <a:ext uri="{FF2B5EF4-FFF2-40B4-BE49-F238E27FC236}">
                <a16:creationId xmlns:a16="http://schemas.microsoft.com/office/drawing/2014/main" id="{1C086236-BD05-497B-B7FF-1C8B2C92FADA}"/>
              </a:ext>
            </a:extLst>
          </p:cNvPr>
          <p:cNvSpPr txBox="1"/>
          <p:nvPr/>
        </p:nvSpPr>
        <p:spPr bwMode="auto">
          <a:xfrm>
            <a:off x="3416302" y="4779845"/>
            <a:ext cx="2209800" cy="501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2" name="i$ḷïďe">
            <a:extLst>
              <a:ext uri="{FF2B5EF4-FFF2-40B4-BE49-F238E27FC236}">
                <a16:creationId xmlns:a16="http://schemas.microsoft.com/office/drawing/2014/main" id="{85CFF342-F5E0-4010-B38F-1A0A5F46F701}"/>
              </a:ext>
            </a:extLst>
          </p:cNvPr>
          <p:cNvSpPr/>
          <p:nvPr/>
        </p:nvSpPr>
        <p:spPr bwMode="auto">
          <a:xfrm>
            <a:off x="1524000" y="4205734"/>
            <a:ext cx="508000" cy="460480"/>
          </a:xfrm>
          <a:custGeom>
            <a:avLst/>
            <a:gdLst>
              <a:gd name="connsiteX0" fmla="*/ 381535 w 609619"/>
              <a:gd name="connsiteY0" fmla="*/ 212929 h 552596"/>
              <a:gd name="connsiteX1" fmla="*/ 352835 w 609619"/>
              <a:gd name="connsiteY1" fmla="*/ 263726 h 552596"/>
              <a:gd name="connsiteX2" fmla="*/ 381535 w 609619"/>
              <a:gd name="connsiteY2" fmla="*/ 263726 h 552596"/>
              <a:gd name="connsiteX3" fmla="*/ 378170 w 609619"/>
              <a:gd name="connsiteY3" fmla="*/ 162879 h 552596"/>
              <a:gd name="connsiteX4" fmla="*/ 416031 w 609619"/>
              <a:gd name="connsiteY4" fmla="*/ 162879 h 552596"/>
              <a:gd name="connsiteX5" fmla="*/ 427063 w 609619"/>
              <a:gd name="connsiteY5" fmla="*/ 173897 h 552596"/>
              <a:gd name="connsiteX6" fmla="*/ 427063 w 609619"/>
              <a:gd name="connsiteY6" fmla="*/ 263726 h 552596"/>
              <a:gd name="connsiteX7" fmla="*/ 436692 w 609619"/>
              <a:gd name="connsiteY7" fmla="*/ 263726 h 552596"/>
              <a:gd name="connsiteX8" fmla="*/ 447723 w 609619"/>
              <a:gd name="connsiteY8" fmla="*/ 274745 h 552596"/>
              <a:gd name="connsiteX9" fmla="*/ 447723 w 609619"/>
              <a:gd name="connsiteY9" fmla="*/ 290245 h 552596"/>
              <a:gd name="connsiteX10" fmla="*/ 436692 w 609619"/>
              <a:gd name="connsiteY10" fmla="*/ 301264 h 552596"/>
              <a:gd name="connsiteX11" fmla="*/ 427063 w 609619"/>
              <a:gd name="connsiteY11" fmla="*/ 301264 h 552596"/>
              <a:gd name="connsiteX12" fmla="*/ 427063 w 609619"/>
              <a:gd name="connsiteY12" fmla="*/ 331238 h 552596"/>
              <a:gd name="connsiteX13" fmla="*/ 416031 w 609619"/>
              <a:gd name="connsiteY13" fmla="*/ 342256 h 552596"/>
              <a:gd name="connsiteX14" fmla="*/ 392567 w 609619"/>
              <a:gd name="connsiteY14" fmla="*/ 342256 h 552596"/>
              <a:gd name="connsiteX15" fmla="*/ 381535 w 609619"/>
              <a:gd name="connsiteY15" fmla="*/ 331238 h 552596"/>
              <a:gd name="connsiteX16" fmla="*/ 381535 w 609619"/>
              <a:gd name="connsiteY16" fmla="*/ 301264 h 552596"/>
              <a:gd name="connsiteX17" fmla="*/ 316282 w 609619"/>
              <a:gd name="connsiteY17" fmla="*/ 301264 h 552596"/>
              <a:gd name="connsiteX18" fmla="*/ 305251 w 609619"/>
              <a:gd name="connsiteY18" fmla="*/ 290245 h 552596"/>
              <a:gd name="connsiteX19" fmla="*/ 305251 w 609619"/>
              <a:gd name="connsiteY19" fmla="*/ 273437 h 552596"/>
              <a:gd name="connsiteX20" fmla="*/ 306934 w 609619"/>
              <a:gd name="connsiteY20" fmla="*/ 267648 h 552596"/>
              <a:gd name="connsiteX21" fmla="*/ 368821 w 609619"/>
              <a:gd name="connsiteY21" fmla="*/ 168015 h 552596"/>
              <a:gd name="connsiteX22" fmla="*/ 378170 w 609619"/>
              <a:gd name="connsiteY22" fmla="*/ 162879 h 552596"/>
              <a:gd name="connsiteX23" fmla="*/ 234995 w 609619"/>
              <a:gd name="connsiteY23" fmla="*/ 159916 h 552596"/>
              <a:gd name="connsiteX24" fmla="*/ 299038 w 609619"/>
              <a:gd name="connsiteY24" fmla="*/ 217615 h 552596"/>
              <a:gd name="connsiteX25" fmla="*/ 252105 w 609619"/>
              <a:gd name="connsiteY25" fmla="*/ 294361 h 552596"/>
              <a:gd name="connsiteX26" fmla="*/ 251824 w 609619"/>
              <a:gd name="connsiteY26" fmla="*/ 294641 h 552596"/>
              <a:gd name="connsiteX27" fmla="*/ 243129 w 609619"/>
              <a:gd name="connsiteY27" fmla="*/ 301830 h 552596"/>
              <a:gd name="connsiteX28" fmla="*/ 291185 w 609619"/>
              <a:gd name="connsiteY28" fmla="*/ 301830 h 552596"/>
              <a:gd name="connsiteX29" fmla="*/ 302217 w 609619"/>
              <a:gd name="connsiteY29" fmla="*/ 312847 h 552596"/>
              <a:gd name="connsiteX30" fmla="*/ 302217 w 609619"/>
              <a:gd name="connsiteY30" fmla="*/ 331240 h 552596"/>
              <a:gd name="connsiteX31" fmla="*/ 291185 w 609619"/>
              <a:gd name="connsiteY31" fmla="*/ 342257 h 552596"/>
              <a:gd name="connsiteX32" fmla="*/ 183761 w 609619"/>
              <a:gd name="connsiteY32" fmla="*/ 342257 h 552596"/>
              <a:gd name="connsiteX33" fmla="*/ 172729 w 609619"/>
              <a:gd name="connsiteY33" fmla="*/ 331240 h 552596"/>
              <a:gd name="connsiteX34" fmla="*/ 172729 w 609619"/>
              <a:gd name="connsiteY34" fmla="*/ 317515 h 552596"/>
              <a:gd name="connsiteX35" fmla="*/ 176375 w 609619"/>
              <a:gd name="connsiteY35" fmla="*/ 309299 h 552596"/>
              <a:gd name="connsiteX36" fmla="*/ 196102 w 609619"/>
              <a:gd name="connsiteY36" fmla="*/ 291467 h 552596"/>
              <a:gd name="connsiteX37" fmla="*/ 251450 w 609619"/>
              <a:gd name="connsiteY37" fmla="*/ 220976 h 552596"/>
              <a:gd name="connsiteX38" fmla="*/ 226768 w 609619"/>
              <a:gd name="connsiteY38" fmla="*/ 199596 h 552596"/>
              <a:gd name="connsiteX39" fmla="*/ 199188 w 609619"/>
              <a:gd name="connsiteY39" fmla="*/ 208279 h 552596"/>
              <a:gd name="connsiteX40" fmla="*/ 189838 w 609619"/>
              <a:gd name="connsiteY40" fmla="*/ 209399 h 552596"/>
              <a:gd name="connsiteX41" fmla="*/ 183107 w 609619"/>
              <a:gd name="connsiteY41" fmla="*/ 202957 h 552596"/>
              <a:gd name="connsiteX42" fmla="*/ 177217 w 609619"/>
              <a:gd name="connsiteY42" fmla="*/ 188112 h 552596"/>
              <a:gd name="connsiteX43" fmla="*/ 181611 w 609619"/>
              <a:gd name="connsiteY43" fmla="*/ 174761 h 552596"/>
              <a:gd name="connsiteX44" fmla="*/ 234995 w 609619"/>
              <a:gd name="connsiteY44" fmla="*/ 159916 h 552596"/>
              <a:gd name="connsiteX45" fmla="*/ 72010 w 609619"/>
              <a:gd name="connsiteY45" fmla="*/ 115246 h 552596"/>
              <a:gd name="connsiteX46" fmla="*/ 113065 w 609619"/>
              <a:gd name="connsiteY46" fmla="*/ 229459 h 552596"/>
              <a:gd name="connsiteX47" fmla="*/ 77528 w 609619"/>
              <a:gd name="connsiteY47" fmla="*/ 248416 h 552596"/>
              <a:gd name="connsiteX48" fmla="*/ 94736 w 609619"/>
              <a:gd name="connsiteY48" fmla="*/ 313040 h 552596"/>
              <a:gd name="connsiteX49" fmla="*/ 115684 w 609619"/>
              <a:gd name="connsiteY49" fmla="*/ 359640 h 552596"/>
              <a:gd name="connsiteX50" fmla="*/ 137194 w 609619"/>
              <a:gd name="connsiteY50" fmla="*/ 394474 h 552596"/>
              <a:gd name="connsiteX51" fmla="*/ 180400 w 609619"/>
              <a:gd name="connsiteY51" fmla="*/ 445556 h 552596"/>
              <a:gd name="connsiteX52" fmla="*/ 216311 w 609619"/>
              <a:gd name="connsiteY52" fmla="*/ 427346 h 552596"/>
              <a:gd name="connsiteX53" fmla="*/ 286544 w 609619"/>
              <a:gd name="connsiteY53" fmla="*/ 526336 h 552596"/>
              <a:gd name="connsiteX54" fmla="*/ 108764 w 609619"/>
              <a:gd name="connsiteY54" fmla="*/ 475253 h 552596"/>
              <a:gd name="connsiteX55" fmla="*/ 53868 w 609619"/>
              <a:gd name="connsiteY55" fmla="*/ 391859 h 552596"/>
              <a:gd name="connsiteX56" fmla="*/ 49285 w 609619"/>
              <a:gd name="connsiteY56" fmla="*/ 382800 h 552596"/>
              <a:gd name="connsiteX57" fmla="*/ 12158 w 609619"/>
              <a:gd name="connsiteY57" fmla="*/ 290160 h 552596"/>
              <a:gd name="connsiteX58" fmla="*/ 72010 w 609619"/>
              <a:gd name="connsiteY58" fmla="*/ 115246 h 552596"/>
              <a:gd name="connsiteX59" fmla="*/ 334262 w 609619"/>
              <a:gd name="connsiteY59" fmla="*/ 651 h 552596"/>
              <a:gd name="connsiteX60" fmla="*/ 471849 w 609619"/>
              <a:gd name="connsiteY60" fmla="*/ 53637 h 552596"/>
              <a:gd name="connsiteX61" fmla="*/ 535254 w 609619"/>
              <a:gd name="connsiteY61" fmla="*/ 125634 h 552596"/>
              <a:gd name="connsiteX62" fmla="*/ 601933 w 609619"/>
              <a:gd name="connsiteY62" fmla="*/ 161959 h 552596"/>
              <a:gd name="connsiteX63" fmla="*/ 609601 w 609619"/>
              <a:gd name="connsiteY63" fmla="*/ 175779 h 552596"/>
              <a:gd name="connsiteX64" fmla="*/ 600343 w 609619"/>
              <a:gd name="connsiteY64" fmla="*/ 188479 h 552596"/>
              <a:gd name="connsiteX65" fmla="*/ 564806 w 609619"/>
              <a:gd name="connsiteY65" fmla="*/ 202486 h 552596"/>
              <a:gd name="connsiteX66" fmla="*/ 568173 w 609619"/>
              <a:gd name="connsiteY66" fmla="*/ 222843 h 552596"/>
              <a:gd name="connsiteX67" fmla="*/ 516457 w 609619"/>
              <a:gd name="connsiteY67" fmla="*/ 410446 h 552596"/>
              <a:gd name="connsiteX68" fmla="*/ 347001 w 609619"/>
              <a:gd name="connsiteY68" fmla="*/ 506628 h 552596"/>
              <a:gd name="connsiteX69" fmla="*/ 343728 w 609619"/>
              <a:gd name="connsiteY69" fmla="*/ 506815 h 552596"/>
              <a:gd name="connsiteX70" fmla="*/ 317543 w 609619"/>
              <a:gd name="connsiteY70" fmla="*/ 483750 h 552596"/>
              <a:gd name="connsiteX71" fmla="*/ 340455 w 609619"/>
              <a:gd name="connsiteY71" fmla="*/ 454242 h 552596"/>
              <a:gd name="connsiteX72" fmla="*/ 474748 w 609619"/>
              <a:gd name="connsiteY72" fmla="*/ 378043 h 552596"/>
              <a:gd name="connsiteX73" fmla="*/ 515802 w 609619"/>
              <a:gd name="connsiteY73" fmla="*/ 229380 h 552596"/>
              <a:gd name="connsiteX74" fmla="*/ 514774 w 609619"/>
              <a:gd name="connsiteY74" fmla="*/ 222283 h 552596"/>
              <a:gd name="connsiteX75" fmla="*/ 478488 w 609619"/>
              <a:gd name="connsiteY75" fmla="*/ 236570 h 552596"/>
              <a:gd name="connsiteX76" fmla="*/ 462964 w 609619"/>
              <a:gd name="connsiteY76" fmla="*/ 233582 h 552596"/>
              <a:gd name="connsiteX77" fmla="*/ 459130 w 609619"/>
              <a:gd name="connsiteY77" fmla="*/ 218268 h 552596"/>
              <a:gd name="connsiteX78" fmla="*/ 483913 w 609619"/>
              <a:gd name="connsiteY78" fmla="*/ 143283 h 552596"/>
              <a:gd name="connsiteX79" fmla="*/ 290516 w 609619"/>
              <a:gd name="connsiteY79" fmla="*/ 54291 h 552596"/>
              <a:gd name="connsiteX80" fmla="*/ 170719 w 609619"/>
              <a:gd name="connsiteY80" fmla="*/ 113961 h 552596"/>
              <a:gd name="connsiteX81" fmla="*/ 133312 w 609619"/>
              <a:gd name="connsiteY81" fmla="*/ 114521 h 552596"/>
              <a:gd name="connsiteX82" fmla="*/ 132751 w 609619"/>
              <a:gd name="connsiteY82" fmla="*/ 77262 h 552596"/>
              <a:gd name="connsiteX83" fmla="*/ 283970 w 609619"/>
              <a:gd name="connsiteY83" fmla="*/ 1997 h 552596"/>
              <a:gd name="connsiteX84" fmla="*/ 334262 w 609619"/>
              <a:gd name="connsiteY84" fmla="*/ 651 h 55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609619" h="552596">
                <a:moveTo>
                  <a:pt x="381535" y="212929"/>
                </a:moveTo>
                <a:lnTo>
                  <a:pt x="352835" y="263726"/>
                </a:lnTo>
                <a:lnTo>
                  <a:pt x="381535" y="263726"/>
                </a:lnTo>
                <a:close/>
                <a:moveTo>
                  <a:pt x="378170" y="162879"/>
                </a:moveTo>
                <a:lnTo>
                  <a:pt x="416031" y="162879"/>
                </a:lnTo>
                <a:cubicBezTo>
                  <a:pt x="422108" y="162879"/>
                  <a:pt x="427063" y="167828"/>
                  <a:pt x="427063" y="173897"/>
                </a:cubicBezTo>
                <a:lnTo>
                  <a:pt x="427063" y="263726"/>
                </a:lnTo>
                <a:lnTo>
                  <a:pt x="436692" y="263726"/>
                </a:lnTo>
                <a:cubicBezTo>
                  <a:pt x="442768" y="263726"/>
                  <a:pt x="447723" y="268675"/>
                  <a:pt x="447723" y="274745"/>
                </a:cubicBezTo>
                <a:lnTo>
                  <a:pt x="447723" y="290245"/>
                </a:lnTo>
                <a:cubicBezTo>
                  <a:pt x="447723" y="296315"/>
                  <a:pt x="442768" y="301264"/>
                  <a:pt x="436692" y="301264"/>
                </a:cubicBezTo>
                <a:lnTo>
                  <a:pt x="427063" y="301264"/>
                </a:lnTo>
                <a:lnTo>
                  <a:pt x="427063" y="331238"/>
                </a:lnTo>
                <a:cubicBezTo>
                  <a:pt x="427063" y="337307"/>
                  <a:pt x="422108" y="342256"/>
                  <a:pt x="416031" y="342256"/>
                </a:cubicBezTo>
                <a:lnTo>
                  <a:pt x="392567" y="342256"/>
                </a:lnTo>
                <a:cubicBezTo>
                  <a:pt x="386490" y="342256"/>
                  <a:pt x="381535" y="337307"/>
                  <a:pt x="381535" y="331238"/>
                </a:cubicBezTo>
                <a:lnTo>
                  <a:pt x="381535" y="301264"/>
                </a:lnTo>
                <a:lnTo>
                  <a:pt x="316282" y="301264"/>
                </a:lnTo>
                <a:cubicBezTo>
                  <a:pt x="310206" y="301264"/>
                  <a:pt x="305251" y="296315"/>
                  <a:pt x="305251" y="290245"/>
                </a:cubicBezTo>
                <a:lnTo>
                  <a:pt x="305251" y="273437"/>
                </a:lnTo>
                <a:cubicBezTo>
                  <a:pt x="305251" y="271383"/>
                  <a:pt x="305812" y="269329"/>
                  <a:pt x="306934" y="267648"/>
                </a:cubicBezTo>
                <a:lnTo>
                  <a:pt x="368821" y="168015"/>
                </a:lnTo>
                <a:cubicBezTo>
                  <a:pt x="370878" y="164840"/>
                  <a:pt x="374430" y="162879"/>
                  <a:pt x="378170" y="162879"/>
                </a:cubicBezTo>
                <a:close/>
                <a:moveTo>
                  <a:pt x="234995" y="159916"/>
                </a:moveTo>
                <a:cubicBezTo>
                  <a:pt x="273889" y="159916"/>
                  <a:pt x="299038" y="182604"/>
                  <a:pt x="299038" y="217615"/>
                </a:cubicBezTo>
                <a:cubicBezTo>
                  <a:pt x="299038" y="246558"/>
                  <a:pt x="280246" y="269246"/>
                  <a:pt x="252105" y="294361"/>
                </a:cubicBezTo>
                <a:cubicBezTo>
                  <a:pt x="252011" y="294454"/>
                  <a:pt x="251918" y="294548"/>
                  <a:pt x="251824" y="294641"/>
                </a:cubicBezTo>
                <a:lnTo>
                  <a:pt x="243129" y="301830"/>
                </a:lnTo>
                <a:lnTo>
                  <a:pt x="291185" y="301830"/>
                </a:lnTo>
                <a:cubicBezTo>
                  <a:pt x="297262" y="301830"/>
                  <a:pt x="302217" y="306778"/>
                  <a:pt x="302217" y="312847"/>
                </a:cubicBezTo>
                <a:lnTo>
                  <a:pt x="302217" y="331240"/>
                </a:lnTo>
                <a:cubicBezTo>
                  <a:pt x="302217" y="337309"/>
                  <a:pt x="297262" y="342257"/>
                  <a:pt x="291185" y="342257"/>
                </a:cubicBezTo>
                <a:lnTo>
                  <a:pt x="183761" y="342257"/>
                </a:lnTo>
                <a:cubicBezTo>
                  <a:pt x="177684" y="342257"/>
                  <a:pt x="172729" y="337309"/>
                  <a:pt x="172729" y="331240"/>
                </a:cubicBezTo>
                <a:lnTo>
                  <a:pt x="172729" y="317515"/>
                </a:lnTo>
                <a:cubicBezTo>
                  <a:pt x="172729" y="314341"/>
                  <a:pt x="174038" y="311447"/>
                  <a:pt x="176375" y="309299"/>
                </a:cubicBezTo>
                <a:lnTo>
                  <a:pt x="196102" y="291467"/>
                </a:lnTo>
                <a:cubicBezTo>
                  <a:pt x="233219" y="258322"/>
                  <a:pt x="250889" y="239369"/>
                  <a:pt x="251450" y="220976"/>
                </a:cubicBezTo>
                <a:cubicBezTo>
                  <a:pt x="251357" y="212947"/>
                  <a:pt x="248178" y="199596"/>
                  <a:pt x="226768" y="199596"/>
                </a:cubicBezTo>
                <a:cubicBezTo>
                  <a:pt x="217793" y="199596"/>
                  <a:pt x="208537" y="202490"/>
                  <a:pt x="199188" y="208279"/>
                </a:cubicBezTo>
                <a:cubicBezTo>
                  <a:pt x="196383" y="210053"/>
                  <a:pt x="192924" y="210426"/>
                  <a:pt x="189838" y="209399"/>
                </a:cubicBezTo>
                <a:cubicBezTo>
                  <a:pt x="186753" y="208372"/>
                  <a:pt x="184322" y="206038"/>
                  <a:pt x="183107" y="202957"/>
                </a:cubicBezTo>
                <a:lnTo>
                  <a:pt x="177217" y="188112"/>
                </a:lnTo>
                <a:cubicBezTo>
                  <a:pt x="175253" y="183257"/>
                  <a:pt x="177123" y="177655"/>
                  <a:pt x="181611" y="174761"/>
                </a:cubicBezTo>
                <a:cubicBezTo>
                  <a:pt x="196663" y="165238"/>
                  <a:pt x="215549" y="159916"/>
                  <a:pt x="234995" y="159916"/>
                </a:cubicBezTo>
                <a:close/>
                <a:moveTo>
                  <a:pt x="72010" y="115246"/>
                </a:moveTo>
                <a:cubicBezTo>
                  <a:pt x="138035" y="105721"/>
                  <a:pt x="146826" y="197054"/>
                  <a:pt x="113065" y="229459"/>
                </a:cubicBezTo>
                <a:cubicBezTo>
                  <a:pt x="107267" y="234969"/>
                  <a:pt x="79772" y="243747"/>
                  <a:pt x="77528" y="248416"/>
                </a:cubicBezTo>
                <a:cubicBezTo>
                  <a:pt x="81362" y="270456"/>
                  <a:pt x="87067" y="292121"/>
                  <a:pt x="94736" y="313040"/>
                </a:cubicBezTo>
                <a:cubicBezTo>
                  <a:pt x="100627" y="329103"/>
                  <a:pt x="107641" y="344605"/>
                  <a:pt x="115684" y="359640"/>
                </a:cubicBezTo>
                <a:cubicBezTo>
                  <a:pt x="122137" y="371687"/>
                  <a:pt x="129338" y="383361"/>
                  <a:pt x="137194" y="394474"/>
                </a:cubicBezTo>
                <a:cubicBezTo>
                  <a:pt x="150006" y="412778"/>
                  <a:pt x="164501" y="429867"/>
                  <a:pt x="180400" y="445556"/>
                </a:cubicBezTo>
                <a:cubicBezTo>
                  <a:pt x="185543" y="446397"/>
                  <a:pt x="208456" y="428933"/>
                  <a:pt x="216311" y="427346"/>
                </a:cubicBezTo>
                <a:cubicBezTo>
                  <a:pt x="262229" y="418194"/>
                  <a:pt x="331995" y="476561"/>
                  <a:pt x="286544" y="526336"/>
                </a:cubicBezTo>
                <a:cubicBezTo>
                  <a:pt x="227814" y="588812"/>
                  <a:pt x="148416" y="526803"/>
                  <a:pt x="108764" y="475253"/>
                </a:cubicBezTo>
                <a:cubicBezTo>
                  <a:pt x="93894" y="455922"/>
                  <a:pt x="73039" y="426038"/>
                  <a:pt x="53868" y="391859"/>
                </a:cubicBezTo>
                <a:lnTo>
                  <a:pt x="49285" y="382800"/>
                </a:lnTo>
                <a:cubicBezTo>
                  <a:pt x="32171" y="347500"/>
                  <a:pt x="19546" y="313320"/>
                  <a:pt x="12158" y="290160"/>
                </a:cubicBezTo>
                <a:cubicBezTo>
                  <a:pt x="-7481" y="228151"/>
                  <a:pt x="-12999" y="127574"/>
                  <a:pt x="72010" y="115246"/>
                </a:cubicBezTo>
                <a:close/>
                <a:moveTo>
                  <a:pt x="334262" y="651"/>
                </a:moveTo>
                <a:cubicBezTo>
                  <a:pt x="384017" y="4209"/>
                  <a:pt x="431589" y="22331"/>
                  <a:pt x="471849" y="53637"/>
                </a:cubicBezTo>
                <a:cubicBezTo>
                  <a:pt x="497753" y="73714"/>
                  <a:pt x="519169" y="98180"/>
                  <a:pt x="535254" y="125634"/>
                </a:cubicBezTo>
                <a:lnTo>
                  <a:pt x="601933" y="161959"/>
                </a:lnTo>
                <a:cubicBezTo>
                  <a:pt x="606983" y="164667"/>
                  <a:pt x="609882" y="170083"/>
                  <a:pt x="609601" y="175779"/>
                </a:cubicBezTo>
                <a:cubicBezTo>
                  <a:pt x="609227" y="181382"/>
                  <a:pt x="605580" y="186425"/>
                  <a:pt x="600343" y="188479"/>
                </a:cubicBezTo>
                <a:lnTo>
                  <a:pt x="564806" y="202486"/>
                </a:lnTo>
                <a:cubicBezTo>
                  <a:pt x="566209" y="209210"/>
                  <a:pt x="567331" y="215933"/>
                  <a:pt x="568173" y="222843"/>
                </a:cubicBezTo>
                <a:cubicBezTo>
                  <a:pt x="576589" y="290171"/>
                  <a:pt x="558260" y="356845"/>
                  <a:pt x="516457" y="410446"/>
                </a:cubicBezTo>
                <a:cubicBezTo>
                  <a:pt x="474748" y="464047"/>
                  <a:pt x="414522" y="498224"/>
                  <a:pt x="347001" y="506628"/>
                </a:cubicBezTo>
                <a:cubicBezTo>
                  <a:pt x="345879" y="506722"/>
                  <a:pt x="344851" y="506815"/>
                  <a:pt x="343728" y="506815"/>
                </a:cubicBezTo>
                <a:cubicBezTo>
                  <a:pt x="330636" y="506815"/>
                  <a:pt x="319226" y="497010"/>
                  <a:pt x="317543" y="483750"/>
                </a:cubicBezTo>
                <a:cubicBezTo>
                  <a:pt x="315766" y="469276"/>
                  <a:pt x="326053" y="456109"/>
                  <a:pt x="340455" y="454242"/>
                </a:cubicBezTo>
                <a:cubicBezTo>
                  <a:pt x="393948" y="447611"/>
                  <a:pt x="441642" y="420531"/>
                  <a:pt x="474748" y="378043"/>
                </a:cubicBezTo>
                <a:cubicBezTo>
                  <a:pt x="507853" y="335554"/>
                  <a:pt x="522442" y="282794"/>
                  <a:pt x="515802" y="229380"/>
                </a:cubicBezTo>
                <a:cubicBezTo>
                  <a:pt x="515428" y="226952"/>
                  <a:pt x="515148" y="224618"/>
                  <a:pt x="514774" y="222283"/>
                </a:cubicBezTo>
                <a:lnTo>
                  <a:pt x="478488" y="236570"/>
                </a:lnTo>
                <a:cubicBezTo>
                  <a:pt x="473158" y="238625"/>
                  <a:pt x="467173" y="237504"/>
                  <a:pt x="462964" y="233582"/>
                </a:cubicBezTo>
                <a:cubicBezTo>
                  <a:pt x="458850" y="229660"/>
                  <a:pt x="457353" y="223684"/>
                  <a:pt x="459130" y="218268"/>
                </a:cubicBezTo>
                <a:lnTo>
                  <a:pt x="483913" y="143283"/>
                </a:lnTo>
                <a:cubicBezTo>
                  <a:pt x="442858" y="81465"/>
                  <a:pt x="369072" y="44579"/>
                  <a:pt x="290516" y="54291"/>
                </a:cubicBezTo>
                <a:cubicBezTo>
                  <a:pt x="244412" y="60080"/>
                  <a:pt x="202983" y="80718"/>
                  <a:pt x="170719" y="113961"/>
                </a:cubicBezTo>
                <a:cubicBezTo>
                  <a:pt x="160526" y="124420"/>
                  <a:pt x="143786" y="124700"/>
                  <a:pt x="133312" y="114521"/>
                </a:cubicBezTo>
                <a:cubicBezTo>
                  <a:pt x="122838" y="104343"/>
                  <a:pt x="122557" y="87721"/>
                  <a:pt x="132751" y="77262"/>
                </a:cubicBezTo>
                <a:cubicBezTo>
                  <a:pt x="172870" y="35895"/>
                  <a:pt x="226643" y="9094"/>
                  <a:pt x="283970" y="1997"/>
                </a:cubicBezTo>
                <a:cubicBezTo>
                  <a:pt x="300850" y="-104"/>
                  <a:pt x="317677" y="-536"/>
                  <a:pt x="334262" y="651"/>
                </a:cubicBez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3" name="îṧ1îḋe">
            <a:extLst>
              <a:ext uri="{FF2B5EF4-FFF2-40B4-BE49-F238E27FC236}">
                <a16:creationId xmlns:a16="http://schemas.microsoft.com/office/drawing/2014/main" id="{447AAE88-B668-45DE-BB55-F03835CAEE8D}"/>
              </a:ext>
            </a:extLst>
          </p:cNvPr>
          <p:cNvSpPr/>
          <p:nvPr/>
        </p:nvSpPr>
        <p:spPr bwMode="auto">
          <a:xfrm>
            <a:off x="4267202" y="4205734"/>
            <a:ext cx="508000" cy="460480"/>
          </a:xfrm>
          <a:custGeom>
            <a:avLst/>
            <a:gdLst>
              <a:gd name="connsiteX0" fmla="*/ 381535 w 609619"/>
              <a:gd name="connsiteY0" fmla="*/ 212929 h 552596"/>
              <a:gd name="connsiteX1" fmla="*/ 352835 w 609619"/>
              <a:gd name="connsiteY1" fmla="*/ 263726 h 552596"/>
              <a:gd name="connsiteX2" fmla="*/ 381535 w 609619"/>
              <a:gd name="connsiteY2" fmla="*/ 263726 h 552596"/>
              <a:gd name="connsiteX3" fmla="*/ 378170 w 609619"/>
              <a:gd name="connsiteY3" fmla="*/ 162879 h 552596"/>
              <a:gd name="connsiteX4" fmla="*/ 416031 w 609619"/>
              <a:gd name="connsiteY4" fmla="*/ 162879 h 552596"/>
              <a:gd name="connsiteX5" fmla="*/ 427063 w 609619"/>
              <a:gd name="connsiteY5" fmla="*/ 173897 h 552596"/>
              <a:gd name="connsiteX6" fmla="*/ 427063 w 609619"/>
              <a:gd name="connsiteY6" fmla="*/ 263726 h 552596"/>
              <a:gd name="connsiteX7" fmla="*/ 436692 w 609619"/>
              <a:gd name="connsiteY7" fmla="*/ 263726 h 552596"/>
              <a:gd name="connsiteX8" fmla="*/ 447723 w 609619"/>
              <a:gd name="connsiteY8" fmla="*/ 274745 h 552596"/>
              <a:gd name="connsiteX9" fmla="*/ 447723 w 609619"/>
              <a:gd name="connsiteY9" fmla="*/ 290245 h 552596"/>
              <a:gd name="connsiteX10" fmla="*/ 436692 w 609619"/>
              <a:gd name="connsiteY10" fmla="*/ 301264 h 552596"/>
              <a:gd name="connsiteX11" fmla="*/ 427063 w 609619"/>
              <a:gd name="connsiteY11" fmla="*/ 301264 h 552596"/>
              <a:gd name="connsiteX12" fmla="*/ 427063 w 609619"/>
              <a:gd name="connsiteY12" fmla="*/ 331238 h 552596"/>
              <a:gd name="connsiteX13" fmla="*/ 416031 w 609619"/>
              <a:gd name="connsiteY13" fmla="*/ 342256 h 552596"/>
              <a:gd name="connsiteX14" fmla="*/ 392567 w 609619"/>
              <a:gd name="connsiteY14" fmla="*/ 342256 h 552596"/>
              <a:gd name="connsiteX15" fmla="*/ 381535 w 609619"/>
              <a:gd name="connsiteY15" fmla="*/ 331238 h 552596"/>
              <a:gd name="connsiteX16" fmla="*/ 381535 w 609619"/>
              <a:gd name="connsiteY16" fmla="*/ 301264 h 552596"/>
              <a:gd name="connsiteX17" fmla="*/ 316282 w 609619"/>
              <a:gd name="connsiteY17" fmla="*/ 301264 h 552596"/>
              <a:gd name="connsiteX18" fmla="*/ 305251 w 609619"/>
              <a:gd name="connsiteY18" fmla="*/ 290245 h 552596"/>
              <a:gd name="connsiteX19" fmla="*/ 305251 w 609619"/>
              <a:gd name="connsiteY19" fmla="*/ 273437 h 552596"/>
              <a:gd name="connsiteX20" fmla="*/ 306934 w 609619"/>
              <a:gd name="connsiteY20" fmla="*/ 267648 h 552596"/>
              <a:gd name="connsiteX21" fmla="*/ 368821 w 609619"/>
              <a:gd name="connsiteY21" fmla="*/ 168015 h 552596"/>
              <a:gd name="connsiteX22" fmla="*/ 378170 w 609619"/>
              <a:gd name="connsiteY22" fmla="*/ 162879 h 552596"/>
              <a:gd name="connsiteX23" fmla="*/ 234995 w 609619"/>
              <a:gd name="connsiteY23" fmla="*/ 159916 h 552596"/>
              <a:gd name="connsiteX24" fmla="*/ 299038 w 609619"/>
              <a:gd name="connsiteY24" fmla="*/ 217615 h 552596"/>
              <a:gd name="connsiteX25" fmla="*/ 252105 w 609619"/>
              <a:gd name="connsiteY25" fmla="*/ 294361 h 552596"/>
              <a:gd name="connsiteX26" fmla="*/ 251824 w 609619"/>
              <a:gd name="connsiteY26" fmla="*/ 294641 h 552596"/>
              <a:gd name="connsiteX27" fmla="*/ 243129 w 609619"/>
              <a:gd name="connsiteY27" fmla="*/ 301830 h 552596"/>
              <a:gd name="connsiteX28" fmla="*/ 291185 w 609619"/>
              <a:gd name="connsiteY28" fmla="*/ 301830 h 552596"/>
              <a:gd name="connsiteX29" fmla="*/ 302217 w 609619"/>
              <a:gd name="connsiteY29" fmla="*/ 312847 h 552596"/>
              <a:gd name="connsiteX30" fmla="*/ 302217 w 609619"/>
              <a:gd name="connsiteY30" fmla="*/ 331240 h 552596"/>
              <a:gd name="connsiteX31" fmla="*/ 291185 w 609619"/>
              <a:gd name="connsiteY31" fmla="*/ 342257 h 552596"/>
              <a:gd name="connsiteX32" fmla="*/ 183761 w 609619"/>
              <a:gd name="connsiteY32" fmla="*/ 342257 h 552596"/>
              <a:gd name="connsiteX33" fmla="*/ 172729 w 609619"/>
              <a:gd name="connsiteY33" fmla="*/ 331240 h 552596"/>
              <a:gd name="connsiteX34" fmla="*/ 172729 w 609619"/>
              <a:gd name="connsiteY34" fmla="*/ 317515 h 552596"/>
              <a:gd name="connsiteX35" fmla="*/ 176375 w 609619"/>
              <a:gd name="connsiteY35" fmla="*/ 309299 h 552596"/>
              <a:gd name="connsiteX36" fmla="*/ 196102 w 609619"/>
              <a:gd name="connsiteY36" fmla="*/ 291467 h 552596"/>
              <a:gd name="connsiteX37" fmla="*/ 251450 w 609619"/>
              <a:gd name="connsiteY37" fmla="*/ 220976 h 552596"/>
              <a:gd name="connsiteX38" fmla="*/ 226768 w 609619"/>
              <a:gd name="connsiteY38" fmla="*/ 199596 h 552596"/>
              <a:gd name="connsiteX39" fmla="*/ 199188 w 609619"/>
              <a:gd name="connsiteY39" fmla="*/ 208279 h 552596"/>
              <a:gd name="connsiteX40" fmla="*/ 189838 w 609619"/>
              <a:gd name="connsiteY40" fmla="*/ 209399 h 552596"/>
              <a:gd name="connsiteX41" fmla="*/ 183107 w 609619"/>
              <a:gd name="connsiteY41" fmla="*/ 202957 h 552596"/>
              <a:gd name="connsiteX42" fmla="*/ 177217 w 609619"/>
              <a:gd name="connsiteY42" fmla="*/ 188112 h 552596"/>
              <a:gd name="connsiteX43" fmla="*/ 181611 w 609619"/>
              <a:gd name="connsiteY43" fmla="*/ 174761 h 552596"/>
              <a:gd name="connsiteX44" fmla="*/ 234995 w 609619"/>
              <a:gd name="connsiteY44" fmla="*/ 159916 h 552596"/>
              <a:gd name="connsiteX45" fmla="*/ 72010 w 609619"/>
              <a:gd name="connsiteY45" fmla="*/ 115246 h 552596"/>
              <a:gd name="connsiteX46" fmla="*/ 113065 w 609619"/>
              <a:gd name="connsiteY46" fmla="*/ 229459 h 552596"/>
              <a:gd name="connsiteX47" fmla="*/ 77528 w 609619"/>
              <a:gd name="connsiteY47" fmla="*/ 248416 h 552596"/>
              <a:gd name="connsiteX48" fmla="*/ 94736 w 609619"/>
              <a:gd name="connsiteY48" fmla="*/ 313040 h 552596"/>
              <a:gd name="connsiteX49" fmla="*/ 115684 w 609619"/>
              <a:gd name="connsiteY49" fmla="*/ 359640 h 552596"/>
              <a:gd name="connsiteX50" fmla="*/ 137194 w 609619"/>
              <a:gd name="connsiteY50" fmla="*/ 394474 h 552596"/>
              <a:gd name="connsiteX51" fmla="*/ 180400 w 609619"/>
              <a:gd name="connsiteY51" fmla="*/ 445556 h 552596"/>
              <a:gd name="connsiteX52" fmla="*/ 216311 w 609619"/>
              <a:gd name="connsiteY52" fmla="*/ 427346 h 552596"/>
              <a:gd name="connsiteX53" fmla="*/ 286544 w 609619"/>
              <a:gd name="connsiteY53" fmla="*/ 526336 h 552596"/>
              <a:gd name="connsiteX54" fmla="*/ 108764 w 609619"/>
              <a:gd name="connsiteY54" fmla="*/ 475253 h 552596"/>
              <a:gd name="connsiteX55" fmla="*/ 53868 w 609619"/>
              <a:gd name="connsiteY55" fmla="*/ 391859 h 552596"/>
              <a:gd name="connsiteX56" fmla="*/ 49285 w 609619"/>
              <a:gd name="connsiteY56" fmla="*/ 382800 h 552596"/>
              <a:gd name="connsiteX57" fmla="*/ 12158 w 609619"/>
              <a:gd name="connsiteY57" fmla="*/ 290160 h 552596"/>
              <a:gd name="connsiteX58" fmla="*/ 72010 w 609619"/>
              <a:gd name="connsiteY58" fmla="*/ 115246 h 552596"/>
              <a:gd name="connsiteX59" fmla="*/ 334262 w 609619"/>
              <a:gd name="connsiteY59" fmla="*/ 651 h 552596"/>
              <a:gd name="connsiteX60" fmla="*/ 471849 w 609619"/>
              <a:gd name="connsiteY60" fmla="*/ 53637 h 552596"/>
              <a:gd name="connsiteX61" fmla="*/ 535254 w 609619"/>
              <a:gd name="connsiteY61" fmla="*/ 125634 h 552596"/>
              <a:gd name="connsiteX62" fmla="*/ 601933 w 609619"/>
              <a:gd name="connsiteY62" fmla="*/ 161959 h 552596"/>
              <a:gd name="connsiteX63" fmla="*/ 609601 w 609619"/>
              <a:gd name="connsiteY63" fmla="*/ 175779 h 552596"/>
              <a:gd name="connsiteX64" fmla="*/ 600343 w 609619"/>
              <a:gd name="connsiteY64" fmla="*/ 188479 h 552596"/>
              <a:gd name="connsiteX65" fmla="*/ 564806 w 609619"/>
              <a:gd name="connsiteY65" fmla="*/ 202486 h 552596"/>
              <a:gd name="connsiteX66" fmla="*/ 568173 w 609619"/>
              <a:gd name="connsiteY66" fmla="*/ 222843 h 552596"/>
              <a:gd name="connsiteX67" fmla="*/ 516457 w 609619"/>
              <a:gd name="connsiteY67" fmla="*/ 410446 h 552596"/>
              <a:gd name="connsiteX68" fmla="*/ 347001 w 609619"/>
              <a:gd name="connsiteY68" fmla="*/ 506628 h 552596"/>
              <a:gd name="connsiteX69" fmla="*/ 343728 w 609619"/>
              <a:gd name="connsiteY69" fmla="*/ 506815 h 552596"/>
              <a:gd name="connsiteX70" fmla="*/ 317543 w 609619"/>
              <a:gd name="connsiteY70" fmla="*/ 483750 h 552596"/>
              <a:gd name="connsiteX71" fmla="*/ 340455 w 609619"/>
              <a:gd name="connsiteY71" fmla="*/ 454242 h 552596"/>
              <a:gd name="connsiteX72" fmla="*/ 474748 w 609619"/>
              <a:gd name="connsiteY72" fmla="*/ 378043 h 552596"/>
              <a:gd name="connsiteX73" fmla="*/ 515802 w 609619"/>
              <a:gd name="connsiteY73" fmla="*/ 229380 h 552596"/>
              <a:gd name="connsiteX74" fmla="*/ 514774 w 609619"/>
              <a:gd name="connsiteY74" fmla="*/ 222283 h 552596"/>
              <a:gd name="connsiteX75" fmla="*/ 478488 w 609619"/>
              <a:gd name="connsiteY75" fmla="*/ 236570 h 552596"/>
              <a:gd name="connsiteX76" fmla="*/ 462964 w 609619"/>
              <a:gd name="connsiteY76" fmla="*/ 233582 h 552596"/>
              <a:gd name="connsiteX77" fmla="*/ 459130 w 609619"/>
              <a:gd name="connsiteY77" fmla="*/ 218268 h 552596"/>
              <a:gd name="connsiteX78" fmla="*/ 483913 w 609619"/>
              <a:gd name="connsiteY78" fmla="*/ 143283 h 552596"/>
              <a:gd name="connsiteX79" fmla="*/ 290516 w 609619"/>
              <a:gd name="connsiteY79" fmla="*/ 54291 h 552596"/>
              <a:gd name="connsiteX80" fmla="*/ 170719 w 609619"/>
              <a:gd name="connsiteY80" fmla="*/ 113961 h 552596"/>
              <a:gd name="connsiteX81" fmla="*/ 133312 w 609619"/>
              <a:gd name="connsiteY81" fmla="*/ 114521 h 552596"/>
              <a:gd name="connsiteX82" fmla="*/ 132751 w 609619"/>
              <a:gd name="connsiteY82" fmla="*/ 77262 h 552596"/>
              <a:gd name="connsiteX83" fmla="*/ 283970 w 609619"/>
              <a:gd name="connsiteY83" fmla="*/ 1997 h 552596"/>
              <a:gd name="connsiteX84" fmla="*/ 334262 w 609619"/>
              <a:gd name="connsiteY84" fmla="*/ 651 h 55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609619" h="552596">
                <a:moveTo>
                  <a:pt x="381535" y="212929"/>
                </a:moveTo>
                <a:lnTo>
                  <a:pt x="352835" y="263726"/>
                </a:lnTo>
                <a:lnTo>
                  <a:pt x="381535" y="263726"/>
                </a:lnTo>
                <a:close/>
                <a:moveTo>
                  <a:pt x="378170" y="162879"/>
                </a:moveTo>
                <a:lnTo>
                  <a:pt x="416031" y="162879"/>
                </a:lnTo>
                <a:cubicBezTo>
                  <a:pt x="422108" y="162879"/>
                  <a:pt x="427063" y="167828"/>
                  <a:pt x="427063" y="173897"/>
                </a:cubicBezTo>
                <a:lnTo>
                  <a:pt x="427063" y="263726"/>
                </a:lnTo>
                <a:lnTo>
                  <a:pt x="436692" y="263726"/>
                </a:lnTo>
                <a:cubicBezTo>
                  <a:pt x="442768" y="263726"/>
                  <a:pt x="447723" y="268675"/>
                  <a:pt x="447723" y="274745"/>
                </a:cubicBezTo>
                <a:lnTo>
                  <a:pt x="447723" y="290245"/>
                </a:lnTo>
                <a:cubicBezTo>
                  <a:pt x="447723" y="296315"/>
                  <a:pt x="442768" y="301264"/>
                  <a:pt x="436692" y="301264"/>
                </a:cubicBezTo>
                <a:lnTo>
                  <a:pt x="427063" y="301264"/>
                </a:lnTo>
                <a:lnTo>
                  <a:pt x="427063" y="331238"/>
                </a:lnTo>
                <a:cubicBezTo>
                  <a:pt x="427063" y="337307"/>
                  <a:pt x="422108" y="342256"/>
                  <a:pt x="416031" y="342256"/>
                </a:cubicBezTo>
                <a:lnTo>
                  <a:pt x="392567" y="342256"/>
                </a:lnTo>
                <a:cubicBezTo>
                  <a:pt x="386490" y="342256"/>
                  <a:pt x="381535" y="337307"/>
                  <a:pt x="381535" y="331238"/>
                </a:cubicBezTo>
                <a:lnTo>
                  <a:pt x="381535" y="301264"/>
                </a:lnTo>
                <a:lnTo>
                  <a:pt x="316282" y="301264"/>
                </a:lnTo>
                <a:cubicBezTo>
                  <a:pt x="310206" y="301264"/>
                  <a:pt x="305251" y="296315"/>
                  <a:pt x="305251" y="290245"/>
                </a:cubicBezTo>
                <a:lnTo>
                  <a:pt x="305251" y="273437"/>
                </a:lnTo>
                <a:cubicBezTo>
                  <a:pt x="305251" y="271383"/>
                  <a:pt x="305812" y="269329"/>
                  <a:pt x="306934" y="267648"/>
                </a:cubicBezTo>
                <a:lnTo>
                  <a:pt x="368821" y="168015"/>
                </a:lnTo>
                <a:cubicBezTo>
                  <a:pt x="370878" y="164840"/>
                  <a:pt x="374430" y="162879"/>
                  <a:pt x="378170" y="162879"/>
                </a:cubicBezTo>
                <a:close/>
                <a:moveTo>
                  <a:pt x="234995" y="159916"/>
                </a:moveTo>
                <a:cubicBezTo>
                  <a:pt x="273889" y="159916"/>
                  <a:pt x="299038" y="182604"/>
                  <a:pt x="299038" y="217615"/>
                </a:cubicBezTo>
                <a:cubicBezTo>
                  <a:pt x="299038" y="246558"/>
                  <a:pt x="280246" y="269246"/>
                  <a:pt x="252105" y="294361"/>
                </a:cubicBezTo>
                <a:cubicBezTo>
                  <a:pt x="252011" y="294454"/>
                  <a:pt x="251918" y="294548"/>
                  <a:pt x="251824" y="294641"/>
                </a:cubicBezTo>
                <a:lnTo>
                  <a:pt x="243129" y="301830"/>
                </a:lnTo>
                <a:lnTo>
                  <a:pt x="291185" y="301830"/>
                </a:lnTo>
                <a:cubicBezTo>
                  <a:pt x="297262" y="301830"/>
                  <a:pt x="302217" y="306778"/>
                  <a:pt x="302217" y="312847"/>
                </a:cubicBezTo>
                <a:lnTo>
                  <a:pt x="302217" y="331240"/>
                </a:lnTo>
                <a:cubicBezTo>
                  <a:pt x="302217" y="337309"/>
                  <a:pt x="297262" y="342257"/>
                  <a:pt x="291185" y="342257"/>
                </a:cubicBezTo>
                <a:lnTo>
                  <a:pt x="183761" y="342257"/>
                </a:lnTo>
                <a:cubicBezTo>
                  <a:pt x="177684" y="342257"/>
                  <a:pt x="172729" y="337309"/>
                  <a:pt x="172729" y="331240"/>
                </a:cubicBezTo>
                <a:lnTo>
                  <a:pt x="172729" y="317515"/>
                </a:lnTo>
                <a:cubicBezTo>
                  <a:pt x="172729" y="314341"/>
                  <a:pt x="174038" y="311447"/>
                  <a:pt x="176375" y="309299"/>
                </a:cubicBezTo>
                <a:lnTo>
                  <a:pt x="196102" y="291467"/>
                </a:lnTo>
                <a:cubicBezTo>
                  <a:pt x="233219" y="258322"/>
                  <a:pt x="250889" y="239369"/>
                  <a:pt x="251450" y="220976"/>
                </a:cubicBezTo>
                <a:cubicBezTo>
                  <a:pt x="251357" y="212947"/>
                  <a:pt x="248178" y="199596"/>
                  <a:pt x="226768" y="199596"/>
                </a:cubicBezTo>
                <a:cubicBezTo>
                  <a:pt x="217793" y="199596"/>
                  <a:pt x="208537" y="202490"/>
                  <a:pt x="199188" y="208279"/>
                </a:cubicBezTo>
                <a:cubicBezTo>
                  <a:pt x="196383" y="210053"/>
                  <a:pt x="192924" y="210426"/>
                  <a:pt x="189838" y="209399"/>
                </a:cubicBezTo>
                <a:cubicBezTo>
                  <a:pt x="186753" y="208372"/>
                  <a:pt x="184322" y="206038"/>
                  <a:pt x="183107" y="202957"/>
                </a:cubicBezTo>
                <a:lnTo>
                  <a:pt x="177217" y="188112"/>
                </a:lnTo>
                <a:cubicBezTo>
                  <a:pt x="175253" y="183257"/>
                  <a:pt x="177123" y="177655"/>
                  <a:pt x="181611" y="174761"/>
                </a:cubicBezTo>
                <a:cubicBezTo>
                  <a:pt x="196663" y="165238"/>
                  <a:pt x="215549" y="159916"/>
                  <a:pt x="234995" y="159916"/>
                </a:cubicBezTo>
                <a:close/>
                <a:moveTo>
                  <a:pt x="72010" y="115246"/>
                </a:moveTo>
                <a:cubicBezTo>
                  <a:pt x="138035" y="105721"/>
                  <a:pt x="146826" y="197054"/>
                  <a:pt x="113065" y="229459"/>
                </a:cubicBezTo>
                <a:cubicBezTo>
                  <a:pt x="107267" y="234969"/>
                  <a:pt x="79772" y="243747"/>
                  <a:pt x="77528" y="248416"/>
                </a:cubicBezTo>
                <a:cubicBezTo>
                  <a:pt x="81362" y="270456"/>
                  <a:pt x="87067" y="292121"/>
                  <a:pt x="94736" y="313040"/>
                </a:cubicBezTo>
                <a:cubicBezTo>
                  <a:pt x="100627" y="329103"/>
                  <a:pt x="107641" y="344605"/>
                  <a:pt x="115684" y="359640"/>
                </a:cubicBezTo>
                <a:cubicBezTo>
                  <a:pt x="122137" y="371687"/>
                  <a:pt x="129338" y="383361"/>
                  <a:pt x="137194" y="394474"/>
                </a:cubicBezTo>
                <a:cubicBezTo>
                  <a:pt x="150006" y="412778"/>
                  <a:pt x="164501" y="429867"/>
                  <a:pt x="180400" y="445556"/>
                </a:cubicBezTo>
                <a:cubicBezTo>
                  <a:pt x="185543" y="446397"/>
                  <a:pt x="208456" y="428933"/>
                  <a:pt x="216311" y="427346"/>
                </a:cubicBezTo>
                <a:cubicBezTo>
                  <a:pt x="262229" y="418194"/>
                  <a:pt x="331995" y="476561"/>
                  <a:pt x="286544" y="526336"/>
                </a:cubicBezTo>
                <a:cubicBezTo>
                  <a:pt x="227814" y="588812"/>
                  <a:pt x="148416" y="526803"/>
                  <a:pt x="108764" y="475253"/>
                </a:cubicBezTo>
                <a:cubicBezTo>
                  <a:pt x="93894" y="455922"/>
                  <a:pt x="73039" y="426038"/>
                  <a:pt x="53868" y="391859"/>
                </a:cubicBezTo>
                <a:lnTo>
                  <a:pt x="49285" y="382800"/>
                </a:lnTo>
                <a:cubicBezTo>
                  <a:pt x="32171" y="347500"/>
                  <a:pt x="19546" y="313320"/>
                  <a:pt x="12158" y="290160"/>
                </a:cubicBezTo>
                <a:cubicBezTo>
                  <a:pt x="-7481" y="228151"/>
                  <a:pt x="-12999" y="127574"/>
                  <a:pt x="72010" y="115246"/>
                </a:cubicBezTo>
                <a:close/>
                <a:moveTo>
                  <a:pt x="334262" y="651"/>
                </a:moveTo>
                <a:cubicBezTo>
                  <a:pt x="384017" y="4209"/>
                  <a:pt x="431589" y="22331"/>
                  <a:pt x="471849" y="53637"/>
                </a:cubicBezTo>
                <a:cubicBezTo>
                  <a:pt x="497753" y="73714"/>
                  <a:pt x="519169" y="98180"/>
                  <a:pt x="535254" y="125634"/>
                </a:cubicBezTo>
                <a:lnTo>
                  <a:pt x="601933" y="161959"/>
                </a:lnTo>
                <a:cubicBezTo>
                  <a:pt x="606983" y="164667"/>
                  <a:pt x="609882" y="170083"/>
                  <a:pt x="609601" y="175779"/>
                </a:cubicBezTo>
                <a:cubicBezTo>
                  <a:pt x="609227" y="181382"/>
                  <a:pt x="605580" y="186425"/>
                  <a:pt x="600343" y="188479"/>
                </a:cubicBezTo>
                <a:lnTo>
                  <a:pt x="564806" y="202486"/>
                </a:lnTo>
                <a:cubicBezTo>
                  <a:pt x="566209" y="209210"/>
                  <a:pt x="567331" y="215933"/>
                  <a:pt x="568173" y="222843"/>
                </a:cubicBezTo>
                <a:cubicBezTo>
                  <a:pt x="576589" y="290171"/>
                  <a:pt x="558260" y="356845"/>
                  <a:pt x="516457" y="410446"/>
                </a:cubicBezTo>
                <a:cubicBezTo>
                  <a:pt x="474748" y="464047"/>
                  <a:pt x="414522" y="498224"/>
                  <a:pt x="347001" y="506628"/>
                </a:cubicBezTo>
                <a:cubicBezTo>
                  <a:pt x="345879" y="506722"/>
                  <a:pt x="344851" y="506815"/>
                  <a:pt x="343728" y="506815"/>
                </a:cubicBezTo>
                <a:cubicBezTo>
                  <a:pt x="330636" y="506815"/>
                  <a:pt x="319226" y="497010"/>
                  <a:pt x="317543" y="483750"/>
                </a:cubicBezTo>
                <a:cubicBezTo>
                  <a:pt x="315766" y="469276"/>
                  <a:pt x="326053" y="456109"/>
                  <a:pt x="340455" y="454242"/>
                </a:cubicBezTo>
                <a:cubicBezTo>
                  <a:pt x="393948" y="447611"/>
                  <a:pt x="441642" y="420531"/>
                  <a:pt x="474748" y="378043"/>
                </a:cubicBezTo>
                <a:cubicBezTo>
                  <a:pt x="507853" y="335554"/>
                  <a:pt x="522442" y="282794"/>
                  <a:pt x="515802" y="229380"/>
                </a:cubicBezTo>
                <a:cubicBezTo>
                  <a:pt x="515428" y="226952"/>
                  <a:pt x="515148" y="224618"/>
                  <a:pt x="514774" y="222283"/>
                </a:cubicBezTo>
                <a:lnTo>
                  <a:pt x="478488" y="236570"/>
                </a:lnTo>
                <a:cubicBezTo>
                  <a:pt x="473158" y="238625"/>
                  <a:pt x="467173" y="237504"/>
                  <a:pt x="462964" y="233582"/>
                </a:cubicBezTo>
                <a:cubicBezTo>
                  <a:pt x="458850" y="229660"/>
                  <a:pt x="457353" y="223684"/>
                  <a:pt x="459130" y="218268"/>
                </a:cubicBezTo>
                <a:lnTo>
                  <a:pt x="483913" y="143283"/>
                </a:lnTo>
                <a:cubicBezTo>
                  <a:pt x="442858" y="81465"/>
                  <a:pt x="369072" y="44579"/>
                  <a:pt x="290516" y="54291"/>
                </a:cubicBezTo>
                <a:cubicBezTo>
                  <a:pt x="244412" y="60080"/>
                  <a:pt x="202983" y="80718"/>
                  <a:pt x="170719" y="113961"/>
                </a:cubicBezTo>
                <a:cubicBezTo>
                  <a:pt x="160526" y="124420"/>
                  <a:pt x="143786" y="124700"/>
                  <a:pt x="133312" y="114521"/>
                </a:cubicBezTo>
                <a:cubicBezTo>
                  <a:pt x="122838" y="104343"/>
                  <a:pt x="122557" y="87721"/>
                  <a:pt x="132751" y="77262"/>
                </a:cubicBezTo>
                <a:cubicBezTo>
                  <a:pt x="172870" y="35895"/>
                  <a:pt x="226643" y="9094"/>
                  <a:pt x="283970" y="1997"/>
                </a:cubicBezTo>
                <a:cubicBezTo>
                  <a:pt x="300850" y="-104"/>
                  <a:pt x="317677" y="-536"/>
                  <a:pt x="334262" y="651"/>
                </a:cubicBez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798D03F-60FF-4820-B7A6-6A7C26D550D8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2BA3071C-08D0-440E-BD29-DEF6D81FEC5A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6F7181C-08AE-4DFB-A3E8-2A9D14143049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8DE9EC6-93C7-4252-BD57-CE9DDFBC335E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19761ECC-0316-4B63-8D99-FF76CC261730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88F5967A-E3B2-47A9-9917-AEB058C0C7EB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A08D7AC-EBC0-4227-A0A0-883B6E5F62AE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DBE4E2FD-3B58-4A96-82DD-795BCC4BAA90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50830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8" grpId="0"/>
      <p:bldP spid="9" grpId="0"/>
      <p:bldP spid="10" grpId="0"/>
      <p:bldP spid="11" grpId="0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E413723-F8CC-4A2A-8813-3960F4804F0B}"/>
              </a:ext>
            </a:extLst>
          </p:cNvPr>
          <p:cNvCxnSpPr>
            <a:stCxn id="18" idx="7"/>
            <a:endCxn id="16" idx="3"/>
          </p:cNvCxnSpPr>
          <p:nvPr/>
        </p:nvCxnSpPr>
        <p:spPr>
          <a:xfrm flipV="1">
            <a:off x="5185373" y="2844704"/>
            <a:ext cx="1821252" cy="194182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îŝ1îḍè">
            <a:extLst>
              <a:ext uri="{FF2B5EF4-FFF2-40B4-BE49-F238E27FC236}">
                <a16:creationId xmlns:a16="http://schemas.microsoft.com/office/drawing/2014/main" id="{F3B2D487-763F-4838-9E43-C3DCAF94DB35}"/>
              </a:ext>
            </a:extLst>
          </p:cNvPr>
          <p:cNvSpPr/>
          <p:nvPr/>
        </p:nvSpPr>
        <p:spPr bwMode="auto">
          <a:xfrm>
            <a:off x="4244470" y="1902321"/>
            <a:ext cx="1102336" cy="110407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cs typeface="+mn-ea"/>
              <a:sym typeface="+mn-lt"/>
            </a:endParaRPr>
          </a:p>
        </p:txBody>
      </p:sp>
      <p:sp>
        <p:nvSpPr>
          <p:cNvPr id="15" name="i$ļïḑé">
            <a:extLst>
              <a:ext uri="{FF2B5EF4-FFF2-40B4-BE49-F238E27FC236}">
                <a16:creationId xmlns:a16="http://schemas.microsoft.com/office/drawing/2014/main" id="{02E132C6-150F-4ACD-8E4B-48399EC345DB}"/>
              </a:ext>
            </a:extLst>
          </p:cNvPr>
          <p:cNvSpPr/>
          <p:nvPr/>
        </p:nvSpPr>
        <p:spPr>
          <a:xfrm>
            <a:off x="4557371" y="2209866"/>
            <a:ext cx="476538" cy="488977"/>
          </a:xfrm>
          <a:custGeom>
            <a:avLst/>
            <a:gdLst>
              <a:gd name="T0" fmla="*/ 4313 w 5734"/>
              <a:gd name="T1" fmla="*/ 3918 h 5892"/>
              <a:gd name="T2" fmla="*/ 5734 w 5734"/>
              <a:gd name="T3" fmla="*/ 2497 h 5892"/>
              <a:gd name="T4" fmla="*/ 4313 w 5734"/>
              <a:gd name="T5" fmla="*/ 1076 h 5892"/>
              <a:gd name="T6" fmla="*/ 4149 w 5734"/>
              <a:gd name="T7" fmla="*/ 1085 h 5892"/>
              <a:gd name="T8" fmla="*/ 3733 w 5734"/>
              <a:gd name="T9" fmla="*/ 378 h 5892"/>
              <a:gd name="T10" fmla="*/ 2768 w 5734"/>
              <a:gd name="T11" fmla="*/ 0 h 5892"/>
              <a:gd name="T12" fmla="*/ 1389 w 5734"/>
              <a:gd name="T13" fmla="*/ 1076 h 5892"/>
              <a:gd name="T14" fmla="*/ 0 w 5734"/>
              <a:gd name="T15" fmla="*/ 2497 h 5892"/>
              <a:gd name="T16" fmla="*/ 1421 w 5734"/>
              <a:gd name="T17" fmla="*/ 3918 h 5892"/>
              <a:gd name="T18" fmla="*/ 2140 w 5734"/>
              <a:gd name="T19" fmla="*/ 3918 h 5892"/>
              <a:gd name="T20" fmla="*/ 2140 w 5734"/>
              <a:gd name="T21" fmla="*/ 4472 h 5892"/>
              <a:gd name="T22" fmla="*/ 1315 w 5734"/>
              <a:gd name="T23" fmla="*/ 4472 h 5892"/>
              <a:gd name="T24" fmla="*/ 954 w 5734"/>
              <a:gd name="T25" fmla="*/ 4259 h 5892"/>
              <a:gd name="T26" fmla="*/ 540 w 5734"/>
              <a:gd name="T27" fmla="*/ 4672 h 5892"/>
              <a:gd name="T28" fmla="*/ 954 w 5734"/>
              <a:gd name="T29" fmla="*/ 5086 h 5892"/>
              <a:gd name="T30" fmla="*/ 1315 w 5734"/>
              <a:gd name="T31" fmla="*/ 4872 h 5892"/>
              <a:gd name="T32" fmla="*/ 2340 w 5734"/>
              <a:gd name="T33" fmla="*/ 4872 h 5892"/>
              <a:gd name="T34" fmla="*/ 2540 w 5734"/>
              <a:gd name="T35" fmla="*/ 4672 h 5892"/>
              <a:gd name="T36" fmla="*/ 2540 w 5734"/>
              <a:gd name="T37" fmla="*/ 3918 h 5892"/>
              <a:gd name="T38" fmla="*/ 2667 w 5734"/>
              <a:gd name="T39" fmla="*/ 3918 h 5892"/>
              <a:gd name="T40" fmla="*/ 2667 w 5734"/>
              <a:gd name="T41" fmla="*/ 5117 h 5892"/>
              <a:gd name="T42" fmla="*/ 2454 w 5734"/>
              <a:gd name="T43" fmla="*/ 5479 h 5892"/>
              <a:gd name="T44" fmla="*/ 2867 w 5734"/>
              <a:gd name="T45" fmla="*/ 5892 h 5892"/>
              <a:gd name="T46" fmla="*/ 3280 w 5734"/>
              <a:gd name="T47" fmla="*/ 5479 h 5892"/>
              <a:gd name="T48" fmla="*/ 3067 w 5734"/>
              <a:gd name="T49" fmla="*/ 5117 h 5892"/>
              <a:gd name="T50" fmla="*/ 3067 w 5734"/>
              <a:gd name="T51" fmla="*/ 3918 h 5892"/>
              <a:gd name="T52" fmla="*/ 3194 w 5734"/>
              <a:gd name="T53" fmla="*/ 3918 h 5892"/>
              <a:gd name="T54" fmla="*/ 3194 w 5734"/>
              <a:gd name="T55" fmla="*/ 4691 h 5892"/>
              <a:gd name="T56" fmla="*/ 3394 w 5734"/>
              <a:gd name="T57" fmla="*/ 4891 h 5892"/>
              <a:gd name="T58" fmla="*/ 4430 w 5734"/>
              <a:gd name="T59" fmla="*/ 4891 h 5892"/>
              <a:gd name="T60" fmla="*/ 4780 w 5734"/>
              <a:gd name="T61" fmla="*/ 5085 h 5892"/>
              <a:gd name="T62" fmla="*/ 5194 w 5734"/>
              <a:gd name="T63" fmla="*/ 4672 h 5892"/>
              <a:gd name="T64" fmla="*/ 4780 w 5734"/>
              <a:gd name="T65" fmla="*/ 4259 h 5892"/>
              <a:gd name="T66" fmla="*/ 4409 w 5734"/>
              <a:gd name="T67" fmla="*/ 4491 h 5892"/>
              <a:gd name="T68" fmla="*/ 3594 w 5734"/>
              <a:gd name="T69" fmla="*/ 4491 h 5892"/>
              <a:gd name="T70" fmla="*/ 3594 w 5734"/>
              <a:gd name="T71" fmla="*/ 3918 h 5892"/>
              <a:gd name="T72" fmla="*/ 4313 w 5734"/>
              <a:gd name="T73" fmla="*/ 3918 h 5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734" h="5892">
                <a:moveTo>
                  <a:pt x="4313" y="3918"/>
                </a:moveTo>
                <a:cubicBezTo>
                  <a:pt x="5096" y="3918"/>
                  <a:pt x="5734" y="3280"/>
                  <a:pt x="5734" y="2497"/>
                </a:cubicBezTo>
                <a:cubicBezTo>
                  <a:pt x="5734" y="1713"/>
                  <a:pt x="5096" y="1076"/>
                  <a:pt x="4313" y="1076"/>
                </a:cubicBezTo>
                <a:cubicBezTo>
                  <a:pt x="4258" y="1076"/>
                  <a:pt x="4203" y="1079"/>
                  <a:pt x="4149" y="1085"/>
                </a:cubicBezTo>
                <a:cubicBezTo>
                  <a:pt x="4084" y="816"/>
                  <a:pt x="3940" y="570"/>
                  <a:pt x="3733" y="378"/>
                </a:cubicBezTo>
                <a:cubicBezTo>
                  <a:pt x="3470" y="134"/>
                  <a:pt x="3127" y="0"/>
                  <a:pt x="2768" y="0"/>
                </a:cubicBezTo>
                <a:cubicBezTo>
                  <a:pt x="2107" y="0"/>
                  <a:pt x="1544" y="451"/>
                  <a:pt x="1389" y="1076"/>
                </a:cubicBezTo>
                <a:cubicBezTo>
                  <a:pt x="620" y="1093"/>
                  <a:pt x="0" y="1724"/>
                  <a:pt x="0" y="2497"/>
                </a:cubicBezTo>
                <a:cubicBezTo>
                  <a:pt x="0" y="3281"/>
                  <a:pt x="638" y="3918"/>
                  <a:pt x="1421" y="3918"/>
                </a:cubicBezTo>
                <a:lnTo>
                  <a:pt x="2140" y="3918"/>
                </a:lnTo>
                <a:lnTo>
                  <a:pt x="2140" y="4472"/>
                </a:lnTo>
                <a:lnTo>
                  <a:pt x="1315" y="4472"/>
                </a:lnTo>
                <a:cubicBezTo>
                  <a:pt x="1245" y="4345"/>
                  <a:pt x="1109" y="4259"/>
                  <a:pt x="954" y="4259"/>
                </a:cubicBezTo>
                <a:cubicBezTo>
                  <a:pt x="726" y="4259"/>
                  <a:pt x="540" y="4444"/>
                  <a:pt x="540" y="4672"/>
                </a:cubicBezTo>
                <a:cubicBezTo>
                  <a:pt x="540" y="4900"/>
                  <a:pt x="726" y="5086"/>
                  <a:pt x="954" y="5086"/>
                </a:cubicBezTo>
                <a:cubicBezTo>
                  <a:pt x="1109" y="5086"/>
                  <a:pt x="1245" y="4999"/>
                  <a:pt x="1315" y="4872"/>
                </a:cubicBezTo>
                <a:lnTo>
                  <a:pt x="2340" y="4872"/>
                </a:lnTo>
                <a:cubicBezTo>
                  <a:pt x="2451" y="4872"/>
                  <a:pt x="2540" y="4783"/>
                  <a:pt x="2540" y="4672"/>
                </a:cubicBezTo>
                <a:lnTo>
                  <a:pt x="2540" y="3918"/>
                </a:lnTo>
                <a:lnTo>
                  <a:pt x="2667" y="3918"/>
                </a:lnTo>
                <a:lnTo>
                  <a:pt x="2667" y="5117"/>
                </a:lnTo>
                <a:cubicBezTo>
                  <a:pt x="2540" y="5188"/>
                  <a:pt x="2454" y="5323"/>
                  <a:pt x="2454" y="5479"/>
                </a:cubicBezTo>
                <a:cubicBezTo>
                  <a:pt x="2454" y="5707"/>
                  <a:pt x="2639" y="5892"/>
                  <a:pt x="2867" y="5892"/>
                </a:cubicBezTo>
                <a:cubicBezTo>
                  <a:pt x="3095" y="5892"/>
                  <a:pt x="3280" y="5707"/>
                  <a:pt x="3280" y="5479"/>
                </a:cubicBezTo>
                <a:cubicBezTo>
                  <a:pt x="3280" y="5323"/>
                  <a:pt x="3194" y="5188"/>
                  <a:pt x="3067" y="5117"/>
                </a:cubicBezTo>
                <a:lnTo>
                  <a:pt x="3067" y="3918"/>
                </a:lnTo>
                <a:lnTo>
                  <a:pt x="3194" y="3918"/>
                </a:lnTo>
                <a:lnTo>
                  <a:pt x="3194" y="4691"/>
                </a:lnTo>
                <a:cubicBezTo>
                  <a:pt x="3194" y="4802"/>
                  <a:pt x="3283" y="4891"/>
                  <a:pt x="3394" y="4891"/>
                </a:cubicBezTo>
                <a:lnTo>
                  <a:pt x="4430" y="4891"/>
                </a:lnTo>
                <a:cubicBezTo>
                  <a:pt x="4503" y="5008"/>
                  <a:pt x="4633" y="5085"/>
                  <a:pt x="4780" y="5085"/>
                </a:cubicBezTo>
                <a:cubicBezTo>
                  <a:pt x="5008" y="5085"/>
                  <a:pt x="5194" y="4900"/>
                  <a:pt x="5194" y="4672"/>
                </a:cubicBezTo>
                <a:cubicBezTo>
                  <a:pt x="5194" y="4444"/>
                  <a:pt x="5008" y="4259"/>
                  <a:pt x="4780" y="4259"/>
                </a:cubicBezTo>
                <a:cubicBezTo>
                  <a:pt x="4617" y="4259"/>
                  <a:pt x="4476" y="4354"/>
                  <a:pt x="4409" y="4491"/>
                </a:cubicBezTo>
                <a:lnTo>
                  <a:pt x="3594" y="4491"/>
                </a:lnTo>
                <a:lnTo>
                  <a:pt x="3594" y="3918"/>
                </a:lnTo>
                <a:lnTo>
                  <a:pt x="4313" y="3918"/>
                </a:ln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endParaRPr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6" name="îšḷïḋè">
            <a:extLst>
              <a:ext uri="{FF2B5EF4-FFF2-40B4-BE49-F238E27FC236}">
                <a16:creationId xmlns:a16="http://schemas.microsoft.com/office/drawing/2014/main" id="{4EEDBE98-53C1-44B8-8DE0-F536F02892D5}"/>
              </a:ext>
            </a:extLst>
          </p:cNvPr>
          <p:cNvSpPr/>
          <p:nvPr/>
        </p:nvSpPr>
        <p:spPr bwMode="auto">
          <a:xfrm>
            <a:off x="6845193" y="1902321"/>
            <a:ext cx="1102336" cy="110407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cs typeface="+mn-ea"/>
              <a:sym typeface="+mn-lt"/>
            </a:endParaRPr>
          </a:p>
        </p:txBody>
      </p:sp>
      <p:sp>
        <p:nvSpPr>
          <p:cNvPr id="17" name="ïṧ1îḍê">
            <a:extLst>
              <a:ext uri="{FF2B5EF4-FFF2-40B4-BE49-F238E27FC236}">
                <a16:creationId xmlns:a16="http://schemas.microsoft.com/office/drawing/2014/main" id="{7751DEDA-1C63-44C1-8C2A-548D1F42499E}"/>
              </a:ext>
            </a:extLst>
          </p:cNvPr>
          <p:cNvSpPr/>
          <p:nvPr/>
        </p:nvSpPr>
        <p:spPr>
          <a:xfrm>
            <a:off x="7158093" y="2209866"/>
            <a:ext cx="476538" cy="488977"/>
          </a:xfrm>
          <a:custGeom>
            <a:avLst/>
            <a:gdLst>
              <a:gd name="T0" fmla="*/ 4313 w 5734"/>
              <a:gd name="T1" fmla="*/ 3918 h 5892"/>
              <a:gd name="T2" fmla="*/ 5734 w 5734"/>
              <a:gd name="T3" fmla="*/ 2497 h 5892"/>
              <a:gd name="T4" fmla="*/ 4313 w 5734"/>
              <a:gd name="T5" fmla="*/ 1076 h 5892"/>
              <a:gd name="T6" fmla="*/ 4149 w 5734"/>
              <a:gd name="T7" fmla="*/ 1085 h 5892"/>
              <a:gd name="T8" fmla="*/ 3733 w 5734"/>
              <a:gd name="T9" fmla="*/ 378 h 5892"/>
              <a:gd name="T10" fmla="*/ 2768 w 5734"/>
              <a:gd name="T11" fmla="*/ 0 h 5892"/>
              <a:gd name="T12" fmla="*/ 1389 w 5734"/>
              <a:gd name="T13" fmla="*/ 1076 h 5892"/>
              <a:gd name="T14" fmla="*/ 0 w 5734"/>
              <a:gd name="T15" fmla="*/ 2497 h 5892"/>
              <a:gd name="T16" fmla="*/ 1421 w 5734"/>
              <a:gd name="T17" fmla="*/ 3918 h 5892"/>
              <a:gd name="T18" fmla="*/ 2140 w 5734"/>
              <a:gd name="T19" fmla="*/ 3918 h 5892"/>
              <a:gd name="T20" fmla="*/ 2140 w 5734"/>
              <a:gd name="T21" fmla="*/ 4472 h 5892"/>
              <a:gd name="T22" fmla="*/ 1315 w 5734"/>
              <a:gd name="T23" fmla="*/ 4472 h 5892"/>
              <a:gd name="T24" fmla="*/ 954 w 5734"/>
              <a:gd name="T25" fmla="*/ 4259 h 5892"/>
              <a:gd name="T26" fmla="*/ 540 w 5734"/>
              <a:gd name="T27" fmla="*/ 4672 h 5892"/>
              <a:gd name="T28" fmla="*/ 954 w 5734"/>
              <a:gd name="T29" fmla="*/ 5086 h 5892"/>
              <a:gd name="T30" fmla="*/ 1315 w 5734"/>
              <a:gd name="T31" fmla="*/ 4872 h 5892"/>
              <a:gd name="T32" fmla="*/ 2340 w 5734"/>
              <a:gd name="T33" fmla="*/ 4872 h 5892"/>
              <a:gd name="T34" fmla="*/ 2540 w 5734"/>
              <a:gd name="T35" fmla="*/ 4672 h 5892"/>
              <a:gd name="T36" fmla="*/ 2540 w 5734"/>
              <a:gd name="T37" fmla="*/ 3918 h 5892"/>
              <a:gd name="T38" fmla="*/ 2667 w 5734"/>
              <a:gd name="T39" fmla="*/ 3918 h 5892"/>
              <a:gd name="T40" fmla="*/ 2667 w 5734"/>
              <a:gd name="T41" fmla="*/ 5117 h 5892"/>
              <a:gd name="T42" fmla="*/ 2454 w 5734"/>
              <a:gd name="T43" fmla="*/ 5479 h 5892"/>
              <a:gd name="T44" fmla="*/ 2867 w 5734"/>
              <a:gd name="T45" fmla="*/ 5892 h 5892"/>
              <a:gd name="T46" fmla="*/ 3280 w 5734"/>
              <a:gd name="T47" fmla="*/ 5479 h 5892"/>
              <a:gd name="T48" fmla="*/ 3067 w 5734"/>
              <a:gd name="T49" fmla="*/ 5117 h 5892"/>
              <a:gd name="T50" fmla="*/ 3067 w 5734"/>
              <a:gd name="T51" fmla="*/ 3918 h 5892"/>
              <a:gd name="T52" fmla="*/ 3194 w 5734"/>
              <a:gd name="T53" fmla="*/ 3918 h 5892"/>
              <a:gd name="T54" fmla="*/ 3194 w 5734"/>
              <a:gd name="T55" fmla="*/ 4691 h 5892"/>
              <a:gd name="T56" fmla="*/ 3394 w 5734"/>
              <a:gd name="T57" fmla="*/ 4891 h 5892"/>
              <a:gd name="T58" fmla="*/ 4430 w 5734"/>
              <a:gd name="T59" fmla="*/ 4891 h 5892"/>
              <a:gd name="T60" fmla="*/ 4780 w 5734"/>
              <a:gd name="T61" fmla="*/ 5085 h 5892"/>
              <a:gd name="T62" fmla="*/ 5194 w 5734"/>
              <a:gd name="T63" fmla="*/ 4672 h 5892"/>
              <a:gd name="T64" fmla="*/ 4780 w 5734"/>
              <a:gd name="T65" fmla="*/ 4259 h 5892"/>
              <a:gd name="T66" fmla="*/ 4409 w 5734"/>
              <a:gd name="T67" fmla="*/ 4491 h 5892"/>
              <a:gd name="T68" fmla="*/ 3594 w 5734"/>
              <a:gd name="T69" fmla="*/ 4491 h 5892"/>
              <a:gd name="T70" fmla="*/ 3594 w 5734"/>
              <a:gd name="T71" fmla="*/ 3918 h 5892"/>
              <a:gd name="T72" fmla="*/ 4313 w 5734"/>
              <a:gd name="T73" fmla="*/ 3918 h 5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734" h="5892">
                <a:moveTo>
                  <a:pt x="4313" y="3918"/>
                </a:moveTo>
                <a:cubicBezTo>
                  <a:pt x="5096" y="3918"/>
                  <a:pt x="5734" y="3280"/>
                  <a:pt x="5734" y="2497"/>
                </a:cubicBezTo>
                <a:cubicBezTo>
                  <a:pt x="5734" y="1713"/>
                  <a:pt x="5096" y="1076"/>
                  <a:pt x="4313" y="1076"/>
                </a:cubicBezTo>
                <a:cubicBezTo>
                  <a:pt x="4258" y="1076"/>
                  <a:pt x="4203" y="1079"/>
                  <a:pt x="4149" y="1085"/>
                </a:cubicBezTo>
                <a:cubicBezTo>
                  <a:pt x="4084" y="816"/>
                  <a:pt x="3940" y="570"/>
                  <a:pt x="3733" y="378"/>
                </a:cubicBezTo>
                <a:cubicBezTo>
                  <a:pt x="3470" y="134"/>
                  <a:pt x="3127" y="0"/>
                  <a:pt x="2768" y="0"/>
                </a:cubicBezTo>
                <a:cubicBezTo>
                  <a:pt x="2107" y="0"/>
                  <a:pt x="1544" y="451"/>
                  <a:pt x="1389" y="1076"/>
                </a:cubicBezTo>
                <a:cubicBezTo>
                  <a:pt x="620" y="1093"/>
                  <a:pt x="0" y="1724"/>
                  <a:pt x="0" y="2497"/>
                </a:cubicBezTo>
                <a:cubicBezTo>
                  <a:pt x="0" y="3281"/>
                  <a:pt x="638" y="3918"/>
                  <a:pt x="1421" y="3918"/>
                </a:cubicBezTo>
                <a:lnTo>
                  <a:pt x="2140" y="3918"/>
                </a:lnTo>
                <a:lnTo>
                  <a:pt x="2140" y="4472"/>
                </a:lnTo>
                <a:lnTo>
                  <a:pt x="1315" y="4472"/>
                </a:lnTo>
                <a:cubicBezTo>
                  <a:pt x="1245" y="4345"/>
                  <a:pt x="1109" y="4259"/>
                  <a:pt x="954" y="4259"/>
                </a:cubicBezTo>
                <a:cubicBezTo>
                  <a:pt x="726" y="4259"/>
                  <a:pt x="540" y="4444"/>
                  <a:pt x="540" y="4672"/>
                </a:cubicBezTo>
                <a:cubicBezTo>
                  <a:pt x="540" y="4900"/>
                  <a:pt x="726" y="5086"/>
                  <a:pt x="954" y="5086"/>
                </a:cubicBezTo>
                <a:cubicBezTo>
                  <a:pt x="1109" y="5086"/>
                  <a:pt x="1245" y="4999"/>
                  <a:pt x="1315" y="4872"/>
                </a:cubicBezTo>
                <a:lnTo>
                  <a:pt x="2340" y="4872"/>
                </a:lnTo>
                <a:cubicBezTo>
                  <a:pt x="2451" y="4872"/>
                  <a:pt x="2540" y="4783"/>
                  <a:pt x="2540" y="4672"/>
                </a:cubicBezTo>
                <a:lnTo>
                  <a:pt x="2540" y="3918"/>
                </a:lnTo>
                <a:lnTo>
                  <a:pt x="2667" y="3918"/>
                </a:lnTo>
                <a:lnTo>
                  <a:pt x="2667" y="5117"/>
                </a:lnTo>
                <a:cubicBezTo>
                  <a:pt x="2540" y="5188"/>
                  <a:pt x="2454" y="5323"/>
                  <a:pt x="2454" y="5479"/>
                </a:cubicBezTo>
                <a:cubicBezTo>
                  <a:pt x="2454" y="5707"/>
                  <a:pt x="2639" y="5892"/>
                  <a:pt x="2867" y="5892"/>
                </a:cubicBezTo>
                <a:cubicBezTo>
                  <a:pt x="3095" y="5892"/>
                  <a:pt x="3280" y="5707"/>
                  <a:pt x="3280" y="5479"/>
                </a:cubicBezTo>
                <a:cubicBezTo>
                  <a:pt x="3280" y="5323"/>
                  <a:pt x="3194" y="5188"/>
                  <a:pt x="3067" y="5117"/>
                </a:cubicBezTo>
                <a:lnTo>
                  <a:pt x="3067" y="3918"/>
                </a:lnTo>
                <a:lnTo>
                  <a:pt x="3194" y="3918"/>
                </a:lnTo>
                <a:lnTo>
                  <a:pt x="3194" y="4691"/>
                </a:lnTo>
                <a:cubicBezTo>
                  <a:pt x="3194" y="4802"/>
                  <a:pt x="3283" y="4891"/>
                  <a:pt x="3394" y="4891"/>
                </a:cubicBezTo>
                <a:lnTo>
                  <a:pt x="4430" y="4891"/>
                </a:lnTo>
                <a:cubicBezTo>
                  <a:pt x="4503" y="5008"/>
                  <a:pt x="4633" y="5085"/>
                  <a:pt x="4780" y="5085"/>
                </a:cubicBezTo>
                <a:cubicBezTo>
                  <a:pt x="5008" y="5085"/>
                  <a:pt x="5194" y="4900"/>
                  <a:pt x="5194" y="4672"/>
                </a:cubicBezTo>
                <a:cubicBezTo>
                  <a:pt x="5194" y="4444"/>
                  <a:pt x="5008" y="4259"/>
                  <a:pt x="4780" y="4259"/>
                </a:cubicBezTo>
                <a:cubicBezTo>
                  <a:pt x="4617" y="4259"/>
                  <a:pt x="4476" y="4354"/>
                  <a:pt x="4409" y="4491"/>
                </a:cubicBezTo>
                <a:lnTo>
                  <a:pt x="3594" y="4491"/>
                </a:lnTo>
                <a:lnTo>
                  <a:pt x="3594" y="3918"/>
                </a:lnTo>
                <a:lnTo>
                  <a:pt x="4313" y="3918"/>
                </a:ln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endParaRPr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8" name="išlïḍe">
            <a:extLst>
              <a:ext uri="{FF2B5EF4-FFF2-40B4-BE49-F238E27FC236}">
                <a16:creationId xmlns:a16="http://schemas.microsoft.com/office/drawing/2014/main" id="{B4610ADB-0AF8-4484-89DA-2D5173278C19}"/>
              </a:ext>
            </a:extLst>
          </p:cNvPr>
          <p:cNvSpPr/>
          <p:nvPr/>
        </p:nvSpPr>
        <p:spPr bwMode="auto">
          <a:xfrm>
            <a:off x="4244470" y="4624840"/>
            <a:ext cx="1102336" cy="110407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cs typeface="+mn-ea"/>
              <a:sym typeface="+mn-lt"/>
            </a:endParaRPr>
          </a:p>
        </p:txBody>
      </p:sp>
      <p:sp>
        <p:nvSpPr>
          <p:cNvPr id="19" name="îṡļídè">
            <a:extLst>
              <a:ext uri="{FF2B5EF4-FFF2-40B4-BE49-F238E27FC236}">
                <a16:creationId xmlns:a16="http://schemas.microsoft.com/office/drawing/2014/main" id="{025F557A-7CB2-4F34-804B-6767B4C493CF}"/>
              </a:ext>
            </a:extLst>
          </p:cNvPr>
          <p:cNvSpPr/>
          <p:nvPr/>
        </p:nvSpPr>
        <p:spPr>
          <a:xfrm>
            <a:off x="4557371" y="4932386"/>
            <a:ext cx="476538" cy="488977"/>
          </a:xfrm>
          <a:custGeom>
            <a:avLst/>
            <a:gdLst>
              <a:gd name="T0" fmla="*/ 4313 w 5734"/>
              <a:gd name="T1" fmla="*/ 3918 h 5892"/>
              <a:gd name="T2" fmla="*/ 5734 w 5734"/>
              <a:gd name="T3" fmla="*/ 2497 h 5892"/>
              <a:gd name="T4" fmla="*/ 4313 w 5734"/>
              <a:gd name="T5" fmla="*/ 1076 h 5892"/>
              <a:gd name="T6" fmla="*/ 4149 w 5734"/>
              <a:gd name="T7" fmla="*/ 1085 h 5892"/>
              <a:gd name="T8" fmla="*/ 3733 w 5734"/>
              <a:gd name="T9" fmla="*/ 378 h 5892"/>
              <a:gd name="T10" fmla="*/ 2768 w 5734"/>
              <a:gd name="T11" fmla="*/ 0 h 5892"/>
              <a:gd name="T12" fmla="*/ 1389 w 5734"/>
              <a:gd name="T13" fmla="*/ 1076 h 5892"/>
              <a:gd name="T14" fmla="*/ 0 w 5734"/>
              <a:gd name="T15" fmla="*/ 2497 h 5892"/>
              <a:gd name="T16" fmla="*/ 1421 w 5734"/>
              <a:gd name="T17" fmla="*/ 3918 h 5892"/>
              <a:gd name="T18" fmla="*/ 2140 w 5734"/>
              <a:gd name="T19" fmla="*/ 3918 h 5892"/>
              <a:gd name="T20" fmla="*/ 2140 w 5734"/>
              <a:gd name="T21" fmla="*/ 4472 h 5892"/>
              <a:gd name="T22" fmla="*/ 1315 w 5734"/>
              <a:gd name="T23" fmla="*/ 4472 h 5892"/>
              <a:gd name="T24" fmla="*/ 954 w 5734"/>
              <a:gd name="T25" fmla="*/ 4259 h 5892"/>
              <a:gd name="T26" fmla="*/ 540 w 5734"/>
              <a:gd name="T27" fmla="*/ 4672 h 5892"/>
              <a:gd name="T28" fmla="*/ 954 w 5734"/>
              <a:gd name="T29" fmla="*/ 5086 h 5892"/>
              <a:gd name="T30" fmla="*/ 1315 w 5734"/>
              <a:gd name="T31" fmla="*/ 4872 h 5892"/>
              <a:gd name="T32" fmla="*/ 2340 w 5734"/>
              <a:gd name="T33" fmla="*/ 4872 h 5892"/>
              <a:gd name="T34" fmla="*/ 2540 w 5734"/>
              <a:gd name="T35" fmla="*/ 4672 h 5892"/>
              <a:gd name="T36" fmla="*/ 2540 w 5734"/>
              <a:gd name="T37" fmla="*/ 3918 h 5892"/>
              <a:gd name="T38" fmla="*/ 2667 w 5734"/>
              <a:gd name="T39" fmla="*/ 3918 h 5892"/>
              <a:gd name="T40" fmla="*/ 2667 w 5734"/>
              <a:gd name="T41" fmla="*/ 5117 h 5892"/>
              <a:gd name="T42" fmla="*/ 2454 w 5734"/>
              <a:gd name="T43" fmla="*/ 5479 h 5892"/>
              <a:gd name="T44" fmla="*/ 2867 w 5734"/>
              <a:gd name="T45" fmla="*/ 5892 h 5892"/>
              <a:gd name="T46" fmla="*/ 3280 w 5734"/>
              <a:gd name="T47" fmla="*/ 5479 h 5892"/>
              <a:gd name="T48" fmla="*/ 3067 w 5734"/>
              <a:gd name="T49" fmla="*/ 5117 h 5892"/>
              <a:gd name="T50" fmla="*/ 3067 w 5734"/>
              <a:gd name="T51" fmla="*/ 3918 h 5892"/>
              <a:gd name="T52" fmla="*/ 3194 w 5734"/>
              <a:gd name="T53" fmla="*/ 3918 h 5892"/>
              <a:gd name="T54" fmla="*/ 3194 w 5734"/>
              <a:gd name="T55" fmla="*/ 4691 h 5892"/>
              <a:gd name="T56" fmla="*/ 3394 w 5734"/>
              <a:gd name="T57" fmla="*/ 4891 h 5892"/>
              <a:gd name="T58" fmla="*/ 4430 w 5734"/>
              <a:gd name="T59" fmla="*/ 4891 h 5892"/>
              <a:gd name="T60" fmla="*/ 4780 w 5734"/>
              <a:gd name="T61" fmla="*/ 5085 h 5892"/>
              <a:gd name="T62" fmla="*/ 5194 w 5734"/>
              <a:gd name="T63" fmla="*/ 4672 h 5892"/>
              <a:gd name="T64" fmla="*/ 4780 w 5734"/>
              <a:gd name="T65" fmla="*/ 4259 h 5892"/>
              <a:gd name="T66" fmla="*/ 4409 w 5734"/>
              <a:gd name="T67" fmla="*/ 4491 h 5892"/>
              <a:gd name="T68" fmla="*/ 3594 w 5734"/>
              <a:gd name="T69" fmla="*/ 4491 h 5892"/>
              <a:gd name="T70" fmla="*/ 3594 w 5734"/>
              <a:gd name="T71" fmla="*/ 3918 h 5892"/>
              <a:gd name="T72" fmla="*/ 4313 w 5734"/>
              <a:gd name="T73" fmla="*/ 3918 h 5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734" h="5892">
                <a:moveTo>
                  <a:pt x="4313" y="3918"/>
                </a:moveTo>
                <a:cubicBezTo>
                  <a:pt x="5096" y="3918"/>
                  <a:pt x="5734" y="3280"/>
                  <a:pt x="5734" y="2497"/>
                </a:cubicBezTo>
                <a:cubicBezTo>
                  <a:pt x="5734" y="1713"/>
                  <a:pt x="5096" y="1076"/>
                  <a:pt x="4313" y="1076"/>
                </a:cubicBezTo>
                <a:cubicBezTo>
                  <a:pt x="4258" y="1076"/>
                  <a:pt x="4203" y="1079"/>
                  <a:pt x="4149" y="1085"/>
                </a:cubicBezTo>
                <a:cubicBezTo>
                  <a:pt x="4084" y="816"/>
                  <a:pt x="3940" y="570"/>
                  <a:pt x="3733" y="378"/>
                </a:cubicBezTo>
                <a:cubicBezTo>
                  <a:pt x="3470" y="134"/>
                  <a:pt x="3127" y="0"/>
                  <a:pt x="2768" y="0"/>
                </a:cubicBezTo>
                <a:cubicBezTo>
                  <a:pt x="2107" y="0"/>
                  <a:pt x="1544" y="451"/>
                  <a:pt x="1389" y="1076"/>
                </a:cubicBezTo>
                <a:cubicBezTo>
                  <a:pt x="620" y="1093"/>
                  <a:pt x="0" y="1724"/>
                  <a:pt x="0" y="2497"/>
                </a:cubicBezTo>
                <a:cubicBezTo>
                  <a:pt x="0" y="3281"/>
                  <a:pt x="638" y="3918"/>
                  <a:pt x="1421" y="3918"/>
                </a:cubicBezTo>
                <a:lnTo>
                  <a:pt x="2140" y="3918"/>
                </a:lnTo>
                <a:lnTo>
                  <a:pt x="2140" y="4472"/>
                </a:lnTo>
                <a:lnTo>
                  <a:pt x="1315" y="4472"/>
                </a:lnTo>
                <a:cubicBezTo>
                  <a:pt x="1245" y="4345"/>
                  <a:pt x="1109" y="4259"/>
                  <a:pt x="954" y="4259"/>
                </a:cubicBezTo>
                <a:cubicBezTo>
                  <a:pt x="726" y="4259"/>
                  <a:pt x="540" y="4444"/>
                  <a:pt x="540" y="4672"/>
                </a:cubicBezTo>
                <a:cubicBezTo>
                  <a:pt x="540" y="4900"/>
                  <a:pt x="726" y="5086"/>
                  <a:pt x="954" y="5086"/>
                </a:cubicBezTo>
                <a:cubicBezTo>
                  <a:pt x="1109" y="5086"/>
                  <a:pt x="1245" y="4999"/>
                  <a:pt x="1315" y="4872"/>
                </a:cubicBezTo>
                <a:lnTo>
                  <a:pt x="2340" y="4872"/>
                </a:lnTo>
                <a:cubicBezTo>
                  <a:pt x="2451" y="4872"/>
                  <a:pt x="2540" y="4783"/>
                  <a:pt x="2540" y="4672"/>
                </a:cubicBezTo>
                <a:lnTo>
                  <a:pt x="2540" y="3918"/>
                </a:lnTo>
                <a:lnTo>
                  <a:pt x="2667" y="3918"/>
                </a:lnTo>
                <a:lnTo>
                  <a:pt x="2667" y="5117"/>
                </a:lnTo>
                <a:cubicBezTo>
                  <a:pt x="2540" y="5188"/>
                  <a:pt x="2454" y="5323"/>
                  <a:pt x="2454" y="5479"/>
                </a:cubicBezTo>
                <a:cubicBezTo>
                  <a:pt x="2454" y="5707"/>
                  <a:pt x="2639" y="5892"/>
                  <a:pt x="2867" y="5892"/>
                </a:cubicBezTo>
                <a:cubicBezTo>
                  <a:pt x="3095" y="5892"/>
                  <a:pt x="3280" y="5707"/>
                  <a:pt x="3280" y="5479"/>
                </a:cubicBezTo>
                <a:cubicBezTo>
                  <a:pt x="3280" y="5323"/>
                  <a:pt x="3194" y="5188"/>
                  <a:pt x="3067" y="5117"/>
                </a:cubicBezTo>
                <a:lnTo>
                  <a:pt x="3067" y="3918"/>
                </a:lnTo>
                <a:lnTo>
                  <a:pt x="3194" y="3918"/>
                </a:lnTo>
                <a:lnTo>
                  <a:pt x="3194" y="4691"/>
                </a:lnTo>
                <a:cubicBezTo>
                  <a:pt x="3194" y="4802"/>
                  <a:pt x="3283" y="4891"/>
                  <a:pt x="3394" y="4891"/>
                </a:cubicBezTo>
                <a:lnTo>
                  <a:pt x="4430" y="4891"/>
                </a:lnTo>
                <a:cubicBezTo>
                  <a:pt x="4503" y="5008"/>
                  <a:pt x="4633" y="5085"/>
                  <a:pt x="4780" y="5085"/>
                </a:cubicBezTo>
                <a:cubicBezTo>
                  <a:pt x="5008" y="5085"/>
                  <a:pt x="5194" y="4900"/>
                  <a:pt x="5194" y="4672"/>
                </a:cubicBezTo>
                <a:cubicBezTo>
                  <a:pt x="5194" y="4444"/>
                  <a:pt x="5008" y="4259"/>
                  <a:pt x="4780" y="4259"/>
                </a:cubicBezTo>
                <a:cubicBezTo>
                  <a:pt x="4617" y="4259"/>
                  <a:pt x="4476" y="4354"/>
                  <a:pt x="4409" y="4491"/>
                </a:cubicBezTo>
                <a:lnTo>
                  <a:pt x="3594" y="4491"/>
                </a:lnTo>
                <a:lnTo>
                  <a:pt x="3594" y="3918"/>
                </a:lnTo>
                <a:lnTo>
                  <a:pt x="4313" y="3918"/>
                </a:ln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endParaRPr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0" name="iṥḷíḓè">
            <a:extLst>
              <a:ext uri="{FF2B5EF4-FFF2-40B4-BE49-F238E27FC236}">
                <a16:creationId xmlns:a16="http://schemas.microsoft.com/office/drawing/2014/main" id="{4BEE5A72-4D6E-4B4B-B6EB-135E6C731716}"/>
              </a:ext>
            </a:extLst>
          </p:cNvPr>
          <p:cNvSpPr/>
          <p:nvPr/>
        </p:nvSpPr>
        <p:spPr bwMode="auto">
          <a:xfrm>
            <a:off x="6845193" y="4624840"/>
            <a:ext cx="1102336" cy="110407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2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>
              <a:cs typeface="+mn-ea"/>
              <a:sym typeface="+mn-lt"/>
            </a:endParaRPr>
          </a:p>
        </p:txBody>
      </p:sp>
      <p:sp>
        <p:nvSpPr>
          <p:cNvPr id="21" name="íṡļiďè">
            <a:extLst>
              <a:ext uri="{FF2B5EF4-FFF2-40B4-BE49-F238E27FC236}">
                <a16:creationId xmlns:a16="http://schemas.microsoft.com/office/drawing/2014/main" id="{225D31E4-8476-4C87-AE9A-0313B6DDFBD2}"/>
              </a:ext>
            </a:extLst>
          </p:cNvPr>
          <p:cNvSpPr/>
          <p:nvPr/>
        </p:nvSpPr>
        <p:spPr>
          <a:xfrm>
            <a:off x="7158093" y="4932386"/>
            <a:ext cx="476538" cy="488977"/>
          </a:xfrm>
          <a:custGeom>
            <a:avLst/>
            <a:gdLst>
              <a:gd name="T0" fmla="*/ 4313 w 5734"/>
              <a:gd name="T1" fmla="*/ 3918 h 5892"/>
              <a:gd name="T2" fmla="*/ 5734 w 5734"/>
              <a:gd name="T3" fmla="*/ 2497 h 5892"/>
              <a:gd name="T4" fmla="*/ 4313 w 5734"/>
              <a:gd name="T5" fmla="*/ 1076 h 5892"/>
              <a:gd name="T6" fmla="*/ 4149 w 5734"/>
              <a:gd name="T7" fmla="*/ 1085 h 5892"/>
              <a:gd name="T8" fmla="*/ 3733 w 5734"/>
              <a:gd name="T9" fmla="*/ 378 h 5892"/>
              <a:gd name="T10" fmla="*/ 2768 w 5734"/>
              <a:gd name="T11" fmla="*/ 0 h 5892"/>
              <a:gd name="T12" fmla="*/ 1389 w 5734"/>
              <a:gd name="T13" fmla="*/ 1076 h 5892"/>
              <a:gd name="T14" fmla="*/ 0 w 5734"/>
              <a:gd name="T15" fmla="*/ 2497 h 5892"/>
              <a:gd name="T16" fmla="*/ 1421 w 5734"/>
              <a:gd name="T17" fmla="*/ 3918 h 5892"/>
              <a:gd name="T18" fmla="*/ 2140 w 5734"/>
              <a:gd name="T19" fmla="*/ 3918 h 5892"/>
              <a:gd name="T20" fmla="*/ 2140 w 5734"/>
              <a:gd name="T21" fmla="*/ 4472 h 5892"/>
              <a:gd name="T22" fmla="*/ 1315 w 5734"/>
              <a:gd name="T23" fmla="*/ 4472 h 5892"/>
              <a:gd name="T24" fmla="*/ 954 w 5734"/>
              <a:gd name="T25" fmla="*/ 4259 h 5892"/>
              <a:gd name="T26" fmla="*/ 540 w 5734"/>
              <a:gd name="T27" fmla="*/ 4672 h 5892"/>
              <a:gd name="T28" fmla="*/ 954 w 5734"/>
              <a:gd name="T29" fmla="*/ 5086 h 5892"/>
              <a:gd name="T30" fmla="*/ 1315 w 5734"/>
              <a:gd name="T31" fmla="*/ 4872 h 5892"/>
              <a:gd name="T32" fmla="*/ 2340 w 5734"/>
              <a:gd name="T33" fmla="*/ 4872 h 5892"/>
              <a:gd name="T34" fmla="*/ 2540 w 5734"/>
              <a:gd name="T35" fmla="*/ 4672 h 5892"/>
              <a:gd name="T36" fmla="*/ 2540 w 5734"/>
              <a:gd name="T37" fmla="*/ 3918 h 5892"/>
              <a:gd name="T38" fmla="*/ 2667 w 5734"/>
              <a:gd name="T39" fmla="*/ 3918 h 5892"/>
              <a:gd name="T40" fmla="*/ 2667 w 5734"/>
              <a:gd name="T41" fmla="*/ 5117 h 5892"/>
              <a:gd name="T42" fmla="*/ 2454 w 5734"/>
              <a:gd name="T43" fmla="*/ 5479 h 5892"/>
              <a:gd name="T44" fmla="*/ 2867 w 5734"/>
              <a:gd name="T45" fmla="*/ 5892 h 5892"/>
              <a:gd name="T46" fmla="*/ 3280 w 5734"/>
              <a:gd name="T47" fmla="*/ 5479 h 5892"/>
              <a:gd name="T48" fmla="*/ 3067 w 5734"/>
              <a:gd name="T49" fmla="*/ 5117 h 5892"/>
              <a:gd name="T50" fmla="*/ 3067 w 5734"/>
              <a:gd name="T51" fmla="*/ 3918 h 5892"/>
              <a:gd name="T52" fmla="*/ 3194 w 5734"/>
              <a:gd name="T53" fmla="*/ 3918 h 5892"/>
              <a:gd name="T54" fmla="*/ 3194 w 5734"/>
              <a:gd name="T55" fmla="*/ 4691 h 5892"/>
              <a:gd name="T56" fmla="*/ 3394 w 5734"/>
              <a:gd name="T57" fmla="*/ 4891 h 5892"/>
              <a:gd name="T58" fmla="*/ 4430 w 5734"/>
              <a:gd name="T59" fmla="*/ 4891 h 5892"/>
              <a:gd name="T60" fmla="*/ 4780 w 5734"/>
              <a:gd name="T61" fmla="*/ 5085 h 5892"/>
              <a:gd name="T62" fmla="*/ 5194 w 5734"/>
              <a:gd name="T63" fmla="*/ 4672 h 5892"/>
              <a:gd name="T64" fmla="*/ 4780 w 5734"/>
              <a:gd name="T65" fmla="*/ 4259 h 5892"/>
              <a:gd name="T66" fmla="*/ 4409 w 5734"/>
              <a:gd name="T67" fmla="*/ 4491 h 5892"/>
              <a:gd name="T68" fmla="*/ 3594 w 5734"/>
              <a:gd name="T69" fmla="*/ 4491 h 5892"/>
              <a:gd name="T70" fmla="*/ 3594 w 5734"/>
              <a:gd name="T71" fmla="*/ 3918 h 5892"/>
              <a:gd name="T72" fmla="*/ 4313 w 5734"/>
              <a:gd name="T73" fmla="*/ 3918 h 58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734" h="5892">
                <a:moveTo>
                  <a:pt x="4313" y="3918"/>
                </a:moveTo>
                <a:cubicBezTo>
                  <a:pt x="5096" y="3918"/>
                  <a:pt x="5734" y="3280"/>
                  <a:pt x="5734" y="2497"/>
                </a:cubicBezTo>
                <a:cubicBezTo>
                  <a:pt x="5734" y="1713"/>
                  <a:pt x="5096" y="1076"/>
                  <a:pt x="4313" y="1076"/>
                </a:cubicBezTo>
                <a:cubicBezTo>
                  <a:pt x="4258" y="1076"/>
                  <a:pt x="4203" y="1079"/>
                  <a:pt x="4149" y="1085"/>
                </a:cubicBezTo>
                <a:cubicBezTo>
                  <a:pt x="4084" y="816"/>
                  <a:pt x="3940" y="570"/>
                  <a:pt x="3733" y="378"/>
                </a:cubicBezTo>
                <a:cubicBezTo>
                  <a:pt x="3470" y="134"/>
                  <a:pt x="3127" y="0"/>
                  <a:pt x="2768" y="0"/>
                </a:cubicBezTo>
                <a:cubicBezTo>
                  <a:pt x="2107" y="0"/>
                  <a:pt x="1544" y="451"/>
                  <a:pt x="1389" y="1076"/>
                </a:cubicBezTo>
                <a:cubicBezTo>
                  <a:pt x="620" y="1093"/>
                  <a:pt x="0" y="1724"/>
                  <a:pt x="0" y="2497"/>
                </a:cubicBezTo>
                <a:cubicBezTo>
                  <a:pt x="0" y="3281"/>
                  <a:pt x="638" y="3918"/>
                  <a:pt x="1421" y="3918"/>
                </a:cubicBezTo>
                <a:lnTo>
                  <a:pt x="2140" y="3918"/>
                </a:lnTo>
                <a:lnTo>
                  <a:pt x="2140" y="4472"/>
                </a:lnTo>
                <a:lnTo>
                  <a:pt x="1315" y="4472"/>
                </a:lnTo>
                <a:cubicBezTo>
                  <a:pt x="1245" y="4345"/>
                  <a:pt x="1109" y="4259"/>
                  <a:pt x="954" y="4259"/>
                </a:cubicBezTo>
                <a:cubicBezTo>
                  <a:pt x="726" y="4259"/>
                  <a:pt x="540" y="4444"/>
                  <a:pt x="540" y="4672"/>
                </a:cubicBezTo>
                <a:cubicBezTo>
                  <a:pt x="540" y="4900"/>
                  <a:pt x="726" y="5086"/>
                  <a:pt x="954" y="5086"/>
                </a:cubicBezTo>
                <a:cubicBezTo>
                  <a:pt x="1109" y="5086"/>
                  <a:pt x="1245" y="4999"/>
                  <a:pt x="1315" y="4872"/>
                </a:cubicBezTo>
                <a:lnTo>
                  <a:pt x="2340" y="4872"/>
                </a:lnTo>
                <a:cubicBezTo>
                  <a:pt x="2451" y="4872"/>
                  <a:pt x="2540" y="4783"/>
                  <a:pt x="2540" y="4672"/>
                </a:cubicBezTo>
                <a:lnTo>
                  <a:pt x="2540" y="3918"/>
                </a:lnTo>
                <a:lnTo>
                  <a:pt x="2667" y="3918"/>
                </a:lnTo>
                <a:lnTo>
                  <a:pt x="2667" y="5117"/>
                </a:lnTo>
                <a:cubicBezTo>
                  <a:pt x="2540" y="5188"/>
                  <a:pt x="2454" y="5323"/>
                  <a:pt x="2454" y="5479"/>
                </a:cubicBezTo>
                <a:cubicBezTo>
                  <a:pt x="2454" y="5707"/>
                  <a:pt x="2639" y="5892"/>
                  <a:pt x="2867" y="5892"/>
                </a:cubicBezTo>
                <a:cubicBezTo>
                  <a:pt x="3095" y="5892"/>
                  <a:pt x="3280" y="5707"/>
                  <a:pt x="3280" y="5479"/>
                </a:cubicBezTo>
                <a:cubicBezTo>
                  <a:pt x="3280" y="5323"/>
                  <a:pt x="3194" y="5188"/>
                  <a:pt x="3067" y="5117"/>
                </a:cubicBezTo>
                <a:lnTo>
                  <a:pt x="3067" y="3918"/>
                </a:lnTo>
                <a:lnTo>
                  <a:pt x="3194" y="3918"/>
                </a:lnTo>
                <a:lnTo>
                  <a:pt x="3194" y="4691"/>
                </a:lnTo>
                <a:cubicBezTo>
                  <a:pt x="3194" y="4802"/>
                  <a:pt x="3283" y="4891"/>
                  <a:pt x="3394" y="4891"/>
                </a:cubicBezTo>
                <a:lnTo>
                  <a:pt x="4430" y="4891"/>
                </a:lnTo>
                <a:cubicBezTo>
                  <a:pt x="4503" y="5008"/>
                  <a:pt x="4633" y="5085"/>
                  <a:pt x="4780" y="5085"/>
                </a:cubicBezTo>
                <a:cubicBezTo>
                  <a:pt x="5008" y="5085"/>
                  <a:pt x="5194" y="4900"/>
                  <a:pt x="5194" y="4672"/>
                </a:cubicBezTo>
                <a:cubicBezTo>
                  <a:pt x="5194" y="4444"/>
                  <a:pt x="5008" y="4259"/>
                  <a:pt x="4780" y="4259"/>
                </a:cubicBezTo>
                <a:cubicBezTo>
                  <a:pt x="4617" y="4259"/>
                  <a:pt x="4476" y="4354"/>
                  <a:pt x="4409" y="4491"/>
                </a:cubicBezTo>
                <a:lnTo>
                  <a:pt x="3594" y="4491"/>
                </a:lnTo>
                <a:lnTo>
                  <a:pt x="3594" y="3918"/>
                </a:lnTo>
                <a:lnTo>
                  <a:pt x="4313" y="3918"/>
                </a:ln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endParaRPr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2D35580-E6EA-4AC0-AF76-4E8B5B859F0C}"/>
              </a:ext>
            </a:extLst>
          </p:cNvPr>
          <p:cNvCxnSpPr>
            <a:stCxn id="14" idx="5"/>
            <a:endCxn id="20" idx="1"/>
          </p:cNvCxnSpPr>
          <p:nvPr/>
        </p:nvCxnSpPr>
        <p:spPr>
          <a:xfrm>
            <a:off x="5185373" y="2844704"/>
            <a:ext cx="1821252" cy="194182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ï$lïḓê">
            <a:extLst>
              <a:ext uri="{FF2B5EF4-FFF2-40B4-BE49-F238E27FC236}">
                <a16:creationId xmlns:a16="http://schemas.microsoft.com/office/drawing/2014/main" id="{C590CFC8-CD32-4A29-8F53-B4A2ED7CD960}"/>
              </a:ext>
            </a:extLst>
          </p:cNvPr>
          <p:cNvSpPr/>
          <p:nvPr/>
        </p:nvSpPr>
        <p:spPr bwMode="auto">
          <a:xfrm>
            <a:off x="5345811" y="3064249"/>
            <a:ext cx="1500375" cy="1502735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id-ID" sz="1400" b="1">
                <a:solidFill>
                  <a:schemeClr val="lt1"/>
                </a:solidFill>
                <a:cs typeface="+mn-ea"/>
                <a:sym typeface="+mn-lt"/>
              </a:rPr>
              <a:t>Text</a:t>
            </a:r>
          </a:p>
        </p:txBody>
      </p:sp>
      <p:sp>
        <p:nvSpPr>
          <p:cNvPr id="5" name="íşliḑé">
            <a:extLst>
              <a:ext uri="{FF2B5EF4-FFF2-40B4-BE49-F238E27FC236}">
                <a16:creationId xmlns:a16="http://schemas.microsoft.com/office/drawing/2014/main" id="{A3B3FC82-9DD8-4A3A-B098-51233C6EA5F1}"/>
              </a:ext>
            </a:extLst>
          </p:cNvPr>
          <p:cNvSpPr txBox="1"/>
          <p:nvPr/>
        </p:nvSpPr>
        <p:spPr bwMode="auto">
          <a:xfrm>
            <a:off x="1109186" y="1857568"/>
            <a:ext cx="2723706" cy="40606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6" name="i$ḷîde">
            <a:extLst>
              <a:ext uri="{FF2B5EF4-FFF2-40B4-BE49-F238E27FC236}">
                <a16:creationId xmlns:a16="http://schemas.microsoft.com/office/drawing/2014/main" id="{C0F1DCB6-0A02-42BF-8F12-65088906B735}"/>
              </a:ext>
            </a:extLst>
          </p:cNvPr>
          <p:cNvSpPr/>
          <p:nvPr/>
        </p:nvSpPr>
        <p:spPr bwMode="auto">
          <a:xfrm>
            <a:off x="1109186" y="2263636"/>
            <a:ext cx="2723706" cy="97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7" name="iṡḷíḓê">
            <a:extLst>
              <a:ext uri="{FF2B5EF4-FFF2-40B4-BE49-F238E27FC236}">
                <a16:creationId xmlns:a16="http://schemas.microsoft.com/office/drawing/2014/main" id="{2CD2B787-BCE7-4F7A-B898-FF8AE2E6664E}"/>
              </a:ext>
            </a:extLst>
          </p:cNvPr>
          <p:cNvSpPr txBox="1"/>
          <p:nvPr/>
        </p:nvSpPr>
        <p:spPr bwMode="auto">
          <a:xfrm>
            <a:off x="8359108" y="1857568"/>
            <a:ext cx="2723706" cy="40606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8" name="îś1îḋe">
            <a:extLst>
              <a:ext uri="{FF2B5EF4-FFF2-40B4-BE49-F238E27FC236}">
                <a16:creationId xmlns:a16="http://schemas.microsoft.com/office/drawing/2014/main" id="{F600411F-EC8B-46F1-A781-BDF28DF919C6}"/>
              </a:ext>
            </a:extLst>
          </p:cNvPr>
          <p:cNvSpPr/>
          <p:nvPr/>
        </p:nvSpPr>
        <p:spPr bwMode="auto">
          <a:xfrm>
            <a:off x="8359108" y="2263636"/>
            <a:ext cx="2723706" cy="97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9" name="íşḻîďe">
            <a:extLst>
              <a:ext uri="{FF2B5EF4-FFF2-40B4-BE49-F238E27FC236}">
                <a16:creationId xmlns:a16="http://schemas.microsoft.com/office/drawing/2014/main" id="{2A272132-CC73-4DF5-970B-375B8909ABA8}"/>
              </a:ext>
            </a:extLst>
          </p:cNvPr>
          <p:cNvSpPr txBox="1"/>
          <p:nvPr/>
        </p:nvSpPr>
        <p:spPr bwMode="auto">
          <a:xfrm>
            <a:off x="1109186" y="4347375"/>
            <a:ext cx="2723706" cy="40606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0" name="ïšļîďe">
            <a:extLst>
              <a:ext uri="{FF2B5EF4-FFF2-40B4-BE49-F238E27FC236}">
                <a16:creationId xmlns:a16="http://schemas.microsoft.com/office/drawing/2014/main" id="{215C43E8-71F9-4B26-B9E7-0CB53E35FC2F}"/>
              </a:ext>
            </a:extLst>
          </p:cNvPr>
          <p:cNvSpPr/>
          <p:nvPr/>
        </p:nvSpPr>
        <p:spPr bwMode="auto">
          <a:xfrm>
            <a:off x="1109186" y="4753443"/>
            <a:ext cx="2723706" cy="97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1" name="isḻiḍé">
            <a:extLst>
              <a:ext uri="{FF2B5EF4-FFF2-40B4-BE49-F238E27FC236}">
                <a16:creationId xmlns:a16="http://schemas.microsoft.com/office/drawing/2014/main" id="{4C5BEDEB-4520-4CF3-AD3F-1E28005D0922}"/>
              </a:ext>
            </a:extLst>
          </p:cNvPr>
          <p:cNvSpPr txBox="1"/>
          <p:nvPr/>
        </p:nvSpPr>
        <p:spPr bwMode="auto">
          <a:xfrm>
            <a:off x="8359108" y="4347375"/>
            <a:ext cx="2723706" cy="406067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2" name="îšlîdé">
            <a:extLst>
              <a:ext uri="{FF2B5EF4-FFF2-40B4-BE49-F238E27FC236}">
                <a16:creationId xmlns:a16="http://schemas.microsoft.com/office/drawing/2014/main" id="{1427807D-1A3E-4557-97C8-01EAFE2B0704}"/>
              </a:ext>
            </a:extLst>
          </p:cNvPr>
          <p:cNvSpPr/>
          <p:nvPr/>
        </p:nvSpPr>
        <p:spPr bwMode="auto">
          <a:xfrm>
            <a:off x="8359108" y="4753443"/>
            <a:ext cx="2723706" cy="975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3492137-688B-479A-83E2-2CB9FFDD8E4D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C2602DE2-2A3A-4DF2-A992-F576D4B1C76B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F9FF9E1D-B24D-4EB0-B9AB-4FB0FA2797C6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BDC5D673-6B8F-4383-93D3-069D3101FFA9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8" name="弧形 27">
              <a:extLst>
                <a:ext uri="{FF2B5EF4-FFF2-40B4-BE49-F238E27FC236}">
                  <a16:creationId xmlns:a16="http://schemas.microsoft.com/office/drawing/2014/main" id="{3349B075-ECBE-4EAB-B9FF-3E9591091CB9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386B4FD-F49E-4C8B-8A1E-3E2D9CF97F6F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E03D60AD-B9A6-4523-9038-05FF9677638A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DB26C861-85BE-483F-A9C3-B0786F127CF5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2477446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îṣlîḋe">
            <a:extLst>
              <a:ext uri="{FF2B5EF4-FFF2-40B4-BE49-F238E27FC236}">
                <a16:creationId xmlns:a16="http://schemas.microsoft.com/office/drawing/2014/main" id="{162CEF5B-191B-45E0-9537-611CF02D6940}"/>
              </a:ext>
            </a:extLst>
          </p:cNvPr>
          <p:cNvGrpSpPr/>
          <p:nvPr/>
        </p:nvGrpSpPr>
        <p:grpSpPr>
          <a:xfrm>
            <a:off x="7579737" y="1672786"/>
            <a:ext cx="3003066" cy="3816356"/>
            <a:chOff x="913612" y="2139122"/>
            <a:chExt cx="2417684" cy="3072445"/>
          </a:xfrm>
        </p:grpSpPr>
        <p:sp>
          <p:nvSpPr>
            <p:cNvPr id="20" name="ísļíḓè">
              <a:extLst>
                <a:ext uri="{FF2B5EF4-FFF2-40B4-BE49-F238E27FC236}">
                  <a16:creationId xmlns:a16="http://schemas.microsoft.com/office/drawing/2014/main" id="{7F9E2DEF-272F-45AE-885C-51DF4A8AB1B2}"/>
                </a:ext>
              </a:extLst>
            </p:cNvPr>
            <p:cNvSpPr/>
            <p:nvPr/>
          </p:nvSpPr>
          <p:spPr>
            <a:xfrm>
              <a:off x="913612" y="2139122"/>
              <a:ext cx="2417684" cy="2417684"/>
            </a:xfrm>
            <a:prstGeom prst="roundRect">
              <a:avLst>
                <a:gd name="adj" fmla="val 6455"/>
              </a:avLst>
            </a:prstGeom>
            <a:blipFill>
              <a:blip r:embed="Rd1ec0374766b472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23324" r="-23128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ïSḻíḋé">
              <a:extLst>
                <a:ext uri="{FF2B5EF4-FFF2-40B4-BE49-F238E27FC236}">
                  <a16:creationId xmlns:a16="http://schemas.microsoft.com/office/drawing/2014/main" id="{42C8652F-0F40-49BD-9547-1372B57F79BF}"/>
                </a:ext>
              </a:extLst>
            </p:cNvPr>
            <p:cNvSpPr/>
            <p:nvPr/>
          </p:nvSpPr>
          <p:spPr>
            <a:xfrm>
              <a:off x="1526965" y="4135627"/>
              <a:ext cx="1075940" cy="10759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5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îṧ1îdè">
              <a:extLst>
                <a:ext uri="{FF2B5EF4-FFF2-40B4-BE49-F238E27FC236}">
                  <a16:creationId xmlns:a16="http://schemas.microsoft.com/office/drawing/2014/main" id="{59F80E70-09CD-4B70-9071-387689DDCC31}"/>
                </a:ext>
              </a:extLst>
            </p:cNvPr>
            <p:cNvSpPr/>
            <p:nvPr/>
          </p:nvSpPr>
          <p:spPr bwMode="auto">
            <a:xfrm>
              <a:off x="1750930" y="4388964"/>
              <a:ext cx="628010" cy="569266"/>
            </a:xfrm>
            <a:custGeom>
              <a:avLst/>
              <a:gdLst>
                <a:gd name="connsiteX0" fmla="*/ 381535 w 609619"/>
                <a:gd name="connsiteY0" fmla="*/ 212929 h 552596"/>
                <a:gd name="connsiteX1" fmla="*/ 352835 w 609619"/>
                <a:gd name="connsiteY1" fmla="*/ 263726 h 552596"/>
                <a:gd name="connsiteX2" fmla="*/ 381535 w 609619"/>
                <a:gd name="connsiteY2" fmla="*/ 263726 h 552596"/>
                <a:gd name="connsiteX3" fmla="*/ 378170 w 609619"/>
                <a:gd name="connsiteY3" fmla="*/ 162879 h 552596"/>
                <a:gd name="connsiteX4" fmla="*/ 416031 w 609619"/>
                <a:gd name="connsiteY4" fmla="*/ 162879 h 552596"/>
                <a:gd name="connsiteX5" fmla="*/ 427063 w 609619"/>
                <a:gd name="connsiteY5" fmla="*/ 173897 h 552596"/>
                <a:gd name="connsiteX6" fmla="*/ 427063 w 609619"/>
                <a:gd name="connsiteY6" fmla="*/ 263726 h 552596"/>
                <a:gd name="connsiteX7" fmla="*/ 436692 w 609619"/>
                <a:gd name="connsiteY7" fmla="*/ 263726 h 552596"/>
                <a:gd name="connsiteX8" fmla="*/ 447723 w 609619"/>
                <a:gd name="connsiteY8" fmla="*/ 274745 h 552596"/>
                <a:gd name="connsiteX9" fmla="*/ 447723 w 609619"/>
                <a:gd name="connsiteY9" fmla="*/ 290245 h 552596"/>
                <a:gd name="connsiteX10" fmla="*/ 436692 w 609619"/>
                <a:gd name="connsiteY10" fmla="*/ 301264 h 552596"/>
                <a:gd name="connsiteX11" fmla="*/ 427063 w 609619"/>
                <a:gd name="connsiteY11" fmla="*/ 301264 h 552596"/>
                <a:gd name="connsiteX12" fmla="*/ 427063 w 609619"/>
                <a:gd name="connsiteY12" fmla="*/ 331238 h 552596"/>
                <a:gd name="connsiteX13" fmla="*/ 416031 w 609619"/>
                <a:gd name="connsiteY13" fmla="*/ 342256 h 552596"/>
                <a:gd name="connsiteX14" fmla="*/ 392567 w 609619"/>
                <a:gd name="connsiteY14" fmla="*/ 342256 h 552596"/>
                <a:gd name="connsiteX15" fmla="*/ 381535 w 609619"/>
                <a:gd name="connsiteY15" fmla="*/ 331238 h 552596"/>
                <a:gd name="connsiteX16" fmla="*/ 381535 w 609619"/>
                <a:gd name="connsiteY16" fmla="*/ 301264 h 552596"/>
                <a:gd name="connsiteX17" fmla="*/ 316282 w 609619"/>
                <a:gd name="connsiteY17" fmla="*/ 301264 h 552596"/>
                <a:gd name="connsiteX18" fmla="*/ 305251 w 609619"/>
                <a:gd name="connsiteY18" fmla="*/ 290245 h 552596"/>
                <a:gd name="connsiteX19" fmla="*/ 305251 w 609619"/>
                <a:gd name="connsiteY19" fmla="*/ 273437 h 552596"/>
                <a:gd name="connsiteX20" fmla="*/ 306934 w 609619"/>
                <a:gd name="connsiteY20" fmla="*/ 267648 h 552596"/>
                <a:gd name="connsiteX21" fmla="*/ 368821 w 609619"/>
                <a:gd name="connsiteY21" fmla="*/ 168015 h 552596"/>
                <a:gd name="connsiteX22" fmla="*/ 378170 w 609619"/>
                <a:gd name="connsiteY22" fmla="*/ 162879 h 552596"/>
                <a:gd name="connsiteX23" fmla="*/ 234995 w 609619"/>
                <a:gd name="connsiteY23" fmla="*/ 159916 h 552596"/>
                <a:gd name="connsiteX24" fmla="*/ 299038 w 609619"/>
                <a:gd name="connsiteY24" fmla="*/ 217615 h 552596"/>
                <a:gd name="connsiteX25" fmla="*/ 252105 w 609619"/>
                <a:gd name="connsiteY25" fmla="*/ 294361 h 552596"/>
                <a:gd name="connsiteX26" fmla="*/ 251824 w 609619"/>
                <a:gd name="connsiteY26" fmla="*/ 294641 h 552596"/>
                <a:gd name="connsiteX27" fmla="*/ 243129 w 609619"/>
                <a:gd name="connsiteY27" fmla="*/ 301830 h 552596"/>
                <a:gd name="connsiteX28" fmla="*/ 291185 w 609619"/>
                <a:gd name="connsiteY28" fmla="*/ 301830 h 552596"/>
                <a:gd name="connsiteX29" fmla="*/ 302217 w 609619"/>
                <a:gd name="connsiteY29" fmla="*/ 312847 h 552596"/>
                <a:gd name="connsiteX30" fmla="*/ 302217 w 609619"/>
                <a:gd name="connsiteY30" fmla="*/ 331240 h 552596"/>
                <a:gd name="connsiteX31" fmla="*/ 291185 w 609619"/>
                <a:gd name="connsiteY31" fmla="*/ 342257 h 552596"/>
                <a:gd name="connsiteX32" fmla="*/ 183761 w 609619"/>
                <a:gd name="connsiteY32" fmla="*/ 342257 h 552596"/>
                <a:gd name="connsiteX33" fmla="*/ 172729 w 609619"/>
                <a:gd name="connsiteY33" fmla="*/ 331240 h 552596"/>
                <a:gd name="connsiteX34" fmla="*/ 172729 w 609619"/>
                <a:gd name="connsiteY34" fmla="*/ 317515 h 552596"/>
                <a:gd name="connsiteX35" fmla="*/ 176375 w 609619"/>
                <a:gd name="connsiteY35" fmla="*/ 309299 h 552596"/>
                <a:gd name="connsiteX36" fmla="*/ 196102 w 609619"/>
                <a:gd name="connsiteY36" fmla="*/ 291467 h 552596"/>
                <a:gd name="connsiteX37" fmla="*/ 251450 w 609619"/>
                <a:gd name="connsiteY37" fmla="*/ 220976 h 552596"/>
                <a:gd name="connsiteX38" fmla="*/ 226768 w 609619"/>
                <a:gd name="connsiteY38" fmla="*/ 199596 h 552596"/>
                <a:gd name="connsiteX39" fmla="*/ 199188 w 609619"/>
                <a:gd name="connsiteY39" fmla="*/ 208279 h 552596"/>
                <a:gd name="connsiteX40" fmla="*/ 189838 w 609619"/>
                <a:gd name="connsiteY40" fmla="*/ 209399 h 552596"/>
                <a:gd name="connsiteX41" fmla="*/ 183107 w 609619"/>
                <a:gd name="connsiteY41" fmla="*/ 202957 h 552596"/>
                <a:gd name="connsiteX42" fmla="*/ 177217 w 609619"/>
                <a:gd name="connsiteY42" fmla="*/ 188112 h 552596"/>
                <a:gd name="connsiteX43" fmla="*/ 181611 w 609619"/>
                <a:gd name="connsiteY43" fmla="*/ 174761 h 552596"/>
                <a:gd name="connsiteX44" fmla="*/ 234995 w 609619"/>
                <a:gd name="connsiteY44" fmla="*/ 159916 h 552596"/>
                <a:gd name="connsiteX45" fmla="*/ 72010 w 609619"/>
                <a:gd name="connsiteY45" fmla="*/ 115246 h 552596"/>
                <a:gd name="connsiteX46" fmla="*/ 113065 w 609619"/>
                <a:gd name="connsiteY46" fmla="*/ 229459 h 552596"/>
                <a:gd name="connsiteX47" fmla="*/ 77528 w 609619"/>
                <a:gd name="connsiteY47" fmla="*/ 248416 h 552596"/>
                <a:gd name="connsiteX48" fmla="*/ 94736 w 609619"/>
                <a:gd name="connsiteY48" fmla="*/ 313040 h 552596"/>
                <a:gd name="connsiteX49" fmla="*/ 115684 w 609619"/>
                <a:gd name="connsiteY49" fmla="*/ 359640 h 552596"/>
                <a:gd name="connsiteX50" fmla="*/ 137194 w 609619"/>
                <a:gd name="connsiteY50" fmla="*/ 394474 h 552596"/>
                <a:gd name="connsiteX51" fmla="*/ 180400 w 609619"/>
                <a:gd name="connsiteY51" fmla="*/ 445556 h 552596"/>
                <a:gd name="connsiteX52" fmla="*/ 216311 w 609619"/>
                <a:gd name="connsiteY52" fmla="*/ 427346 h 552596"/>
                <a:gd name="connsiteX53" fmla="*/ 286544 w 609619"/>
                <a:gd name="connsiteY53" fmla="*/ 526336 h 552596"/>
                <a:gd name="connsiteX54" fmla="*/ 108764 w 609619"/>
                <a:gd name="connsiteY54" fmla="*/ 475253 h 552596"/>
                <a:gd name="connsiteX55" fmla="*/ 53868 w 609619"/>
                <a:gd name="connsiteY55" fmla="*/ 391859 h 552596"/>
                <a:gd name="connsiteX56" fmla="*/ 49285 w 609619"/>
                <a:gd name="connsiteY56" fmla="*/ 382800 h 552596"/>
                <a:gd name="connsiteX57" fmla="*/ 12158 w 609619"/>
                <a:gd name="connsiteY57" fmla="*/ 290160 h 552596"/>
                <a:gd name="connsiteX58" fmla="*/ 72010 w 609619"/>
                <a:gd name="connsiteY58" fmla="*/ 115246 h 552596"/>
                <a:gd name="connsiteX59" fmla="*/ 334262 w 609619"/>
                <a:gd name="connsiteY59" fmla="*/ 651 h 552596"/>
                <a:gd name="connsiteX60" fmla="*/ 471849 w 609619"/>
                <a:gd name="connsiteY60" fmla="*/ 53637 h 552596"/>
                <a:gd name="connsiteX61" fmla="*/ 535254 w 609619"/>
                <a:gd name="connsiteY61" fmla="*/ 125634 h 552596"/>
                <a:gd name="connsiteX62" fmla="*/ 601933 w 609619"/>
                <a:gd name="connsiteY62" fmla="*/ 161959 h 552596"/>
                <a:gd name="connsiteX63" fmla="*/ 609601 w 609619"/>
                <a:gd name="connsiteY63" fmla="*/ 175779 h 552596"/>
                <a:gd name="connsiteX64" fmla="*/ 600343 w 609619"/>
                <a:gd name="connsiteY64" fmla="*/ 188479 h 552596"/>
                <a:gd name="connsiteX65" fmla="*/ 564806 w 609619"/>
                <a:gd name="connsiteY65" fmla="*/ 202486 h 552596"/>
                <a:gd name="connsiteX66" fmla="*/ 568173 w 609619"/>
                <a:gd name="connsiteY66" fmla="*/ 222843 h 552596"/>
                <a:gd name="connsiteX67" fmla="*/ 516457 w 609619"/>
                <a:gd name="connsiteY67" fmla="*/ 410446 h 552596"/>
                <a:gd name="connsiteX68" fmla="*/ 347001 w 609619"/>
                <a:gd name="connsiteY68" fmla="*/ 506628 h 552596"/>
                <a:gd name="connsiteX69" fmla="*/ 343728 w 609619"/>
                <a:gd name="connsiteY69" fmla="*/ 506815 h 552596"/>
                <a:gd name="connsiteX70" fmla="*/ 317543 w 609619"/>
                <a:gd name="connsiteY70" fmla="*/ 483750 h 552596"/>
                <a:gd name="connsiteX71" fmla="*/ 340455 w 609619"/>
                <a:gd name="connsiteY71" fmla="*/ 454242 h 552596"/>
                <a:gd name="connsiteX72" fmla="*/ 474748 w 609619"/>
                <a:gd name="connsiteY72" fmla="*/ 378043 h 552596"/>
                <a:gd name="connsiteX73" fmla="*/ 515802 w 609619"/>
                <a:gd name="connsiteY73" fmla="*/ 229380 h 552596"/>
                <a:gd name="connsiteX74" fmla="*/ 514774 w 609619"/>
                <a:gd name="connsiteY74" fmla="*/ 222283 h 552596"/>
                <a:gd name="connsiteX75" fmla="*/ 478488 w 609619"/>
                <a:gd name="connsiteY75" fmla="*/ 236570 h 552596"/>
                <a:gd name="connsiteX76" fmla="*/ 462964 w 609619"/>
                <a:gd name="connsiteY76" fmla="*/ 233582 h 552596"/>
                <a:gd name="connsiteX77" fmla="*/ 459130 w 609619"/>
                <a:gd name="connsiteY77" fmla="*/ 218268 h 552596"/>
                <a:gd name="connsiteX78" fmla="*/ 483913 w 609619"/>
                <a:gd name="connsiteY78" fmla="*/ 143283 h 552596"/>
                <a:gd name="connsiteX79" fmla="*/ 290516 w 609619"/>
                <a:gd name="connsiteY79" fmla="*/ 54291 h 552596"/>
                <a:gd name="connsiteX80" fmla="*/ 170719 w 609619"/>
                <a:gd name="connsiteY80" fmla="*/ 113961 h 552596"/>
                <a:gd name="connsiteX81" fmla="*/ 133312 w 609619"/>
                <a:gd name="connsiteY81" fmla="*/ 114521 h 552596"/>
                <a:gd name="connsiteX82" fmla="*/ 132751 w 609619"/>
                <a:gd name="connsiteY82" fmla="*/ 77262 h 552596"/>
                <a:gd name="connsiteX83" fmla="*/ 283970 w 609619"/>
                <a:gd name="connsiteY83" fmla="*/ 1997 h 552596"/>
                <a:gd name="connsiteX84" fmla="*/ 334262 w 609619"/>
                <a:gd name="connsiteY84" fmla="*/ 651 h 55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09619" h="552596">
                  <a:moveTo>
                    <a:pt x="381535" y="212929"/>
                  </a:moveTo>
                  <a:lnTo>
                    <a:pt x="352835" y="263726"/>
                  </a:lnTo>
                  <a:lnTo>
                    <a:pt x="381535" y="263726"/>
                  </a:lnTo>
                  <a:close/>
                  <a:moveTo>
                    <a:pt x="378170" y="162879"/>
                  </a:moveTo>
                  <a:lnTo>
                    <a:pt x="416031" y="162879"/>
                  </a:lnTo>
                  <a:cubicBezTo>
                    <a:pt x="422108" y="162879"/>
                    <a:pt x="427063" y="167828"/>
                    <a:pt x="427063" y="173897"/>
                  </a:cubicBezTo>
                  <a:lnTo>
                    <a:pt x="427063" y="263726"/>
                  </a:lnTo>
                  <a:lnTo>
                    <a:pt x="436692" y="263726"/>
                  </a:lnTo>
                  <a:cubicBezTo>
                    <a:pt x="442768" y="263726"/>
                    <a:pt x="447723" y="268675"/>
                    <a:pt x="447723" y="274745"/>
                  </a:cubicBezTo>
                  <a:lnTo>
                    <a:pt x="447723" y="290245"/>
                  </a:lnTo>
                  <a:cubicBezTo>
                    <a:pt x="447723" y="296315"/>
                    <a:pt x="442768" y="301264"/>
                    <a:pt x="436692" y="301264"/>
                  </a:cubicBezTo>
                  <a:lnTo>
                    <a:pt x="427063" y="301264"/>
                  </a:lnTo>
                  <a:lnTo>
                    <a:pt x="427063" y="331238"/>
                  </a:lnTo>
                  <a:cubicBezTo>
                    <a:pt x="427063" y="337307"/>
                    <a:pt x="422108" y="342256"/>
                    <a:pt x="416031" y="342256"/>
                  </a:cubicBezTo>
                  <a:lnTo>
                    <a:pt x="392567" y="342256"/>
                  </a:lnTo>
                  <a:cubicBezTo>
                    <a:pt x="386490" y="342256"/>
                    <a:pt x="381535" y="337307"/>
                    <a:pt x="381535" y="331238"/>
                  </a:cubicBezTo>
                  <a:lnTo>
                    <a:pt x="381535" y="301264"/>
                  </a:lnTo>
                  <a:lnTo>
                    <a:pt x="316282" y="301264"/>
                  </a:lnTo>
                  <a:cubicBezTo>
                    <a:pt x="310206" y="301264"/>
                    <a:pt x="305251" y="296315"/>
                    <a:pt x="305251" y="290245"/>
                  </a:cubicBezTo>
                  <a:lnTo>
                    <a:pt x="305251" y="273437"/>
                  </a:lnTo>
                  <a:cubicBezTo>
                    <a:pt x="305251" y="271383"/>
                    <a:pt x="305812" y="269329"/>
                    <a:pt x="306934" y="267648"/>
                  </a:cubicBezTo>
                  <a:lnTo>
                    <a:pt x="368821" y="168015"/>
                  </a:lnTo>
                  <a:cubicBezTo>
                    <a:pt x="370878" y="164840"/>
                    <a:pt x="374430" y="162879"/>
                    <a:pt x="378170" y="162879"/>
                  </a:cubicBezTo>
                  <a:close/>
                  <a:moveTo>
                    <a:pt x="234995" y="159916"/>
                  </a:moveTo>
                  <a:cubicBezTo>
                    <a:pt x="273889" y="159916"/>
                    <a:pt x="299038" y="182604"/>
                    <a:pt x="299038" y="217615"/>
                  </a:cubicBezTo>
                  <a:cubicBezTo>
                    <a:pt x="299038" y="246558"/>
                    <a:pt x="280246" y="269246"/>
                    <a:pt x="252105" y="294361"/>
                  </a:cubicBezTo>
                  <a:cubicBezTo>
                    <a:pt x="252011" y="294454"/>
                    <a:pt x="251918" y="294548"/>
                    <a:pt x="251824" y="294641"/>
                  </a:cubicBezTo>
                  <a:lnTo>
                    <a:pt x="243129" y="301830"/>
                  </a:lnTo>
                  <a:lnTo>
                    <a:pt x="291185" y="301830"/>
                  </a:lnTo>
                  <a:cubicBezTo>
                    <a:pt x="297262" y="301830"/>
                    <a:pt x="302217" y="306778"/>
                    <a:pt x="302217" y="312847"/>
                  </a:cubicBezTo>
                  <a:lnTo>
                    <a:pt x="302217" y="331240"/>
                  </a:lnTo>
                  <a:cubicBezTo>
                    <a:pt x="302217" y="337309"/>
                    <a:pt x="297262" y="342257"/>
                    <a:pt x="291185" y="342257"/>
                  </a:cubicBezTo>
                  <a:lnTo>
                    <a:pt x="183761" y="342257"/>
                  </a:lnTo>
                  <a:cubicBezTo>
                    <a:pt x="177684" y="342257"/>
                    <a:pt x="172729" y="337309"/>
                    <a:pt x="172729" y="331240"/>
                  </a:cubicBezTo>
                  <a:lnTo>
                    <a:pt x="172729" y="317515"/>
                  </a:lnTo>
                  <a:cubicBezTo>
                    <a:pt x="172729" y="314341"/>
                    <a:pt x="174038" y="311447"/>
                    <a:pt x="176375" y="309299"/>
                  </a:cubicBezTo>
                  <a:lnTo>
                    <a:pt x="196102" y="291467"/>
                  </a:lnTo>
                  <a:cubicBezTo>
                    <a:pt x="233219" y="258322"/>
                    <a:pt x="250889" y="239369"/>
                    <a:pt x="251450" y="220976"/>
                  </a:cubicBezTo>
                  <a:cubicBezTo>
                    <a:pt x="251357" y="212947"/>
                    <a:pt x="248178" y="199596"/>
                    <a:pt x="226768" y="199596"/>
                  </a:cubicBezTo>
                  <a:cubicBezTo>
                    <a:pt x="217793" y="199596"/>
                    <a:pt x="208537" y="202490"/>
                    <a:pt x="199188" y="208279"/>
                  </a:cubicBezTo>
                  <a:cubicBezTo>
                    <a:pt x="196383" y="210053"/>
                    <a:pt x="192924" y="210426"/>
                    <a:pt x="189838" y="209399"/>
                  </a:cubicBezTo>
                  <a:cubicBezTo>
                    <a:pt x="186753" y="208372"/>
                    <a:pt x="184322" y="206038"/>
                    <a:pt x="183107" y="202957"/>
                  </a:cubicBezTo>
                  <a:lnTo>
                    <a:pt x="177217" y="188112"/>
                  </a:lnTo>
                  <a:cubicBezTo>
                    <a:pt x="175253" y="183257"/>
                    <a:pt x="177123" y="177655"/>
                    <a:pt x="181611" y="174761"/>
                  </a:cubicBezTo>
                  <a:cubicBezTo>
                    <a:pt x="196663" y="165238"/>
                    <a:pt x="215549" y="159916"/>
                    <a:pt x="234995" y="159916"/>
                  </a:cubicBezTo>
                  <a:close/>
                  <a:moveTo>
                    <a:pt x="72010" y="115246"/>
                  </a:moveTo>
                  <a:cubicBezTo>
                    <a:pt x="138035" y="105721"/>
                    <a:pt x="146826" y="197054"/>
                    <a:pt x="113065" y="229459"/>
                  </a:cubicBezTo>
                  <a:cubicBezTo>
                    <a:pt x="107267" y="234969"/>
                    <a:pt x="79772" y="243747"/>
                    <a:pt x="77528" y="248416"/>
                  </a:cubicBezTo>
                  <a:cubicBezTo>
                    <a:pt x="81362" y="270456"/>
                    <a:pt x="87067" y="292121"/>
                    <a:pt x="94736" y="313040"/>
                  </a:cubicBezTo>
                  <a:cubicBezTo>
                    <a:pt x="100627" y="329103"/>
                    <a:pt x="107641" y="344605"/>
                    <a:pt x="115684" y="359640"/>
                  </a:cubicBezTo>
                  <a:cubicBezTo>
                    <a:pt x="122137" y="371687"/>
                    <a:pt x="129338" y="383361"/>
                    <a:pt x="137194" y="394474"/>
                  </a:cubicBezTo>
                  <a:cubicBezTo>
                    <a:pt x="150006" y="412778"/>
                    <a:pt x="164501" y="429867"/>
                    <a:pt x="180400" y="445556"/>
                  </a:cubicBezTo>
                  <a:cubicBezTo>
                    <a:pt x="185543" y="446397"/>
                    <a:pt x="208456" y="428933"/>
                    <a:pt x="216311" y="427346"/>
                  </a:cubicBezTo>
                  <a:cubicBezTo>
                    <a:pt x="262229" y="418194"/>
                    <a:pt x="331995" y="476561"/>
                    <a:pt x="286544" y="526336"/>
                  </a:cubicBezTo>
                  <a:cubicBezTo>
                    <a:pt x="227814" y="588812"/>
                    <a:pt x="148416" y="526803"/>
                    <a:pt x="108764" y="475253"/>
                  </a:cubicBezTo>
                  <a:cubicBezTo>
                    <a:pt x="93894" y="455922"/>
                    <a:pt x="73039" y="426038"/>
                    <a:pt x="53868" y="391859"/>
                  </a:cubicBezTo>
                  <a:lnTo>
                    <a:pt x="49285" y="382800"/>
                  </a:lnTo>
                  <a:cubicBezTo>
                    <a:pt x="32171" y="347500"/>
                    <a:pt x="19546" y="313320"/>
                    <a:pt x="12158" y="290160"/>
                  </a:cubicBezTo>
                  <a:cubicBezTo>
                    <a:pt x="-7481" y="228151"/>
                    <a:pt x="-12999" y="127574"/>
                    <a:pt x="72010" y="115246"/>
                  </a:cubicBezTo>
                  <a:close/>
                  <a:moveTo>
                    <a:pt x="334262" y="651"/>
                  </a:moveTo>
                  <a:cubicBezTo>
                    <a:pt x="384017" y="4209"/>
                    <a:pt x="431589" y="22331"/>
                    <a:pt x="471849" y="53637"/>
                  </a:cubicBezTo>
                  <a:cubicBezTo>
                    <a:pt x="497753" y="73714"/>
                    <a:pt x="519169" y="98180"/>
                    <a:pt x="535254" y="125634"/>
                  </a:cubicBezTo>
                  <a:lnTo>
                    <a:pt x="601933" y="161959"/>
                  </a:lnTo>
                  <a:cubicBezTo>
                    <a:pt x="606983" y="164667"/>
                    <a:pt x="609882" y="170083"/>
                    <a:pt x="609601" y="175779"/>
                  </a:cubicBezTo>
                  <a:cubicBezTo>
                    <a:pt x="609227" y="181382"/>
                    <a:pt x="605580" y="186425"/>
                    <a:pt x="600343" y="188479"/>
                  </a:cubicBezTo>
                  <a:lnTo>
                    <a:pt x="564806" y="202486"/>
                  </a:lnTo>
                  <a:cubicBezTo>
                    <a:pt x="566209" y="209210"/>
                    <a:pt x="567331" y="215933"/>
                    <a:pt x="568173" y="222843"/>
                  </a:cubicBezTo>
                  <a:cubicBezTo>
                    <a:pt x="576589" y="290171"/>
                    <a:pt x="558260" y="356845"/>
                    <a:pt x="516457" y="410446"/>
                  </a:cubicBezTo>
                  <a:cubicBezTo>
                    <a:pt x="474748" y="464047"/>
                    <a:pt x="414522" y="498224"/>
                    <a:pt x="347001" y="506628"/>
                  </a:cubicBezTo>
                  <a:cubicBezTo>
                    <a:pt x="345879" y="506722"/>
                    <a:pt x="344851" y="506815"/>
                    <a:pt x="343728" y="506815"/>
                  </a:cubicBezTo>
                  <a:cubicBezTo>
                    <a:pt x="330636" y="506815"/>
                    <a:pt x="319226" y="497010"/>
                    <a:pt x="317543" y="483750"/>
                  </a:cubicBezTo>
                  <a:cubicBezTo>
                    <a:pt x="315766" y="469276"/>
                    <a:pt x="326053" y="456109"/>
                    <a:pt x="340455" y="454242"/>
                  </a:cubicBezTo>
                  <a:cubicBezTo>
                    <a:pt x="393948" y="447611"/>
                    <a:pt x="441642" y="420531"/>
                    <a:pt x="474748" y="378043"/>
                  </a:cubicBezTo>
                  <a:cubicBezTo>
                    <a:pt x="507853" y="335554"/>
                    <a:pt x="522442" y="282794"/>
                    <a:pt x="515802" y="229380"/>
                  </a:cubicBezTo>
                  <a:cubicBezTo>
                    <a:pt x="515428" y="226952"/>
                    <a:pt x="515148" y="224618"/>
                    <a:pt x="514774" y="222283"/>
                  </a:cubicBezTo>
                  <a:lnTo>
                    <a:pt x="478488" y="236570"/>
                  </a:lnTo>
                  <a:cubicBezTo>
                    <a:pt x="473158" y="238625"/>
                    <a:pt x="467173" y="237504"/>
                    <a:pt x="462964" y="233582"/>
                  </a:cubicBezTo>
                  <a:cubicBezTo>
                    <a:pt x="458850" y="229660"/>
                    <a:pt x="457353" y="223684"/>
                    <a:pt x="459130" y="218268"/>
                  </a:cubicBezTo>
                  <a:lnTo>
                    <a:pt x="483913" y="143283"/>
                  </a:lnTo>
                  <a:cubicBezTo>
                    <a:pt x="442858" y="81465"/>
                    <a:pt x="369072" y="44579"/>
                    <a:pt x="290516" y="54291"/>
                  </a:cubicBezTo>
                  <a:cubicBezTo>
                    <a:pt x="244412" y="60080"/>
                    <a:pt x="202983" y="80718"/>
                    <a:pt x="170719" y="113961"/>
                  </a:cubicBezTo>
                  <a:cubicBezTo>
                    <a:pt x="160526" y="124420"/>
                    <a:pt x="143786" y="124700"/>
                    <a:pt x="133312" y="114521"/>
                  </a:cubicBezTo>
                  <a:cubicBezTo>
                    <a:pt x="122838" y="104343"/>
                    <a:pt x="122557" y="87721"/>
                    <a:pt x="132751" y="77262"/>
                  </a:cubicBezTo>
                  <a:cubicBezTo>
                    <a:pt x="172870" y="35895"/>
                    <a:pt x="226643" y="9094"/>
                    <a:pt x="283970" y="1997"/>
                  </a:cubicBezTo>
                  <a:cubicBezTo>
                    <a:pt x="300850" y="-104"/>
                    <a:pt x="317677" y="-536"/>
                    <a:pt x="334262" y="65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ru-RU" sz="32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îş1ídè">
            <a:extLst>
              <a:ext uri="{FF2B5EF4-FFF2-40B4-BE49-F238E27FC236}">
                <a16:creationId xmlns:a16="http://schemas.microsoft.com/office/drawing/2014/main" id="{6C76C59C-B3A6-4ABE-AA97-C06B3BECA3B7}"/>
              </a:ext>
            </a:extLst>
          </p:cNvPr>
          <p:cNvGrpSpPr/>
          <p:nvPr/>
        </p:nvGrpSpPr>
        <p:grpSpPr>
          <a:xfrm>
            <a:off x="1609197" y="1672786"/>
            <a:ext cx="3003066" cy="3816356"/>
            <a:chOff x="913612" y="2139122"/>
            <a:chExt cx="2417684" cy="3072445"/>
          </a:xfrm>
        </p:grpSpPr>
        <p:sp>
          <p:nvSpPr>
            <p:cNvPr id="17" name="íSlîďe">
              <a:extLst>
                <a:ext uri="{FF2B5EF4-FFF2-40B4-BE49-F238E27FC236}">
                  <a16:creationId xmlns:a16="http://schemas.microsoft.com/office/drawing/2014/main" id="{430840E2-EF75-46C3-9552-7BC07218F181}"/>
                </a:ext>
              </a:extLst>
            </p:cNvPr>
            <p:cNvSpPr/>
            <p:nvPr/>
          </p:nvSpPr>
          <p:spPr>
            <a:xfrm>
              <a:off x="913612" y="2139122"/>
              <a:ext cx="2417684" cy="2417684"/>
            </a:xfrm>
            <a:prstGeom prst="roundRect">
              <a:avLst>
                <a:gd name="adj" fmla="val 6455"/>
              </a:avLst>
            </a:prstGeom>
            <a:blipFill>
              <a:blip r:embed="R5d97e925ef4d407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25282" r="-2507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8" name="íSļíḋè">
              <a:extLst>
                <a:ext uri="{FF2B5EF4-FFF2-40B4-BE49-F238E27FC236}">
                  <a16:creationId xmlns:a16="http://schemas.microsoft.com/office/drawing/2014/main" id="{4C5F4CB0-0170-4A6C-9E7B-1534D9CE9848}"/>
                </a:ext>
              </a:extLst>
            </p:cNvPr>
            <p:cNvSpPr/>
            <p:nvPr/>
          </p:nvSpPr>
          <p:spPr>
            <a:xfrm>
              <a:off x="1526965" y="4135627"/>
              <a:ext cx="1075940" cy="10759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en-US" sz="5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íṩḷidê">
              <a:extLst>
                <a:ext uri="{FF2B5EF4-FFF2-40B4-BE49-F238E27FC236}">
                  <a16:creationId xmlns:a16="http://schemas.microsoft.com/office/drawing/2014/main" id="{5152893F-374A-478E-ACC1-9A1D90B12FE0}"/>
                </a:ext>
              </a:extLst>
            </p:cNvPr>
            <p:cNvSpPr/>
            <p:nvPr/>
          </p:nvSpPr>
          <p:spPr bwMode="auto">
            <a:xfrm>
              <a:off x="1750930" y="4388964"/>
              <a:ext cx="628010" cy="569266"/>
            </a:xfrm>
            <a:custGeom>
              <a:avLst/>
              <a:gdLst>
                <a:gd name="connsiteX0" fmla="*/ 381535 w 609619"/>
                <a:gd name="connsiteY0" fmla="*/ 212929 h 552596"/>
                <a:gd name="connsiteX1" fmla="*/ 352835 w 609619"/>
                <a:gd name="connsiteY1" fmla="*/ 263726 h 552596"/>
                <a:gd name="connsiteX2" fmla="*/ 381535 w 609619"/>
                <a:gd name="connsiteY2" fmla="*/ 263726 h 552596"/>
                <a:gd name="connsiteX3" fmla="*/ 378170 w 609619"/>
                <a:gd name="connsiteY3" fmla="*/ 162879 h 552596"/>
                <a:gd name="connsiteX4" fmla="*/ 416031 w 609619"/>
                <a:gd name="connsiteY4" fmla="*/ 162879 h 552596"/>
                <a:gd name="connsiteX5" fmla="*/ 427063 w 609619"/>
                <a:gd name="connsiteY5" fmla="*/ 173897 h 552596"/>
                <a:gd name="connsiteX6" fmla="*/ 427063 w 609619"/>
                <a:gd name="connsiteY6" fmla="*/ 263726 h 552596"/>
                <a:gd name="connsiteX7" fmla="*/ 436692 w 609619"/>
                <a:gd name="connsiteY7" fmla="*/ 263726 h 552596"/>
                <a:gd name="connsiteX8" fmla="*/ 447723 w 609619"/>
                <a:gd name="connsiteY8" fmla="*/ 274745 h 552596"/>
                <a:gd name="connsiteX9" fmla="*/ 447723 w 609619"/>
                <a:gd name="connsiteY9" fmla="*/ 290245 h 552596"/>
                <a:gd name="connsiteX10" fmla="*/ 436692 w 609619"/>
                <a:gd name="connsiteY10" fmla="*/ 301264 h 552596"/>
                <a:gd name="connsiteX11" fmla="*/ 427063 w 609619"/>
                <a:gd name="connsiteY11" fmla="*/ 301264 h 552596"/>
                <a:gd name="connsiteX12" fmla="*/ 427063 w 609619"/>
                <a:gd name="connsiteY12" fmla="*/ 331238 h 552596"/>
                <a:gd name="connsiteX13" fmla="*/ 416031 w 609619"/>
                <a:gd name="connsiteY13" fmla="*/ 342256 h 552596"/>
                <a:gd name="connsiteX14" fmla="*/ 392567 w 609619"/>
                <a:gd name="connsiteY14" fmla="*/ 342256 h 552596"/>
                <a:gd name="connsiteX15" fmla="*/ 381535 w 609619"/>
                <a:gd name="connsiteY15" fmla="*/ 331238 h 552596"/>
                <a:gd name="connsiteX16" fmla="*/ 381535 w 609619"/>
                <a:gd name="connsiteY16" fmla="*/ 301264 h 552596"/>
                <a:gd name="connsiteX17" fmla="*/ 316282 w 609619"/>
                <a:gd name="connsiteY17" fmla="*/ 301264 h 552596"/>
                <a:gd name="connsiteX18" fmla="*/ 305251 w 609619"/>
                <a:gd name="connsiteY18" fmla="*/ 290245 h 552596"/>
                <a:gd name="connsiteX19" fmla="*/ 305251 w 609619"/>
                <a:gd name="connsiteY19" fmla="*/ 273437 h 552596"/>
                <a:gd name="connsiteX20" fmla="*/ 306934 w 609619"/>
                <a:gd name="connsiteY20" fmla="*/ 267648 h 552596"/>
                <a:gd name="connsiteX21" fmla="*/ 368821 w 609619"/>
                <a:gd name="connsiteY21" fmla="*/ 168015 h 552596"/>
                <a:gd name="connsiteX22" fmla="*/ 378170 w 609619"/>
                <a:gd name="connsiteY22" fmla="*/ 162879 h 552596"/>
                <a:gd name="connsiteX23" fmla="*/ 234995 w 609619"/>
                <a:gd name="connsiteY23" fmla="*/ 159916 h 552596"/>
                <a:gd name="connsiteX24" fmla="*/ 299038 w 609619"/>
                <a:gd name="connsiteY24" fmla="*/ 217615 h 552596"/>
                <a:gd name="connsiteX25" fmla="*/ 252105 w 609619"/>
                <a:gd name="connsiteY25" fmla="*/ 294361 h 552596"/>
                <a:gd name="connsiteX26" fmla="*/ 251824 w 609619"/>
                <a:gd name="connsiteY26" fmla="*/ 294641 h 552596"/>
                <a:gd name="connsiteX27" fmla="*/ 243129 w 609619"/>
                <a:gd name="connsiteY27" fmla="*/ 301830 h 552596"/>
                <a:gd name="connsiteX28" fmla="*/ 291185 w 609619"/>
                <a:gd name="connsiteY28" fmla="*/ 301830 h 552596"/>
                <a:gd name="connsiteX29" fmla="*/ 302217 w 609619"/>
                <a:gd name="connsiteY29" fmla="*/ 312847 h 552596"/>
                <a:gd name="connsiteX30" fmla="*/ 302217 w 609619"/>
                <a:gd name="connsiteY30" fmla="*/ 331240 h 552596"/>
                <a:gd name="connsiteX31" fmla="*/ 291185 w 609619"/>
                <a:gd name="connsiteY31" fmla="*/ 342257 h 552596"/>
                <a:gd name="connsiteX32" fmla="*/ 183761 w 609619"/>
                <a:gd name="connsiteY32" fmla="*/ 342257 h 552596"/>
                <a:gd name="connsiteX33" fmla="*/ 172729 w 609619"/>
                <a:gd name="connsiteY33" fmla="*/ 331240 h 552596"/>
                <a:gd name="connsiteX34" fmla="*/ 172729 w 609619"/>
                <a:gd name="connsiteY34" fmla="*/ 317515 h 552596"/>
                <a:gd name="connsiteX35" fmla="*/ 176375 w 609619"/>
                <a:gd name="connsiteY35" fmla="*/ 309299 h 552596"/>
                <a:gd name="connsiteX36" fmla="*/ 196102 w 609619"/>
                <a:gd name="connsiteY36" fmla="*/ 291467 h 552596"/>
                <a:gd name="connsiteX37" fmla="*/ 251450 w 609619"/>
                <a:gd name="connsiteY37" fmla="*/ 220976 h 552596"/>
                <a:gd name="connsiteX38" fmla="*/ 226768 w 609619"/>
                <a:gd name="connsiteY38" fmla="*/ 199596 h 552596"/>
                <a:gd name="connsiteX39" fmla="*/ 199188 w 609619"/>
                <a:gd name="connsiteY39" fmla="*/ 208279 h 552596"/>
                <a:gd name="connsiteX40" fmla="*/ 189838 w 609619"/>
                <a:gd name="connsiteY40" fmla="*/ 209399 h 552596"/>
                <a:gd name="connsiteX41" fmla="*/ 183107 w 609619"/>
                <a:gd name="connsiteY41" fmla="*/ 202957 h 552596"/>
                <a:gd name="connsiteX42" fmla="*/ 177217 w 609619"/>
                <a:gd name="connsiteY42" fmla="*/ 188112 h 552596"/>
                <a:gd name="connsiteX43" fmla="*/ 181611 w 609619"/>
                <a:gd name="connsiteY43" fmla="*/ 174761 h 552596"/>
                <a:gd name="connsiteX44" fmla="*/ 234995 w 609619"/>
                <a:gd name="connsiteY44" fmla="*/ 159916 h 552596"/>
                <a:gd name="connsiteX45" fmla="*/ 72010 w 609619"/>
                <a:gd name="connsiteY45" fmla="*/ 115246 h 552596"/>
                <a:gd name="connsiteX46" fmla="*/ 113065 w 609619"/>
                <a:gd name="connsiteY46" fmla="*/ 229459 h 552596"/>
                <a:gd name="connsiteX47" fmla="*/ 77528 w 609619"/>
                <a:gd name="connsiteY47" fmla="*/ 248416 h 552596"/>
                <a:gd name="connsiteX48" fmla="*/ 94736 w 609619"/>
                <a:gd name="connsiteY48" fmla="*/ 313040 h 552596"/>
                <a:gd name="connsiteX49" fmla="*/ 115684 w 609619"/>
                <a:gd name="connsiteY49" fmla="*/ 359640 h 552596"/>
                <a:gd name="connsiteX50" fmla="*/ 137194 w 609619"/>
                <a:gd name="connsiteY50" fmla="*/ 394474 h 552596"/>
                <a:gd name="connsiteX51" fmla="*/ 180400 w 609619"/>
                <a:gd name="connsiteY51" fmla="*/ 445556 h 552596"/>
                <a:gd name="connsiteX52" fmla="*/ 216311 w 609619"/>
                <a:gd name="connsiteY52" fmla="*/ 427346 h 552596"/>
                <a:gd name="connsiteX53" fmla="*/ 286544 w 609619"/>
                <a:gd name="connsiteY53" fmla="*/ 526336 h 552596"/>
                <a:gd name="connsiteX54" fmla="*/ 108764 w 609619"/>
                <a:gd name="connsiteY54" fmla="*/ 475253 h 552596"/>
                <a:gd name="connsiteX55" fmla="*/ 53868 w 609619"/>
                <a:gd name="connsiteY55" fmla="*/ 391859 h 552596"/>
                <a:gd name="connsiteX56" fmla="*/ 49285 w 609619"/>
                <a:gd name="connsiteY56" fmla="*/ 382800 h 552596"/>
                <a:gd name="connsiteX57" fmla="*/ 12158 w 609619"/>
                <a:gd name="connsiteY57" fmla="*/ 290160 h 552596"/>
                <a:gd name="connsiteX58" fmla="*/ 72010 w 609619"/>
                <a:gd name="connsiteY58" fmla="*/ 115246 h 552596"/>
                <a:gd name="connsiteX59" fmla="*/ 334262 w 609619"/>
                <a:gd name="connsiteY59" fmla="*/ 651 h 552596"/>
                <a:gd name="connsiteX60" fmla="*/ 471849 w 609619"/>
                <a:gd name="connsiteY60" fmla="*/ 53637 h 552596"/>
                <a:gd name="connsiteX61" fmla="*/ 535254 w 609619"/>
                <a:gd name="connsiteY61" fmla="*/ 125634 h 552596"/>
                <a:gd name="connsiteX62" fmla="*/ 601933 w 609619"/>
                <a:gd name="connsiteY62" fmla="*/ 161959 h 552596"/>
                <a:gd name="connsiteX63" fmla="*/ 609601 w 609619"/>
                <a:gd name="connsiteY63" fmla="*/ 175779 h 552596"/>
                <a:gd name="connsiteX64" fmla="*/ 600343 w 609619"/>
                <a:gd name="connsiteY64" fmla="*/ 188479 h 552596"/>
                <a:gd name="connsiteX65" fmla="*/ 564806 w 609619"/>
                <a:gd name="connsiteY65" fmla="*/ 202486 h 552596"/>
                <a:gd name="connsiteX66" fmla="*/ 568173 w 609619"/>
                <a:gd name="connsiteY66" fmla="*/ 222843 h 552596"/>
                <a:gd name="connsiteX67" fmla="*/ 516457 w 609619"/>
                <a:gd name="connsiteY67" fmla="*/ 410446 h 552596"/>
                <a:gd name="connsiteX68" fmla="*/ 347001 w 609619"/>
                <a:gd name="connsiteY68" fmla="*/ 506628 h 552596"/>
                <a:gd name="connsiteX69" fmla="*/ 343728 w 609619"/>
                <a:gd name="connsiteY69" fmla="*/ 506815 h 552596"/>
                <a:gd name="connsiteX70" fmla="*/ 317543 w 609619"/>
                <a:gd name="connsiteY70" fmla="*/ 483750 h 552596"/>
                <a:gd name="connsiteX71" fmla="*/ 340455 w 609619"/>
                <a:gd name="connsiteY71" fmla="*/ 454242 h 552596"/>
                <a:gd name="connsiteX72" fmla="*/ 474748 w 609619"/>
                <a:gd name="connsiteY72" fmla="*/ 378043 h 552596"/>
                <a:gd name="connsiteX73" fmla="*/ 515802 w 609619"/>
                <a:gd name="connsiteY73" fmla="*/ 229380 h 552596"/>
                <a:gd name="connsiteX74" fmla="*/ 514774 w 609619"/>
                <a:gd name="connsiteY74" fmla="*/ 222283 h 552596"/>
                <a:gd name="connsiteX75" fmla="*/ 478488 w 609619"/>
                <a:gd name="connsiteY75" fmla="*/ 236570 h 552596"/>
                <a:gd name="connsiteX76" fmla="*/ 462964 w 609619"/>
                <a:gd name="connsiteY76" fmla="*/ 233582 h 552596"/>
                <a:gd name="connsiteX77" fmla="*/ 459130 w 609619"/>
                <a:gd name="connsiteY77" fmla="*/ 218268 h 552596"/>
                <a:gd name="connsiteX78" fmla="*/ 483913 w 609619"/>
                <a:gd name="connsiteY78" fmla="*/ 143283 h 552596"/>
                <a:gd name="connsiteX79" fmla="*/ 290516 w 609619"/>
                <a:gd name="connsiteY79" fmla="*/ 54291 h 552596"/>
                <a:gd name="connsiteX80" fmla="*/ 170719 w 609619"/>
                <a:gd name="connsiteY80" fmla="*/ 113961 h 552596"/>
                <a:gd name="connsiteX81" fmla="*/ 133312 w 609619"/>
                <a:gd name="connsiteY81" fmla="*/ 114521 h 552596"/>
                <a:gd name="connsiteX82" fmla="*/ 132751 w 609619"/>
                <a:gd name="connsiteY82" fmla="*/ 77262 h 552596"/>
                <a:gd name="connsiteX83" fmla="*/ 283970 w 609619"/>
                <a:gd name="connsiteY83" fmla="*/ 1997 h 552596"/>
                <a:gd name="connsiteX84" fmla="*/ 334262 w 609619"/>
                <a:gd name="connsiteY84" fmla="*/ 651 h 55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609619" h="552596">
                  <a:moveTo>
                    <a:pt x="381535" y="212929"/>
                  </a:moveTo>
                  <a:lnTo>
                    <a:pt x="352835" y="263726"/>
                  </a:lnTo>
                  <a:lnTo>
                    <a:pt x="381535" y="263726"/>
                  </a:lnTo>
                  <a:close/>
                  <a:moveTo>
                    <a:pt x="378170" y="162879"/>
                  </a:moveTo>
                  <a:lnTo>
                    <a:pt x="416031" y="162879"/>
                  </a:lnTo>
                  <a:cubicBezTo>
                    <a:pt x="422108" y="162879"/>
                    <a:pt x="427063" y="167828"/>
                    <a:pt x="427063" y="173897"/>
                  </a:cubicBezTo>
                  <a:lnTo>
                    <a:pt x="427063" y="263726"/>
                  </a:lnTo>
                  <a:lnTo>
                    <a:pt x="436692" y="263726"/>
                  </a:lnTo>
                  <a:cubicBezTo>
                    <a:pt x="442768" y="263726"/>
                    <a:pt x="447723" y="268675"/>
                    <a:pt x="447723" y="274745"/>
                  </a:cubicBezTo>
                  <a:lnTo>
                    <a:pt x="447723" y="290245"/>
                  </a:lnTo>
                  <a:cubicBezTo>
                    <a:pt x="447723" y="296315"/>
                    <a:pt x="442768" y="301264"/>
                    <a:pt x="436692" y="301264"/>
                  </a:cubicBezTo>
                  <a:lnTo>
                    <a:pt x="427063" y="301264"/>
                  </a:lnTo>
                  <a:lnTo>
                    <a:pt x="427063" y="331238"/>
                  </a:lnTo>
                  <a:cubicBezTo>
                    <a:pt x="427063" y="337307"/>
                    <a:pt x="422108" y="342256"/>
                    <a:pt x="416031" y="342256"/>
                  </a:cubicBezTo>
                  <a:lnTo>
                    <a:pt x="392567" y="342256"/>
                  </a:lnTo>
                  <a:cubicBezTo>
                    <a:pt x="386490" y="342256"/>
                    <a:pt x="381535" y="337307"/>
                    <a:pt x="381535" y="331238"/>
                  </a:cubicBezTo>
                  <a:lnTo>
                    <a:pt x="381535" y="301264"/>
                  </a:lnTo>
                  <a:lnTo>
                    <a:pt x="316282" y="301264"/>
                  </a:lnTo>
                  <a:cubicBezTo>
                    <a:pt x="310206" y="301264"/>
                    <a:pt x="305251" y="296315"/>
                    <a:pt x="305251" y="290245"/>
                  </a:cubicBezTo>
                  <a:lnTo>
                    <a:pt x="305251" y="273437"/>
                  </a:lnTo>
                  <a:cubicBezTo>
                    <a:pt x="305251" y="271383"/>
                    <a:pt x="305812" y="269329"/>
                    <a:pt x="306934" y="267648"/>
                  </a:cubicBezTo>
                  <a:lnTo>
                    <a:pt x="368821" y="168015"/>
                  </a:lnTo>
                  <a:cubicBezTo>
                    <a:pt x="370878" y="164840"/>
                    <a:pt x="374430" y="162879"/>
                    <a:pt x="378170" y="162879"/>
                  </a:cubicBezTo>
                  <a:close/>
                  <a:moveTo>
                    <a:pt x="234995" y="159916"/>
                  </a:moveTo>
                  <a:cubicBezTo>
                    <a:pt x="273889" y="159916"/>
                    <a:pt x="299038" y="182604"/>
                    <a:pt x="299038" y="217615"/>
                  </a:cubicBezTo>
                  <a:cubicBezTo>
                    <a:pt x="299038" y="246558"/>
                    <a:pt x="280246" y="269246"/>
                    <a:pt x="252105" y="294361"/>
                  </a:cubicBezTo>
                  <a:cubicBezTo>
                    <a:pt x="252011" y="294454"/>
                    <a:pt x="251918" y="294548"/>
                    <a:pt x="251824" y="294641"/>
                  </a:cubicBezTo>
                  <a:lnTo>
                    <a:pt x="243129" y="301830"/>
                  </a:lnTo>
                  <a:lnTo>
                    <a:pt x="291185" y="301830"/>
                  </a:lnTo>
                  <a:cubicBezTo>
                    <a:pt x="297262" y="301830"/>
                    <a:pt x="302217" y="306778"/>
                    <a:pt x="302217" y="312847"/>
                  </a:cubicBezTo>
                  <a:lnTo>
                    <a:pt x="302217" y="331240"/>
                  </a:lnTo>
                  <a:cubicBezTo>
                    <a:pt x="302217" y="337309"/>
                    <a:pt x="297262" y="342257"/>
                    <a:pt x="291185" y="342257"/>
                  </a:cubicBezTo>
                  <a:lnTo>
                    <a:pt x="183761" y="342257"/>
                  </a:lnTo>
                  <a:cubicBezTo>
                    <a:pt x="177684" y="342257"/>
                    <a:pt x="172729" y="337309"/>
                    <a:pt x="172729" y="331240"/>
                  </a:cubicBezTo>
                  <a:lnTo>
                    <a:pt x="172729" y="317515"/>
                  </a:lnTo>
                  <a:cubicBezTo>
                    <a:pt x="172729" y="314341"/>
                    <a:pt x="174038" y="311447"/>
                    <a:pt x="176375" y="309299"/>
                  </a:cubicBezTo>
                  <a:lnTo>
                    <a:pt x="196102" y="291467"/>
                  </a:lnTo>
                  <a:cubicBezTo>
                    <a:pt x="233219" y="258322"/>
                    <a:pt x="250889" y="239369"/>
                    <a:pt x="251450" y="220976"/>
                  </a:cubicBezTo>
                  <a:cubicBezTo>
                    <a:pt x="251357" y="212947"/>
                    <a:pt x="248178" y="199596"/>
                    <a:pt x="226768" y="199596"/>
                  </a:cubicBezTo>
                  <a:cubicBezTo>
                    <a:pt x="217793" y="199596"/>
                    <a:pt x="208537" y="202490"/>
                    <a:pt x="199188" y="208279"/>
                  </a:cubicBezTo>
                  <a:cubicBezTo>
                    <a:pt x="196383" y="210053"/>
                    <a:pt x="192924" y="210426"/>
                    <a:pt x="189838" y="209399"/>
                  </a:cubicBezTo>
                  <a:cubicBezTo>
                    <a:pt x="186753" y="208372"/>
                    <a:pt x="184322" y="206038"/>
                    <a:pt x="183107" y="202957"/>
                  </a:cubicBezTo>
                  <a:lnTo>
                    <a:pt x="177217" y="188112"/>
                  </a:lnTo>
                  <a:cubicBezTo>
                    <a:pt x="175253" y="183257"/>
                    <a:pt x="177123" y="177655"/>
                    <a:pt x="181611" y="174761"/>
                  </a:cubicBezTo>
                  <a:cubicBezTo>
                    <a:pt x="196663" y="165238"/>
                    <a:pt x="215549" y="159916"/>
                    <a:pt x="234995" y="159916"/>
                  </a:cubicBezTo>
                  <a:close/>
                  <a:moveTo>
                    <a:pt x="72010" y="115246"/>
                  </a:moveTo>
                  <a:cubicBezTo>
                    <a:pt x="138035" y="105721"/>
                    <a:pt x="146826" y="197054"/>
                    <a:pt x="113065" y="229459"/>
                  </a:cubicBezTo>
                  <a:cubicBezTo>
                    <a:pt x="107267" y="234969"/>
                    <a:pt x="79772" y="243747"/>
                    <a:pt x="77528" y="248416"/>
                  </a:cubicBezTo>
                  <a:cubicBezTo>
                    <a:pt x="81362" y="270456"/>
                    <a:pt x="87067" y="292121"/>
                    <a:pt x="94736" y="313040"/>
                  </a:cubicBezTo>
                  <a:cubicBezTo>
                    <a:pt x="100627" y="329103"/>
                    <a:pt x="107641" y="344605"/>
                    <a:pt x="115684" y="359640"/>
                  </a:cubicBezTo>
                  <a:cubicBezTo>
                    <a:pt x="122137" y="371687"/>
                    <a:pt x="129338" y="383361"/>
                    <a:pt x="137194" y="394474"/>
                  </a:cubicBezTo>
                  <a:cubicBezTo>
                    <a:pt x="150006" y="412778"/>
                    <a:pt x="164501" y="429867"/>
                    <a:pt x="180400" y="445556"/>
                  </a:cubicBezTo>
                  <a:cubicBezTo>
                    <a:pt x="185543" y="446397"/>
                    <a:pt x="208456" y="428933"/>
                    <a:pt x="216311" y="427346"/>
                  </a:cubicBezTo>
                  <a:cubicBezTo>
                    <a:pt x="262229" y="418194"/>
                    <a:pt x="331995" y="476561"/>
                    <a:pt x="286544" y="526336"/>
                  </a:cubicBezTo>
                  <a:cubicBezTo>
                    <a:pt x="227814" y="588812"/>
                    <a:pt x="148416" y="526803"/>
                    <a:pt x="108764" y="475253"/>
                  </a:cubicBezTo>
                  <a:cubicBezTo>
                    <a:pt x="93894" y="455922"/>
                    <a:pt x="73039" y="426038"/>
                    <a:pt x="53868" y="391859"/>
                  </a:cubicBezTo>
                  <a:lnTo>
                    <a:pt x="49285" y="382800"/>
                  </a:lnTo>
                  <a:cubicBezTo>
                    <a:pt x="32171" y="347500"/>
                    <a:pt x="19546" y="313320"/>
                    <a:pt x="12158" y="290160"/>
                  </a:cubicBezTo>
                  <a:cubicBezTo>
                    <a:pt x="-7481" y="228151"/>
                    <a:pt x="-12999" y="127574"/>
                    <a:pt x="72010" y="115246"/>
                  </a:cubicBezTo>
                  <a:close/>
                  <a:moveTo>
                    <a:pt x="334262" y="651"/>
                  </a:moveTo>
                  <a:cubicBezTo>
                    <a:pt x="384017" y="4209"/>
                    <a:pt x="431589" y="22331"/>
                    <a:pt x="471849" y="53637"/>
                  </a:cubicBezTo>
                  <a:cubicBezTo>
                    <a:pt x="497753" y="73714"/>
                    <a:pt x="519169" y="98180"/>
                    <a:pt x="535254" y="125634"/>
                  </a:cubicBezTo>
                  <a:lnTo>
                    <a:pt x="601933" y="161959"/>
                  </a:lnTo>
                  <a:cubicBezTo>
                    <a:pt x="606983" y="164667"/>
                    <a:pt x="609882" y="170083"/>
                    <a:pt x="609601" y="175779"/>
                  </a:cubicBezTo>
                  <a:cubicBezTo>
                    <a:pt x="609227" y="181382"/>
                    <a:pt x="605580" y="186425"/>
                    <a:pt x="600343" y="188479"/>
                  </a:cubicBezTo>
                  <a:lnTo>
                    <a:pt x="564806" y="202486"/>
                  </a:lnTo>
                  <a:cubicBezTo>
                    <a:pt x="566209" y="209210"/>
                    <a:pt x="567331" y="215933"/>
                    <a:pt x="568173" y="222843"/>
                  </a:cubicBezTo>
                  <a:cubicBezTo>
                    <a:pt x="576589" y="290171"/>
                    <a:pt x="558260" y="356845"/>
                    <a:pt x="516457" y="410446"/>
                  </a:cubicBezTo>
                  <a:cubicBezTo>
                    <a:pt x="474748" y="464047"/>
                    <a:pt x="414522" y="498224"/>
                    <a:pt x="347001" y="506628"/>
                  </a:cubicBezTo>
                  <a:cubicBezTo>
                    <a:pt x="345879" y="506722"/>
                    <a:pt x="344851" y="506815"/>
                    <a:pt x="343728" y="506815"/>
                  </a:cubicBezTo>
                  <a:cubicBezTo>
                    <a:pt x="330636" y="506815"/>
                    <a:pt x="319226" y="497010"/>
                    <a:pt x="317543" y="483750"/>
                  </a:cubicBezTo>
                  <a:cubicBezTo>
                    <a:pt x="315766" y="469276"/>
                    <a:pt x="326053" y="456109"/>
                    <a:pt x="340455" y="454242"/>
                  </a:cubicBezTo>
                  <a:cubicBezTo>
                    <a:pt x="393948" y="447611"/>
                    <a:pt x="441642" y="420531"/>
                    <a:pt x="474748" y="378043"/>
                  </a:cubicBezTo>
                  <a:cubicBezTo>
                    <a:pt x="507853" y="335554"/>
                    <a:pt x="522442" y="282794"/>
                    <a:pt x="515802" y="229380"/>
                  </a:cubicBezTo>
                  <a:cubicBezTo>
                    <a:pt x="515428" y="226952"/>
                    <a:pt x="515148" y="224618"/>
                    <a:pt x="514774" y="222283"/>
                  </a:cubicBezTo>
                  <a:lnTo>
                    <a:pt x="478488" y="236570"/>
                  </a:lnTo>
                  <a:cubicBezTo>
                    <a:pt x="473158" y="238625"/>
                    <a:pt x="467173" y="237504"/>
                    <a:pt x="462964" y="233582"/>
                  </a:cubicBezTo>
                  <a:cubicBezTo>
                    <a:pt x="458850" y="229660"/>
                    <a:pt x="457353" y="223684"/>
                    <a:pt x="459130" y="218268"/>
                  </a:cubicBezTo>
                  <a:lnTo>
                    <a:pt x="483913" y="143283"/>
                  </a:lnTo>
                  <a:cubicBezTo>
                    <a:pt x="442858" y="81465"/>
                    <a:pt x="369072" y="44579"/>
                    <a:pt x="290516" y="54291"/>
                  </a:cubicBezTo>
                  <a:cubicBezTo>
                    <a:pt x="244412" y="60080"/>
                    <a:pt x="202983" y="80718"/>
                    <a:pt x="170719" y="113961"/>
                  </a:cubicBezTo>
                  <a:cubicBezTo>
                    <a:pt x="160526" y="124420"/>
                    <a:pt x="143786" y="124700"/>
                    <a:pt x="133312" y="114521"/>
                  </a:cubicBezTo>
                  <a:cubicBezTo>
                    <a:pt x="122838" y="104343"/>
                    <a:pt x="122557" y="87721"/>
                    <a:pt x="132751" y="77262"/>
                  </a:cubicBezTo>
                  <a:cubicBezTo>
                    <a:pt x="172870" y="35895"/>
                    <a:pt x="226643" y="9094"/>
                    <a:pt x="283970" y="1997"/>
                  </a:cubicBezTo>
                  <a:cubicBezTo>
                    <a:pt x="300850" y="-104"/>
                    <a:pt x="317677" y="-536"/>
                    <a:pt x="334262" y="651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ru-RU" sz="32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íś1ïḑè">
            <a:extLst>
              <a:ext uri="{FF2B5EF4-FFF2-40B4-BE49-F238E27FC236}">
                <a16:creationId xmlns:a16="http://schemas.microsoft.com/office/drawing/2014/main" id="{984CA0C7-2270-438A-83CD-441BDD56A2A4}"/>
              </a:ext>
            </a:extLst>
          </p:cNvPr>
          <p:cNvSpPr/>
          <p:nvPr/>
        </p:nvSpPr>
        <p:spPr>
          <a:xfrm>
            <a:off x="4296840" y="1448973"/>
            <a:ext cx="3598320" cy="3598319"/>
          </a:xfrm>
          <a:prstGeom prst="roundRect">
            <a:avLst>
              <a:gd name="adj" fmla="val 6455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en-US" sz="1400" b="1">
              <a:cs typeface="+mn-ea"/>
              <a:sym typeface="+mn-lt"/>
            </a:endParaRPr>
          </a:p>
        </p:txBody>
      </p:sp>
      <p:grpSp>
        <p:nvGrpSpPr>
          <p:cNvPr id="7" name="îşļiḑé">
            <a:extLst>
              <a:ext uri="{FF2B5EF4-FFF2-40B4-BE49-F238E27FC236}">
                <a16:creationId xmlns:a16="http://schemas.microsoft.com/office/drawing/2014/main" id="{ECDCB5BC-546B-4B38-BA20-3ADCC80ED499}"/>
              </a:ext>
            </a:extLst>
          </p:cNvPr>
          <p:cNvGrpSpPr/>
          <p:nvPr/>
        </p:nvGrpSpPr>
        <p:grpSpPr>
          <a:xfrm>
            <a:off x="1753487" y="5292490"/>
            <a:ext cx="2714484" cy="939517"/>
            <a:chOff x="2082804" y="1289841"/>
            <a:chExt cx="2334087" cy="831359"/>
          </a:xfrm>
        </p:grpSpPr>
        <p:sp>
          <p:nvSpPr>
            <p:cNvPr id="15" name="íṧḻíḍe">
              <a:extLst>
                <a:ext uri="{FF2B5EF4-FFF2-40B4-BE49-F238E27FC236}">
                  <a16:creationId xmlns:a16="http://schemas.microsoft.com/office/drawing/2014/main" id="{5533B2A4-F8D8-4B2E-A7D1-4D051652F887}"/>
                </a:ext>
              </a:extLst>
            </p:cNvPr>
            <p:cNvSpPr txBox="1"/>
            <p:nvPr/>
          </p:nvSpPr>
          <p:spPr>
            <a:xfrm>
              <a:off x="2082804" y="1641984"/>
              <a:ext cx="2334087" cy="479216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/>
            <a:p>
              <a:pPr lvl="0" algn="ctr" defTabSz="91440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100">
                  <a:cs typeface="+mn-ea"/>
                  <a:sym typeface="+mn-lt"/>
                </a:rPr>
                <a:t>Copy paste fonts. Choose the only option to retain text.</a:t>
              </a:r>
              <a:endParaRPr lang="zh-CN" altLang="en-US" sz="1100">
                <a:cs typeface="+mn-ea"/>
                <a:sym typeface="+mn-lt"/>
              </a:endParaRPr>
            </a:p>
          </p:txBody>
        </p:sp>
        <p:sp>
          <p:nvSpPr>
            <p:cNvPr id="16" name="ïSḷîḋe">
              <a:extLst>
                <a:ext uri="{FF2B5EF4-FFF2-40B4-BE49-F238E27FC236}">
                  <a16:creationId xmlns:a16="http://schemas.microsoft.com/office/drawing/2014/main" id="{3926A733-30D1-4D05-AAB1-8BC6EA65BBE9}"/>
                </a:ext>
              </a:extLst>
            </p:cNvPr>
            <p:cNvSpPr/>
            <p:nvPr/>
          </p:nvSpPr>
          <p:spPr>
            <a:xfrm>
              <a:off x="2082804" y="1289841"/>
              <a:ext cx="2334087" cy="352144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/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8" name="íŝḻïḑè">
            <a:extLst>
              <a:ext uri="{FF2B5EF4-FFF2-40B4-BE49-F238E27FC236}">
                <a16:creationId xmlns:a16="http://schemas.microsoft.com/office/drawing/2014/main" id="{68E72563-6CD4-4238-B3ED-4FBE230E6BCB}"/>
              </a:ext>
            </a:extLst>
          </p:cNvPr>
          <p:cNvGrpSpPr/>
          <p:nvPr/>
        </p:nvGrpSpPr>
        <p:grpSpPr>
          <a:xfrm>
            <a:off x="7652582" y="5292490"/>
            <a:ext cx="2714484" cy="939517"/>
            <a:chOff x="2082804" y="1289841"/>
            <a:chExt cx="2334087" cy="831359"/>
          </a:xfrm>
        </p:grpSpPr>
        <p:sp>
          <p:nvSpPr>
            <p:cNvPr id="13" name="îšlîḋê">
              <a:extLst>
                <a:ext uri="{FF2B5EF4-FFF2-40B4-BE49-F238E27FC236}">
                  <a16:creationId xmlns:a16="http://schemas.microsoft.com/office/drawing/2014/main" id="{0564BE9D-FD47-4AE7-BC9D-3834BF6ED9DE}"/>
                </a:ext>
              </a:extLst>
            </p:cNvPr>
            <p:cNvSpPr txBox="1"/>
            <p:nvPr/>
          </p:nvSpPr>
          <p:spPr>
            <a:xfrm>
              <a:off x="2082804" y="1641984"/>
              <a:ext cx="2334087" cy="479216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/>
            <a:p>
              <a:pPr lvl="0" algn="ctr" defTabSz="91440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100">
                  <a:cs typeface="+mn-ea"/>
                  <a:sym typeface="+mn-lt"/>
                </a:rPr>
                <a:t>Copy paste fonts. Choose the only option to retain text.</a:t>
              </a:r>
              <a:endParaRPr lang="zh-CN" altLang="en-US" sz="1100">
                <a:cs typeface="+mn-ea"/>
                <a:sym typeface="+mn-lt"/>
              </a:endParaRPr>
            </a:p>
          </p:txBody>
        </p:sp>
        <p:sp>
          <p:nvSpPr>
            <p:cNvPr id="14" name="îṡḷídê">
              <a:extLst>
                <a:ext uri="{FF2B5EF4-FFF2-40B4-BE49-F238E27FC236}">
                  <a16:creationId xmlns:a16="http://schemas.microsoft.com/office/drawing/2014/main" id="{EB3CF460-E949-41A9-88CD-DC0C2A76248B}"/>
                </a:ext>
              </a:extLst>
            </p:cNvPr>
            <p:cNvSpPr/>
            <p:nvPr/>
          </p:nvSpPr>
          <p:spPr>
            <a:xfrm>
              <a:off x="2082804" y="1289841"/>
              <a:ext cx="2334087" cy="352144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/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9" name="îṣļídê">
            <a:extLst>
              <a:ext uri="{FF2B5EF4-FFF2-40B4-BE49-F238E27FC236}">
                <a16:creationId xmlns:a16="http://schemas.microsoft.com/office/drawing/2014/main" id="{7DF9A6F4-F619-4C23-A741-7B6F86CF1F61}"/>
              </a:ext>
            </a:extLst>
          </p:cNvPr>
          <p:cNvSpPr/>
          <p:nvPr/>
        </p:nvSpPr>
        <p:spPr bwMode="auto">
          <a:xfrm>
            <a:off x="5823980" y="2002118"/>
            <a:ext cx="544040" cy="642956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10" name="ïşḷiḍe">
            <a:extLst>
              <a:ext uri="{FF2B5EF4-FFF2-40B4-BE49-F238E27FC236}">
                <a16:creationId xmlns:a16="http://schemas.microsoft.com/office/drawing/2014/main" id="{35F5FD91-7BC3-438E-BA64-92C7EFAD6515}"/>
              </a:ext>
            </a:extLst>
          </p:cNvPr>
          <p:cNvGrpSpPr/>
          <p:nvPr/>
        </p:nvGrpSpPr>
        <p:grpSpPr>
          <a:xfrm>
            <a:off x="4738758" y="2902391"/>
            <a:ext cx="2714484" cy="1524352"/>
            <a:chOff x="2082804" y="1289841"/>
            <a:chExt cx="2334087" cy="1348868"/>
          </a:xfrm>
        </p:grpSpPr>
        <p:sp>
          <p:nvSpPr>
            <p:cNvPr id="11" name="iŝľïde">
              <a:extLst>
                <a:ext uri="{FF2B5EF4-FFF2-40B4-BE49-F238E27FC236}">
                  <a16:creationId xmlns:a16="http://schemas.microsoft.com/office/drawing/2014/main" id="{161CACCD-0D17-48D7-B93A-EBF7A98D3DF1}"/>
                </a:ext>
              </a:extLst>
            </p:cNvPr>
            <p:cNvSpPr txBox="1"/>
            <p:nvPr/>
          </p:nvSpPr>
          <p:spPr>
            <a:xfrm>
              <a:off x="2082804" y="1641984"/>
              <a:ext cx="2334087" cy="996725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rmAutofit/>
            </a:bodyPr>
            <a:lstStyle/>
            <a:p>
              <a:pPr lvl="0" algn="ctr" defTabSz="91440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100">
                  <a:solidFill>
                    <a:schemeClr val="bg1"/>
                  </a:solidFill>
                  <a:cs typeface="+mn-ea"/>
                  <a:sym typeface="+mn-lt"/>
                </a:rPr>
                <a:t>Copy paste fonts. Choose the only option to retain text.</a:t>
              </a:r>
            </a:p>
            <a:p>
              <a:pPr lvl="0" algn="ctr" defTabSz="914400">
                <a:lnSpc>
                  <a:spcPct val="120000"/>
                </a:lnSpc>
                <a:spcBef>
                  <a:spcPct val="0"/>
                </a:spcBef>
                <a:defRPr/>
              </a:pPr>
              <a:endParaRPr lang="en-US" altLang="zh-CN" sz="110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lvl="0" algn="ctr" defTabSz="91440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100">
                  <a:solidFill>
                    <a:schemeClr val="bg1"/>
                  </a:solidFill>
                  <a:cs typeface="+mn-ea"/>
                  <a:sym typeface="+mn-lt"/>
                </a:rPr>
                <a:t>… …</a:t>
              </a:r>
              <a:endParaRPr lang="zh-CN" altLang="en-US" sz="11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iSḷîḍe">
              <a:extLst>
                <a:ext uri="{FF2B5EF4-FFF2-40B4-BE49-F238E27FC236}">
                  <a16:creationId xmlns:a16="http://schemas.microsoft.com/office/drawing/2014/main" id="{0DEF7E7B-0704-423E-AD8B-1868716F9597}"/>
                </a:ext>
              </a:extLst>
            </p:cNvPr>
            <p:cNvSpPr/>
            <p:nvPr/>
          </p:nvSpPr>
          <p:spPr>
            <a:xfrm>
              <a:off x="2082804" y="1289841"/>
              <a:ext cx="2334087" cy="352144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/>
              <a:r>
                <a:rPr lang="zh-CN" altLang="en-US" sz="2000">
                  <a:solidFill>
                    <a:schemeClr val="bg1"/>
                  </a:solidFill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7A99C71-56F2-488C-92FB-C6B5ADDC702B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E9D4C9EF-88B7-4E49-AC08-01C8B46D7397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5C72B996-E7BF-4227-B48A-D17B76F5D9B4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87C4A2ED-2CDE-4ABB-89F2-B63DF21E5526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7" name="弧形 26">
              <a:extLst>
                <a:ext uri="{FF2B5EF4-FFF2-40B4-BE49-F238E27FC236}">
                  <a16:creationId xmlns:a16="http://schemas.microsoft.com/office/drawing/2014/main" id="{7F106689-7963-46B0-82E3-51096A4B9A57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E8B4D0E6-CFBA-4480-B129-9300B3A5798E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7BF22C03-F491-486D-97A2-9CD61F614EA6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926D13EB-361D-4859-BA6D-392E43D966ED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3438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śľíḍè">
            <a:extLst>
              <a:ext uri="{FF2B5EF4-FFF2-40B4-BE49-F238E27FC236}">
                <a16:creationId xmlns:a16="http://schemas.microsoft.com/office/drawing/2014/main" id="{4AA9DC03-8A6E-490D-8AD8-75ADC273A110}"/>
              </a:ext>
            </a:extLst>
          </p:cNvPr>
          <p:cNvSpPr/>
          <p:nvPr/>
        </p:nvSpPr>
        <p:spPr bwMode="auto">
          <a:xfrm>
            <a:off x="4648526" y="4276697"/>
            <a:ext cx="2909819" cy="1028029"/>
          </a:xfrm>
          <a:custGeom>
            <a:avLst/>
            <a:gdLst>
              <a:gd name="T0" fmla="*/ 985 w 985"/>
              <a:gd name="T1" fmla="*/ 265 h 449"/>
              <a:gd name="T2" fmla="*/ 492 w 985"/>
              <a:gd name="T3" fmla="*/ 0 h 449"/>
              <a:gd name="T4" fmla="*/ 0 w 985"/>
              <a:gd name="T5" fmla="*/ 265 h 449"/>
              <a:gd name="T6" fmla="*/ 0 w 985"/>
              <a:gd name="T7" fmla="*/ 449 h 449"/>
              <a:gd name="T8" fmla="*/ 492 w 985"/>
              <a:gd name="T9" fmla="*/ 183 h 449"/>
              <a:gd name="T10" fmla="*/ 985 w 985"/>
              <a:gd name="T11" fmla="*/ 449 h 449"/>
              <a:gd name="T12" fmla="*/ 985 w 985"/>
              <a:gd name="T13" fmla="*/ 265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4" h="449">
                <a:moveTo>
                  <a:pt x="985" y="265"/>
                </a:moveTo>
                <a:cubicBezTo>
                  <a:pt x="985" y="119"/>
                  <a:pt x="764" y="0"/>
                  <a:pt x="492" y="0"/>
                </a:cubicBezTo>
                <a:cubicBezTo>
                  <a:pt x="220" y="0"/>
                  <a:pt x="0" y="119"/>
                  <a:pt x="0" y="265"/>
                </a:cubicBezTo>
                <a:cubicBezTo>
                  <a:pt x="0" y="449"/>
                  <a:pt x="0" y="449"/>
                  <a:pt x="0" y="449"/>
                </a:cubicBezTo>
                <a:cubicBezTo>
                  <a:pt x="0" y="302"/>
                  <a:pt x="220" y="183"/>
                  <a:pt x="492" y="183"/>
                </a:cubicBezTo>
                <a:cubicBezTo>
                  <a:pt x="764" y="183"/>
                  <a:pt x="985" y="302"/>
                  <a:pt x="985" y="449"/>
                </a:cubicBezTo>
                <a:lnTo>
                  <a:pt x="985" y="26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5" name="ïŝļïďé">
            <a:extLst>
              <a:ext uri="{FF2B5EF4-FFF2-40B4-BE49-F238E27FC236}">
                <a16:creationId xmlns:a16="http://schemas.microsoft.com/office/drawing/2014/main" id="{6C0BB9BF-4221-4D1E-9D6E-9E29D6BA13D7}"/>
              </a:ext>
            </a:extLst>
          </p:cNvPr>
          <p:cNvSpPr/>
          <p:nvPr/>
        </p:nvSpPr>
        <p:spPr bwMode="auto">
          <a:xfrm>
            <a:off x="4648526" y="4276697"/>
            <a:ext cx="2909819" cy="1215261"/>
          </a:xfrm>
          <a:custGeom>
            <a:avLst/>
            <a:gdLst>
              <a:gd name="T0" fmla="*/ 492 w 985"/>
              <a:gd name="T1" fmla="*/ 60 h 531"/>
              <a:gd name="T2" fmla="*/ 925 w 985"/>
              <a:gd name="T3" fmla="*/ 265 h 531"/>
              <a:gd name="T4" fmla="*/ 492 w 985"/>
              <a:gd name="T5" fmla="*/ 471 h 531"/>
              <a:gd name="T6" fmla="*/ 60 w 985"/>
              <a:gd name="T7" fmla="*/ 265 h 531"/>
              <a:gd name="T8" fmla="*/ 492 w 985"/>
              <a:gd name="T9" fmla="*/ 60 h 531"/>
              <a:gd name="T10" fmla="*/ 492 w 985"/>
              <a:gd name="T11" fmla="*/ 0 h 531"/>
              <a:gd name="T12" fmla="*/ 0 w 985"/>
              <a:gd name="T13" fmla="*/ 265 h 531"/>
              <a:gd name="T14" fmla="*/ 492 w 985"/>
              <a:gd name="T15" fmla="*/ 531 h 531"/>
              <a:gd name="T16" fmla="*/ 985 w 985"/>
              <a:gd name="T17" fmla="*/ 265 h 531"/>
              <a:gd name="T18" fmla="*/ 492 w 985"/>
              <a:gd name="T19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84" h="531">
                <a:moveTo>
                  <a:pt x="492" y="60"/>
                </a:moveTo>
                <a:cubicBezTo>
                  <a:pt x="747" y="60"/>
                  <a:pt x="925" y="168"/>
                  <a:pt x="925" y="265"/>
                </a:cubicBezTo>
                <a:cubicBezTo>
                  <a:pt x="925" y="362"/>
                  <a:pt x="747" y="471"/>
                  <a:pt x="492" y="471"/>
                </a:cubicBezTo>
                <a:cubicBezTo>
                  <a:pt x="237" y="471"/>
                  <a:pt x="60" y="362"/>
                  <a:pt x="60" y="265"/>
                </a:cubicBezTo>
                <a:cubicBezTo>
                  <a:pt x="60" y="168"/>
                  <a:pt x="237" y="60"/>
                  <a:pt x="492" y="60"/>
                </a:cubicBezTo>
                <a:moveTo>
                  <a:pt x="492" y="0"/>
                </a:moveTo>
                <a:cubicBezTo>
                  <a:pt x="220" y="0"/>
                  <a:pt x="0" y="119"/>
                  <a:pt x="0" y="265"/>
                </a:cubicBezTo>
                <a:cubicBezTo>
                  <a:pt x="0" y="412"/>
                  <a:pt x="220" y="531"/>
                  <a:pt x="492" y="531"/>
                </a:cubicBezTo>
                <a:cubicBezTo>
                  <a:pt x="764" y="531"/>
                  <a:pt x="985" y="412"/>
                  <a:pt x="985" y="265"/>
                </a:cubicBezTo>
                <a:cubicBezTo>
                  <a:pt x="985" y="119"/>
                  <a:pt x="764" y="0"/>
                  <a:pt x="492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3175"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6" name="iṥľíde">
            <a:extLst>
              <a:ext uri="{FF2B5EF4-FFF2-40B4-BE49-F238E27FC236}">
                <a16:creationId xmlns:a16="http://schemas.microsoft.com/office/drawing/2014/main" id="{073BBD4C-DD67-4238-A5E3-D3A44EB713E9}"/>
              </a:ext>
            </a:extLst>
          </p:cNvPr>
          <p:cNvSpPr/>
          <p:nvPr/>
        </p:nvSpPr>
        <p:spPr bwMode="auto">
          <a:xfrm>
            <a:off x="4648526" y="4883746"/>
            <a:ext cx="2909819" cy="1026866"/>
          </a:xfrm>
          <a:custGeom>
            <a:avLst/>
            <a:gdLst>
              <a:gd name="T0" fmla="*/ 985 w 985"/>
              <a:gd name="T1" fmla="*/ 184 h 449"/>
              <a:gd name="T2" fmla="*/ 492 w 985"/>
              <a:gd name="T3" fmla="*/ 449 h 449"/>
              <a:gd name="T4" fmla="*/ 0 w 985"/>
              <a:gd name="T5" fmla="*/ 184 h 449"/>
              <a:gd name="T6" fmla="*/ 0 w 985"/>
              <a:gd name="T7" fmla="*/ 0 h 449"/>
              <a:gd name="T8" fmla="*/ 492 w 985"/>
              <a:gd name="T9" fmla="*/ 266 h 449"/>
              <a:gd name="T10" fmla="*/ 985 w 985"/>
              <a:gd name="T11" fmla="*/ 0 h 449"/>
              <a:gd name="T12" fmla="*/ 985 w 985"/>
              <a:gd name="T13" fmla="*/ 184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4" h="449">
                <a:moveTo>
                  <a:pt x="985" y="184"/>
                </a:moveTo>
                <a:cubicBezTo>
                  <a:pt x="985" y="330"/>
                  <a:pt x="764" y="449"/>
                  <a:pt x="492" y="449"/>
                </a:cubicBezTo>
                <a:cubicBezTo>
                  <a:pt x="220" y="449"/>
                  <a:pt x="0" y="330"/>
                  <a:pt x="0" y="184"/>
                </a:cubicBezTo>
                <a:cubicBezTo>
                  <a:pt x="0" y="0"/>
                  <a:pt x="0" y="0"/>
                  <a:pt x="0" y="0"/>
                </a:cubicBezTo>
                <a:cubicBezTo>
                  <a:pt x="0" y="147"/>
                  <a:pt x="220" y="266"/>
                  <a:pt x="492" y="266"/>
                </a:cubicBezTo>
                <a:cubicBezTo>
                  <a:pt x="764" y="266"/>
                  <a:pt x="985" y="147"/>
                  <a:pt x="985" y="0"/>
                </a:cubicBezTo>
                <a:lnTo>
                  <a:pt x="985" y="18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txBody>
          <a:bodyPr vert="horz" wrap="square" lIns="91440" tIns="45720" rIns="91440" bIns="45720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br>
              <a:rPr lang="en-US" altLang="ko-KR" b="1">
                <a:solidFill>
                  <a:srgbClr val="FFFFFF"/>
                </a:solidFill>
                <a:cs typeface="+mn-ea"/>
                <a:sym typeface="+mn-lt"/>
              </a:rPr>
            </a:br>
            <a:br>
              <a:rPr lang="en-US" altLang="ko-KR" b="1">
                <a:solidFill>
                  <a:srgbClr val="FFFFFF"/>
                </a:solidFill>
                <a:cs typeface="+mn-ea"/>
                <a:sym typeface="+mn-lt"/>
              </a:rPr>
            </a:br>
            <a:r>
              <a:rPr lang="en-US" altLang="ko-KR" b="1">
                <a:solidFill>
                  <a:srgbClr val="FFFFFF"/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7" name="islíḋe">
            <a:extLst>
              <a:ext uri="{FF2B5EF4-FFF2-40B4-BE49-F238E27FC236}">
                <a16:creationId xmlns:a16="http://schemas.microsoft.com/office/drawing/2014/main" id="{1078D394-B8C6-47B1-86BF-9E83DF8FCD8D}"/>
              </a:ext>
            </a:extLst>
          </p:cNvPr>
          <p:cNvSpPr/>
          <p:nvPr/>
        </p:nvSpPr>
        <p:spPr bwMode="auto">
          <a:xfrm>
            <a:off x="4648526" y="3419819"/>
            <a:ext cx="2909819" cy="1028029"/>
          </a:xfrm>
          <a:custGeom>
            <a:avLst/>
            <a:gdLst>
              <a:gd name="T0" fmla="*/ 985 w 985"/>
              <a:gd name="T1" fmla="*/ 265 h 449"/>
              <a:gd name="T2" fmla="*/ 492 w 985"/>
              <a:gd name="T3" fmla="*/ 0 h 449"/>
              <a:gd name="T4" fmla="*/ 0 w 985"/>
              <a:gd name="T5" fmla="*/ 265 h 449"/>
              <a:gd name="T6" fmla="*/ 0 w 985"/>
              <a:gd name="T7" fmla="*/ 449 h 449"/>
              <a:gd name="T8" fmla="*/ 492 w 985"/>
              <a:gd name="T9" fmla="*/ 183 h 449"/>
              <a:gd name="T10" fmla="*/ 985 w 985"/>
              <a:gd name="T11" fmla="*/ 449 h 449"/>
              <a:gd name="T12" fmla="*/ 985 w 985"/>
              <a:gd name="T13" fmla="*/ 265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4" h="449">
                <a:moveTo>
                  <a:pt x="985" y="265"/>
                </a:moveTo>
                <a:cubicBezTo>
                  <a:pt x="985" y="119"/>
                  <a:pt x="764" y="0"/>
                  <a:pt x="492" y="0"/>
                </a:cubicBezTo>
                <a:cubicBezTo>
                  <a:pt x="220" y="0"/>
                  <a:pt x="0" y="119"/>
                  <a:pt x="0" y="265"/>
                </a:cubicBezTo>
                <a:cubicBezTo>
                  <a:pt x="0" y="449"/>
                  <a:pt x="0" y="449"/>
                  <a:pt x="0" y="449"/>
                </a:cubicBezTo>
                <a:cubicBezTo>
                  <a:pt x="0" y="302"/>
                  <a:pt x="220" y="183"/>
                  <a:pt x="492" y="183"/>
                </a:cubicBezTo>
                <a:cubicBezTo>
                  <a:pt x="764" y="183"/>
                  <a:pt x="985" y="302"/>
                  <a:pt x="985" y="449"/>
                </a:cubicBezTo>
                <a:lnTo>
                  <a:pt x="985" y="26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8" name="ïSḻíḍé">
            <a:extLst>
              <a:ext uri="{FF2B5EF4-FFF2-40B4-BE49-F238E27FC236}">
                <a16:creationId xmlns:a16="http://schemas.microsoft.com/office/drawing/2014/main" id="{FA6619BC-8352-4785-AD18-4BBBF86EDE17}"/>
              </a:ext>
            </a:extLst>
          </p:cNvPr>
          <p:cNvSpPr/>
          <p:nvPr/>
        </p:nvSpPr>
        <p:spPr bwMode="auto">
          <a:xfrm>
            <a:off x="4648526" y="3419819"/>
            <a:ext cx="2909819" cy="1215261"/>
          </a:xfrm>
          <a:custGeom>
            <a:avLst/>
            <a:gdLst>
              <a:gd name="T0" fmla="*/ 492 w 985"/>
              <a:gd name="T1" fmla="*/ 60 h 531"/>
              <a:gd name="T2" fmla="*/ 925 w 985"/>
              <a:gd name="T3" fmla="*/ 265 h 531"/>
              <a:gd name="T4" fmla="*/ 492 w 985"/>
              <a:gd name="T5" fmla="*/ 471 h 531"/>
              <a:gd name="T6" fmla="*/ 60 w 985"/>
              <a:gd name="T7" fmla="*/ 265 h 531"/>
              <a:gd name="T8" fmla="*/ 492 w 985"/>
              <a:gd name="T9" fmla="*/ 60 h 531"/>
              <a:gd name="T10" fmla="*/ 492 w 985"/>
              <a:gd name="T11" fmla="*/ 0 h 531"/>
              <a:gd name="T12" fmla="*/ 0 w 985"/>
              <a:gd name="T13" fmla="*/ 265 h 531"/>
              <a:gd name="T14" fmla="*/ 492 w 985"/>
              <a:gd name="T15" fmla="*/ 531 h 531"/>
              <a:gd name="T16" fmla="*/ 985 w 985"/>
              <a:gd name="T17" fmla="*/ 265 h 531"/>
              <a:gd name="T18" fmla="*/ 492 w 985"/>
              <a:gd name="T19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84" h="531">
                <a:moveTo>
                  <a:pt x="492" y="60"/>
                </a:moveTo>
                <a:cubicBezTo>
                  <a:pt x="747" y="60"/>
                  <a:pt x="925" y="168"/>
                  <a:pt x="925" y="265"/>
                </a:cubicBezTo>
                <a:cubicBezTo>
                  <a:pt x="925" y="362"/>
                  <a:pt x="747" y="471"/>
                  <a:pt x="492" y="471"/>
                </a:cubicBezTo>
                <a:cubicBezTo>
                  <a:pt x="237" y="471"/>
                  <a:pt x="60" y="362"/>
                  <a:pt x="60" y="265"/>
                </a:cubicBezTo>
                <a:cubicBezTo>
                  <a:pt x="60" y="168"/>
                  <a:pt x="237" y="60"/>
                  <a:pt x="492" y="60"/>
                </a:cubicBezTo>
                <a:moveTo>
                  <a:pt x="492" y="0"/>
                </a:moveTo>
                <a:cubicBezTo>
                  <a:pt x="220" y="0"/>
                  <a:pt x="0" y="119"/>
                  <a:pt x="0" y="265"/>
                </a:cubicBezTo>
                <a:cubicBezTo>
                  <a:pt x="0" y="412"/>
                  <a:pt x="220" y="531"/>
                  <a:pt x="492" y="531"/>
                </a:cubicBezTo>
                <a:cubicBezTo>
                  <a:pt x="764" y="531"/>
                  <a:pt x="985" y="412"/>
                  <a:pt x="985" y="265"/>
                </a:cubicBezTo>
                <a:cubicBezTo>
                  <a:pt x="985" y="119"/>
                  <a:pt x="764" y="0"/>
                  <a:pt x="492" y="0"/>
                </a:cubicBez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9" name="išḷiḑè">
            <a:extLst>
              <a:ext uri="{FF2B5EF4-FFF2-40B4-BE49-F238E27FC236}">
                <a16:creationId xmlns:a16="http://schemas.microsoft.com/office/drawing/2014/main" id="{4710A47F-6AFB-4367-B374-15994B9CAC35}"/>
              </a:ext>
            </a:extLst>
          </p:cNvPr>
          <p:cNvSpPr/>
          <p:nvPr/>
        </p:nvSpPr>
        <p:spPr bwMode="auto">
          <a:xfrm>
            <a:off x="4648526" y="4026868"/>
            <a:ext cx="2909819" cy="1026866"/>
          </a:xfrm>
          <a:custGeom>
            <a:avLst/>
            <a:gdLst>
              <a:gd name="T0" fmla="*/ 985 w 985"/>
              <a:gd name="T1" fmla="*/ 184 h 449"/>
              <a:gd name="T2" fmla="*/ 492 w 985"/>
              <a:gd name="T3" fmla="*/ 449 h 449"/>
              <a:gd name="T4" fmla="*/ 0 w 985"/>
              <a:gd name="T5" fmla="*/ 184 h 449"/>
              <a:gd name="T6" fmla="*/ 0 w 985"/>
              <a:gd name="T7" fmla="*/ 0 h 449"/>
              <a:gd name="T8" fmla="*/ 492 w 985"/>
              <a:gd name="T9" fmla="*/ 266 h 449"/>
              <a:gd name="T10" fmla="*/ 985 w 985"/>
              <a:gd name="T11" fmla="*/ 0 h 449"/>
              <a:gd name="T12" fmla="*/ 985 w 985"/>
              <a:gd name="T13" fmla="*/ 184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4" h="449">
                <a:moveTo>
                  <a:pt x="985" y="184"/>
                </a:moveTo>
                <a:cubicBezTo>
                  <a:pt x="985" y="330"/>
                  <a:pt x="764" y="449"/>
                  <a:pt x="492" y="449"/>
                </a:cubicBezTo>
                <a:cubicBezTo>
                  <a:pt x="220" y="449"/>
                  <a:pt x="0" y="330"/>
                  <a:pt x="0" y="184"/>
                </a:cubicBezTo>
                <a:cubicBezTo>
                  <a:pt x="0" y="0"/>
                  <a:pt x="0" y="0"/>
                  <a:pt x="0" y="0"/>
                </a:cubicBezTo>
                <a:cubicBezTo>
                  <a:pt x="0" y="147"/>
                  <a:pt x="220" y="266"/>
                  <a:pt x="492" y="266"/>
                </a:cubicBezTo>
                <a:cubicBezTo>
                  <a:pt x="764" y="266"/>
                  <a:pt x="985" y="147"/>
                  <a:pt x="985" y="0"/>
                </a:cubicBezTo>
                <a:lnTo>
                  <a:pt x="985" y="184"/>
                </a:ln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br>
              <a:rPr lang="en-US" altLang="ko-KR" sz="1400" b="1">
                <a:solidFill>
                  <a:schemeClr val="lt1"/>
                </a:solidFill>
                <a:cs typeface="+mn-ea"/>
                <a:sym typeface="+mn-lt"/>
              </a:rPr>
            </a:br>
            <a:br>
              <a:rPr lang="en-US" altLang="ko-KR" sz="1400" b="1">
                <a:solidFill>
                  <a:schemeClr val="lt1"/>
                </a:solidFill>
                <a:cs typeface="+mn-ea"/>
                <a:sym typeface="+mn-lt"/>
              </a:rPr>
            </a:br>
            <a:r>
              <a:rPr lang="en-US" altLang="ko-KR" sz="1400" b="1">
                <a:solidFill>
                  <a:schemeClr val="lt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10" name="iśḷîḑê">
            <a:extLst>
              <a:ext uri="{FF2B5EF4-FFF2-40B4-BE49-F238E27FC236}">
                <a16:creationId xmlns:a16="http://schemas.microsoft.com/office/drawing/2014/main" id="{0BDF8298-73CB-4A66-8F61-C289CF2DAD31}"/>
              </a:ext>
            </a:extLst>
          </p:cNvPr>
          <p:cNvSpPr/>
          <p:nvPr/>
        </p:nvSpPr>
        <p:spPr bwMode="auto">
          <a:xfrm>
            <a:off x="4648526" y="2562938"/>
            <a:ext cx="2909819" cy="1028029"/>
          </a:xfrm>
          <a:custGeom>
            <a:avLst/>
            <a:gdLst>
              <a:gd name="T0" fmla="*/ 985 w 985"/>
              <a:gd name="T1" fmla="*/ 265 h 449"/>
              <a:gd name="T2" fmla="*/ 492 w 985"/>
              <a:gd name="T3" fmla="*/ 0 h 449"/>
              <a:gd name="T4" fmla="*/ 0 w 985"/>
              <a:gd name="T5" fmla="*/ 265 h 449"/>
              <a:gd name="T6" fmla="*/ 0 w 985"/>
              <a:gd name="T7" fmla="*/ 449 h 449"/>
              <a:gd name="T8" fmla="*/ 492 w 985"/>
              <a:gd name="T9" fmla="*/ 183 h 449"/>
              <a:gd name="T10" fmla="*/ 985 w 985"/>
              <a:gd name="T11" fmla="*/ 449 h 449"/>
              <a:gd name="T12" fmla="*/ 985 w 985"/>
              <a:gd name="T13" fmla="*/ 265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4" h="449">
                <a:moveTo>
                  <a:pt x="985" y="265"/>
                </a:moveTo>
                <a:cubicBezTo>
                  <a:pt x="985" y="119"/>
                  <a:pt x="764" y="0"/>
                  <a:pt x="492" y="0"/>
                </a:cubicBezTo>
                <a:cubicBezTo>
                  <a:pt x="220" y="0"/>
                  <a:pt x="0" y="119"/>
                  <a:pt x="0" y="265"/>
                </a:cubicBezTo>
                <a:cubicBezTo>
                  <a:pt x="0" y="449"/>
                  <a:pt x="0" y="449"/>
                  <a:pt x="0" y="449"/>
                </a:cubicBezTo>
                <a:cubicBezTo>
                  <a:pt x="0" y="302"/>
                  <a:pt x="220" y="183"/>
                  <a:pt x="492" y="183"/>
                </a:cubicBezTo>
                <a:cubicBezTo>
                  <a:pt x="764" y="183"/>
                  <a:pt x="985" y="302"/>
                  <a:pt x="985" y="449"/>
                </a:cubicBezTo>
                <a:lnTo>
                  <a:pt x="985" y="26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1" name="ïsļïdê">
            <a:extLst>
              <a:ext uri="{FF2B5EF4-FFF2-40B4-BE49-F238E27FC236}">
                <a16:creationId xmlns:a16="http://schemas.microsoft.com/office/drawing/2014/main" id="{AFD0496B-D461-4B16-A1DB-B88C70E1FFFC}"/>
              </a:ext>
            </a:extLst>
          </p:cNvPr>
          <p:cNvSpPr/>
          <p:nvPr/>
        </p:nvSpPr>
        <p:spPr bwMode="auto">
          <a:xfrm>
            <a:off x="4648526" y="2562938"/>
            <a:ext cx="2909819" cy="1215261"/>
          </a:xfrm>
          <a:custGeom>
            <a:avLst/>
            <a:gdLst>
              <a:gd name="T0" fmla="*/ 492 w 985"/>
              <a:gd name="T1" fmla="*/ 60 h 531"/>
              <a:gd name="T2" fmla="*/ 925 w 985"/>
              <a:gd name="T3" fmla="*/ 265 h 531"/>
              <a:gd name="T4" fmla="*/ 492 w 985"/>
              <a:gd name="T5" fmla="*/ 471 h 531"/>
              <a:gd name="T6" fmla="*/ 60 w 985"/>
              <a:gd name="T7" fmla="*/ 265 h 531"/>
              <a:gd name="T8" fmla="*/ 492 w 985"/>
              <a:gd name="T9" fmla="*/ 60 h 531"/>
              <a:gd name="T10" fmla="*/ 492 w 985"/>
              <a:gd name="T11" fmla="*/ 0 h 531"/>
              <a:gd name="T12" fmla="*/ 0 w 985"/>
              <a:gd name="T13" fmla="*/ 265 h 531"/>
              <a:gd name="T14" fmla="*/ 492 w 985"/>
              <a:gd name="T15" fmla="*/ 531 h 531"/>
              <a:gd name="T16" fmla="*/ 985 w 985"/>
              <a:gd name="T17" fmla="*/ 265 h 531"/>
              <a:gd name="T18" fmla="*/ 492 w 985"/>
              <a:gd name="T19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84" h="531">
                <a:moveTo>
                  <a:pt x="492" y="60"/>
                </a:moveTo>
                <a:cubicBezTo>
                  <a:pt x="747" y="60"/>
                  <a:pt x="925" y="168"/>
                  <a:pt x="925" y="265"/>
                </a:cubicBezTo>
                <a:cubicBezTo>
                  <a:pt x="925" y="362"/>
                  <a:pt x="747" y="471"/>
                  <a:pt x="492" y="471"/>
                </a:cubicBezTo>
                <a:cubicBezTo>
                  <a:pt x="237" y="471"/>
                  <a:pt x="60" y="362"/>
                  <a:pt x="60" y="265"/>
                </a:cubicBezTo>
                <a:cubicBezTo>
                  <a:pt x="60" y="168"/>
                  <a:pt x="237" y="60"/>
                  <a:pt x="492" y="60"/>
                </a:cubicBezTo>
                <a:moveTo>
                  <a:pt x="492" y="0"/>
                </a:moveTo>
                <a:cubicBezTo>
                  <a:pt x="220" y="0"/>
                  <a:pt x="0" y="119"/>
                  <a:pt x="0" y="265"/>
                </a:cubicBezTo>
                <a:cubicBezTo>
                  <a:pt x="0" y="412"/>
                  <a:pt x="220" y="531"/>
                  <a:pt x="492" y="531"/>
                </a:cubicBezTo>
                <a:cubicBezTo>
                  <a:pt x="764" y="531"/>
                  <a:pt x="985" y="412"/>
                  <a:pt x="985" y="265"/>
                </a:cubicBezTo>
                <a:cubicBezTo>
                  <a:pt x="985" y="119"/>
                  <a:pt x="764" y="0"/>
                  <a:pt x="492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3175"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2" name="iSḻïḍe">
            <a:extLst>
              <a:ext uri="{FF2B5EF4-FFF2-40B4-BE49-F238E27FC236}">
                <a16:creationId xmlns:a16="http://schemas.microsoft.com/office/drawing/2014/main" id="{C9584ECB-BAC4-4754-8CA2-CB9DC19C89A5}"/>
              </a:ext>
            </a:extLst>
          </p:cNvPr>
          <p:cNvSpPr/>
          <p:nvPr/>
        </p:nvSpPr>
        <p:spPr bwMode="auto">
          <a:xfrm>
            <a:off x="4648526" y="3169987"/>
            <a:ext cx="2909819" cy="1026866"/>
          </a:xfrm>
          <a:custGeom>
            <a:avLst/>
            <a:gdLst>
              <a:gd name="T0" fmla="*/ 985 w 985"/>
              <a:gd name="T1" fmla="*/ 184 h 449"/>
              <a:gd name="T2" fmla="*/ 492 w 985"/>
              <a:gd name="T3" fmla="*/ 449 h 449"/>
              <a:gd name="T4" fmla="*/ 0 w 985"/>
              <a:gd name="T5" fmla="*/ 184 h 449"/>
              <a:gd name="T6" fmla="*/ 0 w 985"/>
              <a:gd name="T7" fmla="*/ 0 h 449"/>
              <a:gd name="T8" fmla="*/ 492 w 985"/>
              <a:gd name="T9" fmla="*/ 266 h 449"/>
              <a:gd name="T10" fmla="*/ 985 w 985"/>
              <a:gd name="T11" fmla="*/ 0 h 449"/>
              <a:gd name="T12" fmla="*/ 985 w 985"/>
              <a:gd name="T13" fmla="*/ 184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4" h="449">
                <a:moveTo>
                  <a:pt x="985" y="184"/>
                </a:moveTo>
                <a:cubicBezTo>
                  <a:pt x="985" y="330"/>
                  <a:pt x="764" y="449"/>
                  <a:pt x="492" y="449"/>
                </a:cubicBezTo>
                <a:cubicBezTo>
                  <a:pt x="220" y="449"/>
                  <a:pt x="0" y="330"/>
                  <a:pt x="0" y="184"/>
                </a:cubicBezTo>
                <a:cubicBezTo>
                  <a:pt x="0" y="0"/>
                  <a:pt x="0" y="0"/>
                  <a:pt x="0" y="0"/>
                </a:cubicBezTo>
                <a:cubicBezTo>
                  <a:pt x="0" y="147"/>
                  <a:pt x="220" y="266"/>
                  <a:pt x="492" y="266"/>
                </a:cubicBezTo>
                <a:cubicBezTo>
                  <a:pt x="764" y="266"/>
                  <a:pt x="985" y="147"/>
                  <a:pt x="985" y="0"/>
                </a:cubicBezTo>
                <a:lnTo>
                  <a:pt x="985" y="18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txBody>
          <a:bodyPr vert="horz" wrap="square" lIns="91440" tIns="45720" rIns="91440" bIns="45720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br>
              <a:rPr lang="en-US" altLang="ko-KR" b="1">
                <a:solidFill>
                  <a:srgbClr val="FFFFFF"/>
                </a:solidFill>
                <a:cs typeface="+mn-ea"/>
                <a:sym typeface="+mn-lt"/>
              </a:rPr>
            </a:br>
            <a:br>
              <a:rPr lang="en-US" altLang="ko-KR" b="1">
                <a:solidFill>
                  <a:srgbClr val="FFFFFF"/>
                </a:solidFill>
                <a:cs typeface="+mn-ea"/>
                <a:sym typeface="+mn-lt"/>
              </a:rPr>
            </a:br>
            <a:r>
              <a:rPr lang="en-US" altLang="ko-KR" b="1">
                <a:solidFill>
                  <a:srgbClr val="FFFFFF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13" name="îŝ1iḋè">
            <a:extLst>
              <a:ext uri="{FF2B5EF4-FFF2-40B4-BE49-F238E27FC236}">
                <a16:creationId xmlns:a16="http://schemas.microsoft.com/office/drawing/2014/main" id="{52AA6152-F582-4C13-A1F2-A49B17B6A983}"/>
              </a:ext>
            </a:extLst>
          </p:cNvPr>
          <p:cNvSpPr/>
          <p:nvPr/>
        </p:nvSpPr>
        <p:spPr bwMode="auto">
          <a:xfrm>
            <a:off x="4648526" y="1706060"/>
            <a:ext cx="2909819" cy="1028029"/>
          </a:xfrm>
          <a:custGeom>
            <a:avLst/>
            <a:gdLst>
              <a:gd name="T0" fmla="*/ 985 w 985"/>
              <a:gd name="T1" fmla="*/ 265 h 449"/>
              <a:gd name="T2" fmla="*/ 492 w 985"/>
              <a:gd name="T3" fmla="*/ 0 h 449"/>
              <a:gd name="T4" fmla="*/ 0 w 985"/>
              <a:gd name="T5" fmla="*/ 265 h 449"/>
              <a:gd name="T6" fmla="*/ 0 w 985"/>
              <a:gd name="T7" fmla="*/ 449 h 449"/>
              <a:gd name="T8" fmla="*/ 492 w 985"/>
              <a:gd name="T9" fmla="*/ 183 h 449"/>
              <a:gd name="T10" fmla="*/ 985 w 985"/>
              <a:gd name="T11" fmla="*/ 449 h 449"/>
              <a:gd name="T12" fmla="*/ 985 w 985"/>
              <a:gd name="T13" fmla="*/ 265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4" h="449">
                <a:moveTo>
                  <a:pt x="985" y="265"/>
                </a:moveTo>
                <a:cubicBezTo>
                  <a:pt x="985" y="119"/>
                  <a:pt x="764" y="0"/>
                  <a:pt x="492" y="0"/>
                </a:cubicBezTo>
                <a:cubicBezTo>
                  <a:pt x="220" y="0"/>
                  <a:pt x="0" y="119"/>
                  <a:pt x="0" y="265"/>
                </a:cubicBezTo>
                <a:cubicBezTo>
                  <a:pt x="0" y="449"/>
                  <a:pt x="0" y="449"/>
                  <a:pt x="0" y="449"/>
                </a:cubicBezTo>
                <a:cubicBezTo>
                  <a:pt x="0" y="302"/>
                  <a:pt x="220" y="183"/>
                  <a:pt x="492" y="183"/>
                </a:cubicBezTo>
                <a:cubicBezTo>
                  <a:pt x="764" y="183"/>
                  <a:pt x="985" y="302"/>
                  <a:pt x="985" y="449"/>
                </a:cubicBezTo>
                <a:lnTo>
                  <a:pt x="985" y="265"/>
                </a:lnTo>
                <a:close/>
              </a:path>
            </a:pathLst>
          </a:custGeom>
          <a:pattFill prst="dkDnDiag">
            <a:fgClr>
              <a:schemeClr val="accent1">
                <a:lumMod val="50000"/>
              </a:schemeClr>
            </a:fgClr>
            <a:bgClr>
              <a:schemeClr val="accent1">
                <a:lumMod val="75000"/>
              </a:schemeClr>
            </a:bgClr>
          </a:pattFill>
          <a:ln w="3175"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4" name="íślïḓe">
            <a:extLst>
              <a:ext uri="{FF2B5EF4-FFF2-40B4-BE49-F238E27FC236}">
                <a16:creationId xmlns:a16="http://schemas.microsoft.com/office/drawing/2014/main" id="{3D953D1A-8BBD-470C-AD73-6F2EF4B62FC4}"/>
              </a:ext>
            </a:extLst>
          </p:cNvPr>
          <p:cNvSpPr/>
          <p:nvPr/>
        </p:nvSpPr>
        <p:spPr bwMode="auto">
          <a:xfrm>
            <a:off x="4648526" y="1706060"/>
            <a:ext cx="2909819" cy="1215260"/>
          </a:xfrm>
          <a:custGeom>
            <a:avLst/>
            <a:gdLst>
              <a:gd name="T0" fmla="*/ 492 w 985"/>
              <a:gd name="T1" fmla="*/ 60 h 531"/>
              <a:gd name="T2" fmla="*/ 925 w 985"/>
              <a:gd name="T3" fmla="*/ 265 h 531"/>
              <a:gd name="T4" fmla="*/ 492 w 985"/>
              <a:gd name="T5" fmla="*/ 471 h 531"/>
              <a:gd name="T6" fmla="*/ 60 w 985"/>
              <a:gd name="T7" fmla="*/ 265 h 531"/>
              <a:gd name="T8" fmla="*/ 492 w 985"/>
              <a:gd name="T9" fmla="*/ 60 h 531"/>
              <a:gd name="T10" fmla="*/ 492 w 985"/>
              <a:gd name="T11" fmla="*/ 0 h 531"/>
              <a:gd name="T12" fmla="*/ 0 w 985"/>
              <a:gd name="T13" fmla="*/ 265 h 531"/>
              <a:gd name="T14" fmla="*/ 492 w 985"/>
              <a:gd name="T15" fmla="*/ 531 h 531"/>
              <a:gd name="T16" fmla="*/ 985 w 985"/>
              <a:gd name="T17" fmla="*/ 265 h 531"/>
              <a:gd name="T18" fmla="*/ 492 w 985"/>
              <a:gd name="T19" fmla="*/ 0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84" h="531">
                <a:moveTo>
                  <a:pt x="492" y="60"/>
                </a:moveTo>
                <a:cubicBezTo>
                  <a:pt x="747" y="60"/>
                  <a:pt x="925" y="168"/>
                  <a:pt x="925" y="265"/>
                </a:cubicBezTo>
                <a:cubicBezTo>
                  <a:pt x="925" y="362"/>
                  <a:pt x="747" y="471"/>
                  <a:pt x="492" y="471"/>
                </a:cubicBezTo>
                <a:cubicBezTo>
                  <a:pt x="237" y="471"/>
                  <a:pt x="60" y="362"/>
                  <a:pt x="60" y="265"/>
                </a:cubicBezTo>
                <a:cubicBezTo>
                  <a:pt x="60" y="168"/>
                  <a:pt x="237" y="60"/>
                  <a:pt x="492" y="60"/>
                </a:cubicBezTo>
                <a:moveTo>
                  <a:pt x="492" y="0"/>
                </a:moveTo>
                <a:cubicBezTo>
                  <a:pt x="220" y="0"/>
                  <a:pt x="0" y="119"/>
                  <a:pt x="0" y="265"/>
                </a:cubicBezTo>
                <a:cubicBezTo>
                  <a:pt x="0" y="412"/>
                  <a:pt x="220" y="531"/>
                  <a:pt x="492" y="531"/>
                </a:cubicBezTo>
                <a:cubicBezTo>
                  <a:pt x="764" y="531"/>
                  <a:pt x="985" y="412"/>
                  <a:pt x="985" y="265"/>
                </a:cubicBezTo>
                <a:cubicBezTo>
                  <a:pt x="985" y="119"/>
                  <a:pt x="764" y="0"/>
                  <a:pt x="492" y="0"/>
                </a:cubicBez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sz="1400" b="1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5" name="îṧḻïḋé">
            <a:extLst>
              <a:ext uri="{FF2B5EF4-FFF2-40B4-BE49-F238E27FC236}">
                <a16:creationId xmlns:a16="http://schemas.microsoft.com/office/drawing/2014/main" id="{D5DCA3DD-2E4E-4F57-B779-2387FD207C29}"/>
              </a:ext>
            </a:extLst>
          </p:cNvPr>
          <p:cNvSpPr/>
          <p:nvPr/>
        </p:nvSpPr>
        <p:spPr bwMode="auto">
          <a:xfrm>
            <a:off x="4648526" y="2313109"/>
            <a:ext cx="2909819" cy="1026866"/>
          </a:xfrm>
          <a:custGeom>
            <a:avLst/>
            <a:gdLst>
              <a:gd name="T0" fmla="*/ 985 w 985"/>
              <a:gd name="T1" fmla="*/ 184 h 449"/>
              <a:gd name="T2" fmla="*/ 492 w 985"/>
              <a:gd name="T3" fmla="*/ 449 h 449"/>
              <a:gd name="T4" fmla="*/ 0 w 985"/>
              <a:gd name="T5" fmla="*/ 184 h 449"/>
              <a:gd name="T6" fmla="*/ 0 w 985"/>
              <a:gd name="T7" fmla="*/ 0 h 449"/>
              <a:gd name="T8" fmla="*/ 492 w 985"/>
              <a:gd name="T9" fmla="*/ 266 h 449"/>
              <a:gd name="T10" fmla="*/ 985 w 985"/>
              <a:gd name="T11" fmla="*/ 0 h 449"/>
              <a:gd name="T12" fmla="*/ 985 w 985"/>
              <a:gd name="T13" fmla="*/ 184 h 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4" h="449">
                <a:moveTo>
                  <a:pt x="985" y="184"/>
                </a:moveTo>
                <a:cubicBezTo>
                  <a:pt x="985" y="330"/>
                  <a:pt x="764" y="449"/>
                  <a:pt x="492" y="449"/>
                </a:cubicBezTo>
                <a:cubicBezTo>
                  <a:pt x="220" y="449"/>
                  <a:pt x="0" y="330"/>
                  <a:pt x="0" y="184"/>
                </a:cubicBezTo>
                <a:cubicBezTo>
                  <a:pt x="0" y="0"/>
                  <a:pt x="0" y="0"/>
                  <a:pt x="0" y="0"/>
                </a:cubicBezTo>
                <a:cubicBezTo>
                  <a:pt x="0" y="147"/>
                  <a:pt x="220" y="266"/>
                  <a:pt x="492" y="266"/>
                </a:cubicBezTo>
                <a:cubicBezTo>
                  <a:pt x="764" y="266"/>
                  <a:pt x="985" y="147"/>
                  <a:pt x="985" y="0"/>
                </a:cubicBezTo>
                <a:lnTo>
                  <a:pt x="985" y="184"/>
                </a:lnTo>
                <a:close/>
              </a:path>
            </a:pathLst>
          </a:cu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br>
              <a:rPr lang="en-US" altLang="ko-KR" sz="1400" b="1">
                <a:cs typeface="+mn-ea"/>
                <a:sym typeface="+mn-lt"/>
              </a:rPr>
            </a:br>
            <a:br>
              <a:rPr lang="en-US" altLang="ko-KR" sz="1400" b="1">
                <a:cs typeface="+mn-ea"/>
                <a:sym typeface="+mn-lt"/>
              </a:rPr>
            </a:br>
            <a:r>
              <a:rPr lang="en-US" altLang="ko-KR" sz="1400" b="1">
                <a:cs typeface="+mn-ea"/>
                <a:sym typeface="+mn-lt"/>
              </a:rPr>
              <a:t>01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45055BA-979F-421F-90C1-82F86565F7BC}"/>
              </a:ext>
            </a:extLst>
          </p:cNvPr>
          <p:cNvCxnSpPr/>
          <p:nvPr/>
        </p:nvCxnSpPr>
        <p:spPr>
          <a:xfrm flipH="1">
            <a:off x="4211620" y="2611254"/>
            <a:ext cx="439191" cy="0"/>
          </a:xfrm>
          <a:prstGeom prst="line">
            <a:avLst/>
          </a:prstGeom>
          <a:ln w="12700" cmpd="sng">
            <a:solidFill>
              <a:schemeClr val="accent1"/>
            </a:solidFill>
            <a:prstDash val="sysDash"/>
            <a:headEnd type="none"/>
            <a:tailEnd type="oval" w="lg" len="lg"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CE47587-4E6D-4ACF-B579-24A7483AC6F0}"/>
              </a:ext>
            </a:extLst>
          </p:cNvPr>
          <p:cNvCxnSpPr/>
          <p:nvPr/>
        </p:nvCxnSpPr>
        <p:spPr>
          <a:xfrm flipH="1">
            <a:off x="4211620" y="4328146"/>
            <a:ext cx="439191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oval" w="lg" len="lg"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B4E64AE-14B3-4E56-94F2-C497A61B67DF}"/>
              </a:ext>
            </a:extLst>
          </p:cNvPr>
          <p:cNvCxnSpPr/>
          <p:nvPr/>
        </p:nvCxnSpPr>
        <p:spPr>
          <a:xfrm>
            <a:off x="7556057" y="3295608"/>
            <a:ext cx="439191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oval" w="lg" len="lg"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1CD46A4-A89A-41A1-AAEF-F2C68178E93A}"/>
              </a:ext>
            </a:extLst>
          </p:cNvPr>
          <p:cNvCxnSpPr/>
          <p:nvPr/>
        </p:nvCxnSpPr>
        <p:spPr>
          <a:xfrm>
            <a:off x="7556057" y="5089058"/>
            <a:ext cx="439191" cy="0"/>
          </a:xfrm>
          <a:prstGeom prst="line">
            <a:avLst/>
          </a:prstGeom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none"/>
            <a:tailEnd type="oval" w="lg" len="lg"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îšlïḑè">
            <a:extLst>
              <a:ext uri="{FF2B5EF4-FFF2-40B4-BE49-F238E27FC236}">
                <a16:creationId xmlns:a16="http://schemas.microsoft.com/office/drawing/2014/main" id="{B580BDB0-A6B6-4F41-AF77-CFDE5ECCEA47}"/>
              </a:ext>
            </a:extLst>
          </p:cNvPr>
          <p:cNvGrpSpPr/>
          <p:nvPr/>
        </p:nvGrpSpPr>
        <p:grpSpPr>
          <a:xfrm>
            <a:off x="665665" y="2203738"/>
            <a:ext cx="3262900" cy="1308761"/>
            <a:chOff x="673100" y="1986807"/>
            <a:chExt cx="3262900" cy="1308761"/>
          </a:xfrm>
        </p:grpSpPr>
        <p:sp>
          <p:nvSpPr>
            <p:cNvPr id="30" name="íśļíḍe">
              <a:extLst>
                <a:ext uri="{FF2B5EF4-FFF2-40B4-BE49-F238E27FC236}">
                  <a16:creationId xmlns:a16="http://schemas.microsoft.com/office/drawing/2014/main" id="{6A113BC4-BAFA-4A34-8C2E-A25BA65C8921}"/>
                </a:ext>
              </a:extLst>
            </p:cNvPr>
            <p:cNvSpPr txBox="1"/>
            <p:nvPr/>
          </p:nvSpPr>
          <p:spPr bwMode="auto">
            <a:xfrm>
              <a:off x="673100" y="1986807"/>
              <a:ext cx="32629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31" name="îSḻiḋè">
              <a:extLst>
                <a:ext uri="{FF2B5EF4-FFF2-40B4-BE49-F238E27FC236}">
                  <a16:creationId xmlns:a16="http://schemas.microsoft.com/office/drawing/2014/main" id="{DB82AEBA-7C93-40BF-9E16-63DEF0D64328}"/>
                </a:ext>
              </a:extLst>
            </p:cNvPr>
            <p:cNvSpPr/>
            <p:nvPr/>
          </p:nvSpPr>
          <p:spPr bwMode="auto">
            <a:xfrm>
              <a:off x="673100" y="2428613"/>
              <a:ext cx="3262900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Copy paste fonts. Choose the only option to retain text.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……</a:t>
              </a:r>
            </a:p>
          </p:txBody>
        </p:sp>
      </p:grpSp>
      <p:grpSp>
        <p:nvGrpSpPr>
          <p:cNvPr id="21" name="îşḻíḓè">
            <a:extLst>
              <a:ext uri="{FF2B5EF4-FFF2-40B4-BE49-F238E27FC236}">
                <a16:creationId xmlns:a16="http://schemas.microsoft.com/office/drawing/2014/main" id="{B8059B44-79E3-41C2-BE78-6AB288631E77}"/>
              </a:ext>
            </a:extLst>
          </p:cNvPr>
          <p:cNvGrpSpPr/>
          <p:nvPr/>
        </p:nvGrpSpPr>
        <p:grpSpPr>
          <a:xfrm>
            <a:off x="677359" y="3920630"/>
            <a:ext cx="3262900" cy="1308761"/>
            <a:chOff x="673100" y="1986807"/>
            <a:chExt cx="3262900" cy="1308761"/>
          </a:xfrm>
        </p:grpSpPr>
        <p:sp>
          <p:nvSpPr>
            <p:cNvPr id="28" name="î$ľïḑê">
              <a:extLst>
                <a:ext uri="{FF2B5EF4-FFF2-40B4-BE49-F238E27FC236}">
                  <a16:creationId xmlns:a16="http://schemas.microsoft.com/office/drawing/2014/main" id="{6A113BC4-BAFA-4A34-8C2E-A25BA65C8921}"/>
                </a:ext>
              </a:extLst>
            </p:cNvPr>
            <p:cNvSpPr txBox="1"/>
            <p:nvPr/>
          </p:nvSpPr>
          <p:spPr bwMode="auto">
            <a:xfrm>
              <a:off x="673100" y="1986807"/>
              <a:ext cx="32629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29" name="íš1íḍè">
              <a:extLst>
                <a:ext uri="{FF2B5EF4-FFF2-40B4-BE49-F238E27FC236}">
                  <a16:creationId xmlns:a16="http://schemas.microsoft.com/office/drawing/2014/main" id="{DB82AEBA-7C93-40BF-9E16-63DEF0D64328}"/>
                </a:ext>
              </a:extLst>
            </p:cNvPr>
            <p:cNvSpPr/>
            <p:nvPr/>
          </p:nvSpPr>
          <p:spPr bwMode="auto">
            <a:xfrm>
              <a:off x="673100" y="2428613"/>
              <a:ext cx="3262900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Copy paste fonts. Choose the only option to retain text.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……</a:t>
              </a:r>
            </a:p>
          </p:txBody>
        </p:sp>
      </p:grpSp>
      <p:grpSp>
        <p:nvGrpSpPr>
          <p:cNvPr id="22" name="îSḷîḋê">
            <a:extLst>
              <a:ext uri="{FF2B5EF4-FFF2-40B4-BE49-F238E27FC236}">
                <a16:creationId xmlns:a16="http://schemas.microsoft.com/office/drawing/2014/main" id="{2E5FCC2C-7083-47E7-B0EC-7655302C9E50}"/>
              </a:ext>
            </a:extLst>
          </p:cNvPr>
          <p:cNvGrpSpPr/>
          <p:nvPr/>
        </p:nvGrpSpPr>
        <p:grpSpPr>
          <a:xfrm>
            <a:off x="8251739" y="2888092"/>
            <a:ext cx="3262900" cy="1308761"/>
            <a:chOff x="673100" y="1986807"/>
            <a:chExt cx="3262900" cy="1308761"/>
          </a:xfrm>
        </p:grpSpPr>
        <p:sp>
          <p:nvSpPr>
            <p:cNvPr id="26" name="îşľîḋè">
              <a:extLst>
                <a:ext uri="{FF2B5EF4-FFF2-40B4-BE49-F238E27FC236}">
                  <a16:creationId xmlns:a16="http://schemas.microsoft.com/office/drawing/2014/main" id="{6A113BC4-BAFA-4A34-8C2E-A25BA65C8921}"/>
                </a:ext>
              </a:extLst>
            </p:cNvPr>
            <p:cNvSpPr txBox="1"/>
            <p:nvPr/>
          </p:nvSpPr>
          <p:spPr bwMode="auto">
            <a:xfrm>
              <a:off x="673100" y="1986807"/>
              <a:ext cx="32629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27" name="ïśḷíḑe">
              <a:extLst>
                <a:ext uri="{FF2B5EF4-FFF2-40B4-BE49-F238E27FC236}">
                  <a16:creationId xmlns:a16="http://schemas.microsoft.com/office/drawing/2014/main" id="{DB82AEBA-7C93-40BF-9E16-63DEF0D64328}"/>
                </a:ext>
              </a:extLst>
            </p:cNvPr>
            <p:cNvSpPr/>
            <p:nvPr/>
          </p:nvSpPr>
          <p:spPr bwMode="auto">
            <a:xfrm>
              <a:off x="673100" y="2428613"/>
              <a:ext cx="3262900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Copy paste fonts. Choose the only option to retain text.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……</a:t>
              </a:r>
            </a:p>
          </p:txBody>
        </p:sp>
      </p:grpSp>
      <p:grpSp>
        <p:nvGrpSpPr>
          <p:cNvPr id="23" name="îśļiḋè">
            <a:extLst>
              <a:ext uri="{FF2B5EF4-FFF2-40B4-BE49-F238E27FC236}">
                <a16:creationId xmlns:a16="http://schemas.microsoft.com/office/drawing/2014/main" id="{5961165F-FFA6-49C5-B60E-E9C55C40FAA5}"/>
              </a:ext>
            </a:extLst>
          </p:cNvPr>
          <p:cNvGrpSpPr/>
          <p:nvPr/>
        </p:nvGrpSpPr>
        <p:grpSpPr>
          <a:xfrm>
            <a:off x="8263434" y="4681542"/>
            <a:ext cx="3262900" cy="1308761"/>
            <a:chOff x="673100" y="1986807"/>
            <a:chExt cx="3262900" cy="1308761"/>
          </a:xfrm>
        </p:grpSpPr>
        <p:sp>
          <p:nvSpPr>
            <p:cNvPr id="24" name="íśliḑè">
              <a:extLst>
                <a:ext uri="{FF2B5EF4-FFF2-40B4-BE49-F238E27FC236}">
                  <a16:creationId xmlns:a16="http://schemas.microsoft.com/office/drawing/2014/main" id="{6A113BC4-BAFA-4A34-8C2E-A25BA65C8921}"/>
                </a:ext>
              </a:extLst>
            </p:cNvPr>
            <p:cNvSpPr txBox="1"/>
            <p:nvPr/>
          </p:nvSpPr>
          <p:spPr bwMode="auto">
            <a:xfrm>
              <a:off x="673100" y="1986807"/>
              <a:ext cx="32629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  <p:sp>
          <p:nvSpPr>
            <p:cNvPr id="25" name="ís1ïḍé">
              <a:extLst>
                <a:ext uri="{FF2B5EF4-FFF2-40B4-BE49-F238E27FC236}">
                  <a16:creationId xmlns:a16="http://schemas.microsoft.com/office/drawing/2014/main" id="{DB82AEBA-7C93-40BF-9E16-63DEF0D64328}"/>
                </a:ext>
              </a:extLst>
            </p:cNvPr>
            <p:cNvSpPr/>
            <p:nvPr/>
          </p:nvSpPr>
          <p:spPr bwMode="auto">
            <a:xfrm>
              <a:off x="673100" y="2428613"/>
              <a:ext cx="3262900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Copy paste fonts. Choose the only option to retain text.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>
                  <a:cs typeface="+mn-ea"/>
                  <a:sym typeface="+mn-lt"/>
                </a:rPr>
                <a:t>……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E12CEBA-475F-4F35-AA26-158C7350777A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33" name="弧形 32">
              <a:extLst>
                <a:ext uri="{FF2B5EF4-FFF2-40B4-BE49-F238E27FC236}">
                  <a16:creationId xmlns:a16="http://schemas.microsoft.com/office/drawing/2014/main" id="{441D8928-D48B-43BB-92CA-E6F36422506C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9A2BB536-DC97-4B90-AE10-ACEFDC2EA750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66DCEC41-0EB5-4A82-BB02-DB66431F4D8C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6" name="弧形 35">
              <a:extLst>
                <a:ext uri="{FF2B5EF4-FFF2-40B4-BE49-F238E27FC236}">
                  <a16:creationId xmlns:a16="http://schemas.microsoft.com/office/drawing/2014/main" id="{41ECB0A5-63BA-4E7C-844A-EA8F9E0F935C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F0CBDE12-0415-463B-8161-F45A0A3AAB61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792D55B8-F654-4992-977A-4A73D978F52E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702B4A64-919B-444F-86E8-0B5AD16D20B3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90897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图片包含 餐具&#10;&#10;描述已自动生成">
            <a:extLst>
              <a:ext uri="{FF2B5EF4-FFF2-40B4-BE49-F238E27FC236}">
                <a16:creationId xmlns:a16="http://schemas.microsoft.com/office/drawing/2014/main" id="{AC156833-C399-4B95-A324-A863B380077E}"/>
              </a:ext>
            </a:extLst>
          </p:cNvPr>
          <p:cNvPicPr>
            <a:picLocks noChangeAspect="1"/>
          </p:cNvPicPr>
          <p:nvPr/>
        </p:nvPicPr>
        <p:blipFill>
          <a:blip r:embed="R921d821e75b4429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F356DFD3-91C8-4A7D-A9DA-1611F73A28E6}"/>
              </a:ext>
            </a:extLst>
          </p:cNvPr>
          <p:cNvSpPr/>
          <p:nvPr/>
        </p:nvSpPr>
        <p:spPr>
          <a:xfrm>
            <a:off x="2051228" y="-662940"/>
            <a:ext cx="8089544" cy="8183880"/>
          </a:xfrm>
          <a:prstGeom prst="ellipse">
            <a:avLst/>
          </a:prstGeom>
          <a:noFill/>
          <a:ln w="38100">
            <a:solidFill>
              <a:srgbClr val="6965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4AE8BA3-6E32-4E46-84CE-20DD82091AB5}"/>
              </a:ext>
            </a:extLst>
          </p:cNvPr>
          <p:cNvGrpSpPr/>
          <p:nvPr/>
        </p:nvGrpSpPr>
        <p:grpSpPr>
          <a:xfrm>
            <a:off x="2814866" y="188242"/>
            <a:ext cx="6562268" cy="6481516"/>
            <a:chOff x="2682240" y="163056"/>
            <a:chExt cx="7045515" cy="6640860"/>
          </a:xfrm>
        </p:grpSpPr>
        <p:sp>
          <p:nvSpPr>
            <p:cNvPr id="6" name="弧形 5">
              <a:extLst>
                <a:ext uri="{FF2B5EF4-FFF2-40B4-BE49-F238E27FC236}">
                  <a16:creationId xmlns:a16="http://schemas.microsoft.com/office/drawing/2014/main" id="{FAA59E06-2A2F-4A4F-9D4D-A0846582EED9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A488728-7270-4B8D-9AC1-24826E9DC94F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D165BB5-1F86-4EBF-ABB2-0F847A3023C8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02528D7B-9F24-45C8-BFE8-92178BCE02A4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B0F24EE-F80A-4C7F-B285-2C63DC9033DB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91B1A3E-2203-40DF-B52E-20F3833C5C62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6944212B-36ED-4037-93C2-3E4710B4978F}"/>
              </a:ext>
            </a:extLst>
          </p:cNvPr>
          <p:cNvSpPr txBox="1"/>
          <p:nvPr/>
        </p:nvSpPr>
        <p:spPr>
          <a:xfrm>
            <a:off x="5240589" y="1301058"/>
            <a:ext cx="167923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500" b="1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177800" dist="381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04</a:t>
            </a:r>
            <a:endParaRPr lang="zh-CN" altLang="en-US" sz="11500" b="1">
              <a:gradFill>
                <a:gsLst>
                  <a:gs pos="0">
                    <a:srgbClr val="6965DD"/>
                  </a:gs>
                  <a:gs pos="100000">
                    <a:srgbClr val="32B8C6"/>
                  </a:gs>
                </a:gsLst>
                <a:lin ang="10800000" scaled="1"/>
              </a:gradFill>
              <a:effectLst>
                <a:outerShdw blurRad="177800" dist="381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030F17-DDA9-4FFC-9947-8C6678DB64B3}"/>
              </a:ext>
            </a:extLst>
          </p:cNvPr>
          <p:cNvSpPr txBox="1"/>
          <p:nvPr/>
        </p:nvSpPr>
        <p:spPr>
          <a:xfrm>
            <a:off x="4015570" y="3062293"/>
            <a:ext cx="4191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2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总结计划</a:t>
            </a:r>
          </a:p>
        </p:txBody>
      </p:sp>
      <p:sp>
        <p:nvSpPr>
          <p:cNvPr id="15" name="îṧļîḍè">
            <a:extLst>
              <a:ext uri="{FF2B5EF4-FFF2-40B4-BE49-F238E27FC236}">
                <a16:creationId xmlns:a16="http://schemas.microsoft.com/office/drawing/2014/main" id="{42CF19AC-6A6C-4251-A571-9540BBDE978A}"/>
              </a:ext>
            </a:extLst>
          </p:cNvPr>
          <p:cNvSpPr txBox="1"/>
          <p:nvPr/>
        </p:nvSpPr>
        <p:spPr>
          <a:xfrm>
            <a:off x="4310300" y="4473926"/>
            <a:ext cx="3577172" cy="109274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Theme color makes PPT more convenient to change.Adjust the spacing to adapt to Chinese typesetting, use the reference line in PPT.</a:t>
            </a:r>
          </a:p>
        </p:txBody>
      </p:sp>
    </p:spTree>
    <p:extLst>
      <p:ext uri="{BB962C8B-B14F-4D97-AF65-F5344CB8AC3E}">
        <p14:creationId xmlns:p14="http://schemas.microsoft.com/office/powerpoint/2010/main" val="3227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ïṩ1iďê">
            <a:extLst>
              <a:ext uri="{FF2B5EF4-FFF2-40B4-BE49-F238E27FC236}">
                <a16:creationId xmlns:a16="http://schemas.microsoft.com/office/drawing/2014/main" id="{720CD4CB-A8E3-4A4E-AE8A-26A9016D2996}"/>
              </a:ext>
            </a:extLst>
          </p:cNvPr>
          <p:cNvGrpSpPr/>
          <p:nvPr/>
        </p:nvGrpSpPr>
        <p:grpSpPr>
          <a:xfrm>
            <a:off x="6675454" y="1103999"/>
            <a:ext cx="4495467" cy="4867572"/>
            <a:chOff x="4419135" y="2266786"/>
            <a:chExt cx="3476865" cy="3764656"/>
          </a:xfrm>
          <a:scene3d>
            <a:camera prst="orthographicFront">
              <a:rot lat="0" lon="0" rev="0"/>
            </a:camera>
            <a:lightRig rig="threePt" dir="t"/>
          </a:scene3d>
        </p:grpSpPr>
        <p:sp>
          <p:nvSpPr>
            <p:cNvPr id="21" name="íṡľîḑè">
              <a:extLst>
                <a:ext uri="{FF2B5EF4-FFF2-40B4-BE49-F238E27FC236}">
                  <a16:creationId xmlns:a16="http://schemas.microsoft.com/office/drawing/2014/main" id="{41E294E5-41E4-426C-A59C-F9DFB2B9D452}"/>
                </a:ext>
              </a:extLst>
            </p:cNvPr>
            <p:cNvSpPr/>
            <p:nvPr/>
          </p:nvSpPr>
          <p:spPr bwMode="auto">
            <a:xfrm flipH="1">
              <a:off x="4425827" y="4057090"/>
              <a:ext cx="3406593" cy="1974352"/>
            </a:xfrm>
            <a:custGeom>
              <a:avLst/>
              <a:gdLst>
                <a:gd name="T0" fmla="*/ 490 w 490"/>
                <a:gd name="T1" fmla="*/ 117 h 284"/>
                <a:gd name="T2" fmla="*/ 490 w 490"/>
                <a:gd name="T3" fmla="*/ 107 h 284"/>
                <a:gd name="T4" fmla="*/ 474 w 490"/>
                <a:gd name="T5" fmla="*/ 107 h 284"/>
                <a:gd name="T6" fmla="*/ 286 w 490"/>
                <a:gd name="T7" fmla="*/ 0 h 284"/>
                <a:gd name="T8" fmla="*/ 283 w 490"/>
                <a:gd name="T9" fmla="*/ 0 h 284"/>
                <a:gd name="T10" fmla="*/ 17 w 490"/>
                <a:gd name="T11" fmla="*/ 156 h 284"/>
                <a:gd name="T12" fmla="*/ 0 w 490"/>
                <a:gd name="T13" fmla="*/ 157 h 284"/>
                <a:gd name="T14" fmla="*/ 0 w 490"/>
                <a:gd name="T15" fmla="*/ 167 h 284"/>
                <a:gd name="T16" fmla="*/ 0 w 490"/>
                <a:gd name="T17" fmla="*/ 167 h 284"/>
                <a:gd name="T18" fmla="*/ 1 w 490"/>
                <a:gd name="T19" fmla="*/ 168 h 284"/>
                <a:gd name="T20" fmla="*/ 204 w 490"/>
                <a:gd name="T21" fmla="*/ 284 h 284"/>
                <a:gd name="T22" fmla="*/ 207 w 490"/>
                <a:gd name="T23" fmla="*/ 284 h 284"/>
                <a:gd name="T24" fmla="*/ 490 w 490"/>
                <a:gd name="T25" fmla="*/ 118 h 284"/>
                <a:gd name="T26" fmla="*/ 490 w 490"/>
                <a:gd name="T27" fmla="*/ 117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90" h="284">
                  <a:moveTo>
                    <a:pt x="490" y="117"/>
                  </a:moveTo>
                  <a:cubicBezTo>
                    <a:pt x="490" y="107"/>
                    <a:pt x="490" y="107"/>
                    <a:pt x="490" y="107"/>
                  </a:cubicBezTo>
                  <a:cubicBezTo>
                    <a:pt x="474" y="107"/>
                    <a:pt x="474" y="107"/>
                    <a:pt x="474" y="107"/>
                  </a:cubicBezTo>
                  <a:cubicBezTo>
                    <a:pt x="412" y="71"/>
                    <a:pt x="348" y="36"/>
                    <a:pt x="286" y="0"/>
                  </a:cubicBezTo>
                  <a:cubicBezTo>
                    <a:pt x="285" y="0"/>
                    <a:pt x="284" y="0"/>
                    <a:pt x="283" y="0"/>
                  </a:cubicBezTo>
                  <a:cubicBezTo>
                    <a:pt x="194" y="52"/>
                    <a:pt x="106" y="104"/>
                    <a:pt x="17" y="156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7"/>
                    <a:pt x="0" y="167"/>
                    <a:pt x="0" y="167"/>
                  </a:cubicBezTo>
                  <a:cubicBezTo>
                    <a:pt x="0" y="167"/>
                    <a:pt x="1" y="168"/>
                    <a:pt x="1" y="168"/>
                  </a:cubicBezTo>
                  <a:cubicBezTo>
                    <a:pt x="68" y="207"/>
                    <a:pt x="136" y="245"/>
                    <a:pt x="204" y="284"/>
                  </a:cubicBezTo>
                  <a:cubicBezTo>
                    <a:pt x="205" y="284"/>
                    <a:pt x="207" y="284"/>
                    <a:pt x="207" y="284"/>
                  </a:cubicBezTo>
                  <a:cubicBezTo>
                    <a:pt x="302" y="229"/>
                    <a:pt x="396" y="173"/>
                    <a:pt x="490" y="118"/>
                  </a:cubicBezTo>
                  <a:cubicBezTo>
                    <a:pt x="490" y="117"/>
                    <a:pt x="490" y="117"/>
                    <a:pt x="490" y="117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2" name="išļíďé">
              <a:extLst>
                <a:ext uri="{FF2B5EF4-FFF2-40B4-BE49-F238E27FC236}">
                  <a16:creationId xmlns:a16="http://schemas.microsoft.com/office/drawing/2014/main" id="{3D4904D7-AC40-4D72-9E0B-D6FA0880067C}"/>
                </a:ext>
              </a:extLst>
            </p:cNvPr>
            <p:cNvSpPr/>
            <p:nvPr/>
          </p:nvSpPr>
          <p:spPr bwMode="auto">
            <a:xfrm flipH="1">
              <a:off x="5884840" y="3946659"/>
              <a:ext cx="1954273" cy="1201344"/>
            </a:xfrm>
            <a:custGeom>
              <a:avLst/>
              <a:gdLst>
                <a:gd name="T0" fmla="*/ 6 w 584"/>
                <a:gd name="T1" fmla="*/ 359 h 359"/>
                <a:gd name="T2" fmla="*/ 584 w 584"/>
                <a:gd name="T3" fmla="*/ 21 h 359"/>
                <a:gd name="T4" fmla="*/ 578 w 584"/>
                <a:gd name="T5" fmla="*/ 0 h 359"/>
                <a:gd name="T6" fmla="*/ 0 w 584"/>
                <a:gd name="T7" fmla="*/ 340 h 359"/>
                <a:gd name="T8" fmla="*/ 6 w 584"/>
                <a:gd name="T9" fmla="*/ 359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4" h="359">
                  <a:moveTo>
                    <a:pt x="6" y="359"/>
                  </a:moveTo>
                  <a:lnTo>
                    <a:pt x="584" y="21"/>
                  </a:lnTo>
                  <a:lnTo>
                    <a:pt x="578" y="0"/>
                  </a:lnTo>
                  <a:lnTo>
                    <a:pt x="0" y="340"/>
                  </a:lnTo>
                  <a:lnTo>
                    <a:pt x="6" y="359"/>
                  </a:ln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3" name="iŝ1iḍé">
              <a:extLst>
                <a:ext uri="{FF2B5EF4-FFF2-40B4-BE49-F238E27FC236}">
                  <a16:creationId xmlns:a16="http://schemas.microsoft.com/office/drawing/2014/main" id="{29F3A606-0E66-4436-A423-B5170814B6AC}"/>
                </a:ext>
              </a:extLst>
            </p:cNvPr>
            <p:cNvSpPr/>
            <p:nvPr/>
          </p:nvSpPr>
          <p:spPr bwMode="auto">
            <a:xfrm flipH="1">
              <a:off x="5844681" y="2266786"/>
              <a:ext cx="2051319" cy="2867832"/>
            </a:xfrm>
            <a:custGeom>
              <a:avLst/>
              <a:gdLst>
                <a:gd name="T0" fmla="*/ 13 w 295"/>
                <a:gd name="T1" fmla="*/ 161 h 413"/>
                <a:gd name="T2" fmla="*/ 1 w 295"/>
                <a:gd name="T3" fmla="*/ 181 h 413"/>
                <a:gd name="T4" fmla="*/ 2 w 295"/>
                <a:gd name="T5" fmla="*/ 404 h 413"/>
                <a:gd name="T6" fmla="*/ 14 w 295"/>
                <a:gd name="T7" fmla="*/ 409 h 413"/>
                <a:gd name="T8" fmla="*/ 283 w 295"/>
                <a:gd name="T9" fmla="*/ 251 h 413"/>
                <a:gd name="T10" fmla="*/ 295 w 295"/>
                <a:gd name="T11" fmla="*/ 232 h 413"/>
                <a:gd name="T12" fmla="*/ 293 w 295"/>
                <a:gd name="T13" fmla="*/ 9 h 413"/>
                <a:gd name="T14" fmla="*/ 281 w 295"/>
                <a:gd name="T15" fmla="*/ 4 h 413"/>
                <a:gd name="T16" fmla="*/ 13 w 295"/>
                <a:gd name="T17" fmla="*/ 161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412">
                  <a:moveTo>
                    <a:pt x="13" y="161"/>
                  </a:moveTo>
                  <a:cubicBezTo>
                    <a:pt x="6" y="165"/>
                    <a:pt x="0" y="174"/>
                    <a:pt x="1" y="181"/>
                  </a:cubicBezTo>
                  <a:cubicBezTo>
                    <a:pt x="2" y="404"/>
                    <a:pt x="2" y="404"/>
                    <a:pt x="2" y="404"/>
                  </a:cubicBezTo>
                  <a:cubicBezTo>
                    <a:pt x="2" y="411"/>
                    <a:pt x="8" y="413"/>
                    <a:pt x="14" y="409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90" y="247"/>
                    <a:pt x="295" y="239"/>
                    <a:pt x="295" y="232"/>
                  </a:cubicBezTo>
                  <a:cubicBezTo>
                    <a:pt x="293" y="9"/>
                    <a:pt x="293" y="9"/>
                    <a:pt x="293" y="9"/>
                  </a:cubicBezTo>
                  <a:cubicBezTo>
                    <a:pt x="293" y="2"/>
                    <a:pt x="288" y="0"/>
                    <a:pt x="281" y="4"/>
                  </a:cubicBezTo>
                  <a:lnTo>
                    <a:pt x="13" y="161"/>
                  </a:lnTo>
                  <a:close/>
                </a:path>
              </a:pathLst>
            </a:custGeom>
            <a:solidFill>
              <a:srgbClr val="647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4" name="íṩḻïḑê">
              <a:extLst>
                <a:ext uri="{FF2B5EF4-FFF2-40B4-BE49-F238E27FC236}">
                  <a16:creationId xmlns:a16="http://schemas.microsoft.com/office/drawing/2014/main" id="{57343C6F-5C19-4DC7-A410-B077E73288F3}"/>
                </a:ext>
              </a:extLst>
            </p:cNvPr>
            <p:cNvSpPr/>
            <p:nvPr/>
          </p:nvSpPr>
          <p:spPr bwMode="auto">
            <a:xfrm flipH="1">
              <a:off x="5851374" y="2280171"/>
              <a:ext cx="2031241" cy="2841061"/>
            </a:xfrm>
            <a:custGeom>
              <a:avLst/>
              <a:gdLst>
                <a:gd name="T0" fmla="*/ 2 w 292"/>
                <a:gd name="T1" fmla="*/ 401 h 409"/>
                <a:gd name="T2" fmla="*/ 12 w 292"/>
                <a:gd name="T3" fmla="*/ 406 h 409"/>
                <a:gd name="T4" fmla="*/ 281 w 292"/>
                <a:gd name="T5" fmla="*/ 248 h 409"/>
                <a:gd name="T6" fmla="*/ 292 w 292"/>
                <a:gd name="T7" fmla="*/ 231 h 409"/>
                <a:gd name="T8" fmla="*/ 290 w 292"/>
                <a:gd name="T9" fmla="*/ 8 h 409"/>
                <a:gd name="T10" fmla="*/ 279 w 292"/>
                <a:gd name="T11" fmla="*/ 3 h 409"/>
                <a:gd name="T12" fmla="*/ 11 w 292"/>
                <a:gd name="T13" fmla="*/ 161 h 409"/>
                <a:gd name="T14" fmla="*/ 0 w 292"/>
                <a:gd name="T15" fmla="*/ 178 h 409"/>
                <a:gd name="T16" fmla="*/ 2 w 292"/>
                <a:gd name="T17" fmla="*/ 401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2" h="409">
                  <a:moveTo>
                    <a:pt x="2" y="401"/>
                  </a:moveTo>
                  <a:cubicBezTo>
                    <a:pt x="2" y="407"/>
                    <a:pt x="7" y="409"/>
                    <a:pt x="12" y="406"/>
                  </a:cubicBezTo>
                  <a:cubicBezTo>
                    <a:pt x="281" y="248"/>
                    <a:pt x="281" y="248"/>
                    <a:pt x="281" y="248"/>
                  </a:cubicBezTo>
                  <a:cubicBezTo>
                    <a:pt x="287" y="244"/>
                    <a:pt x="292" y="237"/>
                    <a:pt x="292" y="231"/>
                  </a:cubicBezTo>
                  <a:cubicBezTo>
                    <a:pt x="290" y="8"/>
                    <a:pt x="290" y="8"/>
                    <a:pt x="290" y="8"/>
                  </a:cubicBezTo>
                  <a:cubicBezTo>
                    <a:pt x="290" y="2"/>
                    <a:pt x="285" y="0"/>
                    <a:pt x="279" y="3"/>
                  </a:cubicBezTo>
                  <a:cubicBezTo>
                    <a:pt x="11" y="161"/>
                    <a:pt x="11" y="161"/>
                    <a:pt x="11" y="161"/>
                  </a:cubicBezTo>
                  <a:cubicBezTo>
                    <a:pt x="5" y="164"/>
                    <a:pt x="0" y="172"/>
                    <a:pt x="0" y="178"/>
                  </a:cubicBezTo>
                  <a:lnTo>
                    <a:pt x="2" y="401"/>
                  </a:ln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5" name="ï$ļïḓe">
              <a:extLst>
                <a:ext uri="{FF2B5EF4-FFF2-40B4-BE49-F238E27FC236}">
                  <a16:creationId xmlns:a16="http://schemas.microsoft.com/office/drawing/2014/main" id="{8E55E4EA-E2E2-48D5-800E-3FDAC9853D1F}"/>
                </a:ext>
              </a:extLst>
            </p:cNvPr>
            <p:cNvSpPr/>
            <p:nvPr/>
          </p:nvSpPr>
          <p:spPr bwMode="auto">
            <a:xfrm flipH="1">
              <a:off x="5918304" y="2377217"/>
              <a:ext cx="1894039" cy="2640279"/>
            </a:xfrm>
            <a:custGeom>
              <a:avLst/>
              <a:gdLst>
                <a:gd name="T0" fmla="*/ 0 w 566"/>
                <a:gd name="T1" fmla="*/ 328 h 789"/>
                <a:gd name="T2" fmla="*/ 4 w 566"/>
                <a:gd name="T3" fmla="*/ 789 h 789"/>
                <a:gd name="T4" fmla="*/ 566 w 566"/>
                <a:gd name="T5" fmla="*/ 461 h 789"/>
                <a:gd name="T6" fmla="*/ 561 w 566"/>
                <a:gd name="T7" fmla="*/ 0 h 789"/>
                <a:gd name="T8" fmla="*/ 0 w 566"/>
                <a:gd name="T9" fmla="*/ 328 h 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789">
                  <a:moveTo>
                    <a:pt x="0" y="328"/>
                  </a:moveTo>
                  <a:lnTo>
                    <a:pt x="4" y="789"/>
                  </a:lnTo>
                  <a:lnTo>
                    <a:pt x="566" y="461"/>
                  </a:lnTo>
                  <a:lnTo>
                    <a:pt x="561" y="0"/>
                  </a:lnTo>
                  <a:lnTo>
                    <a:pt x="0" y="328"/>
                  </a:lnTo>
                  <a:close/>
                </a:path>
              </a:pathLst>
            </a:custGeom>
            <a:blipFill>
              <a:blip r:embed="R43dacf8b9f734be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l="-55079" r="-54511"/>
              </a:stretch>
            </a:blipFill>
            <a:ln w="9525">
              <a:solidFill>
                <a:srgbClr val="000000"/>
              </a:solidFill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400"/>
              <a:endParaRPr sz="28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26" name="í$liďe">
              <a:extLst>
                <a:ext uri="{FF2B5EF4-FFF2-40B4-BE49-F238E27FC236}">
                  <a16:creationId xmlns:a16="http://schemas.microsoft.com/office/drawing/2014/main" id="{C0ED1B72-F94F-4DCC-AFC2-12B9AE5955B1}"/>
                </a:ext>
              </a:extLst>
            </p:cNvPr>
            <p:cNvSpPr/>
            <p:nvPr/>
          </p:nvSpPr>
          <p:spPr bwMode="auto">
            <a:xfrm flipH="1">
              <a:off x="4419135" y="3986815"/>
              <a:ext cx="3413285" cy="1974353"/>
            </a:xfrm>
            <a:custGeom>
              <a:avLst/>
              <a:gdLst>
                <a:gd name="T0" fmla="*/ 207 w 491"/>
                <a:gd name="T1" fmla="*/ 284 h 284"/>
                <a:gd name="T2" fmla="*/ 490 w 491"/>
                <a:gd name="T3" fmla="*/ 118 h 284"/>
                <a:gd name="T4" fmla="*/ 490 w 491"/>
                <a:gd name="T5" fmla="*/ 116 h 284"/>
                <a:gd name="T6" fmla="*/ 286 w 491"/>
                <a:gd name="T7" fmla="*/ 0 h 284"/>
                <a:gd name="T8" fmla="*/ 283 w 491"/>
                <a:gd name="T9" fmla="*/ 0 h 284"/>
                <a:gd name="T10" fmla="*/ 1 w 491"/>
                <a:gd name="T11" fmla="*/ 166 h 284"/>
                <a:gd name="T12" fmla="*/ 1 w 491"/>
                <a:gd name="T13" fmla="*/ 168 h 284"/>
                <a:gd name="T14" fmla="*/ 204 w 491"/>
                <a:gd name="T15" fmla="*/ 284 h 284"/>
                <a:gd name="T16" fmla="*/ 207 w 491"/>
                <a:gd name="T17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1" h="284">
                  <a:moveTo>
                    <a:pt x="207" y="284"/>
                  </a:moveTo>
                  <a:cubicBezTo>
                    <a:pt x="302" y="229"/>
                    <a:pt x="396" y="173"/>
                    <a:pt x="490" y="118"/>
                  </a:cubicBezTo>
                  <a:cubicBezTo>
                    <a:pt x="491" y="117"/>
                    <a:pt x="491" y="116"/>
                    <a:pt x="490" y="116"/>
                  </a:cubicBezTo>
                  <a:cubicBezTo>
                    <a:pt x="422" y="77"/>
                    <a:pt x="353" y="39"/>
                    <a:pt x="286" y="0"/>
                  </a:cubicBezTo>
                  <a:cubicBezTo>
                    <a:pt x="285" y="0"/>
                    <a:pt x="284" y="0"/>
                    <a:pt x="283" y="0"/>
                  </a:cubicBezTo>
                  <a:cubicBezTo>
                    <a:pt x="189" y="55"/>
                    <a:pt x="95" y="111"/>
                    <a:pt x="1" y="166"/>
                  </a:cubicBezTo>
                  <a:cubicBezTo>
                    <a:pt x="0" y="166"/>
                    <a:pt x="0" y="167"/>
                    <a:pt x="1" y="168"/>
                  </a:cubicBezTo>
                  <a:cubicBezTo>
                    <a:pt x="68" y="207"/>
                    <a:pt x="136" y="245"/>
                    <a:pt x="204" y="284"/>
                  </a:cubicBezTo>
                  <a:cubicBezTo>
                    <a:pt x="205" y="284"/>
                    <a:pt x="206" y="284"/>
                    <a:pt x="207" y="284"/>
                  </a:cubicBezTo>
                  <a:close/>
                </a:path>
              </a:pathLst>
            </a:custGeom>
            <a:solidFill>
              <a:srgbClr val="6479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ïslîdê">
              <a:extLst>
                <a:ext uri="{FF2B5EF4-FFF2-40B4-BE49-F238E27FC236}">
                  <a16:creationId xmlns:a16="http://schemas.microsoft.com/office/drawing/2014/main" id="{33407037-ABCA-42A7-B493-8D530B5FDE84}"/>
                </a:ext>
              </a:extLst>
            </p:cNvPr>
            <p:cNvSpPr/>
            <p:nvPr/>
          </p:nvSpPr>
          <p:spPr bwMode="auto">
            <a:xfrm flipH="1">
              <a:off x="5279149" y="5000763"/>
              <a:ext cx="799780" cy="468491"/>
            </a:xfrm>
            <a:custGeom>
              <a:avLst/>
              <a:gdLst>
                <a:gd name="T0" fmla="*/ 54 w 115"/>
                <a:gd name="T1" fmla="*/ 67 h 67"/>
                <a:gd name="T2" fmla="*/ 114 w 115"/>
                <a:gd name="T3" fmla="*/ 31 h 67"/>
                <a:gd name="T4" fmla="*/ 114 w 115"/>
                <a:gd name="T5" fmla="*/ 29 h 67"/>
                <a:gd name="T6" fmla="*/ 64 w 115"/>
                <a:gd name="T7" fmla="*/ 1 h 67"/>
                <a:gd name="T8" fmla="*/ 61 w 115"/>
                <a:gd name="T9" fmla="*/ 1 h 67"/>
                <a:gd name="T10" fmla="*/ 1 w 115"/>
                <a:gd name="T11" fmla="*/ 37 h 67"/>
                <a:gd name="T12" fmla="*/ 1 w 115"/>
                <a:gd name="T13" fmla="*/ 38 h 67"/>
                <a:gd name="T14" fmla="*/ 51 w 115"/>
                <a:gd name="T15" fmla="*/ 67 h 67"/>
                <a:gd name="T16" fmla="*/ 54 w 115"/>
                <a:gd name="T17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67">
                  <a:moveTo>
                    <a:pt x="54" y="67"/>
                  </a:moveTo>
                  <a:cubicBezTo>
                    <a:pt x="74" y="55"/>
                    <a:pt x="94" y="43"/>
                    <a:pt x="114" y="31"/>
                  </a:cubicBezTo>
                  <a:cubicBezTo>
                    <a:pt x="115" y="31"/>
                    <a:pt x="115" y="30"/>
                    <a:pt x="114" y="29"/>
                  </a:cubicBezTo>
                  <a:cubicBezTo>
                    <a:pt x="102" y="22"/>
                    <a:pt x="76" y="7"/>
                    <a:pt x="64" y="1"/>
                  </a:cubicBezTo>
                  <a:cubicBezTo>
                    <a:pt x="64" y="0"/>
                    <a:pt x="62" y="0"/>
                    <a:pt x="61" y="1"/>
                  </a:cubicBezTo>
                  <a:cubicBezTo>
                    <a:pt x="41" y="13"/>
                    <a:pt x="21" y="25"/>
                    <a:pt x="1" y="37"/>
                  </a:cubicBezTo>
                  <a:cubicBezTo>
                    <a:pt x="0" y="37"/>
                    <a:pt x="0" y="38"/>
                    <a:pt x="1" y="38"/>
                  </a:cubicBezTo>
                  <a:cubicBezTo>
                    <a:pt x="13" y="45"/>
                    <a:pt x="39" y="60"/>
                    <a:pt x="51" y="67"/>
                  </a:cubicBezTo>
                  <a:cubicBezTo>
                    <a:pt x="52" y="67"/>
                    <a:pt x="53" y="67"/>
                    <a:pt x="54" y="67"/>
                  </a:cubicBezTo>
                  <a:close/>
                </a:path>
              </a:pathLst>
            </a:custGeom>
            <a:solidFill>
              <a:srgbClr val="4B58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8" name="íŝḻïḋe">
              <a:extLst>
                <a:ext uri="{FF2B5EF4-FFF2-40B4-BE49-F238E27FC236}">
                  <a16:creationId xmlns:a16="http://schemas.microsoft.com/office/drawing/2014/main" id="{C08792A3-06E0-41BC-AD46-03FAE3B64F73}"/>
                </a:ext>
              </a:extLst>
            </p:cNvPr>
            <p:cNvSpPr/>
            <p:nvPr/>
          </p:nvSpPr>
          <p:spPr bwMode="auto">
            <a:xfrm flipH="1">
              <a:off x="6206090" y="4709629"/>
              <a:ext cx="187396" cy="110431"/>
            </a:xfrm>
            <a:custGeom>
              <a:avLst/>
              <a:gdLst>
                <a:gd name="T0" fmla="*/ 12 w 27"/>
                <a:gd name="T1" fmla="*/ 0 h 16"/>
                <a:gd name="T2" fmla="*/ 1 w 27"/>
                <a:gd name="T3" fmla="*/ 7 h 16"/>
                <a:gd name="T4" fmla="*/ 1 w 27"/>
                <a:gd name="T5" fmla="*/ 8 h 16"/>
                <a:gd name="T6" fmla="*/ 13 w 27"/>
                <a:gd name="T7" fmla="*/ 15 h 16"/>
                <a:gd name="T8" fmla="*/ 15 w 27"/>
                <a:gd name="T9" fmla="*/ 15 h 16"/>
                <a:gd name="T10" fmla="*/ 26 w 27"/>
                <a:gd name="T11" fmla="*/ 9 h 16"/>
                <a:gd name="T12" fmla="*/ 26 w 27"/>
                <a:gd name="T13" fmla="*/ 8 h 16"/>
                <a:gd name="T14" fmla="*/ 14 w 27"/>
                <a:gd name="T15" fmla="*/ 0 h 16"/>
                <a:gd name="T16" fmla="*/ 12 w 27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0"/>
                  </a:moveTo>
                  <a:cubicBezTo>
                    <a:pt x="7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8" y="12"/>
                    <a:pt x="13" y="15"/>
                  </a:cubicBezTo>
                  <a:cubicBezTo>
                    <a:pt x="14" y="16"/>
                    <a:pt x="15" y="16"/>
                    <a:pt x="15" y="15"/>
                  </a:cubicBezTo>
                  <a:cubicBezTo>
                    <a:pt x="20" y="13"/>
                    <a:pt x="22" y="11"/>
                    <a:pt x="26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9" name="iṧḻíďè">
              <a:extLst>
                <a:ext uri="{FF2B5EF4-FFF2-40B4-BE49-F238E27FC236}">
                  <a16:creationId xmlns:a16="http://schemas.microsoft.com/office/drawing/2014/main" id="{BAE19CF3-7F1F-4E51-B2C6-793448C4BBD9}"/>
                </a:ext>
              </a:extLst>
            </p:cNvPr>
            <p:cNvSpPr/>
            <p:nvPr/>
          </p:nvSpPr>
          <p:spPr bwMode="auto">
            <a:xfrm flipH="1">
              <a:off x="6109045" y="4656087"/>
              <a:ext cx="180703" cy="103738"/>
            </a:xfrm>
            <a:custGeom>
              <a:avLst/>
              <a:gdLst>
                <a:gd name="T0" fmla="*/ 11 w 26"/>
                <a:gd name="T1" fmla="*/ 0 h 15"/>
                <a:gd name="T2" fmla="*/ 0 w 26"/>
                <a:gd name="T3" fmla="*/ 7 h 15"/>
                <a:gd name="T4" fmla="*/ 0 w 26"/>
                <a:gd name="T5" fmla="*/ 8 h 15"/>
                <a:gd name="T6" fmla="*/ 13 w 26"/>
                <a:gd name="T7" fmla="*/ 15 h 15"/>
                <a:gd name="T8" fmla="*/ 14 w 26"/>
                <a:gd name="T9" fmla="*/ 15 h 15"/>
                <a:gd name="T10" fmla="*/ 26 w 26"/>
                <a:gd name="T11" fmla="*/ 8 h 15"/>
                <a:gd name="T12" fmla="*/ 26 w 26"/>
                <a:gd name="T13" fmla="*/ 7 h 15"/>
                <a:gd name="T14" fmla="*/ 13 w 26"/>
                <a:gd name="T15" fmla="*/ 0 h 15"/>
                <a:gd name="T16" fmla="*/ 11 w 2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1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8"/>
                    <a:pt x="26" y="7"/>
                  </a:cubicBezTo>
                  <a:cubicBezTo>
                    <a:pt x="21" y="4"/>
                    <a:pt x="18" y="3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0" name="îṩḷîďè">
              <a:extLst>
                <a:ext uri="{FF2B5EF4-FFF2-40B4-BE49-F238E27FC236}">
                  <a16:creationId xmlns:a16="http://schemas.microsoft.com/office/drawing/2014/main" id="{9A962871-72F6-4AC3-96F4-635EB1D214AA}"/>
                </a:ext>
              </a:extLst>
            </p:cNvPr>
            <p:cNvSpPr/>
            <p:nvPr/>
          </p:nvSpPr>
          <p:spPr bwMode="auto">
            <a:xfrm flipH="1">
              <a:off x="6001962" y="4592508"/>
              <a:ext cx="190743" cy="110431"/>
            </a:xfrm>
            <a:custGeom>
              <a:avLst/>
              <a:gdLst>
                <a:gd name="T0" fmla="*/ 12 w 27"/>
                <a:gd name="T1" fmla="*/ 0 h 16"/>
                <a:gd name="T2" fmla="*/ 0 w 27"/>
                <a:gd name="T3" fmla="*/ 7 h 16"/>
                <a:gd name="T4" fmla="*/ 0 w 27"/>
                <a:gd name="T5" fmla="*/ 8 h 16"/>
                <a:gd name="T6" fmla="*/ 13 w 27"/>
                <a:gd name="T7" fmla="*/ 15 h 16"/>
                <a:gd name="T8" fmla="*/ 15 w 27"/>
                <a:gd name="T9" fmla="*/ 16 h 16"/>
                <a:gd name="T10" fmla="*/ 26 w 27"/>
                <a:gd name="T11" fmla="*/ 9 h 16"/>
                <a:gd name="T12" fmla="*/ 26 w 27"/>
                <a:gd name="T13" fmla="*/ 8 h 16"/>
                <a:gd name="T14" fmla="*/ 14 w 27"/>
                <a:gd name="T15" fmla="*/ 0 h 16"/>
                <a:gd name="T16" fmla="*/ 12 w 27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6" y="11"/>
                    <a:pt x="8" y="13"/>
                    <a:pt x="13" y="15"/>
                  </a:cubicBezTo>
                  <a:cubicBezTo>
                    <a:pt x="14" y="16"/>
                    <a:pt x="14" y="16"/>
                    <a:pt x="15" y="16"/>
                  </a:cubicBezTo>
                  <a:cubicBezTo>
                    <a:pt x="19" y="13"/>
                    <a:pt x="22" y="11"/>
                    <a:pt x="26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1" name="îś1ídê">
              <a:extLst>
                <a:ext uri="{FF2B5EF4-FFF2-40B4-BE49-F238E27FC236}">
                  <a16:creationId xmlns:a16="http://schemas.microsoft.com/office/drawing/2014/main" id="{8D99E637-90A3-4F52-9EBF-984AFC24D4EF}"/>
                </a:ext>
              </a:extLst>
            </p:cNvPr>
            <p:cNvSpPr/>
            <p:nvPr/>
          </p:nvSpPr>
          <p:spPr bwMode="auto">
            <a:xfrm flipH="1">
              <a:off x="6309827" y="4773211"/>
              <a:ext cx="180703" cy="103738"/>
            </a:xfrm>
            <a:custGeom>
              <a:avLst/>
              <a:gdLst>
                <a:gd name="T0" fmla="*/ 12 w 26"/>
                <a:gd name="T1" fmla="*/ 0 h 15"/>
                <a:gd name="T2" fmla="*/ 0 w 26"/>
                <a:gd name="T3" fmla="*/ 7 h 15"/>
                <a:gd name="T4" fmla="*/ 0 w 26"/>
                <a:gd name="T5" fmla="*/ 8 h 15"/>
                <a:gd name="T6" fmla="*/ 13 w 26"/>
                <a:gd name="T7" fmla="*/ 15 h 15"/>
                <a:gd name="T8" fmla="*/ 15 w 26"/>
                <a:gd name="T9" fmla="*/ 15 h 15"/>
                <a:gd name="T10" fmla="*/ 26 w 26"/>
                <a:gd name="T11" fmla="*/ 8 h 15"/>
                <a:gd name="T12" fmla="*/ 26 w 26"/>
                <a:gd name="T13" fmla="*/ 7 h 15"/>
                <a:gd name="T14" fmla="*/ 13 w 26"/>
                <a:gd name="T15" fmla="*/ 0 h 15"/>
                <a:gd name="T16" fmla="*/ 12 w 2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2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5" y="10"/>
                    <a:pt x="8" y="12"/>
                    <a:pt x="13" y="15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8"/>
                    <a:pt x="26" y="7"/>
                  </a:cubicBezTo>
                  <a:cubicBezTo>
                    <a:pt x="21" y="4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2" name="išḻiḋè">
              <a:extLst>
                <a:ext uri="{FF2B5EF4-FFF2-40B4-BE49-F238E27FC236}">
                  <a16:creationId xmlns:a16="http://schemas.microsoft.com/office/drawing/2014/main" id="{442D8BA6-6DF5-42DA-982F-458EF2A37EF9}"/>
                </a:ext>
              </a:extLst>
            </p:cNvPr>
            <p:cNvSpPr/>
            <p:nvPr/>
          </p:nvSpPr>
          <p:spPr bwMode="auto">
            <a:xfrm flipH="1">
              <a:off x="6406872" y="4830098"/>
              <a:ext cx="187396" cy="110431"/>
            </a:xfrm>
            <a:custGeom>
              <a:avLst/>
              <a:gdLst>
                <a:gd name="T0" fmla="*/ 12 w 27"/>
                <a:gd name="T1" fmla="*/ 0 h 16"/>
                <a:gd name="T2" fmla="*/ 1 w 27"/>
                <a:gd name="T3" fmla="*/ 7 h 16"/>
                <a:gd name="T4" fmla="*/ 1 w 27"/>
                <a:gd name="T5" fmla="*/ 8 h 16"/>
                <a:gd name="T6" fmla="*/ 14 w 27"/>
                <a:gd name="T7" fmla="*/ 15 h 16"/>
                <a:gd name="T8" fmla="*/ 15 w 27"/>
                <a:gd name="T9" fmla="*/ 15 h 16"/>
                <a:gd name="T10" fmla="*/ 27 w 27"/>
                <a:gd name="T11" fmla="*/ 9 h 16"/>
                <a:gd name="T12" fmla="*/ 27 w 27"/>
                <a:gd name="T13" fmla="*/ 8 h 16"/>
                <a:gd name="T14" fmla="*/ 14 w 27"/>
                <a:gd name="T15" fmla="*/ 0 h 16"/>
                <a:gd name="T16" fmla="*/ 12 w 27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0"/>
                  </a:move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9" y="12"/>
                    <a:pt x="14" y="15"/>
                  </a:cubicBezTo>
                  <a:cubicBezTo>
                    <a:pt x="14" y="16"/>
                    <a:pt x="15" y="16"/>
                    <a:pt x="15" y="15"/>
                  </a:cubicBezTo>
                  <a:cubicBezTo>
                    <a:pt x="20" y="13"/>
                    <a:pt x="22" y="11"/>
                    <a:pt x="27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3" name="íŝliḑê">
              <a:extLst>
                <a:ext uri="{FF2B5EF4-FFF2-40B4-BE49-F238E27FC236}">
                  <a16:creationId xmlns:a16="http://schemas.microsoft.com/office/drawing/2014/main" id="{42D58A98-CBF4-4282-8145-F0CEEC1AC78D}"/>
                </a:ext>
              </a:extLst>
            </p:cNvPr>
            <p:cNvSpPr/>
            <p:nvPr/>
          </p:nvSpPr>
          <p:spPr bwMode="auto">
            <a:xfrm flipH="1">
              <a:off x="5376191" y="4418497"/>
              <a:ext cx="384833" cy="297827"/>
            </a:xfrm>
            <a:custGeom>
              <a:avLst/>
              <a:gdLst>
                <a:gd name="T0" fmla="*/ 14 w 55"/>
                <a:gd name="T1" fmla="*/ 42 h 43"/>
                <a:gd name="T2" fmla="*/ 55 w 55"/>
                <a:gd name="T3" fmla="*/ 18 h 43"/>
                <a:gd name="T4" fmla="*/ 55 w 55"/>
                <a:gd name="T5" fmla="*/ 17 h 43"/>
                <a:gd name="T6" fmla="*/ 26 w 55"/>
                <a:gd name="T7" fmla="*/ 1 h 43"/>
                <a:gd name="T8" fmla="*/ 24 w 55"/>
                <a:gd name="T9" fmla="*/ 1 h 43"/>
                <a:gd name="T10" fmla="*/ 6 w 55"/>
                <a:gd name="T11" fmla="*/ 11 h 43"/>
                <a:gd name="T12" fmla="*/ 6 w 55"/>
                <a:gd name="T13" fmla="*/ 12 h 43"/>
                <a:gd name="T14" fmla="*/ 22 w 55"/>
                <a:gd name="T15" fmla="*/ 21 h 43"/>
                <a:gd name="T16" fmla="*/ 0 w 55"/>
                <a:gd name="T17" fmla="*/ 34 h 43"/>
                <a:gd name="T18" fmla="*/ 0 w 55"/>
                <a:gd name="T19" fmla="*/ 35 h 43"/>
                <a:gd name="T20" fmla="*/ 13 w 55"/>
                <a:gd name="T21" fmla="*/ 42 h 43"/>
                <a:gd name="T22" fmla="*/ 14 w 55"/>
                <a:gd name="T23" fmla="*/ 4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" h="43">
                  <a:moveTo>
                    <a:pt x="14" y="42"/>
                  </a:moveTo>
                  <a:cubicBezTo>
                    <a:pt x="28" y="34"/>
                    <a:pt x="41" y="26"/>
                    <a:pt x="55" y="18"/>
                  </a:cubicBezTo>
                  <a:cubicBezTo>
                    <a:pt x="55" y="18"/>
                    <a:pt x="55" y="18"/>
                    <a:pt x="55" y="17"/>
                  </a:cubicBezTo>
                  <a:cubicBezTo>
                    <a:pt x="45" y="12"/>
                    <a:pt x="36" y="6"/>
                    <a:pt x="26" y="1"/>
                  </a:cubicBezTo>
                  <a:cubicBezTo>
                    <a:pt x="25" y="0"/>
                    <a:pt x="25" y="0"/>
                    <a:pt x="24" y="1"/>
                  </a:cubicBezTo>
                  <a:cubicBezTo>
                    <a:pt x="17" y="5"/>
                    <a:pt x="14" y="7"/>
                    <a:pt x="6" y="11"/>
                  </a:cubicBezTo>
                  <a:cubicBezTo>
                    <a:pt x="6" y="11"/>
                    <a:pt x="6" y="12"/>
                    <a:pt x="6" y="12"/>
                  </a:cubicBezTo>
                  <a:cubicBezTo>
                    <a:pt x="13" y="16"/>
                    <a:pt x="16" y="18"/>
                    <a:pt x="22" y="21"/>
                  </a:cubicBezTo>
                  <a:cubicBezTo>
                    <a:pt x="15" y="25"/>
                    <a:pt x="7" y="30"/>
                    <a:pt x="0" y="34"/>
                  </a:cubicBezTo>
                  <a:cubicBezTo>
                    <a:pt x="0" y="34"/>
                    <a:pt x="0" y="35"/>
                    <a:pt x="0" y="35"/>
                  </a:cubicBezTo>
                  <a:cubicBezTo>
                    <a:pt x="5" y="38"/>
                    <a:pt x="8" y="39"/>
                    <a:pt x="13" y="42"/>
                  </a:cubicBezTo>
                  <a:cubicBezTo>
                    <a:pt x="13" y="42"/>
                    <a:pt x="14" y="43"/>
                    <a:pt x="14" y="42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4" name="ïşḻîďê">
              <a:extLst>
                <a:ext uri="{FF2B5EF4-FFF2-40B4-BE49-F238E27FC236}">
                  <a16:creationId xmlns:a16="http://schemas.microsoft.com/office/drawing/2014/main" id="{D1A0FBE4-340A-4D77-9652-2E02A97A0761}"/>
                </a:ext>
              </a:extLst>
            </p:cNvPr>
            <p:cNvSpPr/>
            <p:nvPr/>
          </p:nvSpPr>
          <p:spPr bwMode="auto">
            <a:xfrm flipH="1">
              <a:off x="5904918" y="4535618"/>
              <a:ext cx="187396" cy="107084"/>
            </a:xfrm>
            <a:custGeom>
              <a:avLst/>
              <a:gdLst>
                <a:gd name="T0" fmla="*/ 12 w 27"/>
                <a:gd name="T1" fmla="*/ 0 h 15"/>
                <a:gd name="T2" fmla="*/ 1 w 27"/>
                <a:gd name="T3" fmla="*/ 7 h 15"/>
                <a:gd name="T4" fmla="*/ 1 w 27"/>
                <a:gd name="T5" fmla="*/ 8 h 15"/>
                <a:gd name="T6" fmla="*/ 14 w 27"/>
                <a:gd name="T7" fmla="*/ 15 h 15"/>
                <a:gd name="T8" fmla="*/ 15 w 27"/>
                <a:gd name="T9" fmla="*/ 15 h 15"/>
                <a:gd name="T10" fmla="*/ 27 w 27"/>
                <a:gd name="T11" fmla="*/ 8 h 15"/>
                <a:gd name="T12" fmla="*/ 27 w 27"/>
                <a:gd name="T13" fmla="*/ 7 h 15"/>
                <a:gd name="T14" fmla="*/ 14 w 27"/>
                <a:gd name="T15" fmla="*/ 0 h 15"/>
                <a:gd name="T16" fmla="*/ 12 w 27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2" y="0"/>
                  </a:move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0" y="7"/>
                    <a:pt x="1" y="8"/>
                  </a:cubicBezTo>
                  <a:cubicBezTo>
                    <a:pt x="6" y="11"/>
                    <a:pt x="9" y="12"/>
                    <a:pt x="14" y="15"/>
                  </a:cubicBezTo>
                  <a:cubicBezTo>
                    <a:pt x="14" y="15"/>
                    <a:pt x="15" y="15"/>
                    <a:pt x="15" y="15"/>
                  </a:cubicBezTo>
                  <a:cubicBezTo>
                    <a:pt x="20" y="12"/>
                    <a:pt x="22" y="11"/>
                    <a:pt x="27" y="8"/>
                  </a:cubicBezTo>
                  <a:cubicBezTo>
                    <a:pt x="27" y="8"/>
                    <a:pt x="27" y="8"/>
                    <a:pt x="27" y="7"/>
                  </a:cubicBezTo>
                  <a:cubicBezTo>
                    <a:pt x="22" y="4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işľïḑè">
              <a:extLst>
                <a:ext uri="{FF2B5EF4-FFF2-40B4-BE49-F238E27FC236}">
                  <a16:creationId xmlns:a16="http://schemas.microsoft.com/office/drawing/2014/main" id="{6B0D83BF-39AE-486C-B50F-9AF37C3DF7BD}"/>
                </a:ext>
              </a:extLst>
            </p:cNvPr>
            <p:cNvSpPr/>
            <p:nvPr/>
          </p:nvSpPr>
          <p:spPr bwMode="auto">
            <a:xfrm flipH="1">
              <a:off x="5781102" y="4723015"/>
              <a:ext cx="180703" cy="113776"/>
            </a:xfrm>
            <a:custGeom>
              <a:avLst/>
              <a:gdLst>
                <a:gd name="T0" fmla="*/ 14 w 26"/>
                <a:gd name="T1" fmla="*/ 15 h 16"/>
                <a:gd name="T2" fmla="*/ 26 w 26"/>
                <a:gd name="T3" fmla="*/ 9 h 16"/>
                <a:gd name="T4" fmla="*/ 26 w 26"/>
                <a:gd name="T5" fmla="*/ 8 h 16"/>
                <a:gd name="T6" fmla="*/ 13 w 26"/>
                <a:gd name="T7" fmla="*/ 0 h 16"/>
                <a:gd name="T8" fmla="*/ 11 w 26"/>
                <a:gd name="T9" fmla="*/ 0 h 16"/>
                <a:gd name="T10" fmla="*/ 0 w 26"/>
                <a:gd name="T11" fmla="*/ 7 h 16"/>
                <a:gd name="T12" fmla="*/ 0 w 26"/>
                <a:gd name="T13" fmla="*/ 8 h 16"/>
                <a:gd name="T14" fmla="*/ 13 w 26"/>
                <a:gd name="T15" fmla="*/ 15 h 16"/>
                <a:gd name="T16" fmla="*/ 14 w 26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14" y="15"/>
                  </a:moveTo>
                  <a:cubicBezTo>
                    <a:pt x="19" y="13"/>
                    <a:pt x="21" y="11"/>
                    <a:pt x="26" y="9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6"/>
                    <a:pt x="14" y="16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íślïďê">
              <a:extLst>
                <a:ext uri="{FF2B5EF4-FFF2-40B4-BE49-F238E27FC236}">
                  <a16:creationId xmlns:a16="http://schemas.microsoft.com/office/drawing/2014/main" id="{0B8BD296-07A6-45AE-A32F-4AC7F22C1DBD}"/>
                </a:ext>
              </a:extLst>
            </p:cNvPr>
            <p:cNvSpPr/>
            <p:nvPr/>
          </p:nvSpPr>
          <p:spPr bwMode="auto">
            <a:xfrm flipH="1">
              <a:off x="5600399" y="4354915"/>
              <a:ext cx="388177" cy="230900"/>
            </a:xfrm>
            <a:custGeom>
              <a:avLst/>
              <a:gdLst>
                <a:gd name="T0" fmla="*/ 43 w 56"/>
                <a:gd name="T1" fmla="*/ 0 h 33"/>
                <a:gd name="T2" fmla="*/ 41 w 56"/>
                <a:gd name="T3" fmla="*/ 0 h 33"/>
                <a:gd name="T4" fmla="*/ 1 w 56"/>
                <a:gd name="T5" fmla="*/ 24 h 33"/>
                <a:gd name="T6" fmla="*/ 1 w 56"/>
                <a:gd name="T7" fmla="*/ 25 h 33"/>
                <a:gd name="T8" fmla="*/ 13 w 56"/>
                <a:gd name="T9" fmla="*/ 32 h 33"/>
                <a:gd name="T10" fmla="*/ 15 w 56"/>
                <a:gd name="T11" fmla="*/ 32 h 33"/>
                <a:gd name="T12" fmla="*/ 55 w 56"/>
                <a:gd name="T13" fmla="*/ 9 h 33"/>
                <a:gd name="T14" fmla="*/ 55 w 56"/>
                <a:gd name="T15" fmla="*/ 8 h 33"/>
                <a:gd name="T16" fmla="*/ 43 w 56"/>
                <a:gd name="T1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33">
                  <a:moveTo>
                    <a:pt x="43" y="0"/>
                  </a:moveTo>
                  <a:cubicBezTo>
                    <a:pt x="42" y="0"/>
                    <a:pt x="41" y="0"/>
                    <a:pt x="41" y="0"/>
                  </a:cubicBezTo>
                  <a:cubicBezTo>
                    <a:pt x="28" y="8"/>
                    <a:pt x="14" y="16"/>
                    <a:pt x="1" y="24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6" y="28"/>
                    <a:pt x="8" y="29"/>
                    <a:pt x="13" y="32"/>
                  </a:cubicBezTo>
                  <a:cubicBezTo>
                    <a:pt x="14" y="33"/>
                    <a:pt x="15" y="33"/>
                    <a:pt x="15" y="32"/>
                  </a:cubicBezTo>
                  <a:cubicBezTo>
                    <a:pt x="29" y="24"/>
                    <a:pt x="42" y="16"/>
                    <a:pt x="55" y="9"/>
                  </a:cubicBezTo>
                  <a:cubicBezTo>
                    <a:pt x="56" y="8"/>
                    <a:pt x="56" y="8"/>
                    <a:pt x="55" y="8"/>
                  </a:cubicBezTo>
                  <a:cubicBezTo>
                    <a:pt x="50" y="5"/>
                    <a:pt x="48" y="3"/>
                    <a:pt x="43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îSļiḓè">
              <a:extLst>
                <a:ext uri="{FF2B5EF4-FFF2-40B4-BE49-F238E27FC236}">
                  <a16:creationId xmlns:a16="http://schemas.microsoft.com/office/drawing/2014/main" id="{C6AC0EC9-51F3-4E7F-A795-14CFEC5414EC}"/>
                </a:ext>
              </a:extLst>
            </p:cNvPr>
            <p:cNvSpPr/>
            <p:nvPr/>
          </p:nvSpPr>
          <p:spPr bwMode="auto">
            <a:xfrm flipH="1">
              <a:off x="5677366" y="4669473"/>
              <a:ext cx="187396" cy="103738"/>
            </a:xfrm>
            <a:custGeom>
              <a:avLst/>
              <a:gdLst>
                <a:gd name="T0" fmla="*/ 15 w 27"/>
                <a:gd name="T1" fmla="*/ 15 h 15"/>
                <a:gd name="T2" fmla="*/ 26 w 27"/>
                <a:gd name="T3" fmla="*/ 8 h 15"/>
                <a:gd name="T4" fmla="*/ 26 w 27"/>
                <a:gd name="T5" fmla="*/ 7 h 15"/>
                <a:gd name="T6" fmla="*/ 14 w 27"/>
                <a:gd name="T7" fmla="*/ 0 h 15"/>
                <a:gd name="T8" fmla="*/ 12 w 27"/>
                <a:gd name="T9" fmla="*/ 0 h 15"/>
                <a:gd name="T10" fmla="*/ 0 w 27"/>
                <a:gd name="T11" fmla="*/ 7 h 15"/>
                <a:gd name="T12" fmla="*/ 0 w 27"/>
                <a:gd name="T13" fmla="*/ 8 h 15"/>
                <a:gd name="T14" fmla="*/ 13 w 27"/>
                <a:gd name="T15" fmla="*/ 15 h 15"/>
                <a:gd name="T16" fmla="*/ 15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5" y="15"/>
                  </a:move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7"/>
                    <a:pt x="26" y="7"/>
                  </a:cubicBezTo>
                  <a:cubicBezTo>
                    <a:pt x="21" y="4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6" y="11"/>
                    <a:pt x="8" y="12"/>
                    <a:pt x="13" y="15"/>
                  </a:cubicBezTo>
                  <a:cubicBezTo>
                    <a:pt x="14" y="15"/>
                    <a:pt x="14" y="15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8" name="iSļîde">
              <a:extLst>
                <a:ext uri="{FF2B5EF4-FFF2-40B4-BE49-F238E27FC236}">
                  <a16:creationId xmlns:a16="http://schemas.microsoft.com/office/drawing/2014/main" id="{350726F7-FCCF-47CD-835B-51DBBA87FD6D}"/>
                </a:ext>
              </a:extLst>
            </p:cNvPr>
            <p:cNvSpPr/>
            <p:nvPr/>
          </p:nvSpPr>
          <p:spPr bwMode="auto">
            <a:xfrm flipH="1">
              <a:off x="7005869" y="5181467"/>
              <a:ext cx="187396" cy="107084"/>
            </a:xfrm>
            <a:custGeom>
              <a:avLst/>
              <a:gdLst>
                <a:gd name="T0" fmla="*/ 12 w 27"/>
                <a:gd name="T1" fmla="*/ 0 h 15"/>
                <a:gd name="T2" fmla="*/ 0 w 27"/>
                <a:gd name="T3" fmla="*/ 7 h 15"/>
                <a:gd name="T4" fmla="*/ 0 w 27"/>
                <a:gd name="T5" fmla="*/ 8 h 15"/>
                <a:gd name="T6" fmla="*/ 13 w 27"/>
                <a:gd name="T7" fmla="*/ 15 h 15"/>
                <a:gd name="T8" fmla="*/ 15 w 27"/>
                <a:gd name="T9" fmla="*/ 15 h 15"/>
                <a:gd name="T10" fmla="*/ 26 w 27"/>
                <a:gd name="T11" fmla="*/ 8 h 15"/>
                <a:gd name="T12" fmla="*/ 26 w 27"/>
                <a:gd name="T13" fmla="*/ 7 h 15"/>
                <a:gd name="T14" fmla="*/ 13 w 27"/>
                <a:gd name="T15" fmla="*/ 0 h 15"/>
                <a:gd name="T16" fmla="*/ 12 w 27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2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4" y="15"/>
                    <a:pt x="14" y="15"/>
                    <a:pt x="15" y="15"/>
                  </a:cubicBez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8"/>
                    <a:pt x="26" y="7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9" name="iṩḻïḑê">
              <a:extLst>
                <a:ext uri="{FF2B5EF4-FFF2-40B4-BE49-F238E27FC236}">
                  <a16:creationId xmlns:a16="http://schemas.microsoft.com/office/drawing/2014/main" id="{55FA02A9-10B2-4F69-9A0A-C6AED255500B}"/>
                </a:ext>
              </a:extLst>
            </p:cNvPr>
            <p:cNvSpPr/>
            <p:nvPr/>
          </p:nvSpPr>
          <p:spPr bwMode="auto">
            <a:xfrm flipH="1">
              <a:off x="6677926" y="5251739"/>
              <a:ext cx="187396" cy="110431"/>
            </a:xfrm>
            <a:custGeom>
              <a:avLst/>
              <a:gdLst>
                <a:gd name="T0" fmla="*/ 14 w 27"/>
                <a:gd name="T1" fmla="*/ 15 h 16"/>
                <a:gd name="T2" fmla="*/ 15 w 27"/>
                <a:gd name="T3" fmla="*/ 15 h 16"/>
                <a:gd name="T4" fmla="*/ 27 w 27"/>
                <a:gd name="T5" fmla="*/ 9 h 16"/>
                <a:gd name="T6" fmla="*/ 27 w 27"/>
                <a:gd name="T7" fmla="*/ 8 h 16"/>
                <a:gd name="T8" fmla="*/ 14 w 27"/>
                <a:gd name="T9" fmla="*/ 0 h 16"/>
                <a:gd name="T10" fmla="*/ 12 w 27"/>
                <a:gd name="T11" fmla="*/ 0 h 16"/>
                <a:gd name="T12" fmla="*/ 1 w 27"/>
                <a:gd name="T13" fmla="*/ 7 h 16"/>
                <a:gd name="T14" fmla="*/ 1 w 27"/>
                <a:gd name="T15" fmla="*/ 8 h 16"/>
                <a:gd name="T16" fmla="*/ 14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5"/>
                  </a:moveTo>
                  <a:cubicBezTo>
                    <a:pt x="14" y="16"/>
                    <a:pt x="15" y="16"/>
                    <a:pt x="15" y="15"/>
                  </a:cubicBezTo>
                  <a:cubicBezTo>
                    <a:pt x="20" y="13"/>
                    <a:pt x="22" y="11"/>
                    <a:pt x="27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2" y="5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9" y="12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0" name="ísľide">
              <a:extLst>
                <a:ext uri="{FF2B5EF4-FFF2-40B4-BE49-F238E27FC236}">
                  <a16:creationId xmlns:a16="http://schemas.microsoft.com/office/drawing/2014/main" id="{52355C66-E820-4A38-B027-7C485E2747D6}"/>
                </a:ext>
              </a:extLst>
            </p:cNvPr>
            <p:cNvSpPr/>
            <p:nvPr/>
          </p:nvSpPr>
          <p:spPr bwMode="auto">
            <a:xfrm flipH="1">
              <a:off x="6838551" y="5218276"/>
              <a:ext cx="187396" cy="103738"/>
            </a:xfrm>
            <a:custGeom>
              <a:avLst/>
              <a:gdLst>
                <a:gd name="T0" fmla="*/ 14 w 27"/>
                <a:gd name="T1" fmla="*/ 15 h 15"/>
                <a:gd name="T2" fmla="*/ 15 w 27"/>
                <a:gd name="T3" fmla="*/ 15 h 15"/>
                <a:gd name="T4" fmla="*/ 27 w 27"/>
                <a:gd name="T5" fmla="*/ 8 h 15"/>
                <a:gd name="T6" fmla="*/ 27 w 27"/>
                <a:gd name="T7" fmla="*/ 7 h 15"/>
                <a:gd name="T8" fmla="*/ 14 w 27"/>
                <a:gd name="T9" fmla="*/ 0 h 15"/>
                <a:gd name="T10" fmla="*/ 12 w 27"/>
                <a:gd name="T11" fmla="*/ 0 h 15"/>
                <a:gd name="T12" fmla="*/ 1 w 27"/>
                <a:gd name="T13" fmla="*/ 7 h 15"/>
                <a:gd name="T14" fmla="*/ 1 w 27"/>
                <a:gd name="T15" fmla="*/ 8 h 15"/>
                <a:gd name="T16" fmla="*/ 14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4" y="15"/>
                  </a:moveTo>
                  <a:cubicBezTo>
                    <a:pt x="14" y="15"/>
                    <a:pt x="15" y="15"/>
                    <a:pt x="15" y="15"/>
                  </a:cubicBezTo>
                  <a:cubicBezTo>
                    <a:pt x="20" y="12"/>
                    <a:pt x="22" y="11"/>
                    <a:pt x="27" y="8"/>
                  </a:cubicBezTo>
                  <a:cubicBezTo>
                    <a:pt x="27" y="8"/>
                    <a:pt x="27" y="7"/>
                    <a:pt x="27" y="7"/>
                  </a:cubicBezTo>
                  <a:cubicBezTo>
                    <a:pt x="22" y="4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0" y="7"/>
                    <a:pt x="1" y="8"/>
                  </a:cubicBezTo>
                  <a:cubicBezTo>
                    <a:pt x="6" y="10"/>
                    <a:pt x="9" y="12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1" name="í$líḓê">
              <a:extLst>
                <a:ext uri="{FF2B5EF4-FFF2-40B4-BE49-F238E27FC236}">
                  <a16:creationId xmlns:a16="http://schemas.microsoft.com/office/drawing/2014/main" id="{1467456A-F51D-4B53-959B-40EAB835B6F9}"/>
                </a:ext>
              </a:extLst>
            </p:cNvPr>
            <p:cNvSpPr/>
            <p:nvPr/>
          </p:nvSpPr>
          <p:spPr bwMode="auto">
            <a:xfrm flipH="1">
              <a:off x="6503915" y="5288550"/>
              <a:ext cx="187396" cy="103738"/>
            </a:xfrm>
            <a:custGeom>
              <a:avLst/>
              <a:gdLst>
                <a:gd name="T0" fmla="*/ 13 w 27"/>
                <a:gd name="T1" fmla="*/ 15 h 15"/>
                <a:gd name="T2" fmla="*/ 15 w 27"/>
                <a:gd name="T3" fmla="*/ 15 h 15"/>
                <a:gd name="T4" fmla="*/ 26 w 27"/>
                <a:gd name="T5" fmla="*/ 8 h 15"/>
                <a:gd name="T6" fmla="*/ 26 w 27"/>
                <a:gd name="T7" fmla="*/ 7 h 15"/>
                <a:gd name="T8" fmla="*/ 13 w 27"/>
                <a:gd name="T9" fmla="*/ 0 h 15"/>
                <a:gd name="T10" fmla="*/ 12 w 27"/>
                <a:gd name="T11" fmla="*/ 0 h 15"/>
                <a:gd name="T12" fmla="*/ 0 w 27"/>
                <a:gd name="T13" fmla="*/ 7 h 15"/>
                <a:gd name="T14" fmla="*/ 0 w 27"/>
                <a:gd name="T15" fmla="*/ 8 h 15"/>
                <a:gd name="T16" fmla="*/ 13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3" y="15"/>
                  </a:moveTo>
                  <a:cubicBezTo>
                    <a:pt x="14" y="15"/>
                    <a:pt x="15" y="15"/>
                    <a:pt x="15" y="15"/>
                  </a:cubicBezTo>
                  <a:cubicBezTo>
                    <a:pt x="20" y="12"/>
                    <a:pt x="22" y="11"/>
                    <a:pt x="26" y="8"/>
                  </a:cubicBezTo>
                  <a:cubicBezTo>
                    <a:pt x="27" y="8"/>
                    <a:pt x="27" y="8"/>
                    <a:pt x="26" y="7"/>
                  </a:cubicBezTo>
                  <a:cubicBezTo>
                    <a:pt x="21" y="4"/>
                    <a:pt x="19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6" y="11"/>
                    <a:pt x="8" y="12"/>
                    <a:pt x="13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2" name="ïṥḻíḍé">
              <a:extLst>
                <a:ext uri="{FF2B5EF4-FFF2-40B4-BE49-F238E27FC236}">
                  <a16:creationId xmlns:a16="http://schemas.microsoft.com/office/drawing/2014/main" id="{BCBBDF61-4982-4FE2-B045-E37C93F005F6}"/>
                </a:ext>
              </a:extLst>
            </p:cNvPr>
            <p:cNvSpPr/>
            <p:nvPr/>
          </p:nvSpPr>
          <p:spPr bwMode="auto">
            <a:xfrm flipH="1">
              <a:off x="6406872" y="5224969"/>
              <a:ext cx="187396" cy="110431"/>
            </a:xfrm>
            <a:custGeom>
              <a:avLst/>
              <a:gdLst>
                <a:gd name="T0" fmla="*/ 15 w 27"/>
                <a:gd name="T1" fmla="*/ 16 h 16"/>
                <a:gd name="T2" fmla="*/ 27 w 27"/>
                <a:gd name="T3" fmla="*/ 9 h 16"/>
                <a:gd name="T4" fmla="*/ 27 w 27"/>
                <a:gd name="T5" fmla="*/ 8 h 16"/>
                <a:gd name="T6" fmla="*/ 14 w 27"/>
                <a:gd name="T7" fmla="*/ 1 h 16"/>
                <a:gd name="T8" fmla="*/ 12 w 27"/>
                <a:gd name="T9" fmla="*/ 1 h 16"/>
                <a:gd name="T10" fmla="*/ 1 w 27"/>
                <a:gd name="T11" fmla="*/ 7 h 16"/>
                <a:gd name="T12" fmla="*/ 1 w 27"/>
                <a:gd name="T13" fmla="*/ 8 h 16"/>
                <a:gd name="T14" fmla="*/ 14 w 27"/>
                <a:gd name="T15" fmla="*/ 16 h 16"/>
                <a:gd name="T16" fmla="*/ 15 w 27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5" y="16"/>
                  </a:move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7" y="8"/>
                  </a:cubicBezTo>
                  <a:cubicBezTo>
                    <a:pt x="21" y="5"/>
                    <a:pt x="19" y="4"/>
                    <a:pt x="14" y="1"/>
                  </a:cubicBezTo>
                  <a:cubicBezTo>
                    <a:pt x="13" y="0"/>
                    <a:pt x="13" y="0"/>
                    <a:pt x="12" y="1"/>
                  </a:cubicBezTo>
                  <a:cubicBezTo>
                    <a:pt x="8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9" y="13"/>
                    <a:pt x="14" y="16"/>
                  </a:cubicBezTo>
                  <a:cubicBezTo>
                    <a:pt x="14" y="16"/>
                    <a:pt x="15" y="16"/>
                    <a:pt x="15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íšlíḍê">
              <a:extLst>
                <a:ext uri="{FF2B5EF4-FFF2-40B4-BE49-F238E27FC236}">
                  <a16:creationId xmlns:a16="http://schemas.microsoft.com/office/drawing/2014/main" id="{DE7E2AA1-05D0-4184-B6A7-159B8FC970FE}"/>
                </a:ext>
              </a:extLst>
            </p:cNvPr>
            <p:cNvSpPr/>
            <p:nvPr/>
          </p:nvSpPr>
          <p:spPr bwMode="auto">
            <a:xfrm flipH="1">
              <a:off x="6503915" y="4890332"/>
              <a:ext cx="187396" cy="103738"/>
            </a:xfrm>
            <a:custGeom>
              <a:avLst/>
              <a:gdLst>
                <a:gd name="T0" fmla="*/ 12 w 27"/>
                <a:gd name="T1" fmla="*/ 0 h 15"/>
                <a:gd name="T2" fmla="*/ 0 w 27"/>
                <a:gd name="T3" fmla="*/ 6 h 15"/>
                <a:gd name="T4" fmla="*/ 0 w 27"/>
                <a:gd name="T5" fmla="*/ 7 h 15"/>
                <a:gd name="T6" fmla="*/ 13 w 27"/>
                <a:gd name="T7" fmla="*/ 15 h 15"/>
                <a:gd name="T8" fmla="*/ 15 w 27"/>
                <a:gd name="T9" fmla="*/ 15 h 15"/>
                <a:gd name="T10" fmla="*/ 26 w 27"/>
                <a:gd name="T11" fmla="*/ 8 h 15"/>
                <a:gd name="T12" fmla="*/ 26 w 27"/>
                <a:gd name="T13" fmla="*/ 7 h 15"/>
                <a:gd name="T14" fmla="*/ 13 w 27"/>
                <a:gd name="T15" fmla="*/ 0 h 15"/>
                <a:gd name="T16" fmla="*/ 12 w 27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2" y="0"/>
                  </a:moveTo>
                  <a:cubicBezTo>
                    <a:pt x="7" y="2"/>
                    <a:pt x="5" y="4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6" y="10"/>
                    <a:pt x="8" y="12"/>
                    <a:pt x="13" y="15"/>
                  </a:cubicBezTo>
                  <a:cubicBezTo>
                    <a:pt x="14" y="15"/>
                    <a:pt x="14" y="15"/>
                    <a:pt x="15" y="15"/>
                  </a:cubicBez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7"/>
                    <a:pt x="26" y="7"/>
                  </a:cubicBezTo>
                  <a:cubicBezTo>
                    <a:pt x="21" y="4"/>
                    <a:pt x="19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4" name="íṥḻiďe">
              <a:extLst>
                <a:ext uri="{FF2B5EF4-FFF2-40B4-BE49-F238E27FC236}">
                  <a16:creationId xmlns:a16="http://schemas.microsoft.com/office/drawing/2014/main" id="{4A035E24-E17A-43E7-904E-5325B6C98FB4}"/>
                </a:ext>
              </a:extLst>
            </p:cNvPr>
            <p:cNvSpPr/>
            <p:nvPr/>
          </p:nvSpPr>
          <p:spPr bwMode="auto">
            <a:xfrm flipH="1">
              <a:off x="6704696" y="5000763"/>
              <a:ext cx="187396" cy="113776"/>
            </a:xfrm>
            <a:custGeom>
              <a:avLst/>
              <a:gdLst>
                <a:gd name="T0" fmla="*/ 12 w 27"/>
                <a:gd name="T1" fmla="*/ 1 h 16"/>
                <a:gd name="T2" fmla="*/ 1 w 27"/>
                <a:gd name="T3" fmla="*/ 7 h 16"/>
                <a:gd name="T4" fmla="*/ 1 w 27"/>
                <a:gd name="T5" fmla="*/ 8 h 16"/>
                <a:gd name="T6" fmla="*/ 13 w 27"/>
                <a:gd name="T7" fmla="*/ 16 h 16"/>
                <a:gd name="T8" fmla="*/ 15 w 27"/>
                <a:gd name="T9" fmla="*/ 16 h 16"/>
                <a:gd name="T10" fmla="*/ 27 w 27"/>
                <a:gd name="T11" fmla="*/ 9 h 16"/>
                <a:gd name="T12" fmla="*/ 26 w 27"/>
                <a:gd name="T13" fmla="*/ 8 h 16"/>
                <a:gd name="T14" fmla="*/ 14 w 27"/>
                <a:gd name="T15" fmla="*/ 1 h 16"/>
                <a:gd name="T16" fmla="*/ 12 w 27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1"/>
                  </a:moveTo>
                  <a:cubicBezTo>
                    <a:pt x="7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3" y="16"/>
                  </a:cubicBez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4"/>
                    <a:pt x="14" y="1"/>
                  </a:cubicBezTo>
                  <a:cubicBezTo>
                    <a:pt x="13" y="0"/>
                    <a:pt x="12" y="0"/>
                    <a:pt x="12" y="1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îṩļíḋê">
              <a:extLst>
                <a:ext uri="{FF2B5EF4-FFF2-40B4-BE49-F238E27FC236}">
                  <a16:creationId xmlns:a16="http://schemas.microsoft.com/office/drawing/2014/main" id="{3B0DACA2-FAA4-4101-9B52-540FDB903699}"/>
                </a:ext>
              </a:extLst>
            </p:cNvPr>
            <p:cNvSpPr/>
            <p:nvPr/>
          </p:nvSpPr>
          <p:spPr bwMode="auto">
            <a:xfrm flipH="1">
              <a:off x="6607654" y="4947222"/>
              <a:ext cx="180703" cy="110431"/>
            </a:xfrm>
            <a:custGeom>
              <a:avLst/>
              <a:gdLst>
                <a:gd name="T0" fmla="*/ 11 w 26"/>
                <a:gd name="T1" fmla="*/ 0 h 16"/>
                <a:gd name="T2" fmla="*/ 0 w 26"/>
                <a:gd name="T3" fmla="*/ 7 h 16"/>
                <a:gd name="T4" fmla="*/ 0 w 26"/>
                <a:gd name="T5" fmla="*/ 8 h 16"/>
                <a:gd name="T6" fmla="*/ 13 w 26"/>
                <a:gd name="T7" fmla="*/ 15 h 16"/>
                <a:gd name="T8" fmla="*/ 15 w 26"/>
                <a:gd name="T9" fmla="*/ 15 h 16"/>
                <a:gd name="T10" fmla="*/ 26 w 26"/>
                <a:gd name="T11" fmla="*/ 9 h 16"/>
                <a:gd name="T12" fmla="*/ 26 w 26"/>
                <a:gd name="T13" fmla="*/ 8 h 16"/>
                <a:gd name="T14" fmla="*/ 13 w 26"/>
                <a:gd name="T15" fmla="*/ 0 h 16"/>
                <a:gd name="T16" fmla="*/ 11 w 26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11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6"/>
                    <a:pt x="14" y="16"/>
                    <a:pt x="15" y="15"/>
                  </a:cubicBezTo>
                  <a:cubicBezTo>
                    <a:pt x="19" y="13"/>
                    <a:pt x="21" y="11"/>
                    <a:pt x="26" y="9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íṥḻîḓè">
              <a:extLst>
                <a:ext uri="{FF2B5EF4-FFF2-40B4-BE49-F238E27FC236}">
                  <a16:creationId xmlns:a16="http://schemas.microsoft.com/office/drawing/2014/main" id="{9EB5A9DC-E5A6-4EC5-8EB2-ACA07224152E}"/>
                </a:ext>
              </a:extLst>
            </p:cNvPr>
            <p:cNvSpPr/>
            <p:nvPr/>
          </p:nvSpPr>
          <p:spPr bwMode="auto">
            <a:xfrm flipH="1">
              <a:off x="6908826" y="5121232"/>
              <a:ext cx="187396" cy="110431"/>
            </a:xfrm>
            <a:custGeom>
              <a:avLst/>
              <a:gdLst>
                <a:gd name="T0" fmla="*/ 12 w 27"/>
                <a:gd name="T1" fmla="*/ 1 h 16"/>
                <a:gd name="T2" fmla="*/ 1 w 27"/>
                <a:gd name="T3" fmla="*/ 7 h 16"/>
                <a:gd name="T4" fmla="*/ 1 w 27"/>
                <a:gd name="T5" fmla="*/ 8 h 16"/>
                <a:gd name="T6" fmla="*/ 14 w 27"/>
                <a:gd name="T7" fmla="*/ 16 h 16"/>
                <a:gd name="T8" fmla="*/ 15 w 27"/>
                <a:gd name="T9" fmla="*/ 16 h 16"/>
                <a:gd name="T10" fmla="*/ 27 w 27"/>
                <a:gd name="T11" fmla="*/ 9 h 16"/>
                <a:gd name="T12" fmla="*/ 27 w 27"/>
                <a:gd name="T13" fmla="*/ 8 h 16"/>
                <a:gd name="T14" fmla="*/ 14 w 27"/>
                <a:gd name="T15" fmla="*/ 1 h 16"/>
                <a:gd name="T16" fmla="*/ 12 w 27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1"/>
                  </a:moveTo>
                  <a:cubicBezTo>
                    <a:pt x="8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4" y="16"/>
                  </a:cubicBez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7" y="8"/>
                  </a:cubicBezTo>
                  <a:cubicBezTo>
                    <a:pt x="22" y="5"/>
                    <a:pt x="19" y="4"/>
                    <a:pt x="14" y="1"/>
                  </a:cubicBezTo>
                  <a:cubicBezTo>
                    <a:pt x="13" y="0"/>
                    <a:pt x="13" y="0"/>
                    <a:pt x="12" y="1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7" name="iṧľîḓé">
              <a:extLst>
                <a:ext uri="{FF2B5EF4-FFF2-40B4-BE49-F238E27FC236}">
                  <a16:creationId xmlns:a16="http://schemas.microsoft.com/office/drawing/2014/main" id="{EC7B63CE-5DC9-49A4-9E71-F8207BB62404}"/>
                </a:ext>
              </a:extLst>
            </p:cNvPr>
            <p:cNvSpPr/>
            <p:nvPr/>
          </p:nvSpPr>
          <p:spPr bwMode="auto">
            <a:xfrm flipH="1">
              <a:off x="6801741" y="5064343"/>
              <a:ext cx="190743" cy="103738"/>
            </a:xfrm>
            <a:custGeom>
              <a:avLst/>
              <a:gdLst>
                <a:gd name="T0" fmla="*/ 12 w 27"/>
                <a:gd name="T1" fmla="*/ 0 h 15"/>
                <a:gd name="T2" fmla="*/ 0 w 27"/>
                <a:gd name="T3" fmla="*/ 7 h 15"/>
                <a:gd name="T4" fmla="*/ 0 w 27"/>
                <a:gd name="T5" fmla="*/ 8 h 15"/>
                <a:gd name="T6" fmla="*/ 13 w 27"/>
                <a:gd name="T7" fmla="*/ 15 h 15"/>
                <a:gd name="T8" fmla="*/ 15 w 27"/>
                <a:gd name="T9" fmla="*/ 15 h 15"/>
                <a:gd name="T10" fmla="*/ 26 w 27"/>
                <a:gd name="T11" fmla="*/ 8 h 15"/>
                <a:gd name="T12" fmla="*/ 26 w 27"/>
                <a:gd name="T13" fmla="*/ 8 h 15"/>
                <a:gd name="T14" fmla="*/ 13 w 27"/>
                <a:gd name="T15" fmla="*/ 0 h 15"/>
                <a:gd name="T16" fmla="*/ 12 w 27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2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4" y="15"/>
                    <a:pt x="14" y="15"/>
                    <a:pt x="15" y="15"/>
                  </a:cubicBez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8"/>
                    <a:pt x="26" y="8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íṣ1íḑê">
              <a:extLst>
                <a:ext uri="{FF2B5EF4-FFF2-40B4-BE49-F238E27FC236}">
                  <a16:creationId xmlns:a16="http://schemas.microsoft.com/office/drawing/2014/main" id="{2840C383-9BBE-42FE-AD40-D780FDB6A02F}"/>
                </a:ext>
              </a:extLst>
            </p:cNvPr>
            <p:cNvSpPr/>
            <p:nvPr/>
          </p:nvSpPr>
          <p:spPr bwMode="auto">
            <a:xfrm flipH="1">
              <a:off x="5737601" y="4565736"/>
              <a:ext cx="180703" cy="110431"/>
            </a:xfrm>
            <a:custGeom>
              <a:avLst/>
              <a:gdLst>
                <a:gd name="T0" fmla="*/ 12 w 26"/>
                <a:gd name="T1" fmla="*/ 1 h 16"/>
                <a:gd name="T2" fmla="*/ 0 w 26"/>
                <a:gd name="T3" fmla="*/ 7 h 16"/>
                <a:gd name="T4" fmla="*/ 0 w 26"/>
                <a:gd name="T5" fmla="*/ 8 h 16"/>
                <a:gd name="T6" fmla="*/ 13 w 26"/>
                <a:gd name="T7" fmla="*/ 16 h 16"/>
                <a:gd name="T8" fmla="*/ 14 w 26"/>
                <a:gd name="T9" fmla="*/ 16 h 16"/>
                <a:gd name="T10" fmla="*/ 26 w 26"/>
                <a:gd name="T11" fmla="*/ 9 h 16"/>
                <a:gd name="T12" fmla="*/ 26 w 26"/>
                <a:gd name="T13" fmla="*/ 8 h 16"/>
                <a:gd name="T14" fmla="*/ 13 w 26"/>
                <a:gd name="T15" fmla="*/ 1 h 16"/>
                <a:gd name="T16" fmla="*/ 12 w 26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12" y="1"/>
                  </a:moveTo>
                  <a:cubicBezTo>
                    <a:pt x="7" y="3"/>
                    <a:pt x="5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11"/>
                    <a:pt x="8" y="13"/>
                    <a:pt x="13" y="16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9" y="13"/>
                    <a:pt x="21" y="12"/>
                    <a:pt x="26" y="9"/>
                  </a:cubicBezTo>
                  <a:cubicBezTo>
                    <a:pt x="26" y="9"/>
                    <a:pt x="26" y="8"/>
                    <a:pt x="26" y="8"/>
                  </a:cubicBezTo>
                  <a:cubicBezTo>
                    <a:pt x="21" y="5"/>
                    <a:pt x="18" y="4"/>
                    <a:pt x="13" y="1"/>
                  </a:cubicBezTo>
                  <a:cubicBezTo>
                    <a:pt x="13" y="0"/>
                    <a:pt x="12" y="0"/>
                    <a:pt x="12" y="1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îşļîḓé">
              <a:extLst>
                <a:ext uri="{FF2B5EF4-FFF2-40B4-BE49-F238E27FC236}">
                  <a16:creationId xmlns:a16="http://schemas.microsoft.com/office/drawing/2014/main" id="{F57BBED1-4A98-4706-B491-E0C2F3170CBD}"/>
                </a:ext>
              </a:extLst>
            </p:cNvPr>
            <p:cNvSpPr/>
            <p:nvPr/>
          </p:nvSpPr>
          <p:spPr bwMode="auto">
            <a:xfrm flipH="1">
              <a:off x="6038773" y="4746440"/>
              <a:ext cx="187396" cy="110431"/>
            </a:xfrm>
            <a:custGeom>
              <a:avLst/>
              <a:gdLst>
                <a:gd name="T0" fmla="*/ 12 w 27"/>
                <a:gd name="T1" fmla="*/ 0 h 16"/>
                <a:gd name="T2" fmla="*/ 1 w 27"/>
                <a:gd name="T3" fmla="*/ 7 h 16"/>
                <a:gd name="T4" fmla="*/ 1 w 27"/>
                <a:gd name="T5" fmla="*/ 8 h 16"/>
                <a:gd name="T6" fmla="*/ 14 w 27"/>
                <a:gd name="T7" fmla="*/ 15 h 16"/>
                <a:gd name="T8" fmla="*/ 15 w 27"/>
                <a:gd name="T9" fmla="*/ 15 h 16"/>
                <a:gd name="T10" fmla="*/ 27 w 27"/>
                <a:gd name="T11" fmla="*/ 9 h 16"/>
                <a:gd name="T12" fmla="*/ 27 w 27"/>
                <a:gd name="T13" fmla="*/ 8 h 16"/>
                <a:gd name="T14" fmla="*/ 14 w 27"/>
                <a:gd name="T15" fmla="*/ 0 h 16"/>
                <a:gd name="T16" fmla="*/ 12 w 27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0"/>
                  </a:move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9" y="12"/>
                    <a:pt x="14" y="15"/>
                  </a:cubicBezTo>
                  <a:cubicBezTo>
                    <a:pt x="14" y="15"/>
                    <a:pt x="15" y="16"/>
                    <a:pt x="15" y="15"/>
                  </a:cubicBezTo>
                  <a:cubicBezTo>
                    <a:pt x="20" y="13"/>
                    <a:pt x="22" y="11"/>
                    <a:pt x="27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2" y="5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0" name="i$liḓè">
              <a:extLst>
                <a:ext uri="{FF2B5EF4-FFF2-40B4-BE49-F238E27FC236}">
                  <a16:creationId xmlns:a16="http://schemas.microsoft.com/office/drawing/2014/main" id="{5EC11966-A45E-47D7-B894-EB3E78079E09}"/>
                </a:ext>
              </a:extLst>
            </p:cNvPr>
            <p:cNvSpPr/>
            <p:nvPr/>
          </p:nvSpPr>
          <p:spPr bwMode="auto">
            <a:xfrm flipH="1">
              <a:off x="6135816" y="4799982"/>
              <a:ext cx="187396" cy="110431"/>
            </a:xfrm>
            <a:custGeom>
              <a:avLst/>
              <a:gdLst>
                <a:gd name="T0" fmla="*/ 12 w 27"/>
                <a:gd name="T1" fmla="*/ 1 h 16"/>
                <a:gd name="T2" fmla="*/ 1 w 27"/>
                <a:gd name="T3" fmla="*/ 7 h 16"/>
                <a:gd name="T4" fmla="*/ 1 w 27"/>
                <a:gd name="T5" fmla="*/ 8 h 16"/>
                <a:gd name="T6" fmla="*/ 13 w 27"/>
                <a:gd name="T7" fmla="*/ 16 h 16"/>
                <a:gd name="T8" fmla="*/ 15 w 27"/>
                <a:gd name="T9" fmla="*/ 16 h 16"/>
                <a:gd name="T10" fmla="*/ 26 w 27"/>
                <a:gd name="T11" fmla="*/ 9 h 16"/>
                <a:gd name="T12" fmla="*/ 26 w 27"/>
                <a:gd name="T13" fmla="*/ 8 h 16"/>
                <a:gd name="T14" fmla="*/ 14 w 27"/>
                <a:gd name="T15" fmla="*/ 1 h 16"/>
                <a:gd name="T16" fmla="*/ 12 w 27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1"/>
                  </a:moveTo>
                  <a:cubicBezTo>
                    <a:pt x="7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3" y="16"/>
                  </a:cubicBezTo>
                  <a:cubicBezTo>
                    <a:pt x="14" y="16"/>
                    <a:pt x="14" y="16"/>
                    <a:pt x="15" y="16"/>
                  </a:cubicBezTo>
                  <a:cubicBezTo>
                    <a:pt x="19" y="13"/>
                    <a:pt x="22" y="12"/>
                    <a:pt x="26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4"/>
                    <a:pt x="14" y="1"/>
                  </a:cubicBezTo>
                  <a:cubicBezTo>
                    <a:pt x="13" y="0"/>
                    <a:pt x="12" y="0"/>
                    <a:pt x="12" y="1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íṥliďê">
              <a:extLst>
                <a:ext uri="{FF2B5EF4-FFF2-40B4-BE49-F238E27FC236}">
                  <a16:creationId xmlns:a16="http://schemas.microsoft.com/office/drawing/2014/main" id="{51E0CD2C-102B-4047-BA27-FEEAF3B10537}"/>
                </a:ext>
              </a:extLst>
            </p:cNvPr>
            <p:cNvSpPr/>
            <p:nvPr/>
          </p:nvSpPr>
          <p:spPr bwMode="auto">
            <a:xfrm flipH="1">
              <a:off x="5941728" y="4682858"/>
              <a:ext cx="180703" cy="110431"/>
            </a:xfrm>
            <a:custGeom>
              <a:avLst/>
              <a:gdLst>
                <a:gd name="T0" fmla="*/ 12 w 26"/>
                <a:gd name="T1" fmla="*/ 1 h 16"/>
                <a:gd name="T2" fmla="*/ 0 w 26"/>
                <a:gd name="T3" fmla="*/ 7 h 16"/>
                <a:gd name="T4" fmla="*/ 0 w 26"/>
                <a:gd name="T5" fmla="*/ 8 h 16"/>
                <a:gd name="T6" fmla="*/ 13 w 26"/>
                <a:gd name="T7" fmla="*/ 16 h 16"/>
                <a:gd name="T8" fmla="*/ 15 w 26"/>
                <a:gd name="T9" fmla="*/ 16 h 16"/>
                <a:gd name="T10" fmla="*/ 26 w 26"/>
                <a:gd name="T11" fmla="*/ 9 h 16"/>
                <a:gd name="T12" fmla="*/ 26 w 26"/>
                <a:gd name="T13" fmla="*/ 8 h 16"/>
                <a:gd name="T14" fmla="*/ 13 w 26"/>
                <a:gd name="T15" fmla="*/ 1 h 16"/>
                <a:gd name="T16" fmla="*/ 12 w 26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12" y="1"/>
                  </a:moveTo>
                  <a:cubicBezTo>
                    <a:pt x="7" y="3"/>
                    <a:pt x="5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11"/>
                    <a:pt x="8" y="13"/>
                    <a:pt x="13" y="16"/>
                  </a:cubicBezTo>
                  <a:cubicBezTo>
                    <a:pt x="13" y="16"/>
                    <a:pt x="14" y="16"/>
                    <a:pt x="15" y="16"/>
                  </a:cubicBezTo>
                  <a:cubicBezTo>
                    <a:pt x="19" y="13"/>
                    <a:pt x="21" y="12"/>
                    <a:pt x="26" y="9"/>
                  </a:cubicBezTo>
                  <a:cubicBezTo>
                    <a:pt x="26" y="9"/>
                    <a:pt x="26" y="8"/>
                    <a:pt x="26" y="8"/>
                  </a:cubicBezTo>
                  <a:cubicBezTo>
                    <a:pt x="21" y="5"/>
                    <a:pt x="18" y="4"/>
                    <a:pt x="13" y="1"/>
                  </a:cubicBezTo>
                  <a:cubicBezTo>
                    <a:pt x="13" y="0"/>
                    <a:pt x="12" y="0"/>
                    <a:pt x="12" y="1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îŝ1ïḍé">
              <a:extLst>
                <a:ext uri="{FF2B5EF4-FFF2-40B4-BE49-F238E27FC236}">
                  <a16:creationId xmlns:a16="http://schemas.microsoft.com/office/drawing/2014/main" id="{36206291-20CC-455D-927B-A1DA403E1148}"/>
                </a:ext>
              </a:extLst>
            </p:cNvPr>
            <p:cNvSpPr/>
            <p:nvPr/>
          </p:nvSpPr>
          <p:spPr bwMode="auto">
            <a:xfrm flipH="1">
              <a:off x="6239555" y="4863562"/>
              <a:ext cx="180703" cy="103738"/>
            </a:xfrm>
            <a:custGeom>
              <a:avLst/>
              <a:gdLst>
                <a:gd name="T0" fmla="*/ 12 w 26"/>
                <a:gd name="T1" fmla="*/ 0 h 15"/>
                <a:gd name="T2" fmla="*/ 0 w 26"/>
                <a:gd name="T3" fmla="*/ 7 h 15"/>
                <a:gd name="T4" fmla="*/ 0 w 26"/>
                <a:gd name="T5" fmla="*/ 8 h 15"/>
                <a:gd name="T6" fmla="*/ 13 w 26"/>
                <a:gd name="T7" fmla="*/ 15 h 15"/>
                <a:gd name="T8" fmla="*/ 15 w 26"/>
                <a:gd name="T9" fmla="*/ 15 h 15"/>
                <a:gd name="T10" fmla="*/ 26 w 26"/>
                <a:gd name="T11" fmla="*/ 8 h 15"/>
                <a:gd name="T12" fmla="*/ 26 w 26"/>
                <a:gd name="T13" fmla="*/ 7 h 15"/>
                <a:gd name="T14" fmla="*/ 13 w 26"/>
                <a:gd name="T15" fmla="*/ 0 h 15"/>
                <a:gd name="T16" fmla="*/ 12 w 2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2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8"/>
                    <a:pt x="26" y="7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íŝḻíďè">
              <a:extLst>
                <a:ext uri="{FF2B5EF4-FFF2-40B4-BE49-F238E27FC236}">
                  <a16:creationId xmlns:a16="http://schemas.microsoft.com/office/drawing/2014/main" id="{37353AEE-3BFE-4ACD-A33F-1FE2642909CA}"/>
                </a:ext>
              </a:extLst>
            </p:cNvPr>
            <p:cNvSpPr/>
            <p:nvPr/>
          </p:nvSpPr>
          <p:spPr bwMode="auto">
            <a:xfrm flipH="1">
              <a:off x="6336597" y="4920451"/>
              <a:ext cx="187396" cy="110431"/>
            </a:xfrm>
            <a:custGeom>
              <a:avLst/>
              <a:gdLst>
                <a:gd name="T0" fmla="*/ 12 w 27"/>
                <a:gd name="T1" fmla="*/ 1 h 16"/>
                <a:gd name="T2" fmla="*/ 1 w 27"/>
                <a:gd name="T3" fmla="*/ 7 h 16"/>
                <a:gd name="T4" fmla="*/ 1 w 27"/>
                <a:gd name="T5" fmla="*/ 8 h 16"/>
                <a:gd name="T6" fmla="*/ 14 w 27"/>
                <a:gd name="T7" fmla="*/ 16 h 16"/>
                <a:gd name="T8" fmla="*/ 15 w 27"/>
                <a:gd name="T9" fmla="*/ 16 h 16"/>
                <a:gd name="T10" fmla="*/ 27 w 27"/>
                <a:gd name="T11" fmla="*/ 9 h 16"/>
                <a:gd name="T12" fmla="*/ 27 w 27"/>
                <a:gd name="T13" fmla="*/ 8 h 16"/>
                <a:gd name="T14" fmla="*/ 14 w 27"/>
                <a:gd name="T15" fmla="*/ 1 h 16"/>
                <a:gd name="T16" fmla="*/ 12 w 27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1"/>
                  </a:moveTo>
                  <a:cubicBezTo>
                    <a:pt x="8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9" y="13"/>
                    <a:pt x="14" y="16"/>
                  </a:cubicBez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7" y="8"/>
                  </a:cubicBezTo>
                  <a:cubicBezTo>
                    <a:pt x="21" y="5"/>
                    <a:pt x="19" y="4"/>
                    <a:pt x="14" y="1"/>
                  </a:cubicBezTo>
                  <a:cubicBezTo>
                    <a:pt x="13" y="0"/>
                    <a:pt x="13" y="0"/>
                    <a:pt x="12" y="1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iśḷïḓè">
              <a:extLst>
                <a:ext uri="{FF2B5EF4-FFF2-40B4-BE49-F238E27FC236}">
                  <a16:creationId xmlns:a16="http://schemas.microsoft.com/office/drawing/2014/main" id="{B5EC58E7-5105-4751-BE9D-14D0D0E0C2D9}"/>
                </a:ext>
              </a:extLst>
            </p:cNvPr>
            <p:cNvSpPr/>
            <p:nvPr/>
          </p:nvSpPr>
          <p:spPr bwMode="auto">
            <a:xfrm flipH="1">
              <a:off x="5837991" y="4625971"/>
              <a:ext cx="187396" cy="113776"/>
            </a:xfrm>
            <a:custGeom>
              <a:avLst/>
              <a:gdLst>
                <a:gd name="T0" fmla="*/ 12 w 27"/>
                <a:gd name="T1" fmla="*/ 0 h 16"/>
                <a:gd name="T2" fmla="*/ 1 w 27"/>
                <a:gd name="T3" fmla="*/ 7 h 16"/>
                <a:gd name="T4" fmla="*/ 1 w 27"/>
                <a:gd name="T5" fmla="*/ 8 h 16"/>
                <a:gd name="T6" fmla="*/ 13 w 27"/>
                <a:gd name="T7" fmla="*/ 15 h 16"/>
                <a:gd name="T8" fmla="*/ 15 w 27"/>
                <a:gd name="T9" fmla="*/ 15 h 16"/>
                <a:gd name="T10" fmla="*/ 26 w 27"/>
                <a:gd name="T11" fmla="*/ 9 h 16"/>
                <a:gd name="T12" fmla="*/ 26 w 27"/>
                <a:gd name="T13" fmla="*/ 8 h 16"/>
                <a:gd name="T14" fmla="*/ 14 w 27"/>
                <a:gd name="T15" fmla="*/ 0 h 16"/>
                <a:gd name="T16" fmla="*/ 12 w 27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0"/>
                  </a:move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8" y="12"/>
                    <a:pt x="13" y="15"/>
                  </a:cubicBezTo>
                  <a:cubicBezTo>
                    <a:pt x="14" y="16"/>
                    <a:pt x="15" y="16"/>
                    <a:pt x="15" y="15"/>
                  </a:cubicBezTo>
                  <a:cubicBezTo>
                    <a:pt x="20" y="13"/>
                    <a:pt x="22" y="11"/>
                    <a:pt x="26" y="9"/>
                  </a:cubicBezTo>
                  <a:cubicBezTo>
                    <a:pt x="27" y="8"/>
                    <a:pt x="27" y="8"/>
                    <a:pt x="26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iṧḷíḍè">
              <a:extLst>
                <a:ext uri="{FF2B5EF4-FFF2-40B4-BE49-F238E27FC236}">
                  <a16:creationId xmlns:a16="http://schemas.microsoft.com/office/drawing/2014/main" id="{2335CEA8-3BB5-4983-B20D-F29144B25227}"/>
                </a:ext>
              </a:extLst>
            </p:cNvPr>
            <p:cNvSpPr/>
            <p:nvPr/>
          </p:nvSpPr>
          <p:spPr bwMode="auto">
            <a:xfrm flipH="1">
              <a:off x="5162027" y="4488770"/>
              <a:ext cx="187396" cy="110431"/>
            </a:xfrm>
            <a:custGeom>
              <a:avLst/>
              <a:gdLst>
                <a:gd name="T0" fmla="*/ 1 w 27"/>
                <a:gd name="T1" fmla="*/ 9 h 16"/>
                <a:gd name="T2" fmla="*/ 13 w 27"/>
                <a:gd name="T3" fmla="*/ 16 h 16"/>
                <a:gd name="T4" fmla="*/ 15 w 27"/>
                <a:gd name="T5" fmla="*/ 16 h 16"/>
                <a:gd name="T6" fmla="*/ 27 w 27"/>
                <a:gd name="T7" fmla="*/ 9 h 16"/>
                <a:gd name="T8" fmla="*/ 27 w 27"/>
                <a:gd name="T9" fmla="*/ 8 h 16"/>
                <a:gd name="T10" fmla="*/ 14 w 27"/>
                <a:gd name="T11" fmla="*/ 1 h 16"/>
                <a:gd name="T12" fmla="*/ 13 w 27"/>
                <a:gd name="T13" fmla="*/ 1 h 16"/>
                <a:gd name="T14" fmla="*/ 1 w 27"/>
                <a:gd name="T15" fmla="*/ 8 h 16"/>
                <a:gd name="T16" fmla="*/ 1 w 27"/>
                <a:gd name="T17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" y="9"/>
                  </a:moveTo>
                  <a:cubicBezTo>
                    <a:pt x="6" y="12"/>
                    <a:pt x="8" y="13"/>
                    <a:pt x="13" y="16"/>
                  </a:cubicBez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7" y="8"/>
                  </a:cubicBezTo>
                  <a:cubicBezTo>
                    <a:pt x="22" y="5"/>
                    <a:pt x="19" y="4"/>
                    <a:pt x="14" y="1"/>
                  </a:cubicBezTo>
                  <a:cubicBezTo>
                    <a:pt x="14" y="0"/>
                    <a:pt x="13" y="0"/>
                    <a:pt x="13" y="1"/>
                  </a:cubicBezTo>
                  <a:cubicBezTo>
                    <a:pt x="8" y="3"/>
                    <a:pt x="6" y="5"/>
                    <a:pt x="1" y="8"/>
                  </a:cubicBezTo>
                  <a:cubicBezTo>
                    <a:pt x="0" y="8"/>
                    <a:pt x="0" y="8"/>
                    <a:pt x="1" y="9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işḻiḍe">
              <a:extLst>
                <a:ext uri="{FF2B5EF4-FFF2-40B4-BE49-F238E27FC236}">
                  <a16:creationId xmlns:a16="http://schemas.microsoft.com/office/drawing/2014/main" id="{F7CA2AB8-8D5F-4841-9E7E-3172CCBA3B95}"/>
                </a:ext>
              </a:extLst>
            </p:cNvPr>
            <p:cNvSpPr/>
            <p:nvPr/>
          </p:nvSpPr>
          <p:spPr bwMode="auto">
            <a:xfrm flipH="1">
              <a:off x="6309827" y="5168081"/>
              <a:ext cx="180703" cy="103738"/>
            </a:xfrm>
            <a:custGeom>
              <a:avLst/>
              <a:gdLst>
                <a:gd name="T0" fmla="*/ 15 w 26"/>
                <a:gd name="T1" fmla="*/ 15 h 15"/>
                <a:gd name="T2" fmla="*/ 26 w 26"/>
                <a:gd name="T3" fmla="*/ 8 h 15"/>
                <a:gd name="T4" fmla="*/ 26 w 26"/>
                <a:gd name="T5" fmla="*/ 8 h 15"/>
                <a:gd name="T6" fmla="*/ 13 w 26"/>
                <a:gd name="T7" fmla="*/ 0 h 15"/>
                <a:gd name="T8" fmla="*/ 11 w 26"/>
                <a:gd name="T9" fmla="*/ 0 h 15"/>
                <a:gd name="T10" fmla="*/ 0 w 26"/>
                <a:gd name="T11" fmla="*/ 7 h 15"/>
                <a:gd name="T12" fmla="*/ 0 w 26"/>
                <a:gd name="T13" fmla="*/ 8 h 15"/>
                <a:gd name="T14" fmla="*/ 13 w 26"/>
                <a:gd name="T15" fmla="*/ 15 h 15"/>
                <a:gd name="T16" fmla="*/ 15 w 26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5" y="15"/>
                  </a:move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5"/>
                    <a:pt x="14" y="15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í$ḷiḓê">
              <a:extLst>
                <a:ext uri="{FF2B5EF4-FFF2-40B4-BE49-F238E27FC236}">
                  <a16:creationId xmlns:a16="http://schemas.microsoft.com/office/drawing/2014/main" id="{6902BCA4-539D-4374-91FB-D25D9EB68B64}"/>
                </a:ext>
              </a:extLst>
            </p:cNvPr>
            <p:cNvSpPr/>
            <p:nvPr/>
          </p:nvSpPr>
          <p:spPr bwMode="auto">
            <a:xfrm flipH="1">
              <a:off x="5878147" y="4786597"/>
              <a:ext cx="187396" cy="103738"/>
            </a:xfrm>
            <a:custGeom>
              <a:avLst/>
              <a:gdLst>
                <a:gd name="T0" fmla="*/ 15 w 27"/>
                <a:gd name="T1" fmla="*/ 15 h 15"/>
                <a:gd name="T2" fmla="*/ 26 w 27"/>
                <a:gd name="T3" fmla="*/ 8 h 15"/>
                <a:gd name="T4" fmla="*/ 26 w 27"/>
                <a:gd name="T5" fmla="*/ 7 h 15"/>
                <a:gd name="T6" fmla="*/ 14 w 27"/>
                <a:gd name="T7" fmla="*/ 0 h 15"/>
                <a:gd name="T8" fmla="*/ 12 w 27"/>
                <a:gd name="T9" fmla="*/ 0 h 15"/>
                <a:gd name="T10" fmla="*/ 1 w 27"/>
                <a:gd name="T11" fmla="*/ 7 h 15"/>
                <a:gd name="T12" fmla="*/ 1 w 27"/>
                <a:gd name="T13" fmla="*/ 8 h 15"/>
                <a:gd name="T14" fmla="*/ 13 w 27"/>
                <a:gd name="T15" fmla="*/ 15 h 15"/>
                <a:gd name="T16" fmla="*/ 15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5" y="15"/>
                  </a:moveTo>
                  <a:cubicBezTo>
                    <a:pt x="20" y="12"/>
                    <a:pt x="22" y="11"/>
                    <a:pt x="26" y="8"/>
                  </a:cubicBezTo>
                  <a:cubicBezTo>
                    <a:pt x="27" y="8"/>
                    <a:pt x="27" y="7"/>
                    <a:pt x="26" y="7"/>
                  </a:cubicBezTo>
                  <a:cubicBezTo>
                    <a:pt x="21" y="4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1" y="7"/>
                  </a:cubicBezTo>
                  <a:cubicBezTo>
                    <a:pt x="0" y="7"/>
                    <a:pt x="0" y="7"/>
                    <a:pt x="1" y="8"/>
                  </a:cubicBezTo>
                  <a:cubicBezTo>
                    <a:pt x="6" y="10"/>
                    <a:pt x="8" y="12"/>
                    <a:pt x="13" y="15"/>
                  </a:cubicBezTo>
                  <a:cubicBezTo>
                    <a:pt x="14" y="15"/>
                    <a:pt x="15" y="15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îšļïḋe">
              <a:extLst>
                <a:ext uri="{FF2B5EF4-FFF2-40B4-BE49-F238E27FC236}">
                  <a16:creationId xmlns:a16="http://schemas.microsoft.com/office/drawing/2014/main" id="{C3D83C78-609E-468B-A2C3-4B86BB66B1A8}"/>
                </a:ext>
              </a:extLst>
            </p:cNvPr>
            <p:cNvSpPr/>
            <p:nvPr/>
          </p:nvSpPr>
          <p:spPr bwMode="auto">
            <a:xfrm flipH="1">
              <a:off x="5633862" y="4508847"/>
              <a:ext cx="187396" cy="110431"/>
            </a:xfrm>
            <a:custGeom>
              <a:avLst/>
              <a:gdLst>
                <a:gd name="T0" fmla="*/ 15 w 27"/>
                <a:gd name="T1" fmla="*/ 15 h 16"/>
                <a:gd name="T2" fmla="*/ 26 w 27"/>
                <a:gd name="T3" fmla="*/ 8 h 16"/>
                <a:gd name="T4" fmla="*/ 26 w 27"/>
                <a:gd name="T5" fmla="*/ 7 h 16"/>
                <a:gd name="T6" fmla="*/ 14 w 27"/>
                <a:gd name="T7" fmla="*/ 0 h 16"/>
                <a:gd name="T8" fmla="*/ 12 w 27"/>
                <a:gd name="T9" fmla="*/ 0 h 16"/>
                <a:gd name="T10" fmla="*/ 1 w 27"/>
                <a:gd name="T11" fmla="*/ 7 h 16"/>
                <a:gd name="T12" fmla="*/ 1 w 27"/>
                <a:gd name="T13" fmla="*/ 8 h 16"/>
                <a:gd name="T14" fmla="*/ 13 w 27"/>
                <a:gd name="T15" fmla="*/ 15 h 16"/>
                <a:gd name="T16" fmla="*/ 15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5" y="15"/>
                  </a:moveTo>
                  <a:cubicBezTo>
                    <a:pt x="20" y="13"/>
                    <a:pt x="22" y="11"/>
                    <a:pt x="26" y="8"/>
                  </a:cubicBezTo>
                  <a:cubicBezTo>
                    <a:pt x="27" y="8"/>
                    <a:pt x="27" y="8"/>
                    <a:pt x="26" y="7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8" y="12"/>
                    <a:pt x="13" y="15"/>
                  </a:cubicBezTo>
                  <a:cubicBezTo>
                    <a:pt x="14" y="15"/>
                    <a:pt x="15" y="16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îŝlidé">
              <a:extLst>
                <a:ext uri="{FF2B5EF4-FFF2-40B4-BE49-F238E27FC236}">
                  <a16:creationId xmlns:a16="http://schemas.microsoft.com/office/drawing/2014/main" id="{B94117B1-24CE-4ED6-8108-C0EDF8B21DE1}"/>
                </a:ext>
              </a:extLst>
            </p:cNvPr>
            <p:cNvSpPr/>
            <p:nvPr/>
          </p:nvSpPr>
          <p:spPr bwMode="auto">
            <a:xfrm flipH="1">
              <a:off x="6433643" y="4980685"/>
              <a:ext cx="187396" cy="103738"/>
            </a:xfrm>
            <a:custGeom>
              <a:avLst/>
              <a:gdLst>
                <a:gd name="T0" fmla="*/ 12 w 27"/>
                <a:gd name="T1" fmla="*/ 0 h 15"/>
                <a:gd name="T2" fmla="*/ 0 w 27"/>
                <a:gd name="T3" fmla="*/ 7 h 15"/>
                <a:gd name="T4" fmla="*/ 1 w 27"/>
                <a:gd name="T5" fmla="*/ 8 h 15"/>
                <a:gd name="T6" fmla="*/ 13 w 27"/>
                <a:gd name="T7" fmla="*/ 15 h 15"/>
                <a:gd name="T8" fmla="*/ 15 w 27"/>
                <a:gd name="T9" fmla="*/ 15 h 15"/>
                <a:gd name="T10" fmla="*/ 26 w 27"/>
                <a:gd name="T11" fmla="*/ 8 h 15"/>
                <a:gd name="T12" fmla="*/ 26 w 27"/>
                <a:gd name="T13" fmla="*/ 7 h 15"/>
                <a:gd name="T14" fmla="*/ 13 w 27"/>
                <a:gd name="T15" fmla="*/ 0 h 15"/>
                <a:gd name="T16" fmla="*/ 12 w 27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2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7"/>
                    <a:pt x="1" y="8"/>
                  </a:cubicBezTo>
                  <a:cubicBezTo>
                    <a:pt x="6" y="11"/>
                    <a:pt x="8" y="12"/>
                    <a:pt x="13" y="15"/>
                  </a:cubicBezTo>
                  <a:cubicBezTo>
                    <a:pt x="14" y="15"/>
                    <a:pt x="15" y="15"/>
                    <a:pt x="15" y="15"/>
                  </a:cubicBezTo>
                  <a:cubicBezTo>
                    <a:pt x="20" y="12"/>
                    <a:pt x="22" y="11"/>
                    <a:pt x="26" y="8"/>
                  </a:cubicBezTo>
                  <a:cubicBezTo>
                    <a:pt x="27" y="8"/>
                    <a:pt x="27" y="8"/>
                    <a:pt x="26" y="7"/>
                  </a:cubicBezTo>
                  <a:cubicBezTo>
                    <a:pt x="21" y="4"/>
                    <a:pt x="19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íṩḻïďe">
              <a:extLst>
                <a:ext uri="{FF2B5EF4-FFF2-40B4-BE49-F238E27FC236}">
                  <a16:creationId xmlns:a16="http://schemas.microsoft.com/office/drawing/2014/main" id="{51658C27-F761-490A-9DC5-2B63874BBC71}"/>
                </a:ext>
              </a:extLst>
            </p:cNvPr>
            <p:cNvSpPr/>
            <p:nvPr/>
          </p:nvSpPr>
          <p:spPr bwMode="auto">
            <a:xfrm flipH="1">
              <a:off x="6273016" y="5017494"/>
              <a:ext cx="190743" cy="110431"/>
            </a:xfrm>
            <a:custGeom>
              <a:avLst/>
              <a:gdLst>
                <a:gd name="T0" fmla="*/ 15 w 27"/>
                <a:gd name="T1" fmla="*/ 16 h 16"/>
                <a:gd name="T2" fmla="*/ 26 w 27"/>
                <a:gd name="T3" fmla="*/ 9 h 16"/>
                <a:gd name="T4" fmla="*/ 26 w 27"/>
                <a:gd name="T5" fmla="*/ 8 h 16"/>
                <a:gd name="T6" fmla="*/ 13 w 27"/>
                <a:gd name="T7" fmla="*/ 1 h 16"/>
                <a:gd name="T8" fmla="*/ 12 w 27"/>
                <a:gd name="T9" fmla="*/ 1 h 16"/>
                <a:gd name="T10" fmla="*/ 0 w 27"/>
                <a:gd name="T11" fmla="*/ 7 h 16"/>
                <a:gd name="T12" fmla="*/ 0 w 27"/>
                <a:gd name="T13" fmla="*/ 8 h 16"/>
                <a:gd name="T14" fmla="*/ 13 w 27"/>
                <a:gd name="T15" fmla="*/ 16 h 16"/>
                <a:gd name="T16" fmla="*/ 15 w 27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5" y="16"/>
                  </a:moveTo>
                  <a:cubicBezTo>
                    <a:pt x="19" y="13"/>
                    <a:pt x="22" y="12"/>
                    <a:pt x="26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8" y="4"/>
                    <a:pt x="13" y="1"/>
                  </a:cubicBezTo>
                  <a:cubicBezTo>
                    <a:pt x="13" y="0"/>
                    <a:pt x="12" y="0"/>
                    <a:pt x="12" y="1"/>
                  </a:cubicBezTo>
                  <a:cubicBezTo>
                    <a:pt x="7" y="3"/>
                    <a:pt x="5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6" y="11"/>
                    <a:pt x="8" y="13"/>
                    <a:pt x="13" y="16"/>
                  </a:cubicBezTo>
                  <a:cubicBezTo>
                    <a:pt x="14" y="16"/>
                    <a:pt x="14" y="16"/>
                    <a:pt x="15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1" name="ïslîḑè">
              <a:extLst>
                <a:ext uri="{FF2B5EF4-FFF2-40B4-BE49-F238E27FC236}">
                  <a16:creationId xmlns:a16="http://schemas.microsoft.com/office/drawing/2014/main" id="{D0DB4B7E-BD7C-464F-B0B4-7E1AE7BA509D}"/>
                </a:ext>
              </a:extLst>
            </p:cNvPr>
            <p:cNvSpPr/>
            <p:nvPr/>
          </p:nvSpPr>
          <p:spPr bwMode="auto">
            <a:xfrm flipH="1">
              <a:off x="6175973" y="4960607"/>
              <a:ext cx="187396" cy="103738"/>
            </a:xfrm>
            <a:custGeom>
              <a:avLst/>
              <a:gdLst>
                <a:gd name="T0" fmla="*/ 15 w 27"/>
                <a:gd name="T1" fmla="*/ 15 h 15"/>
                <a:gd name="T2" fmla="*/ 26 w 27"/>
                <a:gd name="T3" fmla="*/ 9 h 15"/>
                <a:gd name="T4" fmla="*/ 26 w 27"/>
                <a:gd name="T5" fmla="*/ 8 h 15"/>
                <a:gd name="T6" fmla="*/ 14 w 27"/>
                <a:gd name="T7" fmla="*/ 0 h 15"/>
                <a:gd name="T8" fmla="*/ 12 w 27"/>
                <a:gd name="T9" fmla="*/ 0 h 15"/>
                <a:gd name="T10" fmla="*/ 1 w 27"/>
                <a:gd name="T11" fmla="*/ 7 h 15"/>
                <a:gd name="T12" fmla="*/ 1 w 27"/>
                <a:gd name="T13" fmla="*/ 8 h 15"/>
                <a:gd name="T14" fmla="*/ 13 w 27"/>
                <a:gd name="T15" fmla="*/ 15 h 15"/>
                <a:gd name="T16" fmla="*/ 15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5" y="15"/>
                  </a:moveTo>
                  <a:cubicBezTo>
                    <a:pt x="20" y="13"/>
                    <a:pt x="22" y="11"/>
                    <a:pt x="26" y="9"/>
                  </a:cubicBezTo>
                  <a:cubicBezTo>
                    <a:pt x="27" y="8"/>
                    <a:pt x="27" y="8"/>
                    <a:pt x="26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8" y="12"/>
                    <a:pt x="13" y="15"/>
                  </a:cubicBezTo>
                  <a:cubicBezTo>
                    <a:pt x="14" y="15"/>
                    <a:pt x="15" y="15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2" name="îṡlîdé">
              <a:extLst>
                <a:ext uri="{FF2B5EF4-FFF2-40B4-BE49-F238E27FC236}">
                  <a16:creationId xmlns:a16="http://schemas.microsoft.com/office/drawing/2014/main" id="{4B451D46-0C09-4C00-B8DC-88002E3CEAAD}"/>
                </a:ext>
              </a:extLst>
            </p:cNvPr>
            <p:cNvSpPr/>
            <p:nvPr/>
          </p:nvSpPr>
          <p:spPr bwMode="auto">
            <a:xfrm flipH="1">
              <a:off x="5981883" y="4843484"/>
              <a:ext cx="180703" cy="110431"/>
            </a:xfrm>
            <a:custGeom>
              <a:avLst/>
              <a:gdLst>
                <a:gd name="T0" fmla="*/ 15 w 26"/>
                <a:gd name="T1" fmla="*/ 15 h 16"/>
                <a:gd name="T2" fmla="*/ 26 w 26"/>
                <a:gd name="T3" fmla="*/ 9 h 16"/>
                <a:gd name="T4" fmla="*/ 26 w 26"/>
                <a:gd name="T5" fmla="*/ 8 h 16"/>
                <a:gd name="T6" fmla="*/ 13 w 26"/>
                <a:gd name="T7" fmla="*/ 0 h 16"/>
                <a:gd name="T8" fmla="*/ 12 w 26"/>
                <a:gd name="T9" fmla="*/ 0 h 16"/>
                <a:gd name="T10" fmla="*/ 0 w 26"/>
                <a:gd name="T11" fmla="*/ 7 h 16"/>
                <a:gd name="T12" fmla="*/ 0 w 26"/>
                <a:gd name="T13" fmla="*/ 8 h 16"/>
                <a:gd name="T14" fmla="*/ 13 w 26"/>
                <a:gd name="T15" fmla="*/ 15 h 16"/>
                <a:gd name="T16" fmla="*/ 15 w 26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15" y="15"/>
                  </a:moveTo>
                  <a:cubicBezTo>
                    <a:pt x="19" y="13"/>
                    <a:pt x="21" y="11"/>
                    <a:pt x="26" y="9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6"/>
                    <a:pt x="14" y="16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3" name="îšļïdê">
              <a:extLst>
                <a:ext uri="{FF2B5EF4-FFF2-40B4-BE49-F238E27FC236}">
                  <a16:creationId xmlns:a16="http://schemas.microsoft.com/office/drawing/2014/main" id="{BFC83FBC-FFA9-4606-83CD-76529ADD74E2}"/>
                </a:ext>
              </a:extLst>
            </p:cNvPr>
            <p:cNvSpPr/>
            <p:nvPr/>
          </p:nvSpPr>
          <p:spPr bwMode="auto">
            <a:xfrm flipH="1">
              <a:off x="6537379" y="5037573"/>
              <a:ext cx="180703" cy="110431"/>
            </a:xfrm>
            <a:custGeom>
              <a:avLst/>
              <a:gdLst>
                <a:gd name="T0" fmla="*/ 11 w 26"/>
                <a:gd name="T1" fmla="*/ 0 h 16"/>
                <a:gd name="T2" fmla="*/ 0 w 26"/>
                <a:gd name="T3" fmla="*/ 7 h 16"/>
                <a:gd name="T4" fmla="*/ 0 w 26"/>
                <a:gd name="T5" fmla="*/ 8 h 16"/>
                <a:gd name="T6" fmla="*/ 13 w 26"/>
                <a:gd name="T7" fmla="*/ 15 h 16"/>
                <a:gd name="T8" fmla="*/ 15 w 26"/>
                <a:gd name="T9" fmla="*/ 15 h 16"/>
                <a:gd name="T10" fmla="*/ 26 w 26"/>
                <a:gd name="T11" fmla="*/ 9 h 16"/>
                <a:gd name="T12" fmla="*/ 26 w 26"/>
                <a:gd name="T13" fmla="*/ 8 h 16"/>
                <a:gd name="T14" fmla="*/ 13 w 26"/>
                <a:gd name="T15" fmla="*/ 1 h 16"/>
                <a:gd name="T16" fmla="*/ 11 w 26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11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3"/>
                    <a:pt x="13" y="15"/>
                  </a:cubicBezTo>
                  <a:cubicBezTo>
                    <a:pt x="13" y="16"/>
                    <a:pt x="14" y="16"/>
                    <a:pt x="15" y="15"/>
                  </a:cubicBezTo>
                  <a:cubicBezTo>
                    <a:pt x="19" y="13"/>
                    <a:pt x="21" y="11"/>
                    <a:pt x="26" y="9"/>
                  </a:cubicBezTo>
                  <a:cubicBezTo>
                    <a:pt x="26" y="9"/>
                    <a:pt x="26" y="8"/>
                    <a:pt x="26" y="8"/>
                  </a:cubicBezTo>
                  <a:cubicBezTo>
                    <a:pt x="21" y="5"/>
                    <a:pt x="18" y="3"/>
                    <a:pt x="13" y="1"/>
                  </a:cubicBezTo>
                  <a:cubicBezTo>
                    <a:pt x="13" y="0"/>
                    <a:pt x="12" y="0"/>
                    <a:pt x="11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4" name="î$ļîḓé">
              <a:extLst>
                <a:ext uri="{FF2B5EF4-FFF2-40B4-BE49-F238E27FC236}">
                  <a16:creationId xmlns:a16="http://schemas.microsoft.com/office/drawing/2014/main" id="{76EAA47F-A6F9-4835-A716-0F21DAAF090A}"/>
                </a:ext>
              </a:extLst>
            </p:cNvPr>
            <p:cNvSpPr/>
            <p:nvPr/>
          </p:nvSpPr>
          <p:spPr bwMode="auto">
            <a:xfrm flipH="1">
              <a:off x="6078929" y="4903718"/>
              <a:ext cx="180703" cy="107084"/>
            </a:xfrm>
            <a:custGeom>
              <a:avLst/>
              <a:gdLst>
                <a:gd name="T0" fmla="*/ 14 w 26"/>
                <a:gd name="T1" fmla="*/ 15 h 15"/>
                <a:gd name="T2" fmla="*/ 26 w 26"/>
                <a:gd name="T3" fmla="*/ 8 h 15"/>
                <a:gd name="T4" fmla="*/ 26 w 26"/>
                <a:gd name="T5" fmla="*/ 7 h 15"/>
                <a:gd name="T6" fmla="*/ 13 w 26"/>
                <a:gd name="T7" fmla="*/ 0 h 15"/>
                <a:gd name="T8" fmla="*/ 11 w 26"/>
                <a:gd name="T9" fmla="*/ 0 h 15"/>
                <a:gd name="T10" fmla="*/ 0 w 26"/>
                <a:gd name="T11" fmla="*/ 6 h 15"/>
                <a:gd name="T12" fmla="*/ 0 w 26"/>
                <a:gd name="T13" fmla="*/ 7 h 15"/>
                <a:gd name="T14" fmla="*/ 13 w 26"/>
                <a:gd name="T15" fmla="*/ 15 h 15"/>
                <a:gd name="T16" fmla="*/ 14 w 26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4" y="15"/>
                  </a:move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7"/>
                    <a:pt x="26" y="7"/>
                  </a:cubicBezTo>
                  <a:cubicBezTo>
                    <a:pt x="21" y="4"/>
                    <a:pt x="18" y="3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ubicBezTo>
                    <a:pt x="7" y="2"/>
                    <a:pt x="5" y="4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0"/>
                    <a:pt x="8" y="12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5" name="isḻíḑê">
              <a:extLst>
                <a:ext uri="{FF2B5EF4-FFF2-40B4-BE49-F238E27FC236}">
                  <a16:creationId xmlns:a16="http://schemas.microsoft.com/office/drawing/2014/main" id="{6C140ED7-510F-4409-AEF4-BD1236F23164}"/>
                </a:ext>
              </a:extLst>
            </p:cNvPr>
            <p:cNvSpPr/>
            <p:nvPr/>
          </p:nvSpPr>
          <p:spPr bwMode="auto">
            <a:xfrm flipH="1">
              <a:off x="6380101" y="5077728"/>
              <a:ext cx="180703" cy="103738"/>
            </a:xfrm>
            <a:custGeom>
              <a:avLst/>
              <a:gdLst>
                <a:gd name="T0" fmla="*/ 15 w 26"/>
                <a:gd name="T1" fmla="*/ 15 h 15"/>
                <a:gd name="T2" fmla="*/ 26 w 26"/>
                <a:gd name="T3" fmla="*/ 8 h 15"/>
                <a:gd name="T4" fmla="*/ 26 w 26"/>
                <a:gd name="T5" fmla="*/ 7 h 15"/>
                <a:gd name="T6" fmla="*/ 13 w 26"/>
                <a:gd name="T7" fmla="*/ 0 h 15"/>
                <a:gd name="T8" fmla="*/ 11 w 26"/>
                <a:gd name="T9" fmla="*/ 0 h 15"/>
                <a:gd name="T10" fmla="*/ 0 w 26"/>
                <a:gd name="T11" fmla="*/ 7 h 15"/>
                <a:gd name="T12" fmla="*/ 0 w 26"/>
                <a:gd name="T13" fmla="*/ 8 h 15"/>
                <a:gd name="T14" fmla="*/ 13 w 26"/>
                <a:gd name="T15" fmla="*/ 15 h 15"/>
                <a:gd name="T16" fmla="*/ 15 w 26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5" y="15"/>
                  </a:move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8"/>
                    <a:pt x="26" y="7"/>
                  </a:cubicBezTo>
                  <a:cubicBezTo>
                    <a:pt x="21" y="4"/>
                    <a:pt x="18" y="3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5"/>
                    <a:pt x="14" y="15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6" name="íṡlîḋé">
              <a:extLst>
                <a:ext uri="{FF2B5EF4-FFF2-40B4-BE49-F238E27FC236}">
                  <a16:creationId xmlns:a16="http://schemas.microsoft.com/office/drawing/2014/main" id="{4E5EA11D-35CD-4BD8-8ED3-386750F35E0F}"/>
                </a:ext>
              </a:extLst>
            </p:cNvPr>
            <p:cNvSpPr/>
            <p:nvPr/>
          </p:nvSpPr>
          <p:spPr bwMode="auto">
            <a:xfrm flipH="1">
              <a:off x="6477145" y="5134618"/>
              <a:ext cx="187396" cy="110431"/>
            </a:xfrm>
            <a:custGeom>
              <a:avLst/>
              <a:gdLst>
                <a:gd name="T0" fmla="*/ 15 w 27"/>
                <a:gd name="T1" fmla="*/ 15 h 16"/>
                <a:gd name="T2" fmla="*/ 27 w 27"/>
                <a:gd name="T3" fmla="*/ 9 h 16"/>
                <a:gd name="T4" fmla="*/ 26 w 27"/>
                <a:gd name="T5" fmla="*/ 8 h 16"/>
                <a:gd name="T6" fmla="*/ 14 w 27"/>
                <a:gd name="T7" fmla="*/ 1 h 16"/>
                <a:gd name="T8" fmla="*/ 12 w 27"/>
                <a:gd name="T9" fmla="*/ 1 h 16"/>
                <a:gd name="T10" fmla="*/ 1 w 27"/>
                <a:gd name="T11" fmla="*/ 7 h 16"/>
                <a:gd name="T12" fmla="*/ 1 w 27"/>
                <a:gd name="T13" fmla="*/ 8 h 16"/>
                <a:gd name="T14" fmla="*/ 14 w 27"/>
                <a:gd name="T15" fmla="*/ 15 h 16"/>
                <a:gd name="T16" fmla="*/ 15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5" y="15"/>
                  </a:moveTo>
                  <a:cubicBezTo>
                    <a:pt x="20" y="13"/>
                    <a:pt x="22" y="11"/>
                    <a:pt x="27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3"/>
                    <a:pt x="14" y="1"/>
                  </a:cubicBezTo>
                  <a:cubicBezTo>
                    <a:pt x="13" y="0"/>
                    <a:pt x="12" y="0"/>
                    <a:pt x="12" y="1"/>
                  </a:cubicBezTo>
                  <a:cubicBezTo>
                    <a:pt x="7" y="3"/>
                    <a:pt x="5" y="5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8" y="13"/>
                    <a:pt x="14" y="15"/>
                  </a:cubicBezTo>
                  <a:cubicBezTo>
                    <a:pt x="14" y="16"/>
                    <a:pt x="15" y="16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7" name="îşliḋê">
              <a:extLst>
                <a:ext uri="{FF2B5EF4-FFF2-40B4-BE49-F238E27FC236}">
                  <a16:creationId xmlns:a16="http://schemas.microsoft.com/office/drawing/2014/main" id="{C66528E7-1467-479B-87FF-9BC2C888A28C}"/>
                </a:ext>
              </a:extLst>
            </p:cNvPr>
            <p:cNvSpPr/>
            <p:nvPr/>
          </p:nvSpPr>
          <p:spPr bwMode="auto">
            <a:xfrm flipH="1">
              <a:off x="6637769" y="5101154"/>
              <a:ext cx="187396" cy="103738"/>
            </a:xfrm>
            <a:custGeom>
              <a:avLst/>
              <a:gdLst>
                <a:gd name="T0" fmla="*/ 12 w 27"/>
                <a:gd name="T1" fmla="*/ 0 h 15"/>
                <a:gd name="T2" fmla="*/ 1 w 27"/>
                <a:gd name="T3" fmla="*/ 7 h 15"/>
                <a:gd name="T4" fmla="*/ 1 w 27"/>
                <a:gd name="T5" fmla="*/ 8 h 15"/>
                <a:gd name="T6" fmla="*/ 14 w 27"/>
                <a:gd name="T7" fmla="*/ 15 h 15"/>
                <a:gd name="T8" fmla="*/ 15 w 27"/>
                <a:gd name="T9" fmla="*/ 15 h 15"/>
                <a:gd name="T10" fmla="*/ 27 w 27"/>
                <a:gd name="T11" fmla="*/ 8 h 15"/>
                <a:gd name="T12" fmla="*/ 27 w 27"/>
                <a:gd name="T13" fmla="*/ 7 h 15"/>
                <a:gd name="T14" fmla="*/ 14 w 27"/>
                <a:gd name="T15" fmla="*/ 0 h 15"/>
                <a:gd name="T16" fmla="*/ 12 w 27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2" y="0"/>
                  </a:move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0" y="7"/>
                    <a:pt x="1" y="8"/>
                  </a:cubicBezTo>
                  <a:cubicBezTo>
                    <a:pt x="6" y="11"/>
                    <a:pt x="8" y="12"/>
                    <a:pt x="14" y="15"/>
                  </a:cubicBezTo>
                  <a:cubicBezTo>
                    <a:pt x="14" y="15"/>
                    <a:pt x="15" y="15"/>
                    <a:pt x="15" y="15"/>
                  </a:cubicBezTo>
                  <a:cubicBezTo>
                    <a:pt x="20" y="12"/>
                    <a:pt x="22" y="11"/>
                    <a:pt x="27" y="8"/>
                  </a:cubicBezTo>
                  <a:cubicBezTo>
                    <a:pt x="27" y="8"/>
                    <a:pt x="27" y="8"/>
                    <a:pt x="27" y="7"/>
                  </a:cubicBezTo>
                  <a:cubicBezTo>
                    <a:pt x="21" y="4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8" name="ïşļîḍe">
              <a:extLst>
                <a:ext uri="{FF2B5EF4-FFF2-40B4-BE49-F238E27FC236}">
                  <a16:creationId xmlns:a16="http://schemas.microsoft.com/office/drawing/2014/main" id="{9FF5FD0A-B1F5-4CE3-926F-2BA74A840D1B}"/>
                </a:ext>
              </a:extLst>
            </p:cNvPr>
            <p:cNvSpPr/>
            <p:nvPr/>
          </p:nvSpPr>
          <p:spPr bwMode="auto">
            <a:xfrm flipH="1">
              <a:off x="6734815" y="5154696"/>
              <a:ext cx="187396" cy="110431"/>
            </a:xfrm>
            <a:custGeom>
              <a:avLst/>
              <a:gdLst>
                <a:gd name="T0" fmla="*/ 12 w 27"/>
                <a:gd name="T1" fmla="*/ 0 h 16"/>
                <a:gd name="T2" fmla="*/ 0 w 27"/>
                <a:gd name="T3" fmla="*/ 7 h 16"/>
                <a:gd name="T4" fmla="*/ 0 w 27"/>
                <a:gd name="T5" fmla="*/ 8 h 16"/>
                <a:gd name="T6" fmla="*/ 13 w 27"/>
                <a:gd name="T7" fmla="*/ 15 h 16"/>
                <a:gd name="T8" fmla="*/ 15 w 27"/>
                <a:gd name="T9" fmla="*/ 15 h 16"/>
                <a:gd name="T10" fmla="*/ 26 w 27"/>
                <a:gd name="T11" fmla="*/ 9 h 16"/>
                <a:gd name="T12" fmla="*/ 26 w 27"/>
                <a:gd name="T13" fmla="*/ 8 h 16"/>
                <a:gd name="T14" fmla="*/ 13 w 27"/>
                <a:gd name="T15" fmla="*/ 0 h 16"/>
                <a:gd name="T16" fmla="*/ 12 w 27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2" y="0"/>
                  </a:move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4" y="16"/>
                    <a:pt x="14" y="16"/>
                    <a:pt x="15" y="15"/>
                  </a:cubicBezTo>
                  <a:cubicBezTo>
                    <a:pt x="19" y="13"/>
                    <a:pt x="22" y="11"/>
                    <a:pt x="26" y="9"/>
                  </a:cubicBezTo>
                  <a:cubicBezTo>
                    <a:pt x="27" y="8"/>
                    <a:pt x="27" y="8"/>
                    <a:pt x="26" y="8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9" name="iṣľiḋé">
              <a:extLst>
                <a:ext uri="{FF2B5EF4-FFF2-40B4-BE49-F238E27FC236}">
                  <a16:creationId xmlns:a16="http://schemas.microsoft.com/office/drawing/2014/main" id="{ACBB5C76-D82D-4BC2-B5AF-8EF916685DD5}"/>
                </a:ext>
              </a:extLst>
            </p:cNvPr>
            <p:cNvSpPr/>
            <p:nvPr/>
          </p:nvSpPr>
          <p:spPr bwMode="auto">
            <a:xfrm flipH="1">
              <a:off x="6574190" y="5198197"/>
              <a:ext cx="187396" cy="103738"/>
            </a:xfrm>
            <a:custGeom>
              <a:avLst/>
              <a:gdLst>
                <a:gd name="T0" fmla="*/ 13 w 27"/>
                <a:gd name="T1" fmla="*/ 15 h 15"/>
                <a:gd name="T2" fmla="*/ 15 w 27"/>
                <a:gd name="T3" fmla="*/ 15 h 15"/>
                <a:gd name="T4" fmla="*/ 26 w 27"/>
                <a:gd name="T5" fmla="*/ 8 h 15"/>
                <a:gd name="T6" fmla="*/ 26 w 27"/>
                <a:gd name="T7" fmla="*/ 7 h 15"/>
                <a:gd name="T8" fmla="*/ 13 w 27"/>
                <a:gd name="T9" fmla="*/ 0 h 15"/>
                <a:gd name="T10" fmla="*/ 12 w 27"/>
                <a:gd name="T11" fmla="*/ 0 h 15"/>
                <a:gd name="T12" fmla="*/ 0 w 27"/>
                <a:gd name="T13" fmla="*/ 7 h 15"/>
                <a:gd name="T14" fmla="*/ 0 w 27"/>
                <a:gd name="T15" fmla="*/ 8 h 15"/>
                <a:gd name="T16" fmla="*/ 13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3" y="15"/>
                  </a:moveTo>
                  <a:cubicBezTo>
                    <a:pt x="14" y="15"/>
                    <a:pt x="14" y="15"/>
                    <a:pt x="15" y="15"/>
                  </a:cubicBez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8"/>
                    <a:pt x="26" y="7"/>
                  </a:cubicBezTo>
                  <a:cubicBezTo>
                    <a:pt x="21" y="4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0" name="íśľîḑè">
              <a:extLst>
                <a:ext uri="{FF2B5EF4-FFF2-40B4-BE49-F238E27FC236}">
                  <a16:creationId xmlns:a16="http://schemas.microsoft.com/office/drawing/2014/main" id="{F759D8D4-3C93-41F9-A744-F7397A581106}"/>
                </a:ext>
              </a:extLst>
            </p:cNvPr>
            <p:cNvSpPr/>
            <p:nvPr/>
          </p:nvSpPr>
          <p:spPr bwMode="auto">
            <a:xfrm flipH="1">
              <a:off x="6420258" y="4702936"/>
              <a:ext cx="187396" cy="110431"/>
            </a:xfrm>
            <a:custGeom>
              <a:avLst/>
              <a:gdLst>
                <a:gd name="T0" fmla="*/ 14 w 27"/>
                <a:gd name="T1" fmla="*/ 15 h 16"/>
                <a:gd name="T2" fmla="*/ 15 w 27"/>
                <a:gd name="T3" fmla="*/ 15 h 16"/>
                <a:gd name="T4" fmla="*/ 27 w 27"/>
                <a:gd name="T5" fmla="*/ 9 h 16"/>
                <a:gd name="T6" fmla="*/ 27 w 27"/>
                <a:gd name="T7" fmla="*/ 8 h 16"/>
                <a:gd name="T8" fmla="*/ 14 w 27"/>
                <a:gd name="T9" fmla="*/ 0 h 16"/>
                <a:gd name="T10" fmla="*/ 12 w 27"/>
                <a:gd name="T11" fmla="*/ 0 h 16"/>
                <a:gd name="T12" fmla="*/ 1 w 27"/>
                <a:gd name="T13" fmla="*/ 7 h 16"/>
                <a:gd name="T14" fmla="*/ 1 w 27"/>
                <a:gd name="T15" fmla="*/ 8 h 16"/>
                <a:gd name="T16" fmla="*/ 14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5"/>
                  </a:moveTo>
                  <a:cubicBezTo>
                    <a:pt x="14" y="16"/>
                    <a:pt x="15" y="16"/>
                    <a:pt x="15" y="15"/>
                  </a:cubicBezTo>
                  <a:cubicBezTo>
                    <a:pt x="20" y="13"/>
                    <a:pt x="22" y="11"/>
                    <a:pt x="27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7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8" y="12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1" name="íśḷíḍê">
              <a:extLst>
                <a:ext uri="{FF2B5EF4-FFF2-40B4-BE49-F238E27FC236}">
                  <a16:creationId xmlns:a16="http://schemas.microsoft.com/office/drawing/2014/main" id="{6499E029-B1DC-4943-A48D-708C85E77B2A}"/>
                </a:ext>
              </a:extLst>
            </p:cNvPr>
            <p:cNvSpPr/>
            <p:nvPr/>
          </p:nvSpPr>
          <p:spPr bwMode="auto">
            <a:xfrm flipH="1">
              <a:off x="6607653" y="5342092"/>
              <a:ext cx="341329" cy="200781"/>
            </a:xfrm>
            <a:custGeom>
              <a:avLst/>
              <a:gdLst>
                <a:gd name="T0" fmla="*/ 49 w 49"/>
                <a:gd name="T1" fmla="*/ 8 h 29"/>
                <a:gd name="T2" fmla="*/ 36 w 49"/>
                <a:gd name="T3" fmla="*/ 1 h 29"/>
                <a:gd name="T4" fmla="*/ 34 w 49"/>
                <a:gd name="T5" fmla="*/ 1 h 29"/>
                <a:gd name="T6" fmla="*/ 0 w 49"/>
                <a:gd name="T7" fmla="*/ 21 h 29"/>
                <a:gd name="T8" fmla="*/ 0 w 49"/>
                <a:gd name="T9" fmla="*/ 22 h 29"/>
                <a:gd name="T10" fmla="*/ 13 w 49"/>
                <a:gd name="T11" fmla="*/ 29 h 29"/>
                <a:gd name="T12" fmla="*/ 15 w 49"/>
                <a:gd name="T13" fmla="*/ 29 h 29"/>
                <a:gd name="T14" fmla="*/ 49 w 49"/>
                <a:gd name="T15" fmla="*/ 9 h 29"/>
                <a:gd name="T16" fmla="*/ 49 w 49"/>
                <a:gd name="T17" fmla="*/ 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28">
                  <a:moveTo>
                    <a:pt x="49" y="8"/>
                  </a:moveTo>
                  <a:cubicBezTo>
                    <a:pt x="44" y="5"/>
                    <a:pt x="41" y="4"/>
                    <a:pt x="36" y="1"/>
                  </a:cubicBezTo>
                  <a:cubicBezTo>
                    <a:pt x="35" y="0"/>
                    <a:pt x="35" y="0"/>
                    <a:pt x="34" y="1"/>
                  </a:cubicBezTo>
                  <a:cubicBezTo>
                    <a:pt x="23" y="7"/>
                    <a:pt x="12" y="14"/>
                    <a:pt x="0" y="21"/>
                  </a:cubicBezTo>
                  <a:cubicBezTo>
                    <a:pt x="0" y="21"/>
                    <a:pt x="0" y="21"/>
                    <a:pt x="0" y="22"/>
                  </a:cubicBezTo>
                  <a:cubicBezTo>
                    <a:pt x="6" y="24"/>
                    <a:pt x="8" y="26"/>
                    <a:pt x="13" y="29"/>
                  </a:cubicBezTo>
                  <a:cubicBezTo>
                    <a:pt x="14" y="29"/>
                    <a:pt x="14" y="29"/>
                    <a:pt x="15" y="29"/>
                  </a:cubicBezTo>
                  <a:cubicBezTo>
                    <a:pt x="26" y="22"/>
                    <a:pt x="37" y="16"/>
                    <a:pt x="49" y="9"/>
                  </a:cubicBezTo>
                  <a:cubicBezTo>
                    <a:pt x="49" y="9"/>
                    <a:pt x="49" y="8"/>
                    <a:pt x="49" y="8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2" name="íşļïḋe">
              <a:extLst>
                <a:ext uri="{FF2B5EF4-FFF2-40B4-BE49-F238E27FC236}">
                  <a16:creationId xmlns:a16="http://schemas.microsoft.com/office/drawing/2014/main" id="{E039E373-1781-4F94-AA2B-4C9BE75D8C4A}"/>
                </a:ext>
              </a:extLst>
            </p:cNvPr>
            <p:cNvSpPr/>
            <p:nvPr/>
          </p:nvSpPr>
          <p:spPr bwMode="auto">
            <a:xfrm flipH="1">
              <a:off x="7109607" y="5238354"/>
              <a:ext cx="187396" cy="110431"/>
            </a:xfrm>
            <a:custGeom>
              <a:avLst/>
              <a:gdLst>
                <a:gd name="T0" fmla="*/ 27 w 27"/>
                <a:gd name="T1" fmla="*/ 8 h 16"/>
                <a:gd name="T2" fmla="*/ 14 w 27"/>
                <a:gd name="T3" fmla="*/ 1 h 16"/>
                <a:gd name="T4" fmla="*/ 12 w 27"/>
                <a:gd name="T5" fmla="*/ 1 h 16"/>
                <a:gd name="T6" fmla="*/ 1 w 27"/>
                <a:gd name="T7" fmla="*/ 7 h 16"/>
                <a:gd name="T8" fmla="*/ 1 w 27"/>
                <a:gd name="T9" fmla="*/ 8 h 16"/>
                <a:gd name="T10" fmla="*/ 14 w 27"/>
                <a:gd name="T11" fmla="*/ 16 h 16"/>
                <a:gd name="T12" fmla="*/ 15 w 27"/>
                <a:gd name="T13" fmla="*/ 16 h 16"/>
                <a:gd name="T14" fmla="*/ 27 w 27"/>
                <a:gd name="T15" fmla="*/ 9 h 16"/>
                <a:gd name="T16" fmla="*/ 27 w 27"/>
                <a:gd name="T17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27" y="8"/>
                  </a:moveTo>
                  <a:cubicBezTo>
                    <a:pt x="22" y="5"/>
                    <a:pt x="19" y="4"/>
                    <a:pt x="14" y="1"/>
                  </a:cubicBezTo>
                  <a:cubicBezTo>
                    <a:pt x="13" y="0"/>
                    <a:pt x="13" y="0"/>
                    <a:pt x="12" y="1"/>
                  </a:cubicBezTo>
                  <a:cubicBezTo>
                    <a:pt x="8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4" y="16"/>
                  </a:cubicBez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7" y="8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3" name="îṥḻïďê">
              <a:extLst>
                <a:ext uri="{FF2B5EF4-FFF2-40B4-BE49-F238E27FC236}">
                  <a16:creationId xmlns:a16="http://schemas.microsoft.com/office/drawing/2014/main" id="{8FF3B812-B25F-4831-81FC-0338AB3414CE}"/>
                </a:ext>
              </a:extLst>
            </p:cNvPr>
            <p:cNvSpPr/>
            <p:nvPr/>
          </p:nvSpPr>
          <p:spPr bwMode="auto">
            <a:xfrm flipH="1">
              <a:off x="7220036" y="5174774"/>
              <a:ext cx="187396" cy="103738"/>
            </a:xfrm>
            <a:custGeom>
              <a:avLst/>
              <a:gdLst>
                <a:gd name="T0" fmla="*/ 26 w 27"/>
                <a:gd name="T1" fmla="*/ 7 h 15"/>
                <a:gd name="T2" fmla="*/ 13 w 27"/>
                <a:gd name="T3" fmla="*/ 0 h 15"/>
                <a:gd name="T4" fmla="*/ 12 w 27"/>
                <a:gd name="T5" fmla="*/ 0 h 15"/>
                <a:gd name="T6" fmla="*/ 0 w 27"/>
                <a:gd name="T7" fmla="*/ 7 h 15"/>
                <a:gd name="T8" fmla="*/ 0 w 27"/>
                <a:gd name="T9" fmla="*/ 8 h 15"/>
                <a:gd name="T10" fmla="*/ 13 w 27"/>
                <a:gd name="T11" fmla="*/ 15 h 15"/>
                <a:gd name="T12" fmla="*/ 15 w 27"/>
                <a:gd name="T13" fmla="*/ 15 h 15"/>
                <a:gd name="T14" fmla="*/ 26 w 27"/>
                <a:gd name="T15" fmla="*/ 8 h 15"/>
                <a:gd name="T16" fmla="*/ 26 w 27"/>
                <a:gd name="T17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26" y="7"/>
                  </a:move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8"/>
                    <a:pt x="26" y="7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4" name="iṩḷïḍê">
              <a:extLst>
                <a:ext uri="{FF2B5EF4-FFF2-40B4-BE49-F238E27FC236}">
                  <a16:creationId xmlns:a16="http://schemas.microsoft.com/office/drawing/2014/main" id="{02D3BED9-F22A-4067-9C98-57C0F62AD41E}"/>
                </a:ext>
              </a:extLst>
            </p:cNvPr>
            <p:cNvSpPr/>
            <p:nvPr/>
          </p:nvSpPr>
          <p:spPr bwMode="auto">
            <a:xfrm flipH="1">
              <a:off x="6774969" y="5315322"/>
              <a:ext cx="291134" cy="167318"/>
            </a:xfrm>
            <a:custGeom>
              <a:avLst/>
              <a:gdLst>
                <a:gd name="T0" fmla="*/ 41 w 42"/>
                <a:gd name="T1" fmla="*/ 7 h 24"/>
                <a:gd name="T2" fmla="*/ 28 w 42"/>
                <a:gd name="T3" fmla="*/ 0 h 24"/>
                <a:gd name="T4" fmla="*/ 27 w 42"/>
                <a:gd name="T5" fmla="*/ 0 h 24"/>
                <a:gd name="T6" fmla="*/ 1 w 42"/>
                <a:gd name="T7" fmla="*/ 15 h 24"/>
                <a:gd name="T8" fmla="*/ 1 w 42"/>
                <a:gd name="T9" fmla="*/ 16 h 24"/>
                <a:gd name="T10" fmla="*/ 14 w 42"/>
                <a:gd name="T11" fmla="*/ 23 h 24"/>
                <a:gd name="T12" fmla="*/ 15 w 42"/>
                <a:gd name="T13" fmla="*/ 23 h 24"/>
                <a:gd name="T14" fmla="*/ 41 w 42"/>
                <a:gd name="T15" fmla="*/ 8 h 24"/>
                <a:gd name="T16" fmla="*/ 41 w 42"/>
                <a:gd name="T17" fmla="*/ 7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" h="24">
                  <a:moveTo>
                    <a:pt x="41" y="7"/>
                  </a:moveTo>
                  <a:cubicBezTo>
                    <a:pt x="36" y="4"/>
                    <a:pt x="33" y="3"/>
                    <a:pt x="28" y="0"/>
                  </a:cubicBezTo>
                  <a:cubicBezTo>
                    <a:pt x="28" y="0"/>
                    <a:pt x="27" y="0"/>
                    <a:pt x="27" y="0"/>
                  </a:cubicBezTo>
                  <a:cubicBezTo>
                    <a:pt x="18" y="5"/>
                    <a:pt x="9" y="10"/>
                    <a:pt x="1" y="15"/>
                  </a:cubicBezTo>
                  <a:cubicBezTo>
                    <a:pt x="0" y="15"/>
                    <a:pt x="0" y="16"/>
                    <a:pt x="1" y="16"/>
                  </a:cubicBezTo>
                  <a:cubicBezTo>
                    <a:pt x="6" y="19"/>
                    <a:pt x="9" y="21"/>
                    <a:pt x="14" y="23"/>
                  </a:cubicBezTo>
                  <a:cubicBezTo>
                    <a:pt x="14" y="24"/>
                    <a:pt x="15" y="24"/>
                    <a:pt x="15" y="23"/>
                  </a:cubicBezTo>
                  <a:cubicBezTo>
                    <a:pt x="24" y="18"/>
                    <a:pt x="33" y="13"/>
                    <a:pt x="41" y="8"/>
                  </a:cubicBezTo>
                  <a:cubicBezTo>
                    <a:pt x="42" y="8"/>
                    <a:pt x="42" y="8"/>
                    <a:pt x="41" y="7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5" name="î$1îdê">
              <a:extLst>
                <a:ext uri="{FF2B5EF4-FFF2-40B4-BE49-F238E27FC236}">
                  <a16:creationId xmlns:a16="http://schemas.microsoft.com/office/drawing/2014/main" id="{CF2FEBBA-124A-4508-B4BA-5E7B152E0238}"/>
                </a:ext>
              </a:extLst>
            </p:cNvPr>
            <p:cNvSpPr/>
            <p:nvPr/>
          </p:nvSpPr>
          <p:spPr bwMode="auto">
            <a:xfrm flipH="1">
              <a:off x="6935595" y="5271818"/>
              <a:ext cx="244285" cy="140547"/>
            </a:xfrm>
            <a:custGeom>
              <a:avLst/>
              <a:gdLst>
                <a:gd name="T0" fmla="*/ 34 w 35"/>
                <a:gd name="T1" fmla="*/ 8 h 20"/>
                <a:gd name="T2" fmla="*/ 21 w 35"/>
                <a:gd name="T3" fmla="*/ 0 h 20"/>
                <a:gd name="T4" fmla="*/ 20 w 35"/>
                <a:gd name="T5" fmla="*/ 0 h 20"/>
                <a:gd name="T6" fmla="*/ 0 w 35"/>
                <a:gd name="T7" fmla="*/ 12 h 20"/>
                <a:gd name="T8" fmla="*/ 0 w 35"/>
                <a:gd name="T9" fmla="*/ 13 h 20"/>
                <a:gd name="T10" fmla="*/ 13 w 35"/>
                <a:gd name="T11" fmla="*/ 20 h 20"/>
                <a:gd name="T12" fmla="*/ 15 w 35"/>
                <a:gd name="T13" fmla="*/ 20 h 20"/>
                <a:gd name="T14" fmla="*/ 34 w 35"/>
                <a:gd name="T15" fmla="*/ 9 h 20"/>
                <a:gd name="T16" fmla="*/ 34 w 35"/>
                <a:gd name="T17" fmla="*/ 8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" h="20">
                  <a:moveTo>
                    <a:pt x="34" y="8"/>
                  </a:moveTo>
                  <a:cubicBezTo>
                    <a:pt x="29" y="5"/>
                    <a:pt x="26" y="3"/>
                    <a:pt x="21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13" y="4"/>
                    <a:pt x="7" y="8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5" y="16"/>
                    <a:pt x="8" y="17"/>
                    <a:pt x="13" y="20"/>
                  </a:cubicBezTo>
                  <a:cubicBezTo>
                    <a:pt x="14" y="20"/>
                    <a:pt x="14" y="20"/>
                    <a:pt x="15" y="20"/>
                  </a:cubicBezTo>
                  <a:cubicBezTo>
                    <a:pt x="21" y="16"/>
                    <a:pt x="28" y="12"/>
                    <a:pt x="34" y="9"/>
                  </a:cubicBezTo>
                  <a:cubicBezTo>
                    <a:pt x="35" y="8"/>
                    <a:pt x="35" y="8"/>
                    <a:pt x="34" y="8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6" name="íşľïḓê">
              <a:extLst>
                <a:ext uri="{FF2B5EF4-FFF2-40B4-BE49-F238E27FC236}">
                  <a16:creationId xmlns:a16="http://schemas.microsoft.com/office/drawing/2014/main" id="{63027496-2CB9-4C1B-A307-45F374063DB5}"/>
                </a:ext>
              </a:extLst>
            </p:cNvPr>
            <p:cNvSpPr/>
            <p:nvPr/>
          </p:nvSpPr>
          <p:spPr bwMode="auto">
            <a:xfrm flipH="1">
              <a:off x="7122992" y="5114539"/>
              <a:ext cx="187396" cy="110431"/>
            </a:xfrm>
            <a:custGeom>
              <a:avLst/>
              <a:gdLst>
                <a:gd name="T0" fmla="*/ 14 w 27"/>
                <a:gd name="T1" fmla="*/ 16 h 16"/>
                <a:gd name="T2" fmla="*/ 15 w 27"/>
                <a:gd name="T3" fmla="*/ 16 h 16"/>
                <a:gd name="T4" fmla="*/ 27 w 27"/>
                <a:gd name="T5" fmla="*/ 9 h 16"/>
                <a:gd name="T6" fmla="*/ 27 w 27"/>
                <a:gd name="T7" fmla="*/ 8 h 16"/>
                <a:gd name="T8" fmla="*/ 14 w 27"/>
                <a:gd name="T9" fmla="*/ 1 h 16"/>
                <a:gd name="T10" fmla="*/ 12 w 27"/>
                <a:gd name="T11" fmla="*/ 1 h 16"/>
                <a:gd name="T12" fmla="*/ 1 w 27"/>
                <a:gd name="T13" fmla="*/ 7 h 16"/>
                <a:gd name="T14" fmla="*/ 1 w 27"/>
                <a:gd name="T15" fmla="*/ 8 h 16"/>
                <a:gd name="T16" fmla="*/ 14 w 27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6"/>
                  </a:move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7" y="8"/>
                  </a:cubicBezTo>
                  <a:cubicBezTo>
                    <a:pt x="21" y="5"/>
                    <a:pt x="19" y="4"/>
                    <a:pt x="14" y="1"/>
                  </a:cubicBezTo>
                  <a:cubicBezTo>
                    <a:pt x="13" y="0"/>
                    <a:pt x="12" y="0"/>
                    <a:pt x="12" y="1"/>
                  </a:cubicBezTo>
                  <a:cubicBezTo>
                    <a:pt x="7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4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7" name="ïṩľïḋé">
              <a:extLst>
                <a:ext uri="{FF2B5EF4-FFF2-40B4-BE49-F238E27FC236}">
                  <a16:creationId xmlns:a16="http://schemas.microsoft.com/office/drawing/2014/main" id="{988DEE9D-8893-4834-BCF2-78BFD295171A}"/>
                </a:ext>
              </a:extLst>
            </p:cNvPr>
            <p:cNvSpPr/>
            <p:nvPr/>
          </p:nvSpPr>
          <p:spPr bwMode="auto">
            <a:xfrm flipH="1">
              <a:off x="7019254" y="5057650"/>
              <a:ext cx="187396" cy="103738"/>
            </a:xfrm>
            <a:custGeom>
              <a:avLst/>
              <a:gdLst>
                <a:gd name="T0" fmla="*/ 13 w 27"/>
                <a:gd name="T1" fmla="*/ 15 h 15"/>
                <a:gd name="T2" fmla="*/ 15 w 27"/>
                <a:gd name="T3" fmla="*/ 15 h 15"/>
                <a:gd name="T4" fmla="*/ 26 w 27"/>
                <a:gd name="T5" fmla="*/ 8 h 15"/>
                <a:gd name="T6" fmla="*/ 26 w 27"/>
                <a:gd name="T7" fmla="*/ 8 h 15"/>
                <a:gd name="T8" fmla="*/ 13 w 27"/>
                <a:gd name="T9" fmla="*/ 0 h 15"/>
                <a:gd name="T10" fmla="*/ 11 w 27"/>
                <a:gd name="T11" fmla="*/ 0 h 15"/>
                <a:gd name="T12" fmla="*/ 0 w 27"/>
                <a:gd name="T13" fmla="*/ 7 h 15"/>
                <a:gd name="T14" fmla="*/ 0 w 27"/>
                <a:gd name="T15" fmla="*/ 8 h 15"/>
                <a:gd name="T16" fmla="*/ 13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3" y="15"/>
                  </a:moveTo>
                  <a:cubicBezTo>
                    <a:pt x="13" y="15"/>
                    <a:pt x="14" y="15"/>
                    <a:pt x="15" y="15"/>
                  </a:cubicBezTo>
                  <a:cubicBezTo>
                    <a:pt x="19" y="13"/>
                    <a:pt x="22" y="11"/>
                    <a:pt x="26" y="8"/>
                  </a:cubicBezTo>
                  <a:cubicBezTo>
                    <a:pt x="27" y="8"/>
                    <a:pt x="27" y="8"/>
                    <a:pt x="26" y="8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8" name="ísľiḍé">
              <a:extLst>
                <a:ext uri="{FF2B5EF4-FFF2-40B4-BE49-F238E27FC236}">
                  <a16:creationId xmlns:a16="http://schemas.microsoft.com/office/drawing/2014/main" id="{0111E737-66CC-4F48-A49A-614E2A5FE785}"/>
                </a:ext>
              </a:extLst>
            </p:cNvPr>
            <p:cNvSpPr/>
            <p:nvPr/>
          </p:nvSpPr>
          <p:spPr bwMode="auto">
            <a:xfrm flipH="1">
              <a:off x="6718082" y="4876947"/>
              <a:ext cx="190743" cy="110431"/>
            </a:xfrm>
            <a:custGeom>
              <a:avLst/>
              <a:gdLst>
                <a:gd name="T0" fmla="*/ 13 w 27"/>
                <a:gd name="T1" fmla="*/ 16 h 16"/>
                <a:gd name="T2" fmla="*/ 15 w 27"/>
                <a:gd name="T3" fmla="*/ 16 h 16"/>
                <a:gd name="T4" fmla="*/ 26 w 27"/>
                <a:gd name="T5" fmla="*/ 9 h 16"/>
                <a:gd name="T6" fmla="*/ 26 w 27"/>
                <a:gd name="T7" fmla="*/ 8 h 16"/>
                <a:gd name="T8" fmla="*/ 13 w 27"/>
                <a:gd name="T9" fmla="*/ 1 h 16"/>
                <a:gd name="T10" fmla="*/ 12 w 27"/>
                <a:gd name="T11" fmla="*/ 1 h 16"/>
                <a:gd name="T12" fmla="*/ 0 w 27"/>
                <a:gd name="T13" fmla="*/ 7 h 16"/>
                <a:gd name="T14" fmla="*/ 0 w 27"/>
                <a:gd name="T15" fmla="*/ 8 h 16"/>
                <a:gd name="T16" fmla="*/ 13 w 27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3" y="16"/>
                  </a:move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6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4"/>
                    <a:pt x="13" y="1"/>
                  </a:cubicBezTo>
                  <a:cubicBezTo>
                    <a:pt x="13" y="0"/>
                    <a:pt x="12" y="0"/>
                    <a:pt x="12" y="1"/>
                  </a:cubicBezTo>
                  <a:cubicBezTo>
                    <a:pt x="7" y="3"/>
                    <a:pt x="5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6" y="11"/>
                    <a:pt x="8" y="13"/>
                    <a:pt x="13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79" name="ïṣlîḑe">
              <a:extLst>
                <a:ext uri="{FF2B5EF4-FFF2-40B4-BE49-F238E27FC236}">
                  <a16:creationId xmlns:a16="http://schemas.microsoft.com/office/drawing/2014/main" id="{131F2019-DAFE-4A9D-8928-A978D9080405}"/>
                </a:ext>
              </a:extLst>
            </p:cNvPr>
            <p:cNvSpPr/>
            <p:nvPr/>
          </p:nvSpPr>
          <p:spPr bwMode="auto">
            <a:xfrm flipH="1">
              <a:off x="6825165" y="4940529"/>
              <a:ext cx="187396" cy="110431"/>
            </a:xfrm>
            <a:custGeom>
              <a:avLst/>
              <a:gdLst>
                <a:gd name="T0" fmla="*/ 14 w 27"/>
                <a:gd name="T1" fmla="*/ 15 h 16"/>
                <a:gd name="T2" fmla="*/ 16 w 27"/>
                <a:gd name="T3" fmla="*/ 15 h 16"/>
                <a:gd name="T4" fmla="*/ 27 w 27"/>
                <a:gd name="T5" fmla="*/ 9 h 16"/>
                <a:gd name="T6" fmla="*/ 27 w 27"/>
                <a:gd name="T7" fmla="*/ 8 h 16"/>
                <a:gd name="T8" fmla="*/ 14 w 27"/>
                <a:gd name="T9" fmla="*/ 0 h 16"/>
                <a:gd name="T10" fmla="*/ 12 w 27"/>
                <a:gd name="T11" fmla="*/ 0 h 16"/>
                <a:gd name="T12" fmla="*/ 1 w 27"/>
                <a:gd name="T13" fmla="*/ 7 h 16"/>
                <a:gd name="T14" fmla="*/ 1 w 27"/>
                <a:gd name="T15" fmla="*/ 8 h 16"/>
                <a:gd name="T16" fmla="*/ 14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5"/>
                  </a:moveTo>
                  <a:cubicBezTo>
                    <a:pt x="14" y="16"/>
                    <a:pt x="15" y="16"/>
                    <a:pt x="16" y="15"/>
                  </a:cubicBezTo>
                  <a:cubicBezTo>
                    <a:pt x="20" y="13"/>
                    <a:pt x="22" y="11"/>
                    <a:pt x="27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2" y="5"/>
                    <a:pt x="19" y="3"/>
                    <a:pt x="14" y="0"/>
                  </a:cubicBezTo>
                  <a:cubicBezTo>
                    <a:pt x="14" y="0"/>
                    <a:pt x="13" y="0"/>
                    <a:pt x="12" y="0"/>
                  </a:cubicBez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1" y="8"/>
                    <a:pt x="1" y="8"/>
                  </a:cubicBezTo>
                  <a:cubicBezTo>
                    <a:pt x="6" y="11"/>
                    <a:pt x="9" y="12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0" name="ïŝḷïḓe">
              <a:extLst>
                <a:ext uri="{FF2B5EF4-FFF2-40B4-BE49-F238E27FC236}">
                  <a16:creationId xmlns:a16="http://schemas.microsoft.com/office/drawing/2014/main" id="{FEA4F2DD-65AD-41F5-92BF-B718BF1F2F5E}"/>
                </a:ext>
              </a:extLst>
            </p:cNvPr>
            <p:cNvSpPr/>
            <p:nvPr/>
          </p:nvSpPr>
          <p:spPr bwMode="auto">
            <a:xfrm flipH="1">
              <a:off x="6922211" y="4994070"/>
              <a:ext cx="187396" cy="113776"/>
            </a:xfrm>
            <a:custGeom>
              <a:avLst/>
              <a:gdLst>
                <a:gd name="T0" fmla="*/ 13 w 27"/>
                <a:gd name="T1" fmla="*/ 16 h 16"/>
                <a:gd name="T2" fmla="*/ 15 w 27"/>
                <a:gd name="T3" fmla="*/ 16 h 16"/>
                <a:gd name="T4" fmla="*/ 27 w 27"/>
                <a:gd name="T5" fmla="*/ 9 h 16"/>
                <a:gd name="T6" fmla="*/ 26 w 27"/>
                <a:gd name="T7" fmla="*/ 8 h 16"/>
                <a:gd name="T8" fmla="*/ 14 w 27"/>
                <a:gd name="T9" fmla="*/ 1 h 16"/>
                <a:gd name="T10" fmla="*/ 12 w 27"/>
                <a:gd name="T11" fmla="*/ 1 h 16"/>
                <a:gd name="T12" fmla="*/ 0 w 27"/>
                <a:gd name="T13" fmla="*/ 7 h 16"/>
                <a:gd name="T14" fmla="*/ 1 w 27"/>
                <a:gd name="T15" fmla="*/ 8 h 16"/>
                <a:gd name="T16" fmla="*/ 13 w 27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3" y="16"/>
                  </a:move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4"/>
                    <a:pt x="14" y="1"/>
                  </a:cubicBezTo>
                  <a:cubicBezTo>
                    <a:pt x="13" y="0"/>
                    <a:pt x="12" y="0"/>
                    <a:pt x="12" y="1"/>
                  </a:cubicBezTo>
                  <a:cubicBezTo>
                    <a:pt x="7" y="3"/>
                    <a:pt x="5" y="5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3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1" name="îṧḷîḑe">
              <a:extLst>
                <a:ext uri="{FF2B5EF4-FFF2-40B4-BE49-F238E27FC236}">
                  <a16:creationId xmlns:a16="http://schemas.microsoft.com/office/drawing/2014/main" id="{70DF109C-C8E0-462F-BB97-97271E473890}"/>
                </a:ext>
              </a:extLst>
            </p:cNvPr>
            <p:cNvSpPr/>
            <p:nvPr/>
          </p:nvSpPr>
          <p:spPr bwMode="auto">
            <a:xfrm flipH="1">
              <a:off x="5550204" y="4856869"/>
              <a:ext cx="1077528" cy="632463"/>
            </a:xfrm>
            <a:custGeom>
              <a:avLst/>
              <a:gdLst>
                <a:gd name="T0" fmla="*/ 141 w 155"/>
                <a:gd name="T1" fmla="*/ 0 h 91"/>
                <a:gd name="T2" fmla="*/ 140 w 155"/>
                <a:gd name="T3" fmla="*/ 0 h 91"/>
                <a:gd name="T4" fmla="*/ 0 w 155"/>
                <a:gd name="T5" fmla="*/ 83 h 91"/>
                <a:gd name="T6" fmla="*/ 0 w 155"/>
                <a:gd name="T7" fmla="*/ 84 h 91"/>
                <a:gd name="T8" fmla="*/ 13 w 155"/>
                <a:gd name="T9" fmla="*/ 91 h 91"/>
                <a:gd name="T10" fmla="*/ 15 w 155"/>
                <a:gd name="T11" fmla="*/ 91 h 91"/>
                <a:gd name="T12" fmla="*/ 154 w 155"/>
                <a:gd name="T13" fmla="*/ 9 h 91"/>
                <a:gd name="T14" fmla="*/ 154 w 155"/>
                <a:gd name="T15" fmla="*/ 8 h 91"/>
                <a:gd name="T16" fmla="*/ 141 w 155"/>
                <a:gd name="T1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5" h="91">
                  <a:moveTo>
                    <a:pt x="141" y="0"/>
                  </a:moveTo>
                  <a:cubicBezTo>
                    <a:pt x="141" y="0"/>
                    <a:pt x="140" y="0"/>
                    <a:pt x="140" y="0"/>
                  </a:cubicBezTo>
                  <a:cubicBezTo>
                    <a:pt x="93" y="28"/>
                    <a:pt x="47" y="55"/>
                    <a:pt x="0" y="83"/>
                  </a:cubicBezTo>
                  <a:cubicBezTo>
                    <a:pt x="0" y="83"/>
                    <a:pt x="0" y="83"/>
                    <a:pt x="0" y="84"/>
                  </a:cubicBezTo>
                  <a:cubicBezTo>
                    <a:pt x="5" y="87"/>
                    <a:pt x="8" y="88"/>
                    <a:pt x="13" y="91"/>
                  </a:cubicBezTo>
                  <a:cubicBezTo>
                    <a:pt x="14" y="91"/>
                    <a:pt x="14" y="91"/>
                    <a:pt x="15" y="91"/>
                  </a:cubicBezTo>
                  <a:cubicBezTo>
                    <a:pt x="61" y="64"/>
                    <a:pt x="108" y="36"/>
                    <a:pt x="154" y="9"/>
                  </a:cubicBezTo>
                  <a:cubicBezTo>
                    <a:pt x="155" y="8"/>
                    <a:pt x="154" y="8"/>
                    <a:pt x="154" y="8"/>
                  </a:cubicBezTo>
                  <a:cubicBezTo>
                    <a:pt x="149" y="5"/>
                    <a:pt x="146" y="3"/>
                    <a:pt x="141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2" name="ïṧḻiḓè">
              <a:extLst>
                <a:ext uri="{FF2B5EF4-FFF2-40B4-BE49-F238E27FC236}">
                  <a16:creationId xmlns:a16="http://schemas.microsoft.com/office/drawing/2014/main" id="{4D59EC84-D481-44A0-B59E-9C81FE07C685}"/>
                </a:ext>
              </a:extLst>
            </p:cNvPr>
            <p:cNvSpPr/>
            <p:nvPr/>
          </p:nvSpPr>
          <p:spPr bwMode="auto">
            <a:xfrm flipH="1">
              <a:off x="5044903" y="4559044"/>
              <a:ext cx="187396" cy="110431"/>
            </a:xfrm>
            <a:custGeom>
              <a:avLst/>
              <a:gdLst>
                <a:gd name="T0" fmla="*/ 14 w 27"/>
                <a:gd name="T1" fmla="*/ 0 h 16"/>
                <a:gd name="T2" fmla="*/ 12 w 27"/>
                <a:gd name="T3" fmla="*/ 0 h 16"/>
                <a:gd name="T4" fmla="*/ 0 w 27"/>
                <a:gd name="T5" fmla="*/ 7 h 16"/>
                <a:gd name="T6" fmla="*/ 0 w 27"/>
                <a:gd name="T7" fmla="*/ 8 h 16"/>
                <a:gd name="T8" fmla="*/ 13 w 27"/>
                <a:gd name="T9" fmla="*/ 15 h 16"/>
                <a:gd name="T10" fmla="*/ 14 w 27"/>
                <a:gd name="T11" fmla="*/ 15 h 16"/>
                <a:gd name="T12" fmla="*/ 26 w 27"/>
                <a:gd name="T13" fmla="*/ 8 h 16"/>
                <a:gd name="T14" fmla="*/ 26 w 27"/>
                <a:gd name="T15" fmla="*/ 7 h 16"/>
                <a:gd name="T16" fmla="*/ 14 w 27"/>
                <a:gd name="T1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0"/>
                  </a:move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6"/>
                    <a:pt x="14" y="16"/>
                    <a:pt x="14" y="15"/>
                  </a:cubicBez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8"/>
                    <a:pt x="26" y="7"/>
                  </a:cubicBezTo>
                  <a:cubicBezTo>
                    <a:pt x="21" y="4"/>
                    <a:pt x="19" y="3"/>
                    <a:pt x="14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3" name="íśliḋè">
              <a:extLst>
                <a:ext uri="{FF2B5EF4-FFF2-40B4-BE49-F238E27FC236}">
                  <a16:creationId xmlns:a16="http://schemas.microsoft.com/office/drawing/2014/main" id="{87F3C2EE-2867-4CAF-AF5C-5BD3AFBCC20B}"/>
                </a:ext>
              </a:extLst>
            </p:cNvPr>
            <p:cNvSpPr/>
            <p:nvPr/>
          </p:nvSpPr>
          <p:spPr bwMode="auto">
            <a:xfrm flipH="1">
              <a:off x="5148641" y="4619278"/>
              <a:ext cx="187396" cy="103738"/>
            </a:xfrm>
            <a:custGeom>
              <a:avLst/>
              <a:gdLst>
                <a:gd name="T0" fmla="*/ 14 w 27"/>
                <a:gd name="T1" fmla="*/ 0 h 15"/>
                <a:gd name="T2" fmla="*/ 12 w 27"/>
                <a:gd name="T3" fmla="*/ 0 h 15"/>
                <a:gd name="T4" fmla="*/ 0 w 27"/>
                <a:gd name="T5" fmla="*/ 7 h 15"/>
                <a:gd name="T6" fmla="*/ 0 w 27"/>
                <a:gd name="T7" fmla="*/ 8 h 15"/>
                <a:gd name="T8" fmla="*/ 13 w 27"/>
                <a:gd name="T9" fmla="*/ 15 h 15"/>
                <a:gd name="T10" fmla="*/ 15 w 27"/>
                <a:gd name="T11" fmla="*/ 15 h 15"/>
                <a:gd name="T12" fmla="*/ 26 w 27"/>
                <a:gd name="T13" fmla="*/ 8 h 15"/>
                <a:gd name="T14" fmla="*/ 26 w 27"/>
                <a:gd name="T15" fmla="*/ 7 h 15"/>
                <a:gd name="T16" fmla="*/ 14 w 27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4" y="0"/>
                  </a:moveTo>
                  <a:cubicBezTo>
                    <a:pt x="13" y="0"/>
                    <a:pt x="13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4" y="15"/>
                    <a:pt x="14" y="15"/>
                    <a:pt x="15" y="15"/>
                  </a:cubicBez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7"/>
                    <a:pt x="26" y="7"/>
                  </a:cubicBezTo>
                  <a:cubicBezTo>
                    <a:pt x="21" y="4"/>
                    <a:pt x="19" y="3"/>
                    <a:pt x="14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4" name="íṡḷíḓè">
              <a:extLst>
                <a:ext uri="{FF2B5EF4-FFF2-40B4-BE49-F238E27FC236}">
                  <a16:creationId xmlns:a16="http://schemas.microsoft.com/office/drawing/2014/main" id="{3ECD0DA7-F1B7-4645-9689-44DFC1F2457B}"/>
                </a:ext>
              </a:extLst>
            </p:cNvPr>
            <p:cNvSpPr/>
            <p:nvPr/>
          </p:nvSpPr>
          <p:spPr bwMode="auto">
            <a:xfrm flipH="1">
              <a:off x="5252377" y="4676166"/>
              <a:ext cx="187396" cy="110431"/>
            </a:xfrm>
            <a:custGeom>
              <a:avLst/>
              <a:gdLst>
                <a:gd name="T0" fmla="*/ 14 w 27"/>
                <a:gd name="T1" fmla="*/ 1 h 16"/>
                <a:gd name="T2" fmla="*/ 12 w 27"/>
                <a:gd name="T3" fmla="*/ 1 h 16"/>
                <a:gd name="T4" fmla="*/ 1 w 27"/>
                <a:gd name="T5" fmla="*/ 7 h 16"/>
                <a:gd name="T6" fmla="*/ 1 w 27"/>
                <a:gd name="T7" fmla="*/ 8 h 16"/>
                <a:gd name="T8" fmla="*/ 13 w 27"/>
                <a:gd name="T9" fmla="*/ 16 h 16"/>
                <a:gd name="T10" fmla="*/ 15 w 27"/>
                <a:gd name="T11" fmla="*/ 16 h 16"/>
                <a:gd name="T12" fmla="*/ 27 w 27"/>
                <a:gd name="T13" fmla="*/ 9 h 16"/>
                <a:gd name="T14" fmla="*/ 27 w 27"/>
                <a:gd name="T15" fmla="*/ 8 h 16"/>
                <a:gd name="T16" fmla="*/ 14 w 27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"/>
                  </a:moveTo>
                  <a:cubicBezTo>
                    <a:pt x="14" y="0"/>
                    <a:pt x="13" y="0"/>
                    <a:pt x="12" y="1"/>
                  </a:cubicBezTo>
                  <a:cubicBezTo>
                    <a:pt x="8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3" y="16"/>
                  </a:cubicBez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7" y="8"/>
                  </a:cubicBezTo>
                  <a:cubicBezTo>
                    <a:pt x="22" y="5"/>
                    <a:pt x="19" y="3"/>
                    <a:pt x="14" y="1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5" name="îŝľídê">
              <a:extLst>
                <a:ext uri="{FF2B5EF4-FFF2-40B4-BE49-F238E27FC236}">
                  <a16:creationId xmlns:a16="http://schemas.microsoft.com/office/drawing/2014/main" id="{FCC8F80B-07F5-4F96-8442-819983E70064}"/>
                </a:ext>
              </a:extLst>
            </p:cNvPr>
            <p:cNvSpPr/>
            <p:nvPr/>
          </p:nvSpPr>
          <p:spPr bwMode="auto">
            <a:xfrm flipH="1">
              <a:off x="6644462" y="5502718"/>
              <a:ext cx="194089" cy="103738"/>
            </a:xfrm>
            <a:custGeom>
              <a:avLst/>
              <a:gdLst>
                <a:gd name="T0" fmla="*/ 14 w 28"/>
                <a:gd name="T1" fmla="*/ 0 h 15"/>
                <a:gd name="T2" fmla="*/ 12 w 28"/>
                <a:gd name="T3" fmla="*/ 0 h 15"/>
                <a:gd name="T4" fmla="*/ 1 w 28"/>
                <a:gd name="T5" fmla="*/ 7 h 15"/>
                <a:gd name="T6" fmla="*/ 1 w 28"/>
                <a:gd name="T7" fmla="*/ 8 h 15"/>
                <a:gd name="T8" fmla="*/ 14 w 28"/>
                <a:gd name="T9" fmla="*/ 15 h 15"/>
                <a:gd name="T10" fmla="*/ 15 w 28"/>
                <a:gd name="T11" fmla="*/ 15 h 15"/>
                <a:gd name="T12" fmla="*/ 27 w 28"/>
                <a:gd name="T13" fmla="*/ 8 h 15"/>
                <a:gd name="T14" fmla="*/ 27 w 28"/>
                <a:gd name="T15" fmla="*/ 7 h 15"/>
                <a:gd name="T16" fmla="*/ 14 w 28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15">
                  <a:moveTo>
                    <a:pt x="14" y="0"/>
                  </a:moveTo>
                  <a:cubicBezTo>
                    <a:pt x="14" y="0"/>
                    <a:pt x="13" y="0"/>
                    <a:pt x="12" y="0"/>
                  </a:cubicBezTo>
                  <a:cubicBezTo>
                    <a:pt x="8" y="3"/>
                    <a:pt x="6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9" y="12"/>
                    <a:pt x="14" y="15"/>
                  </a:cubicBezTo>
                  <a:cubicBezTo>
                    <a:pt x="14" y="15"/>
                    <a:pt x="15" y="15"/>
                    <a:pt x="15" y="15"/>
                  </a:cubicBezTo>
                  <a:cubicBezTo>
                    <a:pt x="20" y="12"/>
                    <a:pt x="22" y="11"/>
                    <a:pt x="27" y="8"/>
                  </a:cubicBezTo>
                  <a:cubicBezTo>
                    <a:pt x="28" y="8"/>
                    <a:pt x="27" y="8"/>
                    <a:pt x="27" y="7"/>
                  </a:cubicBezTo>
                  <a:cubicBezTo>
                    <a:pt x="22" y="5"/>
                    <a:pt x="19" y="3"/>
                    <a:pt x="14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6" name="iSḷídé">
              <a:extLst>
                <a:ext uri="{FF2B5EF4-FFF2-40B4-BE49-F238E27FC236}">
                  <a16:creationId xmlns:a16="http://schemas.microsoft.com/office/drawing/2014/main" id="{F47E69FF-91BC-4352-9F93-C9B0080B22B5}"/>
                </a:ext>
              </a:extLst>
            </p:cNvPr>
            <p:cNvSpPr/>
            <p:nvPr/>
          </p:nvSpPr>
          <p:spPr bwMode="auto">
            <a:xfrm flipH="1">
              <a:off x="5356116" y="4739747"/>
              <a:ext cx="180703" cy="103738"/>
            </a:xfrm>
            <a:custGeom>
              <a:avLst/>
              <a:gdLst>
                <a:gd name="T0" fmla="*/ 13 w 26"/>
                <a:gd name="T1" fmla="*/ 0 h 15"/>
                <a:gd name="T2" fmla="*/ 12 w 26"/>
                <a:gd name="T3" fmla="*/ 0 h 15"/>
                <a:gd name="T4" fmla="*/ 0 w 26"/>
                <a:gd name="T5" fmla="*/ 7 h 15"/>
                <a:gd name="T6" fmla="*/ 0 w 26"/>
                <a:gd name="T7" fmla="*/ 8 h 15"/>
                <a:gd name="T8" fmla="*/ 13 w 26"/>
                <a:gd name="T9" fmla="*/ 15 h 15"/>
                <a:gd name="T10" fmla="*/ 15 w 26"/>
                <a:gd name="T11" fmla="*/ 15 h 15"/>
                <a:gd name="T12" fmla="*/ 26 w 26"/>
                <a:gd name="T13" fmla="*/ 8 h 15"/>
                <a:gd name="T14" fmla="*/ 26 w 26"/>
                <a:gd name="T15" fmla="*/ 7 h 15"/>
                <a:gd name="T16" fmla="*/ 13 w 2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3" y="0"/>
                  </a:move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9" y="13"/>
                    <a:pt x="21" y="11"/>
                    <a:pt x="26" y="8"/>
                  </a:cubicBezTo>
                  <a:cubicBezTo>
                    <a:pt x="26" y="8"/>
                    <a:pt x="26" y="8"/>
                    <a:pt x="26" y="7"/>
                  </a:cubicBezTo>
                  <a:cubicBezTo>
                    <a:pt x="21" y="5"/>
                    <a:pt x="18" y="3"/>
                    <a:pt x="13" y="0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7" name="îṧļíḍé">
              <a:extLst>
                <a:ext uri="{FF2B5EF4-FFF2-40B4-BE49-F238E27FC236}">
                  <a16:creationId xmlns:a16="http://schemas.microsoft.com/office/drawing/2014/main" id="{89DCDCFE-C496-40CB-9168-8EFE915E7F88}"/>
                </a:ext>
              </a:extLst>
            </p:cNvPr>
            <p:cNvSpPr/>
            <p:nvPr/>
          </p:nvSpPr>
          <p:spPr bwMode="auto">
            <a:xfrm flipH="1">
              <a:off x="6547419" y="5439135"/>
              <a:ext cx="187396" cy="110431"/>
            </a:xfrm>
            <a:custGeom>
              <a:avLst/>
              <a:gdLst>
                <a:gd name="T0" fmla="*/ 14 w 27"/>
                <a:gd name="T1" fmla="*/ 1 h 16"/>
                <a:gd name="T2" fmla="*/ 12 w 27"/>
                <a:gd name="T3" fmla="*/ 1 h 16"/>
                <a:gd name="T4" fmla="*/ 0 w 27"/>
                <a:gd name="T5" fmla="*/ 7 h 16"/>
                <a:gd name="T6" fmla="*/ 1 w 27"/>
                <a:gd name="T7" fmla="*/ 8 h 16"/>
                <a:gd name="T8" fmla="*/ 13 w 27"/>
                <a:gd name="T9" fmla="*/ 16 h 16"/>
                <a:gd name="T10" fmla="*/ 15 w 27"/>
                <a:gd name="T11" fmla="*/ 16 h 16"/>
                <a:gd name="T12" fmla="*/ 27 w 27"/>
                <a:gd name="T13" fmla="*/ 9 h 16"/>
                <a:gd name="T14" fmla="*/ 27 w 27"/>
                <a:gd name="T15" fmla="*/ 8 h 16"/>
                <a:gd name="T16" fmla="*/ 14 w 27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"/>
                  </a:moveTo>
                  <a:cubicBezTo>
                    <a:pt x="13" y="0"/>
                    <a:pt x="12" y="0"/>
                    <a:pt x="12" y="1"/>
                  </a:cubicBezTo>
                  <a:cubicBezTo>
                    <a:pt x="7" y="3"/>
                    <a:pt x="5" y="5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3" y="16"/>
                  </a:cubicBez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7" y="8"/>
                  </a:cubicBezTo>
                  <a:cubicBezTo>
                    <a:pt x="21" y="5"/>
                    <a:pt x="19" y="4"/>
                    <a:pt x="14" y="1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8" name="ïŝḻïḋè">
              <a:extLst>
                <a:ext uri="{FF2B5EF4-FFF2-40B4-BE49-F238E27FC236}">
                  <a16:creationId xmlns:a16="http://schemas.microsoft.com/office/drawing/2014/main" id="{75D79054-537F-40EA-A2B9-FC56A2B4BD40}"/>
                </a:ext>
              </a:extLst>
            </p:cNvPr>
            <p:cNvSpPr/>
            <p:nvPr/>
          </p:nvSpPr>
          <p:spPr bwMode="auto">
            <a:xfrm flipH="1">
              <a:off x="6621039" y="4820060"/>
              <a:ext cx="187396" cy="113776"/>
            </a:xfrm>
            <a:custGeom>
              <a:avLst/>
              <a:gdLst>
                <a:gd name="T0" fmla="*/ 14 w 27"/>
                <a:gd name="T1" fmla="*/ 15 h 16"/>
                <a:gd name="T2" fmla="*/ 15 w 27"/>
                <a:gd name="T3" fmla="*/ 15 h 16"/>
                <a:gd name="T4" fmla="*/ 27 w 27"/>
                <a:gd name="T5" fmla="*/ 9 h 16"/>
                <a:gd name="T6" fmla="*/ 27 w 27"/>
                <a:gd name="T7" fmla="*/ 8 h 16"/>
                <a:gd name="T8" fmla="*/ 14 w 27"/>
                <a:gd name="T9" fmla="*/ 0 h 16"/>
                <a:gd name="T10" fmla="*/ 12 w 27"/>
                <a:gd name="T11" fmla="*/ 0 h 16"/>
                <a:gd name="T12" fmla="*/ 1 w 27"/>
                <a:gd name="T13" fmla="*/ 7 h 16"/>
                <a:gd name="T14" fmla="*/ 1 w 27"/>
                <a:gd name="T15" fmla="*/ 8 h 16"/>
                <a:gd name="T16" fmla="*/ 14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5"/>
                  </a:moveTo>
                  <a:cubicBezTo>
                    <a:pt x="14" y="16"/>
                    <a:pt x="15" y="16"/>
                    <a:pt x="15" y="15"/>
                  </a:cubicBezTo>
                  <a:cubicBezTo>
                    <a:pt x="20" y="13"/>
                    <a:pt x="22" y="11"/>
                    <a:pt x="27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2" y="5"/>
                    <a:pt x="19" y="3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8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9" y="12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89" name="ïṥľîḍè">
              <a:extLst>
                <a:ext uri="{FF2B5EF4-FFF2-40B4-BE49-F238E27FC236}">
                  <a16:creationId xmlns:a16="http://schemas.microsoft.com/office/drawing/2014/main" id="{526AAC0C-FC4C-477E-A8E8-FFBDFA0755D8}"/>
                </a:ext>
              </a:extLst>
            </p:cNvPr>
            <p:cNvSpPr/>
            <p:nvPr/>
          </p:nvSpPr>
          <p:spPr bwMode="auto">
            <a:xfrm flipH="1">
              <a:off x="5453159" y="4793289"/>
              <a:ext cx="187396" cy="110431"/>
            </a:xfrm>
            <a:custGeom>
              <a:avLst/>
              <a:gdLst>
                <a:gd name="T0" fmla="*/ 14 w 27"/>
                <a:gd name="T1" fmla="*/ 1 h 16"/>
                <a:gd name="T2" fmla="*/ 12 w 27"/>
                <a:gd name="T3" fmla="*/ 1 h 16"/>
                <a:gd name="T4" fmla="*/ 1 w 27"/>
                <a:gd name="T5" fmla="*/ 7 h 16"/>
                <a:gd name="T6" fmla="*/ 1 w 27"/>
                <a:gd name="T7" fmla="*/ 8 h 16"/>
                <a:gd name="T8" fmla="*/ 13 w 27"/>
                <a:gd name="T9" fmla="*/ 16 h 16"/>
                <a:gd name="T10" fmla="*/ 15 w 27"/>
                <a:gd name="T11" fmla="*/ 16 h 16"/>
                <a:gd name="T12" fmla="*/ 27 w 27"/>
                <a:gd name="T13" fmla="*/ 9 h 16"/>
                <a:gd name="T14" fmla="*/ 26 w 27"/>
                <a:gd name="T15" fmla="*/ 8 h 16"/>
                <a:gd name="T16" fmla="*/ 14 w 27"/>
                <a:gd name="T1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"/>
                  </a:moveTo>
                  <a:cubicBezTo>
                    <a:pt x="13" y="0"/>
                    <a:pt x="13" y="0"/>
                    <a:pt x="12" y="1"/>
                  </a:cubicBezTo>
                  <a:cubicBezTo>
                    <a:pt x="8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3" y="16"/>
                  </a:cubicBez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4"/>
                    <a:pt x="14" y="1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0" name="í$ḻídê">
              <a:extLst>
                <a:ext uri="{FF2B5EF4-FFF2-40B4-BE49-F238E27FC236}">
                  <a16:creationId xmlns:a16="http://schemas.microsoft.com/office/drawing/2014/main" id="{C0FBE881-F704-49E5-B7B9-30AF79B9CC10}"/>
                </a:ext>
              </a:extLst>
            </p:cNvPr>
            <p:cNvSpPr/>
            <p:nvPr/>
          </p:nvSpPr>
          <p:spPr bwMode="auto">
            <a:xfrm flipH="1">
              <a:off x="5369501" y="4612586"/>
              <a:ext cx="321250" cy="194089"/>
            </a:xfrm>
            <a:custGeom>
              <a:avLst/>
              <a:gdLst>
                <a:gd name="T0" fmla="*/ 14 w 46"/>
                <a:gd name="T1" fmla="*/ 27 h 28"/>
                <a:gd name="T2" fmla="*/ 46 w 46"/>
                <a:gd name="T3" fmla="*/ 9 h 28"/>
                <a:gd name="T4" fmla="*/ 46 w 46"/>
                <a:gd name="T5" fmla="*/ 8 h 28"/>
                <a:gd name="T6" fmla="*/ 33 w 46"/>
                <a:gd name="T7" fmla="*/ 0 h 28"/>
                <a:gd name="T8" fmla="*/ 32 w 46"/>
                <a:gd name="T9" fmla="*/ 0 h 28"/>
                <a:gd name="T10" fmla="*/ 0 w 46"/>
                <a:gd name="T11" fmla="*/ 19 h 28"/>
                <a:gd name="T12" fmla="*/ 0 w 46"/>
                <a:gd name="T13" fmla="*/ 20 h 28"/>
                <a:gd name="T14" fmla="*/ 13 w 46"/>
                <a:gd name="T15" fmla="*/ 27 h 28"/>
                <a:gd name="T16" fmla="*/ 14 w 46"/>
                <a:gd name="T17" fmla="*/ 2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28">
                  <a:moveTo>
                    <a:pt x="14" y="27"/>
                  </a:moveTo>
                  <a:cubicBezTo>
                    <a:pt x="25" y="21"/>
                    <a:pt x="35" y="15"/>
                    <a:pt x="46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1" y="5"/>
                    <a:pt x="38" y="3"/>
                    <a:pt x="33" y="0"/>
                  </a:cubicBezTo>
                  <a:cubicBezTo>
                    <a:pt x="33" y="0"/>
                    <a:pt x="32" y="0"/>
                    <a:pt x="32" y="0"/>
                  </a:cubicBezTo>
                  <a:cubicBezTo>
                    <a:pt x="21" y="7"/>
                    <a:pt x="11" y="13"/>
                    <a:pt x="0" y="19"/>
                  </a:cubicBezTo>
                  <a:cubicBezTo>
                    <a:pt x="0" y="19"/>
                    <a:pt x="0" y="20"/>
                    <a:pt x="0" y="20"/>
                  </a:cubicBezTo>
                  <a:cubicBezTo>
                    <a:pt x="5" y="23"/>
                    <a:pt x="8" y="24"/>
                    <a:pt x="13" y="27"/>
                  </a:cubicBezTo>
                  <a:cubicBezTo>
                    <a:pt x="13" y="28"/>
                    <a:pt x="14" y="28"/>
                    <a:pt x="14" y="27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1" name="ïṥḷïďé">
              <a:extLst>
                <a:ext uri="{FF2B5EF4-FFF2-40B4-BE49-F238E27FC236}">
                  <a16:creationId xmlns:a16="http://schemas.microsoft.com/office/drawing/2014/main" id="{F8133781-730F-4D57-9565-5FDFF44A4A42}"/>
                </a:ext>
              </a:extLst>
            </p:cNvPr>
            <p:cNvSpPr/>
            <p:nvPr/>
          </p:nvSpPr>
          <p:spPr bwMode="auto">
            <a:xfrm flipH="1">
              <a:off x="5710829" y="4813367"/>
              <a:ext cx="187396" cy="113776"/>
            </a:xfrm>
            <a:custGeom>
              <a:avLst/>
              <a:gdLst>
                <a:gd name="T0" fmla="*/ 15 w 27"/>
                <a:gd name="T1" fmla="*/ 16 h 16"/>
                <a:gd name="T2" fmla="*/ 27 w 27"/>
                <a:gd name="T3" fmla="*/ 9 h 16"/>
                <a:gd name="T4" fmla="*/ 26 w 27"/>
                <a:gd name="T5" fmla="*/ 8 h 16"/>
                <a:gd name="T6" fmla="*/ 14 w 27"/>
                <a:gd name="T7" fmla="*/ 1 h 16"/>
                <a:gd name="T8" fmla="*/ 12 w 27"/>
                <a:gd name="T9" fmla="*/ 1 h 16"/>
                <a:gd name="T10" fmla="*/ 1 w 27"/>
                <a:gd name="T11" fmla="*/ 7 h 16"/>
                <a:gd name="T12" fmla="*/ 1 w 27"/>
                <a:gd name="T13" fmla="*/ 8 h 16"/>
                <a:gd name="T14" fmla="*/ 14 w 27"/>
                <a:gd name="T15" fmla="*/ 16 h 16"/>
                <a:gd name="T16" fmla="*/ 15 w 27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5" y="16"/>
                  </a:move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4"/>
                    <a:pt x="14" y="1"/>
                  </a:cubicBezTo>
                  <a:cubicBezTo>
                    <a:pt x="13" y="0"/>
                    <a:pt x="13" y="0"/>
                    <a:pt x="12" y="1"/>
                  </a:cubicBezTo>
                  <a:cubicBezTo>
                    <a:pt x="8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6" y="11"/>
                    <a:pt x="8" y="13"/>
                    <a:pt x="14" y="16"/>
                  </a:cubicBezTo>
                  <a:cubicBezTo>
                    <a:pt x="14" y="16"/>
                    <a:pt x="15" y="16"/>
                    <a:pt x="15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2" name="îS1îḍè">
              <a:extLst>
                <a:ext uri="{FF2B5EF4-FFF2-40B4-BE49-F238E27FC236}">
                  <a16:creationId xmlns:a16="http://schemas.microsoft.com/office/drawing/2014/main" id="{FB713A4B-3825-4C0B-9F06-346757D64DEE}"/>
                </a:ext>
              </a:extLst>
            </p:cNvPr>
            <p:cNvSpPr/>
            <p:nvPr/>
          </p:nvSpPr>
          <p:spPr bwMode="auto">
            <a:xfrm flipH="1">
              <a:off x="6206090" y="5114539"/>
              <a:ext cx="187396" cy="103738"/>
            </a:xfrm>
            <a:custGeom>
              <a:avLst/>
              <a:gdLst>
                <a:gd name="T0" fmla="*/ 15 w 27"/>
                <a:gd name="T1" fmla="*/ 15 h 15"/>
                <a:gd name="T2" fmla="*/ 26 w 27"/>
                <a:gd name="T3" fmla="*/ 8 h 15"/>
                <a:gd name="T4" fmla="*/ 26 w 27"/>
                <a:gd name="T5" fmla="*/ 7 h 15"/>
                <a:gd name="T6" fmla="*/ 13 w 27"/>
                <a:gd name="T7" fmla="*/ 0 h 15"/>
                <a:gd name="T8" fmla="*/ 12 w 27"/>
                <a:gd name="T9" fmla="*/ 0 h 15"/>
                <a:gd name="T10" fmla="*/ 0 w 27"/>
                <a:gd name="T11" fmla="*/ 6 h 15"/>
                <a:gd name="T12" fmla="*/ 0 w 27"/>
                <a:gd name="T13" fmla="*/ 7 h 15"/>
                <a:gd name="T14" fmla="*/ 13 w 27"/>
                <a:gd name="T15" fmla="*/ 15 h 15"/>
                <a:gd name="T16" fmla="*/ 15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5" y="15"/>
                  </a:move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7"/>
                    <a:pt x="26" y="7"/>
                  </a:cubicBezTo>
                  <a:cubicBezTo>
                    <a:pt x="21" y="4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2"/>
                    <a:pt x="5" y="4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6" y="10"/>
                    <a:pt x="8" y="12"/>
                    <a:pt x="13" y="15"/>
                  </a:cubicBezTo>
                  <a:cubicBezTo>
                    <a:pt x="14" y="15"/>
                    <a:pt x="14" y="15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3" name="ï$ḻiḑe">
              <a:extLst>
                <a:ext uri="{FF2B5EF4-FFF2-40B4-BE49-F238E27FC236}">
                  <a16:creationId xmlns:a16="http://schemas.microsoft.com/office/drawing/2014/main" id="{2BD76041-BF59-4910-AEC0-7A6FBC0D7D79}"/>
                </a:ext>
              </a:extLst>
            </p:cNvPr>
            <p:cNvSpPr/>
            <p:nvPr/>
          </p:nvSpPr>
          <p:spPr bwMode="auto">
            <a:xfrm flipH="1">
              <a:off x="5613784" y="4759825"/>
              <a:ext cx="180703" cy="103738"/>
            </a:xfrm>
            <a:custGeom>
              <a:avLst/>
              <a:gdLst>
                <a:gd name="T0" fmla="*/ 14 w 26"/>
                <a:gd name="T1" fmla="*/ 15 h 15"/>
                <a:gd name="T2" fmla="*/ 26 w 26"/>
                <a:gd name="T3" fmla="*/ 8 h 15"/>
                <a:gd name="T4" fmla="*/ 26 w 26"/>
                <a:gd name="T5" fmla="*/ 7 h 15"/>
                <a:gd name="T6" fmla="*/ 13 w 26"/>
                <a:gd name="T7" fmla="*/ 0 h 15"/>
                <a:gd name="T8" fmla="*/ 12 w 26"/>
                <a:gd name="T9" fmla="*/ 0 h 15"/>
                <a:gd name="T10" fmla="*/ 0 w 26"/>
                <a:gd name="T11" fmla="*/ 7 h 15"/>
                <a:gd name="T12" fmla="*/ 0 w 26"/>
                <a:gd name="T13" fmla="*/ 8 h 15"/>
                <a:gd name="T14" fmla="*/ 13 w 26"/>
                <a:gd name="T15" fmla="*/ 15 h 15"/>
                <a:gd name="T16" fmla="*/ 14 w 26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4" y="15"/>
                  </a:move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8"/>
                    <a:pt x="26" y="7"/>
                  </a:cubicBezTo>
                  <a:cubicBezTo>
                    <a:pt x="21" y="5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4" name="îṧľiḍè">
              <a:extLst>
                <a:ext uri="{FF2B5EF4-FFF2-40B4-BE49-F238E27FC236}">
                  <a16:creationId xmlns:a16="http://schemas.microsoft.com/office/drawing/2014/main" id="{B4F8313D-0513-43F7-B24B-1B34332CCAC2}"/>
                </a:ext>
              </a:extLst>
            </p:cNvPr>
            <p:cNvSpPr/>
            <p:nvPr/>
          </p:nvSpPr>
          <p:spPr bwMode="auto">
            <a:xfrm flipH="1">
              <a:off x="5272456" y="4425190"/>
              <a:ext cx="187396" cy="110431"/>
            </a:xfrm>
            <a:custGeom>
              <a:avLst/>
              <a:gdLst>
                <a:gd name="T0" fmla="*/ 1 w 27"/>
                <a:gd name="T1" fmla="*/ 8 h 16"/>
                <a:gd name="T2" fmla="*/ 13 w 27"/>
                <a:gd name="T3" fmla="*/ 16 h 16"/>
                <a:gd name="T4" fmla="*/ 15 w 27"/>
                <a:gd name="T5" fmla="*/ 16 h 16"/>
                <a:gd name="T6" fmla="*/ 27 w 27"/>
                <a:gd name="T7" fmla="*/ 9 h 16"/>
                <a:gd name="T8" fmla="*/ 27 w 27"/>
                <a:gd name="T9" fmla="*/ 8 h 16"/>
                <a:gd name="T10" fmla="*/ 14 w 27"/>
                <a:gd name="T11" fmla="*/ 0 h 16"/>
                <a:gd name="T12" fmla="*/ 12 w 27"/>
                <a:gd name="T13" fmla="*/ 0 h 16"/>
                <a:gd name="T14" fmla="*/ 1 w 27"/>
                <a:gd name="T15" fmla="*/ 7 h 16"/>
                <a:gd name="T16" fmla="*/ 1 w 27"/>
                <a:gd name="T17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" y="8"/>
                  </a:moveTo>
                  <a:cubicBezTo>
                    <a:pt x="6" y="11"/>
                    <a:pt x="8" y="13"/>
                    <a:pt x="13" y="16"/>
                  </a:cubicBezTo>
                  <a:cubicBezTo>
                    <a:pt x="14" y="16"/>
                    <a:pt x="14" y="16"/>
                    <a:pt x="15" y="16"/>
                  </a:cubicBezTo>
                  <a:cubicBezTo>
                    <a:pt x="20" y="13"/>
                    <a:pt x="22" y="11"/>
                    <a:pt x="27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2" y="5"/>
                    <a:pt x="19" y="3"/>
                    <a:pt x="14" y="0"/>
                  </a:cubicBezTo>
                  <a:cubicBezTo>
                    <a:pt x="14" y="0"/>
                    <a:pt x="13" y="0"/>
                    <a:pt x="12" y="0"/>
                  </a:cubicBezTo>
                  <a:cubicBezTo>
                    <a:pt x="8" y="3"/>
                    <a:pt x="5" y="5"/>
                    <a:pt x="1" y="7"/>
                  </a:cubicBezTo>
                  <a:cubicBezTo>
                    <a:pt x="0" y="8"/>
                    <a:pt x="0" y="8"/>
                    <a:pt x="1" y="8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5" name="îṣļíďê">
              <a:extLst>
                <a:ext uri="{FF2B5EF4-FFF2-40B4-BE49-F238E27FC236}">
                  <a16:creationId xmlns:a16="http://schemas.microsoft.com/office/drawing/2014/main" id="{851D64B4-3C52-42F6-A5FD-CED4AA0BCCE7}"/>
                </a:ext>
              </a:extLst>
            </p:cNvPr>
            <p:cNvSpPr/>
            <p:nvPr/>
          </p:nvSpPr>
          <p:spPr bwMode="auto">
            <a:xfrm flipH="1">
              <a:off x="5382884" y="4361608"/>
              <a:ext cx="190743" cy="107084"/>
            </a:xfrm>
            <a:custGeom>
              <a:avLst/>
              <a:gdLst>
                <a:gd name="T0" fmla="*/ 0 w 27"/>
                <a:gd name="T1" fmla="*/ 8 h 15"/>
                <a:gd name="T2" fmla="*/ 13 w 27"/>
                <a:gd name="T3" fmla="*/ 15 h 15"/>
                <a:gd name="T4" fmla="*/ 15 w 27"/>
                <a:gd name="T5" fmla="*/ 15 h 15"/>
                <a:gd name="T6" fmla="*/ 26 w 27"/>
                <a:gd name="T7" fmla="*/ 8 h 15"/>
                <a:gd name="T8" fmla="*/ 26 w 27"/>
                <a:gd name="T9" fmla="*/ 7 h 15"/>
                <a:gd name="T10" fmla="*/ 14 w 27"/>
                <a:gd name="T11" fmla="*/ 0 h 15"/>
                <a:gd name="T12" fmla="*/ 12 w 27"/>
                <a:gd name="T13" fmla="*/ 0 h 15"/>
                <a:gd name="T14" fmla="*/ 0 w 27"/>
                <a:gd name="T15" fmla="*/ 7 h 15"/>
                <a:gd name="T16" fmla="*/ 0 w 27"/>
                <a:gd name="T17" fmla="*/ 8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0" y="8"/>
                  </a:moveTo>
                  <a:cubicBezTo>
                    <a:pt x="5" y="11"/>
                    <a:pt x="8" y="12"/>
                    <a:pt x="13" y="15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8"/>
                    <a:pt x="26" y="7"/>
                  </a:cubicBezTo>
                  <a:cubicBezTo>
                    <a:pt x="21" y="4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6" name="îṩḷîḍê">
              <a:extLst>
                <a:ext uri="{FF2B5EF4-FFF2-40B4-BE49-F238E27FC236}">
                  <a16:creationId xmlns:a16="http://schemas.microsoft.com/office/drawing/2014/main" id="{1E317208-D4A3-4171-BC5B-F221808D1650}"/>
                </a:ext>
              </a:extLst>
            </p:cNvPr>
            <p:cNvSpPr/>
            <p:nvPr/>
          </p:nvSpPr>
          <p:spPr bwMode="auto">
            <a:xfrm flipH="1">
              <a:off x="5259070" y="4552351"/>
              <a:ext cx="187396" cy="110431"/>
            </a:xfrm>
            <a:custGeom>
              <a:avLst/>
              <a:gdLst>
                <a:gd name="T0" fmla="*/ 14 w 27"/>
                <a:gd name="T1" fmla="*/ 16 h 16"/>
                <a:gd name="T2" fmla="*/ 26 w 27"/>
                <a:gd name="T3" fmla="*/ 9 h 16"/>
                <a:gd name="T4" fmla="*/ 26 w 27"/>
                <a:gd name="T5" fmla="*/ 8 h 16"/>
                <a:gd name="T6" fmla="*/ 14 w 27"/>
                <a:gd name="T7" fmla="*/ 0 h 16"/>
                <a:gd name="T8" fmla="*/ 12 w 27"/>
                <a:gd name="T9" fmla="*/ 0 h 16"/>
                <a:gd name="T10" fmla="*/ 0 w 27"/>
                <a:gd name="T11" fmla="*/ 7 h 16"/>
                <a:gd name="T12" fmla="*/ 0 w 27"/>
                <a:gd name="T13" fmla="*/ 8 h 16"/>
                <a:gd name="T14" fmla="*/ 13 w 27"/>
                <a:gd name="T15" fmla="*/ 16 h 16"/>
                <a:gd name="T16" fmla="*/ 14 w 27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6"/>
                  </a:moveTo>
                  <a:cubicBezTo>
                    <a:pt x="19" y="13"/>
                    <a:pt x="21" y="11"/>
                    <a:pt x="26" y="9"/>
                  </a:cubicBezTo>
                  <a:cubicBezTo>
                    <a:pt x="27" y="8"/>
                    <a:pt x="27" y="8"/>
                    <a:pt x="26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11"/>
                    <a:pt x="8" y="13"/>
                    <a:pt x="13" y="16"/>
                  </a:cubicBezTo>
                  <a:cubicBezTo>
                    <a:pt x="13" y="16"/>
                    <a:pt x="14" y="16"/>
                    <a:pt x="14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7" name="ïşḷide">
              <a:extLst>
                <a:ext uri="{FF2B5EF4-FFF2-40B4-BE49-F238E27FC236}">
                  <a16:creationId xmlns:a16="http://schemas.microsoft.com/office/drawing/2014/main" id="{3C4F8FA9-9421-4207-925D-6AC15F5ADF67}"/>
                </a:ext>
              </a:extLst>
            </p:cNvPr>
            <p:cNvSpPr/>
            <p:nvPr/>
          </p:nvSpPr>
          <p:spPr bwMode="auto">
            <a:xfrm flipH="1">
              <a:off x="6109045" y="5050958"/>
              <a:ext cx="187396" cy="110431"/>
            </a:xfrm>
            <a:custGeom>
              <a:avLst/>
              <a:gdLst>
                <a:gd name="T0" fmla="*/ 15 w 27"/>
                <a:gd name="T1" fmla="*/ 15 h 16"/>
                <a:gd name="T2" fmla="*/ 26 w 27"/>
                <a:gd name="T3" fmla="*/ 9 h 16"/>
                <a:gd name="T4" fmla="*/ 26 w 27"/>
                <a:gd name="T5" fmla="*/ 8 h 16"/>
                <a:gd name="T6" fmla="*/ 14 w 27"/>
                <a:gd name="T7" fmla="*/ 0 h 16"/>
                <a:gd name="T8" fmla="*/ 12 w 27"/>
                <a:gd name="T9" fmla="*/ 0 h 16"/>
                <a:gd name="T10" fmla="*/ 1 w 27"/>
                <a:gd name="T11" fmla="*/ 7 h 16"/>
                <a:gd name="T12" fmla="*/ 1 w 27"/>
                <a:gd name="T13" fmla="*/ 8 h 16"/>
                <a:gd name="T14" fmla="*/ 14 w 27"/>
                <a:gd name="T15" fmla="*/ 15 h 16"/>
                <a:gd name="T16" fmla="*/ 15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5" y="15"/>
                  </a:moveTo>
                  <a:cubicBezTo>
                    <a:pt x="20" y="13"/>
                    <a:pt x="22" y="11"/>
                    <a:pt x="26" y="9"/>
                  </a:cubicBezTo>
                  <a:cubicBezTo>
                    <a:pt x="27" y="8"/>
                    <a:pt x="27" y="8"/>
                    <a:pt x="26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1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8" y="12"/>
                    <a:pt x="14" y="15"/>
                  </a:cubicBezTo>
                  <a:cubicBezTo>
                    <a:pt x="14" y="16"/>
                    <a:pt x="15" y="16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8" name="i$1ïḓè">
              <a:extLst>
                <a:ext uri="{FF2B5EF4-FFF2-40B4-BE49-F238E27FC236}">
                  <a16:creationId xmlns:a16="http://schemas.microsoft.com/office/drawing/2014/main" id="{53DAA555-9E2A-477D-B7C4-84923FF7BE46}"/>
                </a:ext>
              </a:extLst>
            </p:cNvPr>
            <p:cNvSpPr/>
            <p:nvPr/>
          </p:nvSpPr>
          <p:spPr bwMode="auto">
            <a:xfrm flipH="1">
              <a:off x="6517300" y="4759825"/>
              <a:ext cx="187396" cy="110431"/>
            </a:xfrm>
            <a:custGeom>
              <a:avLst/>
              <a:gdLst>
                <a:gd name="T0" fmla="*/ 13 w 27"/>
                <a:gd name="T1" fmla="*/ 16 h 16"/>
                <a:gd name="T2" fmla="*/ 15 w 27"/>
                <a:gd name="T3" fmla="*/ 16 h 16"/>
                <a:gd name="T4" fmla="*/ 26 w 27"/>
                <a:gd name="T5" fmla="*/ 9 h 16"/>
                <a:gd name="T6" fmla="*/ 26 w 27"/>
                <a:gd name="T7" fmla="*/ 8 h 16"/>
                <a:gd name="T8" fmla="*/ 13 w 27"/>
                <a:gd name="T9" fmla="*/ 1 h 16"/>
                <a:gd name="T10" fmla="*/ 12 w 27"/>
                <a:gd name="T11" fmla="*/ 1 h 16"/>
                <a:gd name="T12" fmla="*/ 0 w 27"/>
                <a:gd name="T13" fmla="*/ 7 h 16"/>
                <a:gd name="T14" fmla="*/ 0 w 27"/>
                <a:gd name="T15" fmla="*/ 8 h 16"/>
                <a:gd name="T16" fmla="*/ 13 w 27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3" y="16"/>
                  </a:moveTo>
                  <a:cubicBezTo>
                    <a:pt x="14" y="16"/>
                    <a:pt x="14" y="16"/>
                    <a:pt x="15" y="16"/>
                  </a:cubicBezTo>
                  <a:cubicBezTo>
                    <a:pt x="19" y="13"/>
                    <a:pt x="22" y="12"/>
                    <a:pt x="26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8" y="4"/>
                    <a:pt x="13" y="1"/>
                  </a:cubicBezTo>
                  <a:cubicBezTo>
                    <a:pt x="13" y="1"/>
                    <a:pt x="12" y="0"/>
                    <a:pt x="12" y="1"/>
                  </a:cubicBezTo>
                  <a:cubicBezTo>
                    <a:pt x="7" y="3"/>
                    <a:pt x="5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11"/>
                    <a:pt x="8" y="13"/>
                    <a:pt x="13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99" name="íśļïḑè">
              <a:extLst>
                <a:ext uri="{FF2B5EF4-FFF2-40B4-BE49-F238E27FC236}">
                  <a16:creationId xmlns:a16="http://schemas.microsoft.com/office/drawing/2014/main" id="{A0A7D670-9AC6-44B1-834E-1D491B9267E0}"/>
                </a:ext>
              </a:extLst>
            </p:cNvPr>
            <p:cNvSpPr/>
            <p:nvPr/>
          </p:nvSpPr>
          <p:spPr bwMode="auto">
            <a:xfrm flipH="1">
              <a:off x="5807873" y="4876947"/>
              <a:ext cx="187396" cy="103738"/>
            </a:xfrm>
            <a:custGeom>
              <a:avLst/>
              <a:gdLst>
                <a:gd name="T0" fmla="*/ 15 w 27"/>
                <a:gd name="T1" fmla="*/ 15 h 15"/>
                <a:gd name="T2" fmla="*/ 26 w 27"/>
                <a:gd name="T3" fmla="*/ 8 h 15"/>
                <a:gd name="T4" fmla="*/ 26 w 27"/>
                <a:gd name="T5" fmla="*/ 7 h 15"/>
                <a:gd name="T6" fmla="*/ 14 w 27"/>
                <a:gd name="T7" fmla="*/ 0 h 15"/>
                <a:gd name="T8" fmla="*/ 12 w 27"/>
                <a:gd name="T9" fmla="*/ 0 h 15"/>
                <a:gd name="T10" fmla="*/ 1 w 27"/>
                <a:gd name="T11" fmla="*/ 7 h 15"/>
                <a:gd name="T12" fmla="*/ 1 w 27"/>
                <a:gd name="T13" fmla="*/ 8 h 15"/>
                <a:gd name="T14" fmla="*/ 13 w 27"/>
                <a:gd name="T15" fmla="*/ 15 h 15"/>
                <a:gd name="T16" fmla="*/ 15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5" y="15"/>
                  </a:moveTo>
                  <a:cubicBezTo>
                    <a:pt x="19" y="12"/>
                    <a:pt x="22" y="11"/>
                    <a:pt x="26" y="8"/>
                  </a:cubicBezTo>
                  <a:cubicBezTo>
                    <a:pt x="27" y="8"/>
                    <a:pt x="27" y="8"/>
                    <a:pt x="26" y="7"/>
                  </a:cubicBezTo>
                  <a:cubicBezTo>
                    <a:pt x="21" y="4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1" y="7"/>
                  </a:cubicBezTo>
                  <a:cubicBezTo>
                    <a:pt x="0" y="7"/>
                    <a:pt x="0" y="7"/>
                    <a:pt x="1" y="8"/>
                  </a:cubicBezTo>
                  <a:cubicBezTo>
                    <a:pt x="6" y="11"/>
                    <a:pt x="8" y="12"/>
                    <a:pt x="13" y="15"/>
                  </a:cubicBezTo>
                  <a:cubicBezTo>
                    <a:pt x="14" y="15"/>
                    <a:pt x="14" y="15"/>
                    <a:pt x="15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0" name="îṣliḍè">
              <a:extLst>
                <a:ext uri="{FF2B5EF4-FFF2-40B4-BE49-F238E27FC236}">
                  <a16:creationId xmlns:a16="http://schemas.microsoft.com/office/drawing/2014/main" id="{D87283C3-C6AA-4857-A68B-0160B5A2388E}"/>
                </a:ext>
              </a:extLst>
            </p:cNvPr>
            <p:cNvSpPr/>
            <p:nvPr/>
          </p:nvSpPr>
          <p:spPr bwMode="auto">
            <a:xfrm flipH="1">
              <a:off x="5911611" y="4933836"/>
              <a:ext cx="180703" cy="110431"/>
            </a:xfrm>
            <a:custGeom>
              <a:avLst/>
              <a:gdLst>
                <a:gd name="T0" fmla="*/ 15 w 26"/>
                <a:gd name="T1" fmla="*/ 16 h 16"/>
                <a:gd name="T2" fmla="*/ 26 w 26"/>
                <a:gd name="T3" fmla="*/ 9 h 16"/>
                <a:gd name="T4" fmla="*/ 26 w 26"/>
                <a:gd name="T5" fmla="*/ 8 h 16"/>
                <a:gd name="T6" fmla="*/ 13 w 26"/>
                <a:gd name="T7" fmla="*/ 1 h 16"/>
                <a:gd name="T8" fmla="*/ 12 w 26"/>
                <a:gd name="T9" fmla="*/ 1 h 16"/>
                <a:gd name="T10" fmla="*/ 0 w 26"/>
                <a:gd name="T11" fmla="*/ 7 h 16"/>
                <a:gd name="T12" fmla="*/ 0 w 26"/>
                <a:gd name="T13" fmla="*/ 8 h 16"/>
                <a:gd name="T14" fmla="*/ 13 w 26"/>
                <a:gd name="T15" fmla="*/ 15 h 16"/>
                <a:gd name="T16" fmla="*/ 15 w 26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15" y="16"/>
                  </a:moveTo>
                  <a:cubicBezTo>
                    <a:pt x="19" y="13"/>
                    <a:pt x="21" y="11"/>
                    <a:pt x="26" y="9"/>
                  </a:cubicBezTo>
                  <a:cubicBezTo>
                    <a:pt x="26" y="9"/>
                    <a:pt x="26" y="8"/>
                    <a:pt x="26" y="8"/>
                  </a:cubicBezTo>
                  <a:cubicBezTo>
                    <a:pt x="21" y="5"/>
                    <a:pt x="18" y="3"/>
                    <a:pt x="13" y="1"/>
                  </a:cubicBezTo>
                  <a:cubicBezTo>
                    <a:pt x="13" y="0"/>
                    <a:pt x="12" y="0"/>
                    <a:pt x="12" y="1"/>
                  </a:cubicBezTo>
                  <a:cubicBezTo>
                    <a:pt x="7" y="3"/>
                    <a:pt x="5" y="5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5" y="11"/>
                    <a:pt x="8" y="13"/>
                    <a:pt x="13" y="15"/>
                  </a:cubicBezTo>
                  <a:cubicBezTo>
                    <a:pt x="13" y="16"/>
                    <a:pt x="14" y="16"/>
                    <a:pt x="15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1" name="iṩlidê">
              <a:extLst>
                <a:ext uri="{FF2B5EF4-FFF2-40B4-BE49-F238E27FC236}">
                  <a16:creationId xmlns:a16="http://schemas.microsoft.com/office/drawing/2014/main" id="{33B4C3E6-9343-41C7-8CE0-CD1E7D63A654}"/>
                </a:ext>
              </a:extLst>
            </p:cNvPr>
            <p:cNvSpPr/>
            <p:nvPr/>
          </p:nvSpPr>
          <p:spPr bwMode="auto">
            <a:xfrm flipH="1">
              <a:off x="6012002" y="4994070"/>
              <a:ext cx="180703" cy="107084"/>
            </a:xfrm>
            <a:custGeom>
              <a:avLst/>
              <a:gdLst>
                <a:gd name="T0" fmla="*/ 14 w 26"/>
                <a:gd name="T1" fmla="*/ 15 h 15"/>
                <a:gd name="T2" fmla="*/ 26 w 26"/>
                <a:gd name="T3" fmla="*/ 8 h 15"/>
                <a:gd name="T4" fmla="*/ 26 w 26"/>
                <a:gd name="T5" fmla="*/ 7 h 15"/>
                <a:gd name="T6" fmla="*/ 13 w 26"/>
                <a:gd name="T7" fmla="*/ 0 h 15"/>
                <a:gd name="T8" fmla="*/ 11 w 26"/>
                <a:gd name="T9" fmla="*/ 0 h 15"/>
                <a:gd name="T10" fmla="*/ 0 w 26"/>
                <a:gd name="T11" fmla="*/ 7 h 15"/>
                <a:gd name="T12" fmla="*/ 0 w 26"/>
                <a:gd name="T13" fmla="*/ 8 h 15"/>
                <a:gd name="T14" fmla="*/ 13 w 26"/>
                <a:gd name="T15" fmla="*/ 15 h 15"/>
                <a:gd name="T16" fmla="*/ 14 w 26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4" y="15"/>
                  </a:move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8"/>
                    <a:pt x="26" y="7"/>
                  </a:cubicBezTo>
                  <a:cubicBezTo>
                    <a:pt x="21" y="4"/>
                    <a:pt x="18" y="3"/>
                    <a:pt x="13" y="0"/>
                  </a:cubicBezTo>
                  <a:cubicBezTo>
                    <a:pt x="12" y="0"/>
                    <a:pt x="12" y="0"/>
                    <a:pt x="11" y="0"/>
                  </a:cubicBezTo>
                  <a:cubicBezTo>
                    <a:pt x="7" y="3"/>
                    <a:pt x="4" y="4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2" name="î$ḷidé">
              <a:extLst>
                <a:ext uri="{FF2B5EF4-FFF2-40B4-BE49-F238E27FC236}">
                  <a16:creationId xmlns:a16="http://schemas.microsoft.com/office/drawing/2014/main" id="{B1F69428-BF4E-401C-8A2E-5BAF16674427}"/>
                </a:ext>
              </a:extLst>
            </p:cNvPr>
            <p:cNvSpPr/>
            <p:nvPr/>
          </p:nvSpPr>
          <p:spPr bwMode="auto">
            <a:xfrm flipH="1">
              <a:off x="6219476" y="4585815"/>
              <a:ext cx="187396" cy="110431"/>
            </a:xfrm>
            <a:custGeom>
              <a:avLst/>
              <a:gdLst>
                <a:gd name="T0" fmla="*/ 13 w 27"/>
                <a:gd name="T1" fmla="*/ 15 h 16"/>
                <a:gd name="T2" fmla="*/ 15 w 27"/>
                <a:gd name="T3" fmla="*/ 15 h 16"/>
                <a:gd name="T4" fmla="*/ 26 w 27"/>
                <a:gd name="T5" fmla="*/ 9 h 16"/>
                <a:gd name="T6" fmla="*/ 26 w 27"/>
                <a:gd name="T7" fmla="*/ 8 h 16"/>
                <a:gd name="T8" fmla="*/ 14 w 27"/>
                <a:gd name="T9" fmla="*/ 0 h 16"/>
                <a:gd name="T10" fmla="*/ 12 w 27"/>
                <a:gd name="T11" fmla="*/ 0 h 16"/>
                <a:gd name="T12" fmla="*/ 0 w 27"/>
                <a:gd name="T13" fmla="*/ 7 h 16"/>
                <a:gd name="T14" fmla="*/ 1 w 27"/>
                <a:gd name="T15" fmla="*/ 8 h 16"/>
                <a:gd name="T16" fmla="*/ 13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3" y="15"/>
                  </a:moveTo>
                  <a:cubicBezTo>
                    <a:pt x="14" y="16"/>
                    <a:pt x="15" y="16"/>
                    <a:pt x="15" y="15"/>
                  </a:cubicBezTo>
                  <a:cubicBezTo>
                    <a:pt x="20" y="13"/>
                    <a:pt x="22" y="11"/>
                    <a:pt x="26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8" y="12"/>
                    <a:pt x="13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3" name="íṥļide">
              <a:extLst>
                <a:ext uri="{FF2B5EF4-FFF2-40B4-BE49-F238E27FC236}">
                  <a16:creationId xmlns:a16="http://schemas.microsoft.com/office/drawing/2014/main" id="{B603E8EA-2113-4658-9111-9E84B7C59449}"/>
                </a:ext>
              </a:extLst>
            </p:cNvPr>
            <p:cNvSpPr/>
            <p:nvPr/>
          </p:nvSpPr>
          <p:spPr bwMode="auto">
            <a:xfrm flipH="1">
              <a:off x="6122431" y="4528925"/>
              <a:ext cx="180703" cy="103738"/>
            </a:xfrm>
            <a:custGeom>
              <a:avLst/>
              <a:gdLst>
                <a:gd name="T0" fmla="*/ 13 w 26"/>
                <a:gd name="T1" fmla="*/ 15 h 15"/>
                <a:gd name="T2" fmla="*/ 14 w 26"/>
                <a:gd name="T3" fmla="*/ 15 h 15"/>
                <a:gd name="T4" fmla="*/ 26 w 26"/>
                <a:gd name="T5" fmla="*/ 8 h 15"/>
                <a:gd name="T6" fmla="*/ 26 w 26"/>
                <a:gd name="T7" fmla="*/ 7 h 15"/>
                <a:gd name="T8" fmla="*/ 13 w 26"/>
                <a:gd name="T9" fmla="*/ 0 h 15"/>
                <a:gd name="T10" fmla="*/ 11 w 26"/>
                <a:gd name="T11" fmla="*/ 0 h 15"/>
                <a:gd name="T12" fmla="*/ 0 w 26"/>
                <a:gd name="T13" fmla="*/ 7 h 15"/>
                <a:gd name="T14" fmla="*/ 0 w 26"/>
                <a:gd name="T15" fmla="*/ 8 h 15"/>
                <a:gd name="T16" fmla="*/ 13 w 26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3" y="15"/>
                  </a:moveTo>
                  <a:cubicBezTo>
                    <a:pt x="13" y="15"/>
                    <a:pt x="14" y="15"/>
                    <a:pt x="14" y="15"/>
                  </a:cubicBez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8"/>
                    <a:pt x="26" y="7"/>
                  </a:cubicBezTo>
                  <a:cubicBezTo>
                    <a:pt x="21" y="4"/>
                    <a:pt x="18" y="3"/>
                    <a:pt x="13" y="0"/>
                  </a:cubicBezTo>
                  <a:cubicBezTo>
                    <a:pt x="13" y="0"/>
                    <a:pt x="12" y="0"/>
                    <a:pt x="11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5" y="11"/>
                    <a:pt x="8" y="12"/>
                    <a:pt x="13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4" name="íṥḻíďé">
              <a:extLst>
                <a:ext uri="{FF2B5EF4-FFF2-40B4-BE49-F238E27FC236}">
                  <a16:creationId xmlns:a16="http://schemas.microsoft.com/office/drawing/2014/main" id="{7A1F89DB-914C-4618-BC8E-972752B0121D}"/>
                </a:ext>
              </a:extLst>
            </p:cNvPr>
            <p:cNvSpPr/>
            <p:nvPr/>
          </p:nvSpPr>
          <p:spPr bwMode="auto">
            <a:xfrm flipH="1">
              <a:off x="6323212" y="4649394"/>
              <a:ext cx="180703" cy="103738"/>
            </a:xfrm>
            <a:custGeom>
              <a:avLst/>
              <a:gdLst>
                <a:gd name="T0" fmla="*/ 13 w 26"/>
                <a:gd name="T1" fmla="*/ 15 h 15"/>
                <a:gd name="T2" fmla="*/ 15 w 26"/>
                <a:gd name="T3" fmla="*/ 15 h 15"/>
                <a:gd name="T4" fmla="*/ 26 w 26"/>
                <a:gd name="T5" fmla="*/ 8 h 15"/>
                <a:gd name="T6" fmla="*/ 26 w 26"/>
                <a:gd name="T7" fmla="*/ 7 h 15"/>
                <a:gd name="T8" fmla="*/ 13 w 26"/>
                <a:gd name="T9" fmla="*/ 0 h 15"/>
                <a:gd name="T10" fmla="*/ 12 w 26"/>
                <a:gd name="T11" fmla="*/ 0 h 15"/>
                <a:gd name="T12" fmla="*/ 0 w 26"/>
                <a:gd name="T13" fmla="*/ 7 h 15"/>
                <a:gd name="T14" fmla="*/ 0 w 26"/>
                <a:gd name="T15" fmla="*/ 7 h 15"/>
                <a:gd name="T16" fmla="*/ 13 w 26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5">
                  <a:moveTo>
                    <a:pt x="13" y="15"/>
                  </a:moveTo>
                  <a:cubicBezTo>
                    <a:pt x="13" y="15"/>
                    <a:pt x="14" y="15"/>
                    <a:pt x="15" y="15"/>
                  </a:cubicBezTo>
                  <a:cubicBezTo>
                    <a:pt x="19" y="12"/>
                    <a:pt x="21" y="11"/>
                    <a:pt x="26" y="8"/>
                  </a:cubicBezTo>
                  <a:cubicBezTo>
                    <a:pt x="26" y="8"/>
                    <a:pt x="26" y="8"/>
                    <a:pt x="26" y="7"/>
                  </a:cubicBezTo>
                  <a:cubicBezTo>
                    <a:pt x="21" y="4"/>
                    <a:pt x="18" y="3"/>
                    <a:pt x="13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2"/>
                    <a:pt x="5" y="4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5" y="10"/>
                    <a:pt x="8" y="12"/>
                    <a:pt x="13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5" name="íŝḻídê">
              <a:extLst>
                <a:ext uri="{FF2B5EF4-FFF2-40B4-BE49-F238E27FC236}">
                  <a16:creationId xmlns:a16="http://schemas.microsoft.com/office/drawing/2014/main" id="{C90C8ED0-F02C-4B53-A4EA-2B1217C18DF7}"/>
                </a:ext>
              </a:extLst>
            </p:cNvPr>
            <p:cNvSpPr/>
            <p:nvPr/>
          </p:nvSpPr>
          <p:spPr bwMode="auto">
            <a:xfrm flipH="1">
              <a:off x="6018694" y="4468691"/>
              <a:ext cx="187396" cy="110431"/>
            </a:xfrm>
            <a:custGeom>
              <a:avLst/>
              <a:gdLst>
                <a:gd name="T0" fmla="*/ 13 w 27"/>
                <a:gd name="T1" fmla="*/ 15 h 16"/>
                <a:gd name="T2" fmla="*/ 15 w 27"/>
                <a:gd name="T3" fmla="*/ 16 h 16"/>
                <a:gd name="T4" fmla="*/ 26 w 27"/>
                <a:gd name="T5" fmla="*/ 9 h 16"/>
                <a:gd name="T6" fmla="*/ 26 w 27"/>
                <a:gd name="T7" fmla="*/ 8 h 16"/>
                <a:gd name="T8" fmla="*/ 14 w 27"/>
                <a:gd name="T9" fmla="*/ 0 h 16"/>
                <a:gd name="T10" fmla="*/ 12 w 27"/>
                <a:gd name="T11" fmla="*/ 0 h 16"/>
                <a:gd name="T12" fmla="*/ 0 w 27"/>
                <a:gd name="T13" fmla="*/ 7 h 16"/>
                <a:gd name="T14" fmla="*/ 0 w 27"/>
                <a:gd name="T15" fmla="*/ 8 h 16"/>
                <a:gd name="T16" fmla="*/ 13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3" y="15"/>
                  </a:moveTo>
                  <a:cubicBezTo>
                    <a:pt x="14" y="16"/>
                    <a:pt x="14" y="16"/>
                    <a:pt x="15" y="16"/>
                  </a:cubicBezTo>
                  <a:cubicBezTo>
                    <a:pt x="19" y="13"/>
                    <a:pt x="22" y="11"/>
                    <a:pt x="26" y="9"/>
                  </a:cubicBezTo>
                  <a:cubicBezTo>
                    <a:pt x="27" y="9"/>
                    <a:pt x="27" y="8"/>
                    <a:pt x="26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6" y="11"/>
                    <a:pt x="8" y="13"/>
                    <a:pt x="13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6" name="îŝļíďé">
              <a:extLst>
                <a:ext uri="{FF2B5EF4-FFF2-40B4-BE49-F238E27FC236}">
                  <a16:creationId xmlns:a16="http://schemas.microsoft.com/office/drawing/2014/main" id="{0C251473-7CED-4A28-9FF8-C723A6D78BB8}"/>
                </a:ext>
              </a:extLst>
            </p:cNvPr>
            <p:cNvSpPr/>
            <p:nvPr/>
          </p:nvSpPr>
          <p:spPr bwMode="auto">
            <a:xfrm flipH="1">
              <a:off x="5814566" y="4348222"/>
              <a:ext cx="187396" cy="113776"/>
            </a:xfrm>
            <a:custGeom>
              <a:avLst/>
              <a:gdLst>
                <a:gd name="T0" fmla="*/ 13 w 27"/>
                <a:gd name="T1" fmla="*/ 15 h 16"/>
                <a:gd name="T2" fmla="*/ 15 w 27"/>
                <a:gd name="T3" fmla="*/ 15 h 16"/>
                <a:gd name="T4" fmla="*/ 26 w 27"/>
                <a:gd name="T5" fmla="*/ 9 h 16"/>
                <a:gd name="T6" fmla="*/ 26 w 27"/>
                <a:gd name="T7" fmla="*/ 8 h 16"/>
                <a:gd name="T8" fmla="*/ 14 w 27"/>
                <a:gd name="T9" fmla="*/ 0 h 16"/>
                <a:gd name="T10" fmla="*/ 12 w 27"/>
                <a:gd name="T11" fmla="*/ 0 h 16"/>
                <a:gd name="T12" fmla="*/ 0 w 27"/>
                <a:gd name="T13" fmla="*/ 7 h 16"/>
                <a:gd name="T14" fmla="*/ 0 w 27"/>
                <a:gd name="T15" fmla="*/ 8 h 16"/>
                <a:gd name="T16" fmla="*/ 13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3" y="15"/>
                  </a:moveTo>
                  <a:cubicBezTo>
                    <a:pt x="14" y="16"/>
                    <a:pt x="14" y="16"/>
                    <a:pt x="15" y="15"/>
                  </a:cubicBezTo>
                  <a:cubicBezTo>
                    <a:pt x="19" y="13"/>
                    <a:pt x="22" y="11"/>
                    <a:pt x="26" y="9"/>
                  </a:cubicBezTo>
                  <a:cubicBezTo>
                    <a:pt x="27" y="8"/>
                    <a:pt x="27" y="8"/>
                    <a:pt x="26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6" y="11"/>
                    <a:pt x="8" y="12"/>
                    <a:pt x="13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7" name="iş1iḋé">
              <a:extLst>
                <a:ext uri="{FF2B5EF4-FFF2-40B4-BE49-F238E27FC236}">
                  <a16:creationId xmlns:a16="http://schemas.microsoft.com/office/drawing/2014/main" id="{AB0FADE4-9D4D-40A6-A574-BDC45B61208B}"/>
                </a:ext>
              </a:extLst>
            </p:cNvPr>
            <p:cNvSpPr/>
            <p:nvPr/>
          </p:nvSpPr>
          <p:spPr bwMode="auto">
            <a:xfrm flipH="1">
              <a:off x="5918302" y="4411804"/>
              <a:ext cx="190743" cy="103738"/>
            </a:xfrm>
            <a:custGeom>
              <a:avLst/>
              <a:gdLst>
                <a:gd name="T0" fmla="*/ 14 w 27"/>
                <a:gd name="T1" fmla="*/ 15 h 15"/>
                <a:gd name="T2" fmla="*/ 15 w 27"/>
                <a:gd name="T3" fmla="*/ 15 h 15"/>
                <a:gd name="T4" fmla="*/ 27 w 27"/>
                <a:gd name="T5" fmla="*/ 8 h 15"/>
                <a:gd name="T6" fmla="*/ 27 w 27"/>
                <a:gd name="T7" fmla="*/ 7 h 15"/>
                <a:gd name="T8" fmla="*/ 14 w 27"/>
                <a:gd name="T9" fmla="*/ 0 h 15"/>
                <a:gd name="T10" fmla="*/ 12 w 27"/>
                <a:gd name="T11" fmla="*/ 0 h 15"/>
                <a:gd name="T12" fmla="*/ 1 w 27"/>
                <a:gd name="T13" fmla="*/ 7 h 15"/>
                <a:gd name="T14" fmla="*/ 1 w 27"/>
                <a:gd name="T15" fmla="*/ 8 h 15"/>
                <a:gd name="T16" fmla="*/ 14 w 27"/>
                <a:gd name="T17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5">
                  <a:moveTo>
                    <a:pt x="14" y="15"/>
                  </a:moveTo>
                  <a:cubicBezTo>
                    <a:pt x="14" y="15"/>
                    <a:pt x="15" y="15"/>
                    <a:pt x="15" y="15"/>
                  </a:cubicBezTo>
                  <a:cubicBezTo>
                    <a:pt x="20" y="12"/>
                    <a:pt x="22" y="11"/>
                    <a:pt x="27" y="8"/>
                  </a:cubicBezTo>
                  <a:cubicBezTo>
                    <a:pt x="27" y="8"/>
                    <a:pt x="27" y="8"/>
                    <a:pt x="27" y="7"/>
                  </a:cubicBezTo>
                  <a:cubicBezTo>
                    <a:pt x="22" y="4"/>
                    <a:pt x="19" y="3"/>
                    <a:pt x="14" y="0"/>
                  </a:cubicBezTo>
                  <a:cubicBezTo>
                    <a:pt x="14" y="0"/>
                    <a:pt x="13" y="0"/>
                    <a:pt x="12" y="0"/>
                  </a:cubicBezTo>
                  <a:cubicBezTo>
                    <a:pt x="8" y="2"/>
                    <a:pt x="5" y="4"/>
                    <a:pt x="1" y="7"/>
                  </a:cubicBezTo>
                  <a:cubicBezTo>
                    <a:pt x="0" y="7"/>
                    <a:pt x="0" y="7"/>
                    <a:pt x="1" y="8"/>
                  </a:cubicBezTo>
                  <a:cubicBezTo>
                    <a:pt x="6" y="11"/>
                    <a:pt x="9" y="12"/>
                    <a:pt x="14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8" name="îślïḍe">
              <a:extLst>
                <a:ext uri="{FF2B5EF4-FFF2-40B4-BE49-F238E27FC236}">
                  <a16:creationId xmlns:a16="http://schemas.microsoft.com/office/drawing/2014/main" id="{550E5C8D-4FCE-4837-B332-64692290BB0F}"/>
                </a:ext>
              </a:extLst>
            </p:cNvPr>
            <p:cNvSpPr/>
            <p:nvPr/>
          </p:nvSpPr>
          <p:spPr bwMode="auto">
            <a:xfrm flipH="1">
              <a:off x="5717522" y="4287987"/>
              <a:ext cx="187396" cy="110431"/>
            </a:xfrm>
            <a:custGeom>
              <a:avLst/>
              <a:gdLst>
                <a:gd name="T0" fmla="*/ 14 w 27"/>
                <a:gd name="T1" fmla="*/ 16 h 16"/>
                <a:gd name="T2" fmla="*/ 15 w 27"/>
                <a:gd name="T3" fmla="*/ 16 h 16"/>
                <a:gd name="T4" fmla="*/ 27 w 27"/>
                <a:gd name="T5" fmla="*/ 9 h 16"/>
                <a:gd name="T6" fmla="*/ 27 w 27"/>
                <a:gd name="T7" fmla="*/ 8 h 16"/>
                <a:gd name="T8" fmla="*/ 14 w 27"/>
                <a:gd name="T9" fmla="*/ 1 h 16"/>
                <a:gd name="T10" fmla="*/ 12 w 27"/>
                <a:gd name="T11" fmla="*/ 1 h 16"/>
                <a:gd name="T12" fmla="*/ 1 w 27"/>
                <a:gd name="T13" fmla="*/ 8 h 16"/>
                <a:gd name="T14" fmla="*/ 1 w 27"/>
                <a:gd name="T15" fmla="*/ 8 h 16"/>
                <a:gd name="T16" fmla="*/ 14 w 27"/>
                <a:gd name="T17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4" y="16"/>
                  </a:moveTo>
                  <a:cubicBezTo>
                    <a:pt x="14" y="16"/>
                    <a:pt x="15" y="16"/>
                    <a:pt x="15" y="16"/>
                  </a:cubicBezTo>
                  <a:cubicBezTo>
                    <a:pt x="20" y="13"/>
                    <a:pt x="22" y="12"/>
                    <a:pt x="27" y="9"/>
                  </a:cubicBezTo>
                  <a:cubicBezTo>
                    <a:pt x="27" y="9"/>
                    <a:pt x="27" y="8"/>
                    <a:pt x="27" y="8"/>
                  </a:cubicBezTo>
                  <a:cubicBezTo>
                    <a:pt x="22" y="5"/>
                    <a:pt x="19" y="4"/>
                    <a:pt x="14" y="1"/>
                  </a:cubicBezTo>
                  <a:cubicBezTo>
                    <a:pt x="14" y="0"/>
                    <a:pt x="13" y="0"/>
                    <a:pt x="12" y="1"/>
                  </a:cubicBezTo>
                  <a:cubicBezTo>
                    <a:pt x="8" y="3"/>
                    <a:pt x="6" y="5"/>
                    <a:pt x="1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6" y="11"/>
                    <a:pt x="9" y="13"/>
                    <a:pt x="14" y="16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09" name="îśļiďê">
              <a:extLst>
                <a:ext uri="{FF2B5EF4-FFF2-40B4-BE49-F238E27FC236}">
                  <a16:creationId xmlns:a16="http://schemas.microsoft.com/office/drawing/2014/main" id="{6CB6DC20-BDB1-4A75-99F7-E69EDFE13532}"/>
                </a:ext>
              </a:extLst>
            </p:cNvPr>
            <p:cNvSpPr/>
            <p:nvPr/>
          </p:nvSpPr>
          <p:spPr bwMode="auto">
            <a:xfrm flipH="1">
              <a:off x="5613784" y="4231101"/>
              <a:ext cx="187396" cy="110431"/>
            </a:xfrm>
            <a:custGeom>
              <a:avLst/>
              <a:gdLst>
                <a:gd name="T0" fmla="*/ 13 w 27"/>
                <a:gd name="T1" fmla="*/ 15 h 16"/>
                <a:gd name="T2" fmla="*/ 15 w 27"/>
                <a:gd name="T3" fmla="*/ 15 h 16"/>
                <a:gd name="T4" fmla="*/ 27 w 27"/>
                <a:gd name="T5" fmla="*/ 9 h 16"/>
                <a:gd name="T6" fmla="*/ 27 w 27"/>
                <a:gd name="T7" fmla="*/ 8 h 16"/>
                <a:gd name="T8" fmla="*/ 14 w 27"/>
                <a:gd name="T9" fmla="*/ 0 h 16"/>
                <a:gd name="T10" fmla="*/ 12 w 27"/>
                <a:gd name="T11" fmla="*/ 0 h 16"/>
                <a:gd name="T12" fmla="*/ 0 w 27"/>
                <a:gd name="T13" fmla="*/ 7 h 16"/>
                <a:gd name="T14" fmla="*/ 1 w 27"/>
                <a:gd name="T15" fmla="*/ 8 h 16"/>
                <a:gd name="T16" fmla="*/ 13 w 27"/>
                <a:gd name="T17" fmla="*/ 15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16">
                  <a:moveTo>
                    <a:pt x="13" y="15"/>
                  </a:moveTo>
                  <a:cubicBezTo>
                    <a:pt x="14" y="16"/>
                    <a:pt x="15" y="16"/>
                    <a:pt x="15" y="15"/>
                  </a:cubicBezTo>
                  <a:cubicBezTo>
                    <a:pt x="20" y="13"/>
                    <a:pt x="22" y="11"/>
                    <a:pt x="27" y="9"/>
                  </a:cubicBezTo>
                  <a:cubicBezTo>
                    <a:pt x="27" y="8"/>
                    <a:pt x="27" y="8"/>
                    <a:pt x="27" y="8"/>
                  </a:cubicBezTo>
                  <a:cubicBezTo>
                    <a:pt x="21" y="5"/>
                    <a:pt x="19" y="3"/>
                    <a:pt x="14" y="0"/>
                  </a:cubicBezTo>
                  <a:cubicBezTo>
                    <a:pt x="13" y="0"/>
                    <a:pt x="12" y="0"/>
                    <a:pt x="12" y="0"/>
                  </a:cubicBezTo>
                  <a:cubicBezTo>
                    <a:pt x="7" y="3"/>
                    <a:pt x="5" y="4"/>
                    <a:pt x="0" y="7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6" y="11"/>
                    <a:pt x="8" y="12"/>
                    <a:pt x="13" y="15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0" name="íṧļîḓè">
              <a:extLst>
                <a:ext uri="{FF2B5EF4-FFF2-40B4-BE49-F238E27FC236}">
                  <a16:creationId xmlns:a16="http://schemas.microsoft.com/office/drawing/2014/main" id="{B4E54424-1F60-4B1A-86CB-590EB1E1F584}"/>
                </a:ext>
              </a:extLst>
            </p:cNvPr>
            <p:cNvSpPr/>
            <p:nvPr/>
          </p:nvSpPr>
          <p:spPr bwMode="auto">
            <a:xfrm flipH="1">
              <a:off x="5503356" y="4294680"/>
              <a:ext cx="180703" cy="110431"/>
            </a:xfrm>
            <a:custGeom>
              <a:avLst/>
              <a:gdLst>
                <a:gd name="T0" fmla="*/ 0 w 26"/>
                <a:gd name="T1" fmla="*/ 8 h 16"/>
                <a:gd name="T2" fmla="*/ 13 w 26"/>
                <a:gd name="T3" fmla="*/ 16 h 16"/>
                <a:gd name="T4" fmla="*/ 14 w 26"/>
                <a:gd name="T5" fmla="*/ 16 h 16"/>
                <a:gd name="T6" fmla="*/ 26 w 26"/>
                <a:gd name="T7" fmla="*/ 9 h 16"/>
                <a:gd name="T8" fmla="*/ 26 w 26"/>
                <a:gd name="T9" fmla="*/ 8 h 16"/>
                <a:gd name="T10" fmla="*/ 13 w 26"/>
                <a:gd name="T11" fmla="*/ 1 h 16"/>
                <a:gd name="T12" fmla="*/ 12 w 26"/>
                <a:gd name="T13" fmla="*/ 1 h 16"/>
                <a:gd name="T14" fmla="*/ 0 w 26"/>
                <a:gd name="T15" fmla="*/ 7 h 16"/>
                <a:gd name="T16" fmla="*/ 0 w 26"/>
                <a:gd name="T17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16">
                  <a:moveTo>
                    <a:pt x="0" y="8"/>
                  </a:moveTo>
                  <a:cubicBezTo>
                    <a:pt x="5" y="11"/>
                    <a:pt x="8" y="13"/>
                    <a:pt x="13" y="16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9" y="13"/>
                    <a:pt x="21" y="12"/>
                    <a:pt x="26" y="9"/>
                  </a:cubicBezTo>
                  <a:cubicBezTo>
                    <a:pt x="26" y="9"/>
                    <a:pt x="26" y="8"/>
                    <a:pt x="26" y="8"/>
                  </a:cubicBezTo>
                  <a:cubicBezTo>
                    <a:pt x="21" y="5"/>
                    <a:pt x="18" y="4"/>
                    <a:pt x="13" y="1"/>
                  </a:cubicBezTo>
                  <a:cubicBezTo>
                    <a:pt x="13" y="0"/>
                    <a:pt x="12" y="0"/>
                    <a:pt x="12" y="1"/>
                  </a:cubicBezTo>
                  <a:cubicBezTo>
                    <a:pt x="7" y="3"/>
                    <a:pt x="5" y="5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363F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flatTx/>
            </a:bodyPr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75AE9E7-554E-4121-8658-BB9AF098B587}"/>
              </a:ext>
            </a:extLst>
          </p:cNvPr>
          <p:cNvCxnSpPr>
            <a:stCxn id="19" idx="4"/>
            <a:endCxn id="17" idx="0"/>
          </p:cNvCxnSpPr>
          <p:nvPr/>
        </p:nvCxnSpPr>
        <p:spPr>
          <a:xfrm flipH="1">
            <a:off x="1035559" y="3718241"/>
            <a:ext cx="0" cy="1855831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i$1ïḍè">
            <a:extLst>
              <a:ext uri="{FF2B5EF4-FFF2-40B4-BE49-F238E27FC236}">
                <a16:creationId xmlns:a16="http://schemas.microsoft.com/office/drawing/2014/main" id="{076B8259-FAC4-46EF-8D91-35F2EBA96CCC}"/>
              </a:ext>
            </a:extLst>
          </p:cNvPr>
          <p:cNvSpPr/>
          <p:nvPr/>
        </p:nvSpPr>
        <p:spPr>
          <a:xfrm>
            <a:off x="944534" y="1544172"/>
            <a:ext cx="5567576" cy="112469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cs typeface="+mn-ea"/>
                <a:sym typeface="+mn-lt"/>
              </a:rPr>
              <a:t>Unified fonts make reading more fluent.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40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  <p:grpSp>
        <p:nvGrpSpPr>
          <p:cNvPr id="8" name="ïṣḷïḋe">
            <a:extLst>
              <a:ext uri="{FF2B5EF4-FFF2-40B4-BE49-F238E27FC236}">
                <a16:creationId xmlns:a16="http://schemas.microsoft.com/office/drawing/2014/main" id="{B7C7AC07-9085-45CA-BC33-299FFECEF2A9}"/>
              </a:ext>
            </a:extLst>
          </p:cNvPr>
          <p:cNvGrpSpPr/>
          <p:nvPr/>
        </p:nvGrpSpPr>
        <p:grpSpPr>
          <a:xfrm>
            <a:off x="985774" y="3488195"/>
            <a:ext cx="1052480" cy="360523"/>
            <a:chOff x="729976" y="3055733"/>
            <a:chExt cx="1089682" cy="373267"/>
          </a:xfrm>
        </p:grpSpPr>
        <p:sp>
          <p:nvSpPr>
            <p:cNvPr id="19" name="i$líḓé">
              <a:extLst>
                <a:ext uri="{FF2B5EF4-FFF2-40B4-BE49-F238E27FC236}">
                  <a16:creationId xmlns:a16="http://schemas.microsoft.com/office/drawing/2014/main" id="{0CFE2D9E-627F-494B-BE52-C0751BCB4F46}"/>
                </a:ext>
              </a:extLst>
            </p:cNvPr>
            <p:cNvSpPr/>
            <p:nvPr/>
          </p:nvSpPr>
          <p:spPr bwMode="auto">
            <a:xfrm>
              <a:off x="729976" y="3190822"/>
              <a:ext cx="103088" cy="103088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20" name="íṥlïḓê">
              <a:extLst>
                <a:ext uri="{FF2B5EF4-FFF2-40B4-BE49-F238E27FC236}">
                  <a16:creationId xmlns:a16="http://schemas.microsoft.com/office/drawing/2014/main" id="{F7101A45-6C81-428B-A59A-B7E3D1A1345F}"/>
                </a:ext>
              </a:extLst>
            </p:cNvPr>
            <p:cNvSpPr/>
            <p:nvPr/>
          </p:nvSpPr>
          <p:spPr bwMode="auto">
            <a:xfrm>
              <a:off x="921000" y="3055733"/>
              <a:ext cx="898658" cy="373267"/>
            </a:xfrm>
            <a:prstGeom prst="roundRect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r>
                <a:rPr lang="en-US" altLang="zh-CN" sz="1200" b="1">
                  <a:solidFill>
                    <a:schemeClr val="lt1"/>
                  </a:solidFill>
                  <a:cs typeface="+mn-ea"/>
                  <a:sym typeface="+mn-lt"/>
                </a:rPr>
                <a:t>Text</a:t>
              </a:r>
              <a:endParaRPr lang="zh-CN" altLang="en-US" sz="12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íṣḻïďe">
            <a:extLst>
              <a:ext uri="{FF2B5EF4-FFF2-40B4-BE49-F238E27FC236}">
                <a16:creationId xmlns:a16="http://schemas.microsoft.com/office/drawing/2014/main" id="{3492C1C8-D318-4337-8FF2-A30F17EEC8E0}"/>
              </a:ext>
            </a:extLst>
          </p:cNvPr>
          <p:cNvSpPr/>
          <p:nvPr/>
        </p:nvSpPr>
        <p:spPr bwMode="auto">
          <a:xfrm>
            <a:off x="2119951" y="3315242"/>
            <a:ext cx="4769494" cy="706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rmAutofit fontScale="77500" lnSpcReduction="20000"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200">
                <a:cs typeface="+mn-ea"/>
                <a:sym typeface="+mn-lt"/>
              </a:rPr>
              <a:t>Supporting text here.</a:t>
            </a:r>
          </a:p>
          <a:p>
            <a:pPr marL="171450" indent="-171450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1200">
                <a:cs typeface="+mn-ea"/>
                <a:sym typeface="+mn-lt"/>
              </a:rPr>
              <a:t>You can use the icon library in 1PPT to filter and replace existing icon elements with one click.</a:t>
            </a:r>
          </a:p>
        </p:txBody>
      </p:sp>
      <p:grpSp>
        <p:nvGrpSpPr>
          <p:cNvPr id="10" name="îṧḷiḋê">
            <a:extLst>
              <a:ext uri="{FF2B5EF4-FFF2-40B4-BE49-F238E27FC236}">
                <a16:creationId xmlns:a16="http://schemas.microsoft.com/office/drawing/2014/main" id="{82BD0307-A773-4AC4-A06B-5EFC72BA6E03}"/>
              </a:ext>
            </a:extLst>
          </p:cNvPr>
          <p:cNvGrpSpPr/>
          <p:nvPr/>
        </p:nvGrpSpPr>
        <p:grpSpPr>
          <a:xfrm>
            <a:off x="985774" y="5443595"/>
            <a:ext cx="1052480" cy="360523"/>
            <a:chOff x="729976" y="3055733"/>
            <a:chExt cx="1089682" cy="373267"/>
          </a:xfrm>
        </p:grpSpPr>
        <p:sp>
          <p:nvSpPr>
            <p:cNvPr id="17" name="iṡlîde">
              <a:extLst>
                <a:ext uri="{FF2B5EF4-FFF2-40B4-BE49-F238E27FC236}">
                  <a16:creationId xmlns:a16="http://schemas.microsoft.com/office/drawing/2014/main" id="{15D5F1A5-117A-4A4B-8F2C-BDCAE52E233A}"/>
                </a:ext>
              </a:extLst>
            </p:cNvPr>
            <p:cNvSpPr/>
            <p:nvPr/>
          </p:nvSpPr>
          <p:spPr bwMode="auto">
            <a:xfrm>
              <a:off x="729976" y="3190822"/>
              <a:ext cx="103088" cy="103088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8" name="íṧḷïḓè">
              <a:extLst>
                <a:ext uri="{FF2B5EF4-FFF2-40B4-BE49-F238E27FC236}">
                  <a16:creationId xmlns:a16="http://schemas.microsoft.com/office/drawing/2014/main" id="{B8D3C2B8-F8C0-4118-AE09-111EAC7E8136}"/>
                </a:ext>
              </a:extLst>
            </p:cNvPr>
            <p:cNvSpPr/>
            <p:nvPr/>
          </p:nvSpPr>
          <p:spPr bwMode="auto">
            <a:xfrm>
              <a:off x="921000" y="3055733"/>
              <a:ext cx="898658" cy="373267"/>
            </a:xfrm>
            <a:prstGeom prst="roundRect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r>
                <a:rPr lang="en-US" altLang="zh-CN" sz="1200" b="1">
                  <a:solidFill>
                    <a:schemeClr val="lt1"/>
                  </a:solidFill>
                  <a:cs typeface="+mn-ea"/>
                  <a:sym typeface="+mn-lt"/>
                </a:rPr>
                <a:t>Text</a:t>
              </a:r>
              <a:endParaRPr lang="zh-CN" altLang="en-US" sz="12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1" name="íṧ1íďé">
            <a:extLst>
              <a:ext uri="{FF2B5EF4-FFF2-40B4-BE49-F238E27FC236}">
                <a16:creationId xmlns:a16="http://schemas.microsoft.com/office/drawing/2014/main" id="{2DFE562D-7982-4161-AF0E-2E1A78DEBF0F}"/>
              </a:ext>
            </a:extLst>
          </p:cNvPr>
          <p:cNvSpPr/>
          <p:nvPr/>
        </p:nvSpPr>
        <p:spPr bwMode="auto">
          <a:xfrm>
            <a:off x="2119951" y="5270641"/>
            <a:ext cx="4769494" cy="706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rmAutofit fontScale="92500"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900">
                <a:cs typeface="+mn-ea"/>
                <a:sym typeface="+mn-lt"/>
              </a:rPr>
              <a:t>Supporting text here.</a:t>
            </a:r>
          </a:p>
          <a:p>
            <a:pPr marL="171450" indent="-171450">
              <a:lnSpc>
                <a:spcPct val="17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900">
                <a:cs typeface="+mn-ea"/>
                <a:sym typeface="+mn-lt"/>
              </a:rPr>
              <a:t>You can use the icon library in 1PPT to filter and replace existing icon elements with one click.</a:t>
            </a:r>
          </a:p>
        </p:txBody>
      </p:sp>
      <p:grpSp>
        <p:nvGrpSpPr>
          <p:cNvPr id="12" name="iś1iḍé">
            <a:extLst>
              <a:ext uri="{FF2B5EF4-FFF2-40B4-BE49-F238E27FC236}">
                <a16:creationId xmlns:a16="http://schemas.microsoft.com/office/drawing/2014/main" id="{55417C95-381B-4EC0-BFC7-F3EEA59B2E1A}"/>
              </a:ext>
            </a:extLst>
          </p:cNvPr>
          <p:cNvGrpSpPr/>
          <p:nvPr/>
        </p:nvGrpSpPr>
        <p:grpSpPr>
          <a:xfrm>
            <a:off x="985774" y="4465895"/>
            <a:ext cx="1052480" cy="360523"/>
            <a:chOff x="729976" y="3055733"/>
            <a:chExt cx="1089682" cy="373267"/>
          </a:xfrm>
        </p:grpSpPr>
        <p:sp>
          <p:nvSpPr>
            <p:cNvPr id="15" name="îs1ïḋe">
              <a:extLst>
                <a:ext uri="{FF2B5EF4-FFF2-40B4-BE49-F238E27FC236}">
                  <a16:creationId xmlns:a16="http://schemas.microsoft.com/office/drawing/2014/main" id="{38BDABB4-75CD-458A-9EB7-D06DB36EAC6A}"/>
                </a:ext>
              </a:extLst>
            </p:cNvPr>
            <p:cNvSpPr/>
            <p:nvPr/>
          </p:nvSpPr>
          <p:spPr bwMode="auto">
            <a:xfrm>
              <a:off x="729976" y="3190822"/>
              <a:ext cx="103088" cy="103088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6" name="iśľíḍê">
              <a:extLst>
                <a:ext uri="{FF2B5EF4-FFF2-40B4-BE49-F238E27FC236}">
                  <a16:creationId xmlns:a16="http://schemas.microsoft.com/office/drawing/2014/main" id="{7B5B15CE-B7FD-4AB2-8BA8-E5C5B03955B6}"/>
                </a:ext>
              </a:extLst>
            </p:cNvPr>
            <p:cNvSpPr/>
            <p:nvPr/>
          </p:nvSpPr>
          <p:spPr bwMode="auto">
            <a:xfrm>
              <a:off x="921000" y="3055733"/>
              <a:ext cx="898658" cy="373267"/>
            </a:xfrm>
            <a:prstGeom prst="roundRect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r>
                <a:rPr lang="en-US" altLang="zh-CN" sz="1200" b="1">
                  <a:solidFill>
                    <a:schemeClr val="lt1"/>
                  </a:solidFill>
                  <a:cs typeface="+mn-ea"/>
                  <a:sym typeface="+mn-lt"/>
                </a:rPr>
                <a:t>Text</a:t>
              </a:r>
              <a:endParaRPr lang="zh-CN" altLang="en-US" sz="1200" b="1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3" name="îś1íḓê">
            <a:extLst>
              <a:ext uri="{FF2B5EF4-FFF2-40B4-BE49-F238E27FC236}">
                <a16:creationId xmlns:a16="http://schemas.microsoft.com/office/drawing/2014/main" id="{CEBE58EA-2F88-495F-B922-08936393D7B2}"/>
              </a:ext>
            </a:extLst>
          </p:cNvPr>
          <p:cNvSpPr/>
          <p:nvPr/>
        </p:nvSpPr>
        <p:spPr bwMode="auto">
          <a:xfrm>
            <a:off x="2119951" y="4292942"/>
            <a:ext cx="4769494" cy="706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900">
                <a:cs typeface="+mn-ea"/>
                <a:sym typeface="+mn-lt"/>
              </a:rPr>
              <a:t>Supporting text here.</a:t>
            </a: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tabLst>
                <a:tab pos="228594" algn="l"/>
              </a:tabLst>
              <a:defRPr/>
            </a:pPr>
            <a:r>
              <a:rPr lang="en-US" altLang="zh-CN" sz="900">
                <a:cs typeface="+mn-ea"/>
                <a:sym typeface="+mn-lt"/>
              </a:rPr>
              <a:t>You can use the icon library in 1PPT to filter and replace existing icon elements with one click.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B299FD4-8A60-4C06-86E7-20B2B305AF6E}"/>
              </a:ext>
            </a:extLst>
          </p:cNvPr>
          <p:cNvCxnSpPr/>
          <p:nvPr/>
        </p:nvCxnSpPr>
        <p:spPr>
          <a:xfrm>
            <a:off x="985774" y="3025209"/>
            <a:ext cx="5400144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589F91E0-7DAF-4BD5-B771-C1ABEDD397B2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112" name="弧形 111">
              <a:extLst>
                <a:ext uri="{FF2B5EF4-FFF2-40B4-BE49-F238E27FC236}">
                  <a16:creationId xmlns:a16="http://schemas.microsoft.com/office/drawing/2014/main" id="{9A180162-37C8-47BB-86C1-5D30C40CB268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C978EA37-71C9-4483-8753-436916918EC1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FD1F188A-3159-49A6-95BB-99387E27FF2D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15" name="弧形 114">
              <a:extLst>
                <a:ext uri="{FF2B5EF4-FFF2-40B4-BE49-F238E27FC236}">
                  <a16:creationId xmlns:a16="http://schemas.microsoft.com/office/drawing/2014/main" id="{A196BC84-534D-4288-ADF6-B6B45A54037C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45FA8EAD-7166-4FF6-9D71-AA4D8E91E87C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79CE2139-04AB-4DBF-8855-0FEB7E618BDA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6731E41-391F-40E6-84AE-2771C2F5A4A6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176101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9254DFA-F41A-40D3-8FAB-4DFB10558C7D}"/>
              </a:ext>
            </a:extLst>
          </p:cNvPr>
          <p:cNvCxnSpPr/>
          <p:nvPr/>
        </p:nvCxnSpPr>
        <p:spPr>
          <a:xfrm>
            <a:off x="-237524" y="5343148"/>
            <a:ext cx="1266704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ïšḷiḓé">
            <a:extLst>
              <a:ext uri="{FF2B5EF4-FFF2-40B4-BE49-F238E27FC236}">
                <a16:creationId xmlns:a16="http://schemas.microsoft.com/office/drawing/2014/main" id="{BEEC0B65-24B2-4716-8519-60FB376B231B}"/>
              </a:ext>
            </a:extLst>
          </p:cNvPr>
          <p:cNvSpPr/>
          <p:nvPr/>
        </p:nvSpPr>
        <p:spPr>
          <a:xfrm>
            <a:off x="1030734" y="1904043"/>
            <a:ext cx="2968866" cy="1513283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>
                <a:cs typeface="+mn-ea"/>
                <a:sym typeface="+mn-lt"/>
              </a:rPr>
              <a:t>Unified fonts make reading more fluent.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10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  <p:sp>
        <p:nvSpPr>
          <p:cNvPr id="36" name="îṩľîḍé">
            <a:extLst>
              <a:ext uri="{FF2B5EF4-FFF2-40B4-BE49-F238E27FC236}">
                <a16:creationId xmlns:a16="http://schemas.microsoft.com/office/drawing/2014/main" id="{6C2F1088-0446-4410-9A08-EE47022CC29D}"/>
              </a:ext>
            </a:extLst>
          </p:cNvPr>
          <p:cNvSpPr/>
          <p:nvPr/>
        </p:nvSpPr>
        <p:spPr bwMode="auto">
          <a:xfrm>
            <a:off x="1841720" y="4966235"/>
            <a:ext cx="752301" cy="753827"/>
          </a:xfrm>
          <a:prstGeom prst="ellipse">
            <a:avLst/>
          </a:pr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57150">
            <a:noFill/>
            <a:rou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7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7" name="ïṥḻíďè">
            <a:extLst>
              <a:ext uri="{FF2B5EF4-FFF2-40B4-BE49-F238E27FC236}">
                <a16:creationId xmlns:a16="http://schemas.microsoft.com/office/drawing/2014/main" id="{6363F102-2F54-46FC-9400-6A18B430085E}"/>
              </a:ext>
            </a:extLst>
          </p:cNvPr>
          <p:cNvSpPr/>
          <p:nvPr/>
        </p:nvSpPr>
        <p:spPr bwMode="auto">
          <a:xfrm>
            <a:off x="1994009" y="5123402"/>
            <a:ext cx="447723" cy="439492"/>
          </a:xfrm>
          <a:custGeom>
            <a:avLst/>
            <a:gdLst>
              <a:gd name="connsiteX0" fmla="*/ 170608 w 607804"/>
              <a:gd name="connsiteY0" fmla="*/ 262009 h 596630"/>
              <a:gd name="connsiteX1" fmla="*/ 260792 w 607804"/>
              <a:gd name="connsiteY1" fmla="*/ 427304 h 596630"/>
              <a:gd name="connsiteX2" fmla="*/ 303865 w 607804"/>
              <a:gd name="connsiteY2" fmla="*/ 451493 h 596630"/>
              <a:gd name="connsiteX3" fmla="*/ 346938 w 607804"/>
              <a:gd name="connsiteY3" fmla="*/ 427304 h 596630"/>
              <a:gd name="connsiteX4" fmla="*/ 408855 w 607804"/>
              <a:gd name="connsiteY4" fmla="*/ 319795 h 596630"/>
              <a:gd name="connsiteX5" fmla="*/ 519229 w 607804"/>
              <a:gd name="connsiteY5" fmla="*/ 298293 h 596630"/>
              <a:gd name="connsiteX6" fmla="*/ 552880 w 607804"/>
              <a:gd name="connsiteY6" fmla="*/ 319795 h 596630"/>
              <a:gd name="connsiteX7" fmla="*/ 606721 w 607804"/>
              <a:gd name="connsiteY7" fmla="*/ 538844 h 596630"/>
              <a:gd name="connsiteX8" fmla="*/ 602683 w 607804"/>
              <a:gd name="connsiteY8" fmla="*/ 563034 h 596630"/>
              <a:gd name="connsiteX9" fmla="*/ 582493 w 607804"/>
              <a:gd name="connsiteY9" fmla="*/ 575128 h 596630"/>
              <a:gd name="connsiteX10" fmla="*/ 414239 w 607804"/>
              <a:gd name="connsiteY10" fmla="*/ 596630 h 596630"/>
              <a:gd name="connsiteX11" fmla="*/ 400779 w 607804"/>
              <a:gd name="connsiteY11" fmla="*/ 595286 h 596630"/>
              <a:gd name="connsiteX12" fmla="*/ 205605 w 607804"/>
              <a:gd name="connsiteY12" fmla="*/ 532125 h 596630"/>
              <a:gd name="connsiteX13" fmla="*/ 189453 w 607804"/>
              <a:gd name="connsiteY13" fmla="*/ 532125 h 596630"/>
              <a:gd name="connsiteX14" fmla="*/ 37352 w 607804"/>
              <a:gd name="connsiteY14" fmla="*/ 572441 h 596630"/>
              <a:gd name="connsiteX15" fmla="*/ 9085 w 607804"/>
              <a:gd name="connsiteY15" fmla="*/ 565721 h 596630"/>
              <a:gd name="connsiteX16" fmla="*/ 1009 w 607804"/>
              <a:gd name="connsiteY16" fmla="*/ 537500 h 596630"/>
              <a:gd name="connsiteX17" fmla="*/ 54850 w 607804"/>
              <a:gd name="connsiteY17" fmla="*/ 321139 h 596630"/>
              <a:gd name="connsiteX18" fmla="*/ 72348 w 607804"/>
              <a:gd name="connsiteY18" fmla="*/ 300981 h 596630"/>
              <a:gd name="connsiteX19" fmla="*/ 302554 w 607804"/>
              <a:gd name="connsiteY19" fmla="*/ 68530 h 596630"/>
              <a:gd name="connsiteX20" fmla="*/ 237945 w 607804"/>
              <a:gd name="connsiteY20" fmla="*/ 133029 h 596630"/>
              <a:gd name="connsiteX21" fmla="*/ 302554 w 607804"/>
              <a:gd name="connsiteY21" fmla="*/ 197528 h 596630"/>
              <a:gd name="connsiteX22" fmla="*/ 367164 w 607804"/>
              <a:gd name="connsiteY22" fmla="*/ 133029 h 596630"/>
              <a:gd name="connsiteX23" fmla="*/ 302554 w 607804"/>
              <a:gd name="connsiteY23" fmla="*/ 68530 h 596630"/>
              <a:gd name="connsiteX24" fmla="*/ 303901 w 607804"/>
              <a:gd name="connsiteY24" fmla="*/ 0 h 596630"/>
              <a:gd name="connsiteX25" fmla="*/ 438504 w 607804"/>
              <a:gd name="connsiteY25" fmla="*/ 134373 h 596630"/>
              <a:gd name="connsiteX26" fmla="*/ 313323 w 607804"/>
              <a:gd name="connsiteY26" fmla="*/ 407150 h 596630"/>
              <a:gd name="connsiteX27" fmla="*/ 303901 w 607804"/>
              <a:gd name="connsiteY27" fmla="*/ 412525 h 596630"/>
              <a:gd name="connsiteX28" fmla="*/ 294478 w 607804"/>
              <a:gd name="connsiteY28" fmla="*/ 407150 h 596630"/>
              <a:gd name="connsiteX29" fmla="*/ 169297 w 607804"/>
              <a:gd name="connsiteY29" fmla="*/ 134373 h 596630"/>
              <a:gd name="connsiteX30" fmla="*/ 303901 w 607804"/>
              <a:gd name="connsiteY30" fmla="*/ 0 h 59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7804" h="596630">
                <a:moveTo>
                  <a:pt x="170608" y="262009"/>
                </a:moveTo>
                <a:cubicBezTo>
                  <a:pt x="196183" y="317107"/>
                  <a:pt x="229834" y="376237"/>
                  <a:pt x="260792" y="427304"/>
                </a:cubicBezTo>
                <a:cubicBezTo>
                  <a:pt x="270214" y="442086"/>
                  <a:pt x="286367" y="451493"/>
                  <a:pt x="303865" y="451493"/>
                </a:cubicBezTo>
                <a:cubicBezTo>
                  <a:pt x="321363" y="451493"/>
                  <a:pt x="337516" y="442086"/>
                  <a:pt x="346938" y="427304"/>
                </a:cubicBezTo>
                <a:cubicBezTo>
                  <a:pt x="367128" y="393707"/>
                  <a:pt x="388665" y="357423"/>
                  <a:pt x="408855" y="319795"/>
                </a:cubicBezTo>
                <a:cubicBezTo>
                  <a:pt x="411547" y="319795"/>
                  <a:pt x="519229" y="298293"/>
                  <a:pt x="519229" y="298293"/>
                </a:cubicBezTo>
                <a:cubicBezTo>
                  <a:pt x="534036" y="295605"/>
                  <a:pt x="548842" y="305013"/>
                  <a:pt x="552880" y="319795"/>
                </a:cubicBezTo>
                <a:lnTo>
                  <a:pt x="606721" y="538844"/>
                </a:lnTo>
                <a:cubicBezTo>
                  <a:pt x="609413" y="546907"/>
                  <a:pt x="606721" y="556314"/>
                  <a:pt x="602683" y="563034"/>
                </a:cubicBezTo>
                <a:cubicBezTo>
                  <a:pt x="598645" y="569753"/>
                  <a:pt x="590569" y="573784"/>
                  <a:pt x="582493" y="575128"/>
                </a:cubicBezTo>
                <a:lnTo>
                  <a:pt x="414239" y="596630"/>
                </a:lnTo>
                <a:cubicBezTo>
                  <a:pt x="408855" y="596630"/>
                  <a:pt x="404817" y="596630"/>
                  <a:pt x="400779" y="595286"/>
                </a:cubicBezTo>
                <a:lnTo>
                  <a:pt x="205605" y="532125"/>
                </a:lnTo>
                <a:cubicBezTo>
                  <a:pt x="200221" y="530781"/>
                  <a:pt x="194837" y="530781"/>
                  <a:pt x="189453" y="532125"/>
                </a:cubicBezTo>
                <a:lnTo>
                  <a:pt x="37352" y="572441"/>
                </a:lnTo>
                <a:cubicBezTo>
                  <a:pt x="26584" y="575128"/>
                  <a:pt x="15815" y="572441"/>
                  <a:pt x="9085" y="565721"/>
                </a:cubicBezTo>
                <a:cubicBezTo>
                  <a:pt x="1009" y="557658"/>
                  <a:pt x="-1683" y="546907"/>
                  <a:pt x="1009" y="537500"/>
                </a:cubicBezTo>
                <a:lnTo>
                  <a:pt x="54850" y="321139"/>
                </a:lnTo>
                <a:cubicBezTo>
                  <a:pt x="57542" y="311732"/>
                  <a:pt x="64272" y="305013"/>
                  <a:pt x="72348" y="300981"/>
                </a:cubicBezTo>
                <a:close/>
                <a:moveTo>
                  <a:pt x="302554" y="68530"/>
                </a:moveTo>
                <a:cubicBezTo>
                  <a:pt x="266212" y="68530"/>
                  <a:pt x="237945" y="98092"/>
                  <a:pt x="237945" y="133029"/>
                </a:cubicBezTo>
                <a:cubicBezTo>
                  <a:pt x="237945" y="169310"/>
                  <a:pt x="266212" y="197528"/>
                  <a:pt x="302554" y="197528"/>
                </a:cubicBezTo>
                <a:cubicBezTo>
                  <a:pt x="338897" y="197528"/>
                  <a:pt x="367164" y="167966"/>
                  <a:pt x="367164" y="133029"/>
                </a:cubicBezTo>
                <a:cubicBezTo>
                  <a:pt x="367164" y="96749"/>
                  <a:pt x="337551" y="68530"/>
                  <a:pt x="302554" y="68530"/>
                </a:cubicBezTo>
                <a:close/>
                <a:moveTo>
                  <a:pt x="303901" y="0"/>
                </a:moveTo>
                <a:cubicBezTo>
                  <a:pt x="377932" y="0"/>
                  <a:pt x="438504" y="60468"/>
                  <a:pt x="438504" y="134373"/>
                </a:cubicBezTo>
                <a:cubicBezTo>
                  <a:pt x="438504" y="196185"/>
                  <a:pt x="344282" y="357432"/>
                  <a:pt x="313323" y="407150"/>
                </a:cubicBezTo>
                <a:cubicBezTo>
                  <a:pt x="310631" y="409838"/>
                  <a:pt x="307939" y="412525"/>
                  <a:pt x="303901" y="412525"/>
                </a:cubicBezTo>
                <a:cubicBezTo>
                  <a:pt x="301208" y="412525"/>
                  <a:pt x="297170" y="409838"/>
                  <a:pt x="294478" y="407150"/>
                </a:cubicBezTo>
                <a:cubicBezTo>
                  <a:pt x="263519" y="357432"/>
                  <a:pt x="169297" y="196185"/>
                  <a:pt x="169297" y="134373"/>
                </a:cubicBezTo>
                <a:cubicBezTo>
                  <a:pt x="169297" y="60468"/>
                  <a:pt x="229869" y="0"/>
                  <a:pt x="3039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09F120D-EEA2-41B8-BC77-D5972B77B0D6}"/>
              </a:ext>
            </a:extLst>
          </p:cNvPr>
          <p:cNvCxnSpPr>
            <a:stCxn id="36" idx="1"/>
          </p:cNvCxnSpPr>
          <p:nvPr/>
        </p:nvCxnSpPr>
        <p:spPr>
          <a:xfrm flipH="1" flipV="1">
            <a:off x="1211319" y="4166826"/>
            <a:ext cx="740573" cy="909804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ïṧḻídé">
            <a:extLst>
              <a:ext uri="{FF2B5EF4-FFF2-40B4-BE49-F238E27FC236}">
                <a16:creationId xmlns:a16="http://schemas.microsoft.com/office/drawing/2014/main" id="{129FB680-86D6-4986-A40F-60933235F888}"/>
              </a:ext>
            </a:extLst>
          </p:cNvPr>
          <p:cNvSpPr txBox="1"/>
          <p:nvPr/>
        </p:nvSpPr>
        <p:spPr bwMode="auto">
          <a:xfrm>
            <a:off x="1261654" y="3900307"/>
            <a:ext cx="935297" cy="566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cs typeface="+mn-ea"/>
                <a:sym typeface="+mn-lt"/>
              </a:rPr>
              <a:t>01</a:t>
            </a:r>
          </a:p>
        </p:txBody>
      </p:sp>
      <p:sp>
        <p:nvSpPr>
          <p:cNvPr id="9" name="îṡḷiḑê">
            <a:extLst>
              <a:ext uri="{FF2B5EF4-FFF2-40B4-BE49-F238E27FC236}">
                <a16:creationId xmlns:a16="http://schemas.microsoft.com/office/drawing/2014/main" id="{DF161686-3700-43C3-BED1-361632958FD2}"/>
              </a:ext>
            </a:extLst>
          </p:cNvPr>
          <p:cNvSpPr/>
          <p:nvPr/>
        </p:nvSpPr>
        <p:spPr bwMode="auto">
          <a:xfrm flipV="1">
            <a:off x="1396504" y="4389878"/>
            <a:ext cx="1968685" cy="367732"/>
          </a:xfrm>
          <a:prstGeom prst="trapezoid">
            <a:avLst>
              <a:gd name="adj" fmla="val 79429"/>
            </a:avLst>
          </a:pr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zh-CN" altLang="en-US">
              <a:solidFill>
                <a:schemeClr val="dk1"/>
              </a:solidFill>
              <a:cs typeface="+mn-ea"/>
              <a:sym typeface="+mn-lt"/>
            </a:endParaRPr>
          </a:p>
        </p:txBody>
      </p:sp>
      <p:sp>
        <p:nvSpPr>
          <p:cNvPr id="10" name="íşľíḍê">
            <a:extLst>
              <a:ext uri="{FF2B5EF4-FFF2-40B4-BE49-F238E27FC236}">
                <a16:creationId xmlns:a16="http://schemas.microsoft.com/office/drawing/2014/main" id="{E27945E1-2B40-496B-B7FB-1C46C6A6C7DA}"/>
              </a:ext>
            </a:extLst>
          </p:cNvPr>
          <p:cNvSpPr/>
          <p:nvPr/>
        </p:nvSpPr>
        <p:spPr bwMode="auto">
          <a:xfrm>
            <a:off x="-237525" y="5393684"/>
            <a:ext cx="2093035" cy="773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34" name="íş1ïdé">
            <a:extLst>
              <a:ext uri="{FF2B5EF4-FFF2-40B4-BE49-F238E27FC236}">
                <a16:creationId xmlns:a16="http://schemas.microsoft.com/office/drawing/2014/main" id="{9ED1ED00-94BA-475D-8C6B-26AD2B672094}"/>
              </a:ext>
            </a:extLst>
          </p:cNvPr>
          <p:cNvSpPr/>
          <p:nvPr/>
        </p:nvSpPr>
        <p:spPr bwMode="auto">
          <a:xfrm>
            <a:off x="4866566" y="4966235"/>
            <a:ext cx="752301" cy="753827"/>
          </a:xfrm>
          <a:prstGeom prst="ellipse">
            <a:avLst/>
          </a:pr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57150">
            <a:noFill/>
            <a:rou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7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5" name="iS1ïḑé">
            <a:extLst>
              <a:ext uri="{FF2B5EF4-FFF2-40B4-BE49-F238E27FC236}">
                <a16:creationId xmlns:a16="http://schemas.microsoft.com/office/drawing/2014/main" id="{46542803-480E-4705-B0AE-C376A397206F}"/>
              </a:ext>
            </a:extLst>
          </p:cNvPr>
          <p:cNvSpPr/>
          <p:nvPr/>
        </p:nvSpPr>
        <p:spPr bwMode="auto">
          <a:xfrm>
            <a:off x="5018855" y="5123402"/>
            <a:ext cx="447723" cy="439492"/>
          </a:xfrm>
          <a:custGeom>
            <a:avLst/>
            <a:gdLst>
              <a:gd name="connsiteX0" fmla="*/ 170608 w 607804"/>
              <a:gd name="connsiteY0" fmla="*/ 262009 h 596630"/>
              <a:gd name="connsiteX1" fmla="*/ 260792 w 607804"/>
              <a:gd name="connsiteY1" fmla="*/ 427304 h 596630"/>
              <a:gd name="connsiteX2" fmla="*/ 303865 w 607804"/>
              <a:gd name="connsiteY2" fmla="*/ 451493 h 596630"/>
              <a:gd name="connsiteX3" fmla="*/ 346938 w 607804"/>
              <a:gd name="connsiteY3" fmla="*/ 427304 h 596630"/>
              <a:gd name="connsiteX4" fmla="*/ 408855 w 607804"/>
              <a:gd name="connsiteY4" fmla="*/ 319795 h 596630"/>
              <a:gd name="connsiteX5" fmla="*/ 519229 w 607804"/>
              <a:gd name="connsiteY5" fmla="*/ 298293 h 596630"/>
              <a:gd name="connsiteX6" fmla="*/ 552880 w 607804"/>
              <a:gd name="connsiteY6" fmla="*/ 319795 h 596630"/>
              <a:gd name="connsiteX7" fmla="*/ 606721 w 607804"/>
              <a:gd name="connsiteY7" fmla="*/ 538844 h 596630"/>
              <a:gd name="connsiteX8" fmla="*/ 602683 w 607804"/>
              <a:gd name="connsiteY8" fmla="*/ 563034 h 596630"/>
              <a:gd name="connsiteX9" fmla="*/ 582493 w 607804"/>
              <a:gd name="connsiteY9" fmla="*/ 575128 h 596630"/>
              <a:gd name="connsiteX10" fmla="*/ 414239 w 607804"/>
              <a:gd name="connsiteY10" fmla="*/ 596630 h 596630"/>
              <a:gd name="connsiteX11" fmla="*/ 400779 w 607804"/>
              <a:gd name="connsiteY11" fmla="*/ 595286 h 596630"/>
              <a:gd name="connsiteX12" fmla="*/ 205605 w 607804"/>
              <a:gd name="connsiteY12" fmla="*/ 532125 h 596630"/>
              <a:gd name="connsiteX13" fmla="*/ 189453 w 607804"/>
              <a:gd name="connsiteY13" fmla="*/ 532125 h 596630"/>
              <a:gd name="connsiteX14" fmla="*/ 37352 w 607804"/>
              <a:gd name="connsiteY14" fmla="*/ 572441 h 596630"/>
              <a:gd name="connsiteX15" fmla="*/ 9085 w 607804"/>
              <a:gd name="connsiteY15" fmla="*/ 565721 h 596630"/>
              <a:gd name="connsiteX16" fmla="*/ 1009 w 607804"/>
              <a:gd name="connsiteY16" fmla="*/ 537500 h 596630"/>
              <a:gd name="connsiteX17" fmla="*/ 54850 w 607804"/>
              <a:gd name="connsiteY17" fmla="*/ 321139 h 596630"/>
              <a:gd name="connsiteX18" fmla="*/ 72348 w 607804"/>
              <a:gd name="connsiteY18" fmla="*/ 300981 h 596630"/>
              <a:gd name="connsiteX19" fmla="*/ 302554 w 607804"/>
              <a:gd name="connsiteY19" fmla="*/ 68530 h 596630"/>
              <a:gd name="connsiteX20" fmla="*/ 237945 w 607804"/>
              <a:gd name="connsiteY20" fmla="*/ 133029 h 596630"/>
              <a:gd name="connsiteX21" fmla="*/ 302554 w 607804"/>
              <a:gd name="connsiteY21" fmla="*/ 197528 h 596630"/>
              <a:gd name="connsiteX22" fmla="*/ 367164 w 607804"/>
              <a:gd name="connsiteY22" fmla="*/ 133029 h 596630"/>
              <a:gd name="connsiteX23" fmla="*/ 302554 w 607804"/>
              <a:gd name="connsiteY23" fmla="*/ 68530 h 596630"/>
              <a:gd name="connsiteX24" fmla="*/ 303901 w 607804"/>
              <a:gd name="connsiteY24" fmla="*/ 0 h 596630"/>
              <a:gd name="connsiteX25" fmla="*/ 438504 w 607804"/>
              <a:gd name="connsiteY25" fmla="*/ 134373 h 596630"/>
              <a:gd name="connsiteX26" fmla="*/ 313323 w 607804"/>
              <a:gd name="connsiteY26" fmla="*/ 407150 h 596630"/>
              <a:gd name="connsiteX27" fmla="*/ 303901 w 607804"/>
              <a:gd name="connsiteY27" fmla="*/ 412525 h 596630"/>
              <a:gd name="connsiteX28" fmla="*/ 294478 w 607804"/>
              <a:gd name="connsiteY28" fmla="*/ 407150 h 596630"/>
              <a:gd name="connsiteX29" fmla="*/ 169297 w 607804"/>
              <a:gd name="connsiteY29" fmla="*/ 134373 h 596630"/>
              <a:gd name="connsiteX30" fmla="*/ 303901 w 607804"/>
              <a:gd name="connsiteY30" fmla="*/ 0 h 59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7804" h="596630">
                <a:moveTo>
                  <a:pt x="170608" y="262009"/>
                </a:moveTo>
                <a:cubicBezTo>
                  <a:pt x="196183" y="317107"/>
                  <a:pt x="229834" y="376237"/>
                  <a:pt x="260792" y="427304"/>
                </a:cubicBezTo>
                <a:cubicBezTo>
                  <a:pt x="270214" y="442086"/>
                  <a:pt x="286367" y="451493"/>
                  <a:pt x="303865" y="451493"/>
                </a:cubicBezTo>
                <a:cubicBezTo>
                  <a:pt x="321363" y="451493"/>
                  <a:pt x="337516" y="442086"/>
                  <a:pt x="346938" y="427304"/>
                </a:cubicBezTo>
                <a:cubicBezTo>
                  <a:pt x="367128" y="393707"/>
                  <a:pt x="388665" y="357423"/>
                  <a:pt x="408855" y="319795"/>
                </a:cubicBezTo>
                <a:cubicBezTo>
                  <a:pt x="411547" y="319795"/>
                  <a:pt x="519229" y="298293"/>
                  <a:pt x="519229" y="298293"/>
                </a:cubicBezTo>
                <a:cubicBezTo>
                  <a:pt x="534036" y="295605"/>
                  <a:pt x="548842" y="305013"/>
                  <a:pt x="552880" y="319795"/>
                </a:cubicBezTo>
                <a:lnTo>
                  <a:pt x="606721" y="538844"/>
                </a:lnTo>
                <a:cubicBezTo>
                  <a:pt x="609413" y="546907"/>
                  <a:pt x="606721" y="556314"/>
                  <a:pt x="602683" y="563034"/>
                </a:cubicBezTo>
                <a:cubicBezTo>
                  <a:pt x="598645" y="569753"/>
                  <a:pt x="590569" y="573784"/>
                  <a:pt x="582493" y="575128"/>
                </a:cubicBezTo>
                <a:lnTo>
                  <a:pt x="414239" y="596630"/>
                </a:lnTo>
                <a:cubicBezTo>
                  <a:pt x="408855" y="596630"/>
                  <a:pt x="404817" y="596630"/>
                  <a:pt x="400779" y="595286"/>
                </a:cubicBezTo>
                <a:lnTo>
                  <a:pt x="205605" y="532125"/>
                </a:lnTo>
                <a:cubicBezTo>
                  <a:pt x="200221" y="530781"/>
                  <a:pt x="194837" y="530781"/>
                  <a:pt x="189453" y="532125"/>
                </a:cubicBezTo>
                <a:lnTo>
                  <a:pt x="37352" y="572441"/>
                </a:lnTo>
                <a:cubicBezTo>
                  <a:pt x="26584" y="575128"/>
                  <a:pt x="15815" y="572441"/>
                  <a:pt x="9085" y="565721"/>
                </a:cubicBezTo>
                <a:cubicBezTo>
                  <a:pt x="1009" y="557658"/>
                  <a:pt x="-1683" y="546907"/>
                  <a:pt x="1009" y="537500"/>
                </a:cubicBezTo>
                <a:lnTo>
                  <a:pt x="54850" y="321139"/>
                </a:lnTo>
                <a:cubicBezTo>
                  <a:pt x="57542" y="311732"/>
                  <a:pt x="64272" y="305013"/>
                  <a:pt x="72348" y="300981"/>
                </a:cubicBezTo>
                <a:close/>
                <a:moveTo>
                  <a:pt x="302554" y="68530"/>
                </a:moveTo>
                <a:cubicBezTo>
                  <a:pt x="266212" y="68530"/>
                  <a:pt x="237945" y="98092"/>
                  <a:pt x="237945" y="133029"/>
                </a:cubicBezTo>
                <a:cubicBezTo>
                  <a:pt x="237945" y="169310"/>
                  <a:pt x="266212" y="197528"/>
                  <a:pt x="302554" y="197528"/>
                </a:cubicBezTo>
                <a:cubicBezTo>
                  <a:pt x="338897" y="197528"/>
                  <a:pt x="367164" y="167966"/>
                  <a:pt x="367164" y="133029"/>
                </a:cubicBezTo>
                <a:cubicBezTo>
                  <a:pt x="367164" y="96749"/>
                  <a:pt x="337551" y="68530"/>
                  <a:pt x="302554" y="68530"/>
                </a:cubicBezTo>
                <a:close/>
                <a:moveTo>
                  <a:pt x="303901" y="0"/>
                </a:moveTo>
                <a:cubicBezTo>
                  <a:pt x="377932" y="0"/>
                  <a:pt x="438504" y="60468"/>
                  <a:pt x="438504" y="134373"/>
                </a:cubicBezTo>
                <a:cubicBezTo>
                  <a:pt x="438504" y="196185"/>
                  <a:pt x="344282" y="357432"/>
                  <a:pt x="313323" y="407150"/>
                </a:cubicBezTo>
                <a:cubicBezTo>
                  <a:pt x="310631" y="409838"/>
                  <a:pt x="307939" y="412525"/>
                  <a:pt x="303901" y="412525"/>
                </a:cubicBezTo>
                <a:cubicBezTo>
                  <a:pt x="301208" y="412525"/>
                  <a:pt x="297170" y="409838"/>
                  <a:pt x="294478" y="407150"/>
                </a:cubicBezTo>
                <a:cubicBezTo>
                  <a:pt x="263519" y="357432"/>
                  <a:pt x="169297" y="196185"/>
                  <a:pt x="169297" y="134373"/>
                </a:cubicBezTo>
                <a:cubicBezTo>
                  <a:pt x="169297" y="60468"/>
                  <a:pt x="229869" y="0"/>
                  <a:pt x="3039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B4BFDC-D9EA-49B5-BF56-AB576105A883}"/>
              </a:ext>
            </a:extLst>
          </p:cNvPr>
          <p:cNvCxnSpPr>
            <a:stCxn id="34" idx="1"/>
          </p:cNvCxnSpPr>
          <p:nvPr/>
        </p:nvCxnSpPr>
        <p:spPr>
          <a:xfrm flipH="1" flipV="1">
            <a:off x="3739577" y="3556760"/>
            <a:ext cx="1237161" cy="151987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íṥ1íḋê">
            <a:extLst>
              <a:ext uri="{FF2B5EF4-FFF2-40B4-BE49-F238E27FC236}">
                <a16:creationId xmlns:a16="http://schemas.microsoft.com/office/drawing/2014/main" id="{65CB1980-DDD8-4575-A73B-6E5FAE67ECC5}"/>
              </a:ext>
            </a:extLst>
          </p:cNvPr>
          <p:cNvSpPr txBox="1"/>
          <p:nvPr/>
        </p:nvSpPr>
        <p:spPr bwMode="auto">
          <a:xfrm>
            <a:off x="3805220" y="3226079"/>
            <a:ext cx="935297" cy="566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cs typeface="+mn-ea"/>
                <a:sym typeface="+mn-lt"/>
              </a:rPr>
              <a:t>02</a:t>
            </a:r>
          </a:p>
        </p:txBody>
      </p:sp>
      <p:sp>
        <p:nvSpPr>
          <p:cNvPr id="14" name="îṩľîdè">
            <a:extLst>
              <a:ext uri="{FF2B5EF4-FFF2-40B4-BE49-F238E27FC236}">
                <a16:creationId xmlns:a16="http://schemas.microsoft.com/office/drawing/2014/main" id="{D5898DF2-B982-42D0-93B6-6BAFD0A31EEA}"/>
              </a:ext>
            </a:extLst>
          </p:cNvPr>
          <p:cNvSpPr/>
          <p:nvPr/>
        </p:nvSpPr>
        <p:spPr bwMode="auto">
          <a:xfrm flipV="1">
            <a:off x="3876054" y="3715366"/>
            <a:ext cx="1968685" cy="367732"/>
          </a:xfrm>
          <a:prstGeom prst="trapezoid">
            <a:avLst>
              <a:gd name="adj" fmla="val 79429"/>
            </a:avLst>
          </a:pr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zh-CN" altLang="en-US">
              <a:solidFill>
                <a:schemeClr val="dk1"/>
              </a:solidFill>
              <a:cs typeface="+mn-ea"/>
              <a:sym typeface="+mn-lt"/>
            </a:endParaRPr>
          </a:p>
        </p:txBody>
      </p:sp>
      <p:sp>
        <p:nvSpPr>
          <p:cNvPr id="15" name="îṡḷîḋè">
            <a:extLst>
              <a:ext uri="{FF2B5EF4-FFF2-40B4-BE49-F238E27FC236}">
                <a16:creationId xmlns:a16="http://schemas.microsoft.com/office/drawing/2014/main" id="{7D8016FE-6444-4B65-8FC6-8E655305DD41}"/>
              </a:ext>
            </a:extLst>
          </p:cNvPr>
          <p:cNvSpPr/>
          <p:nvPr/>
        </p:nvSpPr>
        <p:spPr bwMode="auto">
          <a:xfrm>
            <a:off x="2787321" y="5393684"/>
            <a:ext cx="2093035" cy="773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32" name="iṥ1iďê">
            <a:extLst>
              <a:ext uri="{FF2B5EF4-FFF2-40B4-BE49-F238E27FC236}">
                <a16:creationId xmlns:a16="http://schemas.microsoft.com/office/drawing/2014/main" id="{26F782A0-B0D6-4135-AFA6-3B8CB6FC52F8}"/>
              </a:ext>
            </a:extLst>
          </p:cNvPr>
          <p:cNvSpPr/>
          <p:nvPr/>
        </p:nvSpPr>
        <p:spPr bwMode="auto">
          <a:xfrm>
            <a:off x="7891412" y="4966235"/>
            <a:ext cx="752301" cy="753827"/>
          </a:xfrm>
          <a:prstGeom prst="ellipse">
            <a:avLst/>
          </a:pr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57150">
            <a:noFill/>
            <a:round/>
          </a:ln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7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3" name="išḷíḋê">
            <a:extLst>
              <a:ext uri="{FF2B5EF4-FFF2-40B4-BE49-F238E27FC236}">
                <a16:creationId xmlns:a16="http://schemas.microsoft.com/office/drawing/2014/main" id="{7436C6F9-592E-4B24-B70F-A73F99DFA98B}"/>
              </a:ext>
            </a:extLst>
          </p:cNvPr>
          <p:cNvSpPr/>
          <p:nvPr/>
        </p:nvSpPr>
        <p:spPr bwMode="auto">
          <a:xfrm>
            <a:off x="8043701" y="5123402"/>
            <a:ext cx="447723" cy="439492"/>
          </a:xfrm>
          <a:custGeom>
            <a:avLst/>
            <a:gdLst>
              <a:gd name="connsiteX0" fmla="*/ 170608 w 607804"/>
              <a:gd name="connsiteY0" fmla="*/ 262009 h 596630"/>
              <a:gd name="connsiteX1" fmla="*/ 260792 w 607804"/>
              <a:gd name="connsiteY1" fmla="*/ 427304 h 596630"/>
              <a:gd name="connsiteX2" fmla="*/ 303865 w 607804"/>
              <a:gd name="connsiteY2" fmla="*/ 451493 h 596630"/>
              <a:gd name="connsiteX3" fmla="*/ 346938 w 607804"/>
              <a:gd name="connsiteY3" fmla="*/ 427304 h 596630"/>
              <a:gd name="connsiteX4" fmla="*/ 408855 w 607804"/>
              <a:gd name="connsiteY4" fmla="*/ 319795 h 596630"/>
              <a:gd name="connsiteX5" fmla="*/ 519229 w 607804"/>
              <a:gd name="connsiteY5" fmla="*/ 298293 h 596630"/>
              <a:gd name="connsiteX6" fmla="*/ 552880 w 607804"/>
              <a:gd name="connsiteY6" fmla="*/ 319795 h 596630"/>
              <a:gd name="connsiteX7" fmla="*/ 606721 w 607804"/>
              <a:gd name="connsiteY7" fmla="*/ 538844 h 596630"/>
              <a:gd name="connsiteX8" fmla="*/ 602683 w 607804"/>
              <a:gd name="connsiteY8" fmla="*/ 563034 h 596630"/>
              <a:gd name="connsiteX9" fmla="*/ 582493 w 607804"/>
              <a:gd name="connsiteY9" fmla="*/ 575128 h 596630"/>
              <a:gd name="connsiteX10" fmla="*/ 414239 w 607804"/>
              <a:gd name="connsiteY10" fmla="*/ 596630 h 596630"/>
              <a:gd name="connsiteX11" fmla="*/ 400779 w 607804"/>
              <a:gd name="connsiteY11" fmla="*/ 595286 h 596630"/>
              <a:gd name="connsiteX12" fmla="*/ 205605 w 607804"/>
              <a:gd name="connsiteY12" fmla="*/ 532125 h 596630"/>
              <a:gd name="connsiteX13" fmla="*/ 189453 w 607804"/>
              <a:gd name="connsiteY13" fmla="*/ 532125 h 596630"/>
              <a:gd name="connsiteX14" fmla="*/ 37352 w 607804"/>
              <a:gd name="connsiteY14" fmla="*/ 572441 h 596630"/>
              <a:gd name="connsiteX15" fmla="*/ 9085 w 607804"/>
              <a:gd name="connsiteY15" fmla="*/ 565721 h 596630"/>
              <a:gd name="connsiteX16" fmla="*/ 1009 w 607804"/>
              <a:gd name="connsiteY16" fmla="*/ 537500 h 596630"/>
              <a:gd name="connsiteX17" fmla="*/ 54850 w 607804"/>
              <a:gd name="connsiteY17" fmla="*/ 321139 h 596630"/>
              <a:gd name="connsiteX18" fmla="*/ 72348 w 607804"/>
              <a:gd name="connsiteY18" fmla="*/ 300981 h 596630"/>
              <a:gd name="connsiteX19" fmla="*/ 302554 w 607804"/>
              <a:gd name="connsiteY19" fmla="*/ 68530 h 596630"/>
              <a:gd name="connsiteX20" fmla="*/ 237945 w 607804"/>
              <a:gd name="connsiteY20" fmla="*/ 133029 h 596630"/>
              <a:gd name="connsiteX21" fmla="*/ 302554 w 607804"/>
              <a:gd name="connsiteY21" fmla="*/ 197528 h 596630"/>
              <a:gd name="connsiteX22" fmla="*/ 367164 w 607804"/>
              <a:gd name="connsiteY22" fmla="*/ 133029 h 596630"/>
              <a:gd name="connsiteX23" fmla="*/ 302554 w 607804"/>
              <a:gd name="connsiteY23" fmla="*/ 68530 h 596630"/>
              <a:gd name="connsiteX24" fmla="*/ 303901 w 607804"/>
              <a:gd name="connsiteY24" fmla="*/ 0 h 596630"/>
              <a:gd name="connsiteX25" fmla="*/ 438504 w 607804"/>
              <a:gd name="connsiteY25" fmla="*/ 134373 h 596630"/>
              <a:gd name="connsiteX26" fmla="*/ 313323 w 607804"/>
              <a:gd name="connsiteY26" fmla="*/ 407150 h 596630"/>
              <a:gd name="connsiteX27" fmla="*/ 303901 w 607804"/>
              <a:gd name="connsiteY27" fmla="*/ 412525 h 596630"/>
              <a:gd name="connsiteX28" fmla="*/ 294478 w 607804"/>
              <a:gd name="connsiteY28" fmla="*/ 407150 h 596630"/>
              <a:gd name="connsiteX29" fmla="*/ 169297 w 607804"/>
              <a:gd name="connsiteY29" fmla="*/ 134373 h 596630"/>
              <a:gd name="connsiteX30" fmla="*/ 303901 w 607804"/>
              <a:gd name="connsiteY30" fmla="*/ 0 h 596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07804" h="596630">
                <a:moveTo>
                  <a:pt x="170608" y="262009"/>
                </a:moveTo>
                <a:cubicBezTo>
                  <a:pt x="196183" y="317107"/>
                  <a:pt x="229834" y="376237"/>
                  <a:pt x="260792" y="427304"/>
                </a:cubicBezTo>
                <a:cubicBezTo>
                  <a:pt x="270214" y="442086"/>
                  <a:pt x="286367" y="451493"/>
                  <a:pt x="303865" y="451493"/>
                </a:cubicBezTo>
                <a:cubicBezTo>
                  <a:pt x="321363" y="451493"/>
                  <a:pt x="337516" y="442086"/>
                  <a:pt x="346938" y="427304"/>
                </a:cubicBezTo>
                <a:cubicBezTo>
                  <a:pt x="367128" y="393707"/>
                  <a:pt x="388665" y="357423"/>
                  <a:pt x="408855" y="319795"/>
                </a:cubicBezTo>
                <a:cubicBezTo>
                  <a:pt x="411547" y="319795"/>
                  <a:pt x="519229" y="298293"/>
                  <a:pt x="519229" y="298293"/>
                </a:cubicBezTo>
                <a:cubicBezTo>
                  <a:pt x="534036" y="295605"/>
                  <a:pt x="548842" y="305013"/>
                  <a:pt x="552880" y="319795"/>
                </a:cubicBezTo>
                <a:lnTo>
                  <a:pt x="606721" y="538844"/>
                </a:lnTo>
                <a:cubicBezTo>
                  <a:pt x="609413" y="546907"/>
                  <a:pt x="606721" y="556314"/>
                  <a:pt x="602683" y="563034"/>
                </a:cubicBezTo>
                <a:cubicBezTo>
                  <a:pt x="598645" y="569753"/>
                  <a:pt x="590569" y="573784"/>
                  <a:pt x="582493" y="575128"/>
                </a:cubicBezTo>
                <a:lnTo>
                  <a:pt x="414239" y="596630"/>
                </a:lnTo>
                <a:cubicBezTo>
                  <a:pt x="408855" y="596630"/>
                  <a:pt x="404817" y="596630"/>
                  <a:pt x="400779" y="595286"/>
                </a:cubicBezTo>
                <a:lnTo>
                  <a:pt x="205605" y="532125"/>
                </a:lnTo>
                <a:cubicBezTo>
                  <a:pt x="200221" y="530781"/>
                  <a:pt x="194837" y="530781"/>
                  <a:pt x="189453" y="532125"/>
                </a:cubicBezTo>
                <a:lnTo>
                  <a:pt x="37352" y="572441"/>
                </a:lnTo>
                <a:cubicBezTo>
                  <a:pt x="26584" y="575128"/>
                  <a:pt x="15815" y="572441"/>
                  <a:pt x="9085" y="565721"/>
                </a:cubicBezTo>
                <a:cubicBezTo>
                  <a:pt x="1009" y="557658"/>
                  <a:pt x="-1683" y="546907"/>
                  <a:pt x="1009" y="537500"/>
                </a:cubicBezTo>
                <a:lnTo>
                  <a:pt x="54850" y="321139"/>
                </a:lnTo>
                <a:cubicBezTo>
                  <a:pt x="57542" y="311732"/>
                  <a:pt x="64272" y="305013"/>
                  <a:pt x="72348" y="300981"/>
                </a:cubicBezTo>
                <a:close/>
                <a:moveTo>
                  <a:pt x="302554" y="68530"/>
                </a:moveTo>
                <a:cubicBezTo>
                  <a:pt x="266212" y="68530"/>
                  <a:pt x="237945" y="98092"/>
                  <a:pt x="237945" y="133029"/>
                </a:cubicBezTo>
                <a:cubicBezTo>
                  <a:pt x="237945" y="169310"/>
                  <a:pt x="266212" y="197528"/>
                  <a:pt x="302554" y="197528"/>
                </a:cubicBezTo>
                <a:cubicBezTo>
                  <a:pt x="338897" y="197528"/>
                  <a:pt x="367164" y="167966"/>
                  <a:pt x="367164" y="133029"/>
                </a:cubicBezTo>
                <a:cubicBezTo>
                  <a:pt x="367164" y="96749"/>
                  <a:pt x="337551" y="68530"/>
                  <a:pt x="302554" y="68530"/>
                </a:cubicBezTo>
                <a:close/>
                <a:moveTo>
                  <a:pt x="303901" y="0"/>
                </a:moveTo>
                <a:cubicBezTo>
                  <a:pt x="377932" y="0"/>
                  <a:pt x="438504" y="60468"/>
                  <a:pt x="438504" y="134373"/>
                </a:cubicBezTo>
                <a:cubicBezTo>
                  <a:pt x="438504" y="196185"/>
                  <a:pt x="344282" y="357432"/>
                  <a:pt x="313323" y="407150"/>
                </a:cubicBezTo>
                <a:cubicBezTo>
                  <a:pt x="310631" y="409838"/>
                  <a:pt x="307939" y="412525"/>
                  <a:pt x="303901" y="412525"/>
                </a:cubicBezTo>
                <a:cubicBezTo>
                  <a:pt x="301208" y="412525"/>
                  <a:pt x="297170" y="409838"/>
                  <a:pt x="294478" y="407150"/>
                </a:cubicBezTo>
                <a:cubicBezTo>
                  <a:pt x="263519" y="357432"/>
                  <a:pt x="169297" y="196185"/>
                  <a:pt x="169297" y="134373"/>
                </a:cubicBezTo>
                <a:cubicBezTo>
                  <a:pt x="169297" y="60468"/>
                  <a:pt x="229869" y="0"/>
                  <a:pt x="3039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íŝḷiḑe">
            <a:extLst>
              <a:ext uri="{FF2B5EF4-FFF2-40B4-BE49-F238E27FC236}">
                <a16:creationId xmlns:a16="http://schemas.microsoft.com/office/drawing/2014/main" id="{3FCC0CAA-C931-4972-8FD7-EFD8EE5EE4DE}"/>
              </a:ext>
            </a:extLst>
          </p:cNvPr>
          <p:cNvSpPr txBox="1"/>
          <p:nvPr/>
        </p:nvSpPr>
        <p:spPr bwMode="auto">
          <a:xfrm>
            <a:off x="6348719" y="2512401"/>
            <a:ext cx="935297" cy="566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cs typeface="+mn-ea"/>
                <a:sym typeface="+mn-lt"/>
              </a:rPr>
              <a:t>03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7A72D2E-7044-492C-B2A0-CD62CC6697AC}"/>
              </a:ext>
            </a:extLst>
          </p:cNvPr>
          <p:cNvCxnSpPr>
            <a:stCxn id="32" idx="1"/>
          </p:cNvCxnSpPr>
          <p:nvPr/>
        </p:nvCxnSpPr>
        <p:spPr>
          <a:xfrm flipH="1" flipV="1">
            <a:off x="6185883" y="2834861"/>
            <a:ext cx="1815701" cy="2241769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ïšļîḑê">
            <a:extLst>
              <a:ext uri="{FF2B5EF4-FFF2-40B4-BE49-F238E27FC236}">
                <a16:creationId xmlns:a16="http://schemas.microsoft.com/office/drawing/2014/main" id="{D00E85BD-1490-40A6-A417-5E17FAA43598}"/>
              </a:ext>
            </a:extLst>
          </p:cNvPr>
          <p:cNvSpPr/>
          <p:nvPr/>
        </p:nvSpPr>
        <p:spPr bwMode="auto">
          <a:xfrm flipV="1">
            <a:off x="6355604" y="3040856"/>
            <a:ext cx="1968685" cy="367732"/>
          </a:xfrm>
          <a:prstGeom prst="trapezoid">
            <a:avLst>
              <a:gd name="adj" fmla="val 79429"/>
            </a:avLst>
          </a:pr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zh-CN" altLang="en-US">
              <a:solidFill>
                <a:schemeClr val="dk1"/>
              </a:solidFill>
              <a:cs typeface="+mn-ea"/>
              <a:sym typeface="+mn-lt"/>
            </a:endParaRPr>
          </a:p>
        </p:txBody>
      </p:sp>
      <p:sp>
        <p:nvSpPr>
          <p:cNvPr id="20" name="íṧḻïḋé">
            <a:extLst>
              <a:ext uri="{FF2B5EF4-FFF2-40B4-BE49-F238E27FC236}">
                <a16:creationId xmlns:a16="http://schemas.microsoft.com/office/drawing/2014/main" id="{97ADD771-E99B-456D-89C2-43F853FE4A05}"/>
              </a:ext>
            </a:extLst>
          </p:cNvPr>
          <p:cNvSpPr/>
          <p:nvPr/>
        </p:nvSpPr>
        <p:spPr bwMode="auto">
          <a:xfrm>
            <a:off x="5812167" y="5393684"/>
            <a:ext cx="2093035" cy="773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grpSp>
        <p:nvGrpSpPr>
          <p:cNvPr id="21" name="îṥlîḍé">
            <a:extLst>
              <a:ext uri="{FF2B5EF4-FFF2-40B4-BE49-F238E27FC236}">
                <a16:creationId xmlns:a16="http://schemas.microsoft.com/office/drawing/2014/main" id="{A95FBDDC-C2F8-4675-882D-BDC5700FF453}"/>
              </a:ext>
            </a:extLst>
          </p:cNvPr>
          <p:cNvGrpSpPr/>
          <p:nvPr/>
        </p:nvGrpSpPr>
        <p:grpSpPr>
          <a:xfrm>
            <a:off x="10916258" y="4966235"/>
            <a:ext cx="752301" cy="753827"/>
            <a:chOff x="668200" y="3366077"/>
            <a:chExt cx="1024443" cy="1026520"/>
          </a:xfrm>
        </p:grpSpPr>
        <p:sp>
          <p:nvSpPr>
            <p:cNvPr id="30" name="ïṣḷîḓe">
              <a:extLst>
                <a:ext uri="{FF2B5EF4-FFF2-40B4-BE49-F238E27FC236}">
                  <a16:creationId xmlns:a16="http://schemas.microsoft.com/office/drawing/2014/main" id="{C4A0D014-2658-47F6-9DF0-01DA4BC720AB}"/>
                </a:ext>
              </a:extLst>
            </p:cNvPr>
            <p:cNvSpPr/>
            <p:nvPr/>
          </p:nvSpPr>
          <p:spPr bwMode="auto">
            <a:xfrm>
              <a:off x="668200" y="3366077"/>
              <a:ext cx="1024443" cy="1026520"/>
            </a:xfrm>
            <a:prstGeom prst="ellipse">
              <a:avLst/>
            </a:prstGeom>
            <a:gradFill>
              <a:gsLst>
                <a:gs pos="0">
                  <a:srgbClr val="32B8C6"/>
                </a:gs>
                <a:gs pos="100000">
                  <a:srgbClr val="6965DD"/>
                </a:gs>
              </a:gsLst>
              <a:lin ang="5400000" scaled="1"/>
            </a:gradFill>
            <a:ln w="57150">
              <a:noFill/>
              <a:rou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000">
                  <a:solidFill>
                    <a:schemeClr val="accent1"/>
                  </a:solidFill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000">
                  <a:solidFill>
                    <a:schemeClr val="accent1"/>
                  </a:solidFill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7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1" name="íṩļiḋè">
              <a:extLst>
                <a:ext uri="{FF2B5EF4-FFF2-40B4-BE49-F238E27FC236}">
                  <a16:creationId xmlns:a16="http://schemas.microsoft.com/office/drawing/2014/main" id="{39C0BED6-3045-4DF0-A843-BC443AF68029}"/>
                </a:ext>
              </a:extLst>
            </p:cNvPr>
            <p:cNvSpPr/>
            <p:nvPr/>
          </p:nvSpPr>
          <p:spPr bwMode="auto">
            <a:xfrm>
              <a:off x="875579" y="3580099"/>
              <a:ext cx="609685" cy="598476"/>
            </a:xfrm>
            <a:custGeom>
              <a:avLst/>
              <a:gdLst>
                <a:gd name="connsiteX0" fmla="*/ 170608 w 607804"/>
                <a:gd name="connsiteY0" fmla="*/ 262009 h 596630"/>
                <a:gd name="connsiteX1" fmla="*/ 260792 w 607804"/>
                <a:gd name="connsiteY1" fmla="*/ 427304 h 596630"/>
                <a:gd name="connsiteX2" fmla="*/ 303865 w 607804"/>
                <a:gd name="connsiteY2" fmla="*/ 451493 h 596630"/>
                <a:gd name="connsiteX3" fmla="*/ 346938 w 607804"/>
                <a:gd name="connsiteY3" fmla="*/ 427304 h 596630"/>
                <a:gd name="connsiteX4" fmla="*/ 408855 w 607804"/>
                <a:gd name="connsiteY4" fmla="*/ 319795 h 596630"/>
                <a:gd name="connsiteX5" fmla="*/ 519229 w 607804"/>
                <a:gd name="connsiteY5" fmla="*/ 298293 h 596630"/>
                <a:gd name="connsiteX6" fmla="*/ 552880 w 607804"/>
                <a:gd name="connsiteY6" fmla="*/ 319795 h 596630"/>
                <a:gd name="connsiteX7" fmla="*/ 606721 w 607804"/>
                <a:gd name="connsiteY7" fmla="*/ 538844 h 596630"/>
                <a:gd name="connsiteX8" fmla="*/ 602683 w 607804"/>
                <a:gd name="connsiteY8" fmla="*/ 563034 h 596630"/>
                <a:gd name="connsiteX9" fmla="*/ 582493 w 607804"/>
                <a:gd name="connsiteY9" fmla="*/ 575128 h 596630"/>
                <a:gd name="connsiteX10" fmla="*/ 414239 w 607804"/>
                <a:gd name="connsiteY10" fmla="*/ 596630 h 596630"/>
                <a:gd name="connsiteX11" fmla="*/ 400779 w 607804"/>
                <a:gd name="connsiteY11" fmla="*/ 595286 h 596630"/>
                <a:gd name="connsiteX12" fmla="*/ 205605 w 607804"/>
                <a:gd name="connsiteY12" fmla="*/ 532125 h 596630"/>
                <a:gd name="connsiteX13" fmla="*/ 189453 w 607804"/>
                <a:gd name="connsiteY13" fmla="*/ 532125 h 596630"/>
                <a:gd name="connsiteX14" fmla="*/ 37352 w 607804"/>
                <a:gd name="connsiteY14" fmla="*/ 572441 h 596630"/>
                <a:gd name="connsiteX15" fmla="*/ 9085 w 607804"/>
                <a:gd name="connsiteY15" fmla="*/ 565721 h 596630"/>
                <a:gd name="connsiteX16" fmla="*/ 1009 w 607804"/>
                <a:gd name="connsiteY16" fmla="*/ 537500 h 596630"/>
                <a:gd name="connsiteX17" fmla="*/ 54850 w 607804"/>
                <a:gd name="connsiteY17" fmla="*/ 321139 h 596630"/>
                <a:gd name="connsiteX18" fmla="*/ 72348 w 607804"/>
                <a:gd name="connsiteY18" fmla="*/ 300981 h 596630"/>
                <a:gd name="connsiteX19" fmla="*/ 302554 w 607804"/>
                <a:gd name="connsiteY19" fmla="*/ 68530 h 596630"/>
                <a:gd name="connsiteX20" fmla="*/ 237945 w 607804"/>
                <a:gd name="connsiteY20" fmla="*/ 133029 h 596630"/>
                <a:gd name="connsiteX21" fmla="*/ 302554 w 607804"/>
                <a:gd name="connsiteY21" fmla="*/ 197528 h 596630"/>
                <a:gd name="connsiteX22" fmla="*/ 367164 w 607804"/>
                <a:gd name="connsiteY22" fmla="*/ 133029 h 596630"/>
                <a:gd name="connsiteX23" fmla="*/ 302554 w 607804"/>
                <a:gd name="connsiteY23" fmla="*/ 68530 h 596630"/>
                <a:gd name="connsiteX24" fmla="*/ 303901 w 607804"/>
                <a:gd name="connsiteY24" fmla="*/ 0 h 596630"/>
                <a:gd name="connsiteX25" fmla="*/ 438504 w 607804"/>
                <a:gd name="connsiteY25" fmla="*/ 134373 h 596630"/>
                <a:gd name="connsiteX26" fmla="*/ 313323 w 607804"/>
                <a:gd name="connsiteY26" fmla="*/ 407150 h 596630"/>
                <a:gd name="connsiteX27" fmla="*/ 303901 w 607804"/>
                <a:gd name="connsiteY27" fmla="*/ 412525 h 596630"/>
                <a:gd name="connsiteX28" fmla="*/ 294478 w 607804"/>
                <a:gd name="connsiteY28" fmla="*/ 407150 h 596630"/>
                <a:gd name="connsiteX29" fmla="*/ 169297 w 607804"/>
                <a:gd name="connsiteY29" fmla="*/ 134373 h 596630"/>
                <a:gd name="connsiteX30" fmla="*/ 303901 w 607804"/>
                <a:gd name="connsiteY30" fmla="*/ 0 h 59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7804" h="596630">
                  <a:moveTo>
                    <a:pt x="170608" y="262009"/>
                  </a:moveTo>
                  <a:cubicBezTo>
                    <a:pt x="196183" y="317107"/>
                    <a:pt x="229834" y="376237"/>
                    <a:pt x="260792" y="427304"/>
                  </a:cubicBezTo>
                  <a:cubicBezTo>
                    <a:pt x="270214" y="442086"/>
                    <a:pt x="286367" y="451493"/>
                    <a:pt x="303865" y="451493"/>
                  </a:cubicBezTo>
                  <a:cubicBezTo>
                    <a:pt x="321363" y="451493"/>
                    <a:pt x="337516" y="442086"/>
                    <a:pt x="346938" y="427304"/>
                  </a:cubicBezTo>
                  <a:cubicBezTo>
                    <a:pt x="367128" y="393707"/>
                    <a:pt x="388665" y="357423"/>
                    <a:pt x="408855" y="319795"/>
                  </a:cubicBezTo>
                  <a:cubicBezTo>
                    <a:pt x="411547" y="319795"/>
                    <a:pt x="519229" y="298293"/>
                    <a:pt x="519229" y="298293"/>
                  </a:cubicBezTo>
                  <a:cubicBezTo>
                    <a:pt x="534036" y="295605"/>
                    <a:pt x="548842" y="305013"/>
                    <a:pt x="552880" y="319795"/>
                  </a:cubicBezTo>
                  <a:lnTo>
                    <a:pt x="606721" y="538844"/>
                  </a:lnTo>
                  <a:cubicBezTo>
                    <a:pt x="609413" y="546907"/>
                    <a:pt x="606721" y="556314"/>
                    <a:pt x="602683" y="563034"/>
                  </a:cubicBezTo>
                  <a:cubicBezTo>
                    <a:pt x="598645" y="569753"/>
                    <a:pt x="590569" y="573784"/>
                    <a:pt x="582493" y="575128"/>
                  </a:cubicBezTo>
                  <a:lnTo>
                    <a:pt x="414239" y="596630"/>
                  </a:lnTo>
                  <a:cubicBezTo>
                    <a:pt x="408855" y="596630"/>
                    <a:pt x="404817" y="596630"/>
                    <a:pt x="400779" y="595286"/>
                  </a:cubicBezTo>
                  <a:lnTo>
                    <a:pt x="205605" y="532125"/>
                  </a:lnTo>
                  <a:cubicBezTo>
                    <a:pt x="200221" y="530781"/>
                    <a:pt x="194837" y="530781"/>
                    <a:pt x="189453" y="532125"/>
                  </a:cubicBezTo>
                  <a:lnTo>
                    <a:pt x="37352" y="572441"/>
                  </a:lnTo>
                  <a:cubicBezTo>
                    <a:pt x="26584" y="575128"/>
                    <a:pt x="15815" y="572441"/>
                    <a:pt x="9085" y="565721"/>
                  </a:cubicBezTo>
                  <a:cubicBezTo>
                    <a:pt x="1009" y="557658"/>
                    <a:pt x="-1683" y="546907"/>
                    <a:pt x="1009" y="537500"/>
                  </a:cubicBezTo>
                  <a:lnTo>
                    <a:pt x="54850" y="321139"/>
                  </a:lnTo>
                  <a:cubicBezTo>
                    <a:pt x="57542" y="311732"/>
                    <a:pt x="64272" y="305013"/>
                    <a:pt x="72348" y="300981"/>
                  </a:cubicBezTo>
                  <a:close/>
                  <a:moveTo>
                    <a:pt x="302554" y="68530"/>
                  </a:moveTo>
                  <a:cubicBezTo>
                    <a:pt x="266212" y="68530"/>
                    <a:pt x="237945" y="98092"/>
                    <a:pt x="237945" y="133029"/>
                  </a:cubicBezTo>
                  <a:cubicBezTo>
                    <a:pt x="237945" y="169310"/>
                    <a:pt x="266212" y="197528"/>
                    <a:pt x="302554" y="197528"/>
                  </a:cubicBezTo>
                  <a:cubicBezTo>
                    <a:pt x="338897" y="197528"/>
                    <a:pt x="367164" y="167966"/>
                    <a:pt x="367164" y="133029"/>
                  </a:cubicBezTo>
                  <a:cubicBezTo>
                    <a:pt x="367164" y="96749"/>
                    <a:pt x="337551" y="68530"/>
                    <a:pt x="302554" y="68530"/>
                  </a:cubicBezTo>
                  <a:close/>
                  <a:moveTo>
                    <a:pt x="303901" y="0"/>
                  </a:moveTo>
                  <a:cubicBezTo>
                    <a:pt x="377932" y="0"/>
                    <a:pt x="438504" y="60468"/>
                    <a:pt x="438504" y="134373"/>
                  </a:cubicBezTo>
                  <a:cubicBezTo>
                    <a:pt x="438504" y="196185"/>
                    <a:pt x="344282" y="357432"/>
                    <a:pt x="313323" y="407150"/>
                  </a:cubicBezTo>
                  <a:cubicBezTo>
                    <a:pt x="310631" y="409838"/>
                    <a:pt x="307939" y="412525"/>
                    <a:pt x="303901" y="412525"/>
                  </a:cubicBezTo>
                  <a:cubicBezTo>
                    <a:pt x="301208" y="412525"/>
                    <a:pt x="297170" y="409838"/>
                    <a:pt x="294478" y="407150"/>
                  </a:cubicBezTo>
                  <a:cubicBezTo>
                    <a:pt x="263519" y="357432"/>
                    <a:pt x="169297" y="196185"/>
                    <a:pt x="169297" y="134373"/>
                  </a:cubicBezTo>
                  <a:cubicBezTo>
                    <a:pt x="169297" y="60468"/>
                    <a:pt x="229869" y="0"/>
                    <a:pt x="30390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31BBCC2-02E0-4C3F-B463-FD9AD81C0851}"/>
              </a:ext>
            </a:extLst>
          </p:cNvPr>
          <p:cNvCxnSpPr>
            <a:stCxn id="30" idx="1"/>
          </p:cNvCxnSpPr>
          <p:nvPr/>
        </p:nvCxnSpPr>
        <p:spPr>
          <a:xfrm flipH="1" flipV="1">
            <a:off x="8631985" y="2135021"/>
            <a:ext cx="2394445" cy="2941609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ṡlíḋè">
            <a:extLst>
              <a:ext uri="{FF2B5EF4-FFF2-40B4-BE49-F238E27FC236}">
                <a16:creationId xmlns:a16="http://schemas.microsoft.com/office/drawing/2014/main" id="{765C07CF-168F-44BB-83FB-87F6DFF5FD05}"/>
              </a:ext>
            </a:extLst>
          </p:cNvPr>
          <p:cNvSpPr txBox="1"/>
          <p:nvPr/>
        </p:nvSpPr>
        <p:spPr bwMode="auto">
          <a:xfrm>
            <a:off x="8770821" y="1831579"/>
            <a:ext cx="935297" cy="566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cs typeface="+mn-ea"/>
                <a:sym typeface="+mn-lt"/>
              </a:rPr>
              <a:t>04</a:t>
            </a:r>
          </a:p>
        </p:txBody>
      </p:sp>
      <p:sp>
        <p:nvSpPr>
          <p:cNvPr id="24" name="îṥḷïḑè">
            <a:extLst>
              <a:ext uri="{FF2B5EF4-FFF2-40B4-BE49-F238E27FC236}">
                <a16:creationId xmlns:a16="http://schemas.microsoft.com/office/drawing/2014/main" id="{C4D37F46-AD23-4218-8E4E-1EC02BA7F815}"/>
              </a:ext>
            </a:extLst>
          </p:cNvPr>
          <p:cNvSpPr/>
          <p:nvPr/>
        </p:nvSpPr>
        <p:spPr bwMode="auto">
          <a:xfrm flipV="1">
            <a:off x="8835155" y="2366346"/>
            <a:ext cx="1968685" cy="367732"/>
          </a:xfrm>
          <a:prstGeom prst="trapezoid">
            <a:avLst>
              <a:gd name="adj" fmla="val 79429"/>
            </a:avLst>
          </a:prstGeom>
          <a:gradFill>
            <a:gsLst>
              <a:gs pos="0">
                <a:srgbClr val="32B8C6"/>
              </a:gs>
              <a:gs pos="100000">
                <a:srgbClr val="6965DD"/>
              </a:gs>
            </a:gsLst>
            <a:lin ang="5400000" scaled="1"/>
          </a:gradFill>
          <a:ln w="381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zh-CN" altLang="en-US">
              <a:solidFill>
                <a:schemeClr val="dk1"/>
              </a:solidFill>
              <a:cs typeface="+mn-ea"/>
              <a:sym typeface="+mn-lt"/>
            </a:endParaRPr>
          </a:p>
        </p:txBody>
      </p:sp>
      <p:sp>
        <p:nvSpPr>
          <p:cNvPr id="25" name="ïṣḻiḑe">
            <a:extLst>
              <a:ext uri="{FF2B5EF4-FFF2-40B4-BE49-F238E27FC236}">
                <a16:creationId xmlns:a16="http://schemas.microsoft.com/office/drawing/2014/main" id="{DA3D3989-B531-4925-A2E7-0A386F4B5079}"/>
              </a:ext>
            </a:extLst>
          </p:cNvPr>
          <p:cNvSpPr/>
          <p:nvPr/>
        </p:nvSpPr>
        <p:spPr bwMode="auto">
          <a:xfrm>
            <a:off x="8837013" y="5393684"/>
            <a:ext cx="2093035" cy="773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marL="171450" indent="-171450" algn="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26" name="iṡļiḑé">
            <a:extLst>
              <a:ext uri="{FF2B5EF4-FFF2-40B4-BE49-F238E27FC236}">
                <a16:creationId xmlns:a16="http://schemas.microsoft.com/office/drawing/2014/main" id="{4F333C91-ABD0-4F22-BD78-63B321AA232A}"/>
              </a:ext>
            </a:extLst>
          </p:cNvPr>
          <p:cNvSpPr txBox="1"/>
          <p:nvPr/>
        </p:nvSpPr>
        <p:spPr bwMode="auto">
          <a:xfrm>
            <a:off x="1449653" y="4384755"/>
            <a:ext cx="1968685" cy="419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27" name="iṣḻïḑe">
            <a:extLst>
              <a:ext uri="{FF2B5EF4-FFF2-40B4-BE49-F238E27FC236}">
                <a16:creationId xmlns:a16="http://schemas.microsoft.com/office/drawing/2014/main" id="{DC865DAF-7434-49F1-810A-794A3B374C18}"/>
              </a:ext>
            </a:extLst>
          </p:cNvPr>
          <p:cNvSpPr txBox="1"/>
          <p:nvPr/>
        </p:nvSpPr>
        <p:spPr bwMode="auto">
          <a:xfrm>
            <a:off x="3914333" y="3710039"/>
            <a:ext cx="1968685" cy="419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28" name="íšļiḍè">
            <a:extLst>
              <a:ext uri="{FF2B5EF4-FFF2-40B4-BE49-F238E27FC236}">
                <a16:creationId xmlns:a16="http://schemas.microsoft.com/office/drawing/2014/main" id="{7CF45C86-BA2B-41B8-AF84-87B6FC7544B8}"/>
              </a:ext>
            </a:extLst>
          </p:cNvPr>
          <p:cNvSpPr txBox="1"/>
          <p:nvPr/>
        </p:nvSpPr>
        <p:spPr bwMode="auto">
          <a:xfrm>
            <a:off x="6391683" y="3026896"/>
            <a:ext cx="1968685" cy="419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sp>
        <p:nvSpPr>
          <p:cNvPr id="29" name="îşľîḋê">
            <a:extLst>
              <a:ext uri="{FF2B5EF4-FFF2-40B4-BE49-F238E27FC236}">
                <a16:creationId xmlns:a16="http://schemas.microsoft.com/office/drawing/2014/main" id="{D11EF8F3-DD8A-40A8-89FD-C9696F3B4FDE}"/>
              </a:ext>
            </a:extLst>
          </p:cNvPr>
          <p:cNvSpPr txBox="1"/>
          <p:nvPr/>
        </p:nvSpPr>
        <p:spPr bwMode="auto">
          <a:xfrm>
            <a:off x="8844864" y="2376678"/>
            <a:ext cx="1968685" cy="419183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C6D33BE-AD01-4469-B39D-E836193ED026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41" name="弧形 40">
              <a:extLst>
                <a:ext uri="{FF2B5EF4-FFF2-40B4-BE49-F238E27FC236}">
                  <a16:creationId xmlns:a16="http://schemas.microsoft.com/office/drawing/2014/main" id="{DEEEFC80-F9B7-454C-892D-B8DD33517DB5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344AF0B3-521A-406F-94ED-591D6D0AB2DB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09BE52CC-AB62-4598-A5BD-810070B693D9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44" name="弧形 43">
              <a:extLst>
                <a:ext uri="{FF2B5EF4-FFF2-40B4-BE49-F238E27FC236}">
                  <a16:creationId xmlns:a16="http://schemas.microsoft.com/office/drawing/2014/main" id="{9F133E1E-68FA-4394-A63C-ED915DDF4E3C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4FF1CC43-113D-4D43-A1C5-C6FD61CC9D44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FB4D12B4-AEF1-48CE-97E7-139071202C4D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EEF63D12-85A5-4ACF-AB29-263DB1733FFE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40975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6" grpId="0" animBg="1"/>
      <p:bldP spid="37" grpId="0" animBg="1"/>
      <p:bldP spid="8" grpId="0"/>
      <p:bldP spid="9" grpId="0" animBg="1"/>
      <p:bldP spid="10" grpId="0"/>
      <p:bldP spid="34" grpId="0" animBg="1"/>
      <p:bldP spid="13" grpId="0"/>
      <p:bldP spid="14" grpId="0" animBg="1"/>
      <p:bldP spid="15" grpId="0"/>
      <p:bldP spid="32" grpId="0" animBg="1"/>
      <p:bldP spid="17" grpId="0"/>
      <p:bldP spid="19" grpId="0" animBg="1"/>
      <p:bldP spid="20" grpId="0"/>
      <p:bldP spid="23" grpId="0"/>
      <p:bldP spid="24" grpId="0" animBg="1"/>
      <p:bldP spid="25" grpId="0"/>
      <p:bldP spid="26" grpId="0"/>
      <p:bldP spid="27" grpId="0"/>
      <p:bldP spid="28" grpId="0"/>
      <p:bldP spid="2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ḻîḓé">
            <a:extLst>
              <a:ext uri="{FF2B5EF4-FFF2-40B4-BE49-F238E27FC236}">
                <a16:creationId xmlns:a16="http://schemas.microsoft.com/office/drawing/2014/main" id="{3903BE27-62D1-4315-9E07-DA512F639555}"/>
              </a:ext>
            </a:extLst>
          </p:cNvPr>
          <p:cNvSpPr/>
          <p:nvPr/>
        </p:nvSpPr>
        <p:spPr>
          <a:xfrm>
            <a:off x="0" y="1435100"/>
            <a:ext cx="12192000" cy="2088029"/>
          </a:xfrm>
          <a:prstGeom prst="rect">
            <a:avLst/>
          </a:prstGeom>
          <a:blipFill>
            <a:blip r:embed="R03836648aae04b9a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50255" b="-148439"/>
            </a:stretch>
          </a:blip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lt1"/>
                </a:solidFill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lt1"/>
                </a:solidFill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lt1"/>
                </a:solidFill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lt1"/>
                </a:solidFill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lt1"/>
                </a:solidFill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lt1"/>
                </a:solidFill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lt1"/>
                </a:solidFill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lt1"/>
                </a:solidFill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lt1"/>
                </a:solidFill>
              </a:defRPr>
            </a:lvl9pPr>
          </a:lstStyle>
          <a:p>
            <a:pPr algn="ctr" defTabSz="914377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5" name="îsľíḑe">
            <a:extLst>
              <a:ext uri="{FF2B5EF4-FFF2-40B4-BE49-F238E27FC236}">
                <a16:creationId xmlns:a16="http://schemas.microsoft.com/office/drawing/2014/main" id="{2A05C401-9614-4C63-8327-A791B6AE3ACA}"/>
              </a:ext>
            </a:extLst>
          </p:cNvPr>
          <p:cNvSpPr/>
          <p:nvPr/>
        </p:nvSpPr>
        <p:spPr>
          <a:xfrm>
            <a:off x="5004921" y="3900767"/>
            <a:ext cx="2169459" cy="55581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altLang="zh-CN" sz="1400" b="1">
                <a:cs typeface="+mn-ea"/>
                <a:sym typeface="+mn-lt"/>
              </a:rPr>
              <a:t>…Text</a:t>
            </a:r>
            <a:endParaRPr lang="id-ID" altLang="zh-CN" sz="1400" b="1">
              <a:cs typeface="+mn-ea"/>
              <a:sym typeface="+mn-lt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4E3B0A1-63E7-4ABF-BFFA-6BF56EA58410}"/>
              </a:ext>
            </a:extLst>
          </p:cNvPr>
          <p:cNvCxnSpPr/>
          <p:nvPr/>
        </p:nvCxnSpPr>
        <p:spPr>
          <a:xfrm>
            <a:off x="660400" y="5390030"/>
            <a:ext cx="10858500" cy="0"/>
          </a:xfrm>
          <a:prstGeom prst="line">
            <a:avLst/>
          </a:prstGeom>
          <a:ln w="6350" cap="rnd">
            <a:solidFill>
              <a:schemeClr val="bg1">
                <a:lumMod val="7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ïṧļïḑé">
            <a:extLst>
              <a:ext uri="{FF2B5EF4-FFF2-40B4-BE49-F238E27FC236}">
                <a16:creationId xmlns:a16="http://schemas.microsoft.com/office/drawing/2014/main" id="{F6283351-41D0-40A2-9F49-8656077E191F}"/>
              </a:ext>
            </a:extLst>
          </p:cNvPr>
          <p:cNvGrpSpPr/>
          <p:nvPr/>
        </p:nvGrpSpPr>
        <p:grpSpPr>
          <a:xfrm>
            <a:off x="1876668" y="5067301"/>
            <a:ext cx="645459" cy="645459"/>
            <a:chOff x="2312894" y="4867835"/>
            <a:chExt cx="645459" cy="645459"/>
          </a:xfrm>
        </p:grpSpPr>
        <p:sp>
          <p:nvSpPr>
            <p:cNvPr id="30" name="îṧḷide">
              <a:extLst>
                <a:ext uri="{FF2B5EF4-FFF2-40B4-BE49-F238E27FC236}">
                  <a16:creationId xmlns:a16="http://schemas.microsoft.com/office/drawing/2014/main" id="{45E5A9D3-3C6E-4062-BAFF-814D571BCC08}"/>
                </a:ext>
              </a:extLst>
            </p:cNvPr>
            <p:cNvSpPr/>
            <p:nvPr/>
          </p:nvSpPr>
          <p:spPr>
            <a:xfrm>
              <a:off x="2312894" y="4867835"/>
              <a:ext cx="645459" cy="645459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1" name="îSľïḋé">
              <a:extLst>
                <a:ext uri="{FF2B5EF4-FFF2-40B4-BE49-F238E27FC236}">
                  <a16:creationId xmlns:a16="http://schemas.microsoft.com/office/drawing/2014/main" id="{8DF382DF-2435-4D36-9F7D-F36D5242CC81}"/>
                </a:ext>
              </a:extLst>
            </p:cNvPr>
            <p:cNvSpPr/>
            <p:nvPr/>
          </p:nvSpPr>
          <p:spPr>
            <a:xfrm>
              <a:off x="2483221" y="5074157"/>
              <a:ext cx="304804" cy="232812"/>
            </a:xfrm>
            <a:custGeom>
              <a:avLst/>
              <a:gdLst>
                <a:gd name="connsiteX0" fmla="*/ 485230 w 574281"/>
                <a:gd name="connsiteY0" fmla="*/ 162077 h 438642"/>
                <a:gd name="connsiteX1" fmla="*/ 574281 w 574281"/>
                <a:gd name="connsiteY1" fmla="*/ 282448 h 438642"/>
                <a:gd name="connsiteX2" fmla="*/ 532628 w 574281"/>
                <a:gd name="connsiteY2" fmla="*/ 371292 h 438642"/>
                <a:gd name="connsiteX3" fmla="*/ 545555 w 574281"/>
                <a:gd name="connsiteY3" fmla="*/ 438642 h 438642"/>
                <a:gd name="connsiteX4" fmla="*/ 480921 w 574281"/>
                <a:gd name="connsiteY4" fmla="*/ 404251 h 438642"/>
                <a:gd name="connsiteX5" fmla="*/ 393306 w 574281"/>
                <a:gd name="connsiteY5" fmla="*/ 421446 h 438642"/>
                <a:gd name="connsiteX6" fmla="*/ 266910 w 574281"/>
                <a:gd name="connsiteY6" fmla="*/ 382756 h 438642"/>
                <a:gd name="connsiteX7" fmla="*/ 312872 w 574281"/>
                <a:gd name="connsiteY7" fmla="*/ 377024 h 438642"/>
                <a:gd name="connsiteX8" fmla="*/ 393306 w 574281"/>
                <a:gd name="connsiteY8" fmla="*/ 392787 h 438642"/>
                <a:gd name="connsiteX9" fmla="*/ 505338 w 574281"/>
                <a:gd name="connsiteY9" fmla="*/ 358395 h 438642"/>
                <a:gd name="connsiteX10" fmla="*/ 546991 w 574281"/>
                <a:gd name="connsiteY10" fmla="*/ 282448 h 438642"/>
                <a:gd name="connsiteX11" fmla="*/ 505338 w 574281"/>
                <a:gd name="connsiteY11" fmla="*/ 206500 h 438642"/>
                <a:gd name="connsiteX12" fmla="*/ 489539 w 574281"/>
                <a:gd name="connsiteY12" fmla="*/ 196469 h 438642"/>
                <a:gd name="connsiteX13" fmla="*/ 485230 w 574281"/>
                <a:gd name="connsiteY13" fmla="*/ 162077 h 438642"/>
                <a:gd name="connsiteX14" fmla="*/ 347379 w 574281"/>
                <a:gd name="connsiteY14" fmla="*/ 143322 h 438642"/>
                <a:gd name="connsiteX15" fmla="*/ 312928 w 574281"/>
                <a:gd name="connsiteY15" fmla="*/ 177719 h 438642"/>
                <a:gd name="connsiteX16" fmla="*/ 347379 w 574281"/>
                <a:gd name="connsiteY16" fmla="*/ 212117 h 438642"/>
                <a:gd name="connsiteX17" fmla="*/ 381830 w 574281"/>
                <a:gd name="connsiteY17" fmla="*/ 177719 h 438642"/>
                <a:gd name="connsiteX18" fmla="*/ 347379 w 574281"/>
                <a:gd name="connsiteY18" fmla="*/ 143322 h 438642"/>
                <a:gd name="connsiteX19" fmla="*/ 235414 w 574281"/>
                <a:gd name="connsiteY19" fmla="*/ 143322 h 438642"/>
                <a:gd name="connsiteX20" fmla="*/ 200963 w 574281"/>
                <a:gd name="connsiteY20" fmla="*/ 177719 h 438642"/>
                <a:gd name="connsiteX21" fmla="*/ 235414 w 574281"/>
                <a:gd name="connsiteY21" fmla="*/ 212117 h 438642"/>
                <a:gd name="connsiteX22" fmla="*/ 269865 w 574281"/>
                <a:gd name="connsiteY22" fmla="*/ 177719 h 438642"/>
                <a:gd name="connsiteX23" fmla="*/ 235414 w 574281"/>
                <a:gd name="connsiteY23" fmla="*/ 143322 h 438642"/>
                <a:gd name="connsiteX24" fmla="*/ 124884 w 574281"/>
                <a:gd name="connsiteY24" fmla="*/ 143322 h 438642"/>
                <a:gd name="connsiteX25" fmla="*/ 90433 w 574281"/>
                <a:gd name="connsiteY25" fmla="*/ 177719 h 438642"/>
                <a:gd name="connsiteX26" fmla="*/ 124884 w 574281"/>
                <a:gd name="connsiteY26" fmla="*/ 212117 h 438642"/>
                <a:gd name="connsiteX27" fmla="*/ 159335 w 574281"/>
                <a:gd name="connsiteY27" fmla="*/ 177719 h 438642"/>
                <a:gd name="connsiteX28" fmla="*/ 124884 w 574281"/>
                <a:gd name="connsiteY28" fmla="*/ 143322 h 438642"/>
                <a:gd name="connsiteX29" fmla="*/ 235414 w 574281"/>
                <a:gd name="connsiteY29" fmla="*/ 0 h 438642"/>
                <a:gd name="connsiteX30" fmla="*/ 466522 w 574281"/>
                <a:gd name="connsiteY30" fmla="*/ 143322 h 438642"/>
                <a:gd name="connsiteX31" fmla="*/ 470828 w 574281"/>
                <a:gd name="connsiteY31" fmla="*/ 177719 h 438642"/>
                <a:gd name="connsiteX32" fmla="*/ 470828 w 574281"/>
                <a:gd name="connsiteY32" fmla="*/ 182019 h 438642"/>
                <a:gd name="connsiteX33" fmla="*/ 294268 w 574281"/>
                <a:gd name="connsiteY33" fmla="*/ 358305 h 438642"/>
                <a:gd name="connsiteX34" fmla="*/ 248333 w 574281"/>
                <a:gd name="connsiteY34" fmla="*/ 362605 h 438642"/>
                <a:gd name="connsiteX35" fmla="*/ 235414 w 574281"/>
                <a:gd name="connsiteY35" fmla="*/ 364038 h 438642"/>
                <a:gd name="connsiteX36" fmla="*/ 122013 w 574281"/>
                <a:gd name="connsiteY36" fmla="*/ 341106 h 438642"/>
                <a:gd name="connsiteX37" fmla="*/ 35886 w 574281"/>
                <a:gd name="connsiteY37" fmla="*/ 385536 h 438642"/>
                <a:gd name="connsiteX38" fmla="*/ 53112 w 574281"/>
                <a:gd name="connsiteY38" fmla="*/ 298110 h 438642"/>
                <a:gd name="connsiteX39" fmla="*/ 0 w 574281"/>
                <a:gd name="connsiteY39" fmla="*/ 182019 h 438642"/>
                <a:gd name="connsiteX40" fmla="*/ 235414 w 574281"/>
                <a:gd name="connsiteY40" fmla="*/ 0 h 438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4281" h="438641">
                  <a:moveTo>
                    <a:pt x="485230" y="162077"/>
                  </a:moveTo>
                  <a:cubicBezTo>
                    <a:pt x="538373" y="186438"/>
                    <a:pt x="574281" y="230860"/>
                    <a:pt x="574281" y="282448"/>
                  </a:cubicBezTo>
                  <a:cubicBezTo>
                    <a:pt x="574281" y="315406"/>
                    <a:pt x="558482" y="346932"/>
                    <a:pt x="532628" y="371292"/>
                  </a:cubicBezTo>
                  <a:lnTo>
                    <a:pt x="545555" y="438642"/>
                  </a:lnTo>
                  <a:lnTo>
                    <a:pt x="480921" y="404251"/>
                  </a:lnTo>
                  <a:cubicBezTo>
                    <a:pt x="455067" y="415715"/>
                    <a:pt x="424905" y="421446"/>
                    <a:pt x="393306" y="421446"/>
                  </a:cubicBezTo>
                  <a:cubicBezTo>
                    <a:pt x="344471" y="421446"/>
                    <a:pt x="299945" y="407117"/>
                    <a:pt x="266910" y="382756"/>
                  </a:cubicBezTo>
                  <a:cubicBezTo>
                    <a:pt x="282710" y="381323"/>
                    <a:pt x="298509" y="379890"/>
                    <a:pt x="312872" y="377024"/>
                  </a:cubicBezTo>
                  <a:cubicBezTo>
                    <a:pt x="337289" y="387055"/>
                    <a:pt x="364579" y="392787"/>
                    <a:pt x="393306" y="392787"/>
                  </a:cubicBezTo>
                  <a:cubicBezTo>
                    <a:pt x="436395" y="392787"/>
                    <a:pt x="475175" y="379890"/>
                    <a:pt x="505338" y="358395"/>
                  </a:cubicBezTo>
                  <a:cubicBezTo>
                    <a:pt x="532628" y="336901"/>
                    <a:pt x="546991" y="309674"/>
                    <a:pt x="546991" y="282448"/>
                  </a:cubicBezTo>
                  <a:cubicBezTo>
                    <a:pt x="546991" y="255221"/>
                    <a:pt x="532628" y="227994"/>
                    <a:pt x="505338" y="206500"/>
                  </a:cubicBezTo>
                  <a:cubicBezTo>
                    <a:pt x="501029" y="203634"/>
                    <a:pt x="495284" y="199335"/>
                    <a:pt x="489539" y="196469"/>
                  </a:cubicBezTo>
                  <a:cubicBezTo>
                    <a:pt x="489539" y="185005"/>
                    <a:pt x="488102" y="173541"/>
                    <a:pt x="485230" y="162077"/>
                  </a:cubicBezTo>
                  <a:close/>
                  <a:moveTo>
                    <a:pt x="347379" y="143322"/>
                  </a:moveTo>
                  <a:cubicBezTo>
                    <a:pt x="327283" y="143322"/>
                    <a:pt x="312928" y="159088"/>
                    <a:pt x="312928" y="177719"/>
                  </a:cubicBezTo>
                  <a:cubicBezTo>
                    <a:pt x="312928" y="196351"/>
                    <a:pt x="327283" y="212117"/>
                    <a:pt x="347379" y="212117"/>
                  </a:cubicBezTo>
                  <a:cubicBezTo>
                    <a:pt x="366040" y="212117"/>
                    <a:pt x="381830" y="196351"/>
                    <a:pt x="381830" y="177719"/>
                  </a:cubicBezTo>
                  <a:cubicBezTo>
                    <a:pt x="381830" y="159088"/>
                    <a:pt x="366040" y="143322"/>
                    <a:pt x="347379" y="143322"/>
                  </a:cubicBezTo>
                  <a:close/>
                  <a:moveTo>
                    <a:pt x="235414" y="143322"/>
                  </a:moveTo>
                  <a:cubicBezTo>
                    <a:pt x="216753" y="143322"/>
                    <a:pt x="200963" y="159088"/>
                    <a:pt x="200963" y="177719"/>
                  </a:cubicBezTo>
                  <a:cubicBezTo>
                    <a:pt x="200963" y="196351"/>
                    <a:pt x="216753" y="212117"/>
                    <a:pt x="235414" y="212117"/>
                  </a:cubicBezTo>
                  <a:cubicBezTo>
                    <a:pt x="254075" y="212117"/>
                    <a:pt x="269865" y="196351"/>
                    <a:pt x="269865" y="177719"/>
                  </a:cubicBezTo>
                  <a:cubicBezTo>
                    <a:pt x="269865" y="159088"/>
                    <a:pt x="254075" y="143322"/>
                    <a:pt x="235414" y="143322"/>
                  </a:cubicBezTo>
                  <a:close/>
                  <a:moveTo>
                    <a:pt x="124884" y="143322"/>
                  </a:moveTo>
                  <a:cubicBezTo>
                    <a:pt x="106223" y="143322"/>
                    <a:pt x="90433" y="159088"/>
                    <a:pt x="90433" y="177719"/>
                  </a:cubicBezTo>
                  <a:cubicBezTo>
                    <a:pt x="90433" y="196351"/>
                    <a:pt x="106223" y="212117"/>
                    <a:pt x="124884" y="212117"/>
                  </a:cubicBezTo>
                  <a:cubicBezTo>
                    <a:pt x="143545" y="212117"/>
                    <a:pt x="159335" y="196351"/>
                    <a:pt x="159335" y="177719"/>
                  </a:cubicBezTo>
                  <a:cubicBezTo>
                    <a:pt x="159335" y="159088"/>
                    <a:pt x="143545" y="143322"/>
                    <a:pt x="124884" y="143322"/>
                  </a:cubicBezTo>
                  <a:close/>
                  <a:moveTo>
                    <a:pt x="235414" y="0"/>
                  </a:moveTo>
                  <a:cubicBezTo>
                    <a:pt x="348815" y="0"/>
                    <a:pt x="443555" y="61629"/>
                    <a:pt x="466522" y="143322"/>
                  </a:cubicBezTo>
                  <a:cubicBezTo>
                    <a:pt x="469393" y="154788"/>
                    <a:pt x="470828" y="166254"/>
                    <a:pt x="470828" y="177719"/>
                  </a:cubicBezTo>
                  <a:cubicBezTo>
                    <a:pt x="470828" y="179153"/>
                    <a:pt x="470828" y="180586"/>
                    <a:pt x="470828" y="182019"/>
                  </a:cubicBezTo>
                  <a:cubicBezTo>
                    <a:pt x="470828" y="266579"/>
                    <a:pt x="396185" y="338240"/>
                    <a:pt x="294268" y="358305"/>
                  </a:cubicBezTo>
                  <a:cubicBezTo>
                    <a:pt x="279913" y="361172"/>
                    <a:pt x="264123" y="362605"/>
                    <a:pt x="248333" y="362605"/>
                  </a:cubicBezTo>
                  <a:cubicBezTo>
                    <a:pt x="244027" y="364038"/>
                    <a:pt x="239720" y="364038"/>
                    <a:pt x="235414" y="364038"/>
                  </a:cubicBezTo>
                  <a:cubicBezTo>
                    <a:pt x="195221" y="364038"/>
                    <a:pt x="156464" y="355439"/>
                    <a:pt x="122013" y="341106"/>
                  </a:cubicBezTo>
                  <a:lnTo>
                    <a:pt x="35886" y="385536"/>
                  </a:lnTo>
                  <a:lnTo>
                    <a:pt x="53112" y="298110"/>
                  </a:lnTo>
                  <a:cubicBezTo>
                    <a:pt x="20096" y="266579"/>
                    <a:pt x="0" y="226449"/>
                    <a:pt x="0" y="182019"/>
                  </a:cubicBezTo>
                  <a:cubicBezTo>
                    <a:pt x="0" y="81694"/>
                    <a:pt x="106223" y="0"/>
                    <a:pt x="2354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9" name="íṧ1ïďè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1418534" y="5820336"/>
            <a:ext cx="1561726" cy="43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</a:t>
            </a:r>
          </a:p>
        </p:txBody>
      </p:sp>
      <p:grpSp>
        <p:nvGrpSpPr>
          <p:cNvPr id="24" name="ïṥļíďè">
            <a:extLst>
              <a:ext uri="{FF2B5EF4-FFF2-40B4-BE49-F238E27FC236}">
                <a16:creationId xmlns:a16="http://schemas.microsoft.com/office/drawing/2014/main" id="{F52DD92B-D072-4045-83FE-74FA158CBF9F}"/>
              </a:ext>
            </a:extLst>
          </p:cNvPr>
          <p:cNvGrpSpPr/>
          <p:nvPr/>
        </p:nvGrpSpPr>
        <p:grpSpPr>
          <a:xfrm>
            <a:off x="3821795" y="5067301"/>
            <a:ext cx="645459" cy="645459"/>
            <a:chOff x="2312894" y="4867835"/>
            <a:chExt cx="645459" cy="645459"/>
          </a:xfrm>
        </p:grpSpPr>
        <p:sp>
          <p:nvSpPr>
            <p:cNvPr id="26" name="íṣļïḋê">
              <a:extLst>
                <a:ext uri="{FF2B5EF4-FFF2-40B4-BE49-F238E27FC236}">
                  <a16:creationId xmlns:a16="http://schemas.microsoft.com/office/drawing/2014/main" id="{B6A20A26-382A-44CA-9C14-D9B8613C1212}"/>
                </a:ext>
              </a:extLst>
            </p:cNvPr>
            <p:cNvSpPr/>
            <p:nvPr/>
          </p:nvSpPr>
          <p:spPr>
            <a:xfrm>
              <a:off x="2312894" y="4867835"/>
              <a:ext cx="645459" cy="645459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7" name="í$liḑè">
              <a:extLst>
                <a:ext uri="{FF2B5EF4-FFF2-40B4-BE49-F238E27FC236}">
                  <a16:creationId xmlns:a16="http://schemas.microsoft.com/office/drawing/2014/main" id="{44A7B209-5FB9-4E5A-85B3-D7A3F2DC9C5A}"/>
                </a:ext>
              </a:extLst>
            </p:cNvPr>
            <p:cNvSpPr/>
            <p:nvPr/>
          </p:nvSpPr>
          <p:spPr>
            <a:xfrm>
              <a:off x="2483220" y="5062250"/>
              <a:ext cx="304804" cy="256627"/>
            </a:xfrm>
            <a:custGeom>
              <a:avLst/>
              <a:gdLst>
                <a:gd name="connsiteX0" fmla="*/ 54158 w 604539"/>
                <a:gd name="connsiteY0" fmla="*/ 287695 h 508988"/>
                <a:gd name="connsiteX1" fmla="*/ 242194 w 604539"/>
                <a:gd name="connsiteY1" fmla="*/ 287695 h 508988"/>
                <a:gd name="connsiteX2" fmla="*/ 264990 w 604539"/>
                <a:gd name="connsiteY2" fmla="*/ 306729 h 508988"/>
                <a:gd name="connsiteX3" fmla="*/ 295264 w 604539"/>
                <a:gd name="connsiteY3" fmla="*/ 478149 h 508988"/>
                <a:gd name="connsiteX4" fmla="*/ 296591 w 604539"/>
                <a:gd name="connsiteY4" fmla="*/ 485739 h 508988"/>
                <a:gd name="connsiteX5" fmla="*/ 273433 w 604539"/>
                <a:gd name="connsiteY5" fmla="*/ 508988 h 508988"/>
                <a:gd name="connsiteX6" fmla="*/ 273071 w 604539"/>
                <a:gd name="connsiteY6" fmla="*/ 508988 h 508988"/>
                <a:gd name="connsiteX7" fmla="*/ 23160 w 604539"/>
                <a:gd name="connsiteY7" fmla="*/ 508988 h 508988"/>
                <a:gd name="connsiteX8" fmla="*/ 5430 w 604539"/>
                <a:gd name="connsiteY8" fmla="*/ 500676 h 508988"/>
                <a:gd name="connsiteX9" fmla="*/ 364 w 604539"/>
                <a:gd name="connsiteY9" fmla="*/ 481763 h 508988"/>
                <a:gd name="connsiteX10" fmla="*/ 31241 w 604539"/>
                <a:gd name="connsiteY10" fmla="*/ 306729 h 508988"/>
                <a:gd name="connsiteX11" fmla="*/ 54158 w 604539"/>
                <a:gd name="connsiteY11" fmla="*/ 287695 h 508988"/>
                <a:gd name="connsiteX12" fmla="*/ 362106 w 604539"/>
                <a:gd name="connsiteY12" fmla="*/ 287554 h 508988"/>
                <a:gd name="connsiteX13" fmla="*/ 550142 w 604539"/>
                <a:gd name="connsiteY13" fmla="*/ 287554 h 508988"/>
                <a:gd name="connsiteX14" fmla="*/ 572938 w 604539"/>
                <a:gd name="connsiteY14" fmla="*/ 306710 h 508988"/>
                <a:gd name="connsiteX15" fmla="*/ 603212 w 604539"/>
                <a:gd name="connsiteY15" fmla="*/ 478147 h 508988"/>
                <a:gd name="connsiteX16" fmla="*/ 604539 w 604539"/>
                <a:gd name="connsiteY16" fmla="*/ 485736 h 508988"/>
                <a:gd name="connsiteX17" fmla="*/ 581381 w 604539"/>
                <a:gd name="connsiteY17" fmla="*/ 508988 h 508988"/>
                <a:gd name="connsiteX18" fmla="*/ 581019 w 604539"/>
                <a:gd name="connsiteY18" fmla="*/ 508988 h 508988"/>
                <a:gd name="connsiteX19" fmla="*/ 331108 w 604539"/>
                <a:gd name="connsiteY19" fmla="*/ 508988 h 508988"/>
                <a:gd name="connsiteX20" fmla="*/ 313378 w 604539"/>
                <a:gd name="connsiteY20" fmla="*/ 500675 h 508988"/>
                <a:gd name="connsiteX21" fmla="*/ 308312 w 604539"/>
                <a:gd name="connsiteY21" fmla="*/ 481761 h 508988"/>
                <a:gd name="connsiteX22" fmla="*/ 339189 w 604539"/>
                <a:gd name="connsiteY22" fmla="*/ 306710 h 508988"/>
                <a:gd name="connsiteX23" fmla="*/ 362106 w 604539"/>
                <a:gd name="connsiteY23" fmla="*/ 287554 h 508988"/>
                <a:gd name="connsiteX24" fmla="*/ 208081 w 604539"/>
                <a:gd name="connsiteY24" fmla="*/ 54053 h 508988"/>
                <a:gd name="connsiteX25" fmla="*/ 396118 w 604539"/>
                <a:gd name="connsiteY25" fmla="*/ 54053 h 508988"/>
                <a:gd name="connsiteX26" fmla="*/ 419034 w 604539"/>
                <a:gd name="connsiteY26" fmla="*/ 73201 h 508988"/>
                <a:gd name="connsiteX27" fmla="*/ 449308 w 604539"/>
                <a:gd name="connsiteY27" fmla="*/ 244446 h 508988"/>
                <a:gd name="connsiteX28" fmla="*/ 450635 w 604539"/>
                <a:gd name="connsiteY28" fmla="*/ 252154 h 508988"/>
                <a:gd name="connsiteX29" fmla="*/ 427357 w 604539"/>
                <a:gd name="connsiteY29" fmla="*/ 275275 h 508988"/>
                <a:gd name="connsiteX30" fmla="*/ 427115 w 604539"/>
                <a:gd name="connsiteY30" fmla="*/ 275275 h 508988"/>
                <a:gd name="connsiteX31" fmla="*/ 177204 w 604539"/>
                <a:gd name="connsiteY31" fmla="*/ 275275 h 508988"/>
                <a:gd name="connsiteX32" fmla="*/ 159353 w 604539"/>
                <a:gd name="connsiteY32" fmla="*/ 266966 h 508988"/>
                <a:gd name="connsiteX33" fmla="*/ 154288 w 604539"/>
                <a:gd name="connsiteY33" fmla="*/ 248059 h 508988"/>
                <a:gd name="connsiteX34" fmla="*/ 185285 w 604539"/>
                <a:gd name="connsiteY34" fmla="*/ 73201 h 508988"/>
                <a:gd name="connsiteX35" fmla="*/ 208081 w 604539"/>
                <a:gd name="connsiteY35" fmla="*/ 54053 h 508988"/>
                <a:gd name="connsiteX36" fmla="*/ 518273 w 604539"/>
                <a:gd name="connsiteY36" fmla="*/ 0 h 508988"/>
                <a:gd name="connsiteX37" fmla="*/ 541548 w 604539"/>
                <a:gd name="connsiteY37" fmla="*/ 23244 h 508988"/>
                <a:gd name="connsiteX38" fmla="*/ 541548 w 604539"/>
                <a:gd name="connsiteY38" fmla="*/ 54075 h 508988"/>
                <a:gd name="connsiteX39" fmla="*/ 572422 w 604539"/>
                <a:gd name="connsiteY39" fmla="*/ 54075 h 508988"/>
                <a:gd name="connsiteX40" fmla="*/ 595577 w 604539"/>
                <a:gd name="connsiteY40" fmla="*/ 77199 h 508988"/>
                <a:gd name="connsiteX41" fmla="*/ 572422 w 604539"/>
                <a:gd name="connsiteY41" fmla="*/ 100322 h 508988"/>
                <a:gd name="connsiteX42" fmla="*/ 541548 w 604539"/>
                <a:gd name="connsiteY42" fmla="*/ 100322 h 508988"/>
                <a:gd name="connsiteX43" fmla="*/ 541548 w 604539"/>
                <a:gd name="connsiteY43" fmla="*/ 131274 h 508988"/>
                <a:gd name="connsiteX44" fmla="*/ 518273 w 604539"/>
                <a:gd name="connsiteY44" fmla="*/ 154397 h 508988"/>
                <a:gd name="connsiteX45" fmla="*/ 495117 w 604539"/>
                <a:gd name="connsiteY45" fmla="*/ 131274 h 508988"/>
                <a:gd name="connsiteX46" fmla="*/ 495117 w 604539"/>
                <a:gd name="connsiteY46" fmla="*/ 100322 h 508988"/>
                <a:gd name="connsiteX47" fmla="*/ 464244 w 604539"/>
                <a:gd name="connsiteY47" fmla="*/ 100322 h 508988"/>
                <a:gd name="connsiteX48" fmla="*/ 440968 w 604539"/>
                <a:gd name="connsiteY48" fmla="*/ 77199 h 508988"/>
                <a:gd name="connsiteX49" fmla="*/ 464244 w 604539"/>
                <a:gd name="connsiteY49" fmla="*/ 54075 h 508988"/>
                <a:gd name="connsiteX50" fmla="*/ 495117 w 604539"/>
                <a:gd name="connsiteY50" fmla="*/ 54075 h 508988"/>
                <a:gd name="connsiteX51" fmla="*/ 495117 w 604539"/>
                <a:gd name="connsiteY51" fmla="*/ 23244 h 508988"/>
                <a:gd name="connsiteX52" fmla="*/ 518273 w 604539"/>
                <a:gd name="connsiteY52" fmla="*/ 0 h 508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604539" h="508988">
                  <a:moveTo>
                    <a:pt x="54158" y="287695"/>
                  </a:moveTo>
                  <a:lnTo>
                    <a:pt x="242194" y="287695"/>
                  </a:lnTo>
                  <a:cubicBezTo>
                    <a:pt x="253411" y="287695"/>
                    <a:pt x="263060" y="295766"/>
                    <a:pt x="264990" y="306729"/>
                  </a:cubicBezTo>
                  <a:lnTo>
                    <a:pt x="295264" y="478149"/>
                  </a:lnTo>
                  <a:cubicBezTo>
                    <a:pt x="296109" y="480559"/>
                    <a:pt x="296591" y="483088"/>
                    <a:pt x="296591" y="485739"/>
                  </a:cubicBezTo>
                  <a:cubicBezTo>
                    <a:pt x="296591" y="498628"/>
                    <a:pt x="286218" y="508988"/>
                    <a:pt x="273433" y="508988"/>
                  </a:cubicBezTo>
                  <a:lnTo>
                    <a:pt x="273071" y="508988"/>
                  </a:lnTo>
                  <a:lnTo>
                    <a:pt x="23160" y="508988"/>
                  </a:lnTo>
                  <a:cubicBezTo>
                    <a:pt x="16285" y="508988"/>
                    <a:pt x="9772" y="505977"/>
                    <a:pt x="5430" y="500676"/>
                  </a:cubicBezTo>
                  <a:cubicBezTo>
                    <a:pt x="967" y="495496"/>
                    <a:pt x="-842" y="488509"/>
                    <a:pt x="364" y="481763"/>
                  </a:cubicBezTo>
                  <a:lnTo>
                    <a:pt x="31241" y="306729"/>
                  </a:lnTo>
                  <a:cubicBezTo>
                    <a:pt x="33171" y="295766"/>
                    <a:pt x="42820" y="287695"/>
                    <a:pt x="54158" y="287695"/>
                  </a:cubicBezTo>
                  <a:close/>
                  <a:moveTo>
                    <a:pt x="362106" y="287554"/>
                  </a:moveTo>
                  <a:lnTo>
                    <a:pt x="550142" y="287554"/>
                  </a:lnTo>
                  <a:cubicBezTo>
                    <a:pt x="561359" y="287554"/>
                    <a:pt x="571008" y="295747"/>
                    <a:pt x="572938" y="306710"/>
                  </a:cubicBezTo>
                  <a:lnTo>
                    <a:pt x="603212" y="478147"/>
                  </a:lnTo>
                  <a:cubicBezTo>
                    <a:pt x="604057" y="480556"/>
                    <a:pt x="604539" y="483086"/>
                    <a:pt x="604539" y="485736"/>
                  </a:cubicBezTo>
                  <a:cubicBezTo>
                    <a:pt x="604539" y="498627"/>
                    <a:pt x="594166" y="508988"/>
                    <a:pt x="581381" y="508988"/>
                  </a:cubicBezTo>
                  <a:lnTo>
                    <a:pt x="581019" y="508988"/>
                  </a:lnTo>
                  <a:lnTo>
                    <a:pt x="331108" y="508988"/>
                  </a:lnTo>
                  <a:cubicBezTo>
                    <a:pt x="324233" y="508988"/>
                    <a:pt x="317720" y="505976"/>
                    <a:pt x="313378" y="500675"/>
                  </a:cubicBezTo>
                  <a:cubicBezTo>
                    <a:pt x="308915" y="495495"/>
                    <a:pt x="307106" y="488507"/>
                    <a:pt x="308312" y="481761"/>
                  </a:cubicBezTo>
                  <a:lnTo>
                    <a:pt x="339189" y="306710"/>
                  </a:lnTo>
                  <a:cubicBezTo>
                    <a:pt x="341119" y="295747"/>
                    <a:pt x="350768" y="287554"/>
                    <a:pt x="362106" y="287554"/>
                  </a:cubicBezTo>
                  <a:close/>
                  <a:moveTo>
                    <a:pt x="208081" y="54053"/>
                  </a:moveTo>
                  <a:lnTo>
                    <a:pt x="396118" y="54053"/>
                  </a:lnTo>
                  <a:cubicBezTo>
                    <a:pt x="407455" y="54053"/>
                    <a:pt x="417104" y="62122"/>
                    <a:pt x="419034" y="73201"/>
                  </a:cubicBezTo>
                  <a:lnTo>
                    <a:pt x="449308" y="244446"/>
                  </a:lnTo>
                  <a:cubicBezTo>
                    <a:pt x="450153" y="246855"/>
                    <a:pt x="450635" y="249504"/>
                    <a:pt x="450635" y="252154"/>
                  </a:cubicBezTo>
                  <a:cubicBezTo>
                    <a:pt x="450635" y="264919"/>
                    <a:pt x="440262" y="275275"/>
                    <a:pt x="427357" y="275275"/>
                  </a:cubicBezTo>
                  <a:lnTo>
                    <a:pt x="427115" y="275275"/>
                  </a:lnTo>
                  <a:lnTo>
                    <a:pt x="177204" y="275275"/>
                  </a:lnTo>
                  <a:cubicBezTo>
                    <a:pt x="170329" y="275275"/>
                    <a:pt x="163816" y="272265"/>
                    <a:pt x="159353" y="266966"/>
                  </a:cubicBezTo>
                  <a:cubicBezTo>
                    <a:pt x="155011" y="261788"/>
                    <a:pt x="153202" y="254803"/>
                    <a:pt x="154288" y="248059"/>
                  </a:cubicBezTo>
                  <a:lnTo>
                    <a:pt x="185285" y="73201"/>
                  </a:lnTo>
                  <a:cubicBezTo>
                    <a:pt x="187215" y="62122"/>
                    <a:pt x="196864" y="54053"/>
                    <a:pt x="208081" y="54053"/>
                  </a:cubicBezTo>
                  <a:close/>
                  <a:moveTo>
                    <a:pt x="518273" y="0"/>
                  </a:moveTo>
                  <a:cubicBezTo>
                    <a:pt x="531177" y="0"/>
                    <a:pt x="541548" y="10358"/>
                    <a:pt x="541548" y="23244"/>
                  </a:cubicBezTo>
                  <a:lnTo>
                    <a:pt x="541548" y="54075"/>
                  </a:lnTo>
                  <a:lnTo>
                    <a:pt x="572422" y="54075"/>
                  </a:lnTo>
                  <a:cubicBezTo>
                    <a:pt x="585205" y="54075"/>
                    <a:pt x="595577" y="64433"/>
                    <a:pt x="595577" y="77199"/>
                  </a:cubicBezTo>
                  <a:cubicBezTo>
                    <a:pt x="595577" y="89965"/>
                    <a:pt x="585205" y="100322"/>
                    <a:pt x="572422" y="100322"/>
                  </a:cubicBezTo>
                  <a:lnTo>
                    <a:pt x="541548" y="100322"/>
                  </a:lnTo>
                  <a:lnTo>
                    <a:pt x="541548" y="131274"/>
                  </a:lnTo>
                  <a:cubicBezTo>
                    <a:pt x="541548" y="144040"/>
                    <a:pt x="531177" y="154397"/>
                    <a:pt x="518273" y="154397"/>
                  </a:cubicBezTo>
                  <a:cubicBezTo>
                    <a:pt x="505489" y="154397"/>
                    <a:pt x="495117" y="144040"/>
                    <a:pt x="495117" y="131274"/>
                  </a:cubicBezTo>
                  <a:lnTo>
                    <a:pt x="495117" y="100322"/>
                  </a:lnTo>
                  <a:lnTo>
                    <a:pt x="464244" y="100322"/>
                  </a:lnTo>
                  <a:cubicBezTo>
                    <a:pt x="451340" y="100322"/>
                    <a:pt x="440968" y="89965"/>
                    <a:pt x="440968" y="77199"/>
                  </a:cubicBezTo>
                  <a:cubicBezTo>
                    <a:pt x="440968" y="64433"/>
                    <a:pt x="451340" y="54075"/>
                    <a:pt x="464244" y="54075"/>
                  </a:cubicBezTo>
                  <a:lnTo>
                    <a:pt x="495117" y="54075"/>
                  </a:lnTo>
                  <a:lnTo>
                    <a:pt x="495117" y="23244"/>
                  </a:lnTo>
                  <a:cubicBezTo>
                    <a:pt x="495117" y="10358"/>
                    <a:pt x="505489" y="0"/>
                    <a:pt x="51827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5" name="íS1îḋé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3363661" y="5820336"/>
            <a:ext cx="1561726" cy="43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</a:t>
            </a:r>
          </a:p>
        </p:txBody>
      </p:sp>
      <p:grpSp>
        <p:nvGrpSpPr>
          <p:cNvPr id="20" name="iṩļiḋe">
            <a:extLst>
              <a:ext uri="{FF2B5EF4-FFF2-40B4-BE49-F238E27FC236}">
                <a16:creationId xmlns:a16="http://schemas.microsoft.com/office/drawing/2014/main" id="{4A67C325-5742-4EAE-9A90-3F0219BF5F9F}"/>
              </a:ext>
            </a:extLst>
          </p:cNvPr>
          <p:cNvGrpSpPr/>
          <p:nvPr/>
        </p:nvGrpSpPr>
        <p:grpSpPr>
          <a:xfrm>
            <a:off x="5766922" y="5067301"/>
            <a:ext cx="645459" cy="645459"/>
            <a:chOff x="2312894" y="4867835"/>
            <a:chExt cx="645459" cy="645459"/>
          </a:xfrm>
        </p:grpSpPr>
        <p:sp>
          <p:nvSpPr>
            <p:cNvPr id="22" name="ïŝḻîḍè">
              <a:extLst>
                <a:ext uri="{FF2B5EF4-FFF2-40B4-BE49-F238E27FC236}">
                  <a16:creationId xmlns:a16="http://schemas.microsoft.com/office/drawing/2014/main" id="{C25FD5C1-E12F-4BF1-BD59-5B5FB5BC48A6}"/>
                </a:ext>
              </a:extLst>
            </p:cNvPr>
            <p:cNvSpPr/>
            <p:nvPr/>
          </p:nvSpPr>
          <p:spPr>
            <a:xfrm>
              <a:off x="2312894" y="4867835"/>
              <a:ext cx="645459" cy="645459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3" name="ïsḻiḋê">
              <a:extLst>
                <a:ext uri="{FF2B5EF4-FFF2-40B4-BE49-F238E27FC236}">
                  <a16:creationId xmlns:a16="http://schemas.microsoft.com/office/drawing/2014/main" id="{38329DB7-CA35-490F-B90C-EF9F49871F7E}"/>
                </a:ext>
              </a:extLst>
            </p:cNvPr>
            <p:cNvSpPr/>
            <p:nvPr/>
          </p:nvSpPr>
          <p:spPr>
            <a:xfrm>
              <a:off x="2483221" y="5067737"/>
              <a:ext cx="304804" cy="245653"/>
            </a:xfrm>
            <a:custGeom>
              <a:avLst/>
              <a:gdLst>
                <a:gd name="connsiteX0" fmla="*/ 50882 w 608344"/>
                <a:gd name="connsiteY0" fmla="*/ 115887 h 490289"/>
                <a:gd name="connsiteX1" fmla="*/ 50882 w 608344"/>
                <a:gd name="connsiteY1" fmla="*/ 201112 h 490289"/>
                <a:gd name="connsiteX2" fmla="*/ 438489 w 608344"/>
                <a:gd name="connsiteY2" fmla="*/ 201112 h 490289"/>
                <a:gd name="connsiteX3" fmla="*/ 438489 w 608344"/>
                <a:gd name="connsiteY3" fmla="*/ 162825 h 490289"/>
                <a:gd name="connsiteX4" fmla="*/ 219567 w 608344"/>
                <a:gd name="connsiteY4" fmla="*/ 162825 h 490289"/>
                <a:gd name="connsiteX5" fmla="*/ 174400 w 608344"/>
                <a:gd name="connsiteY5" fmla="*/ 135399 h 490289"/>
                <a:gd name="connsiteX6" fmla="*/ 165459 w 608344"/>
                <a:gd name="connsiteY6" fmla="*/ 118372 h 490289"/>
                <a:gd name="connsiteX7" fmla="*/ 164260 w 608344"/>
                <a:gd name="connsiteY7" fmla="*/ 115887 h 490289"/>
                <a:gd name="connsiteX8" fmla="*/ 50697 w 608344"/>
                <a:gd name="connsiteY8" fmla="*/ 64991 h 490289"/>
                <a:gd name="connsiteX9" fmla="*/ 164445 w 608344"/>
                <a:gd name="connsiteY9" fmla="*/ 64991 h 490289"/>
                <a:gd name="connsiteX10" fmla="*/ 210718 w 608344"/>
                <a:gd name="connsiteY10" fmla="*/ 94995 h 490289"/>
                <a:gd name="connsiteX11" fmla="*/ 219567 w 608344"/>
                <a:gd name="connsiteY11" fmla="*/ 112022 h 490289"/>
                <a:gd name="connsiteX12" fmla="*/ 438674 w 608344"/>
                <a:gd name="connsiteY12" fmla="*/ 112022 h 490289"/>
                <a:gd name="connsiteX13" fmla="*/ 489371 w 608344"/>
                <a:gd name="connsiteY13" fmla="*/ 162641 h 490289"/>
                <a:gd name="connsiteX14" fmla="*/ 489371 w 608344"/>
                <a:gd name="connsiteY14" fmla="*/ 445560 h 490289"/>
                <a:gd name="connsiteX15" fmla="*/ 444665 w 608344"/>
                <a:gd name="connsiteY15" fmla="*/ 490289 h 490289"/>
                <a:gd name="connsiteX16" fmla="*/ 44798 w 608344"/>
                <a:gd name="connsiteY16" fmla="*/ 490289 h 490289"/>
                <a:gd name="connsiteX17" fmla="*/ 0 w 608344"/>
                <a:gd name="connsiteY17" fmla="*/ 445560 h 490289"/>
                <a:gd name="connsiteX18" fmla="*/ 0 w 608344"/>
                <a:gd name="connsiteY18" fmla="*/ 115611 h 490289"/>
                <a:gd name="connsiteX19" fmla="*/ 50697 w 608344"/>
                <a:gd name="connsiteY19" fmla="*/ 64991 h 490289"/>
                <a:gd name="connsiteX20" fmla="*/ 261904 w 608344"/>
                <a:gd name="connsiteY20" fmla="*/ 0 h 490289"/>
                <a:gd name="connsiteX21" fmla="*/ 519660 w 608344"/>
                <a:gd name="connsiteY21" fmla="*/ 0 h 490289"/>
                <a:gd name="connsiteX22" fmla="*/ 608344 w 608344"/>
                <a:gd name="connsiteY22" fmla="*/ 88635 h 490289"/>
                <a:gd name="connsiteX23" fmla="*/ 608344 w 608344"/>
                <a:gd name="connsiteY23" fmla="*/ 335764 h 490289"/>
                <a:gd name="connsiteX24" fmla="*/ 578107 w 608344"/>
                <a:gd name="connsiteY24" fmla="*/ 365953 h 490289"/>
                <a:gd name="connsiteX25" fmla="*/ 547961 w 608344"/>
                <a:gd name="connsiteY25" fmla="*/ 335764 h 490289"/>
                <a:gd name="connsiteX26" fmla="*/ 547961 w 608344"/>
                <a:gd name="connsiteY26" fmla="*/ 88635 h 490289"/>
                <a:gd name="connsiteX27" fmla="*/ 519660 w 608344"/>
                <a:gd name="connsiteY27" fmla="*/ 60379 h 490289"/>
                <a:gd name="connsiteX28" fmla="*/ 261904 w 608344"/>
                <a:gd name="connsiteY28" fmla="*/ 60379 h 490289"/>
                <a:gd name="connsiteX29" fmla="*/ 231666 w 608344"/>
                <a:gd name="connsiteY29" fmla="*/ 30190 h 490289"/>
                <a:gd name="connsiteX30" fmla="*/ 261904 w 608344"/>
                <a:gd name="connsiteY30" fmla="*/ 0 h 490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08344" h="490289">
                  <a:moveTo>
                    <a:pt x="50882" y="115887"/>
                  </a:moveTo>
                  <a:lnTo>
                    <a:pt x="50882" y="201112"/>
                  </a:lnTo>
                  <a:lnTo>
                    <a:pt x="438489" y="201112"/>
                  </a:lnTo>
                  <a:lnTo>
                    <a:pt x="438489" y="162825"/>
                  </a:lnTo>
                  <a:lnTo>
                    <a:pt x="219567" y="162825"/>
                  </a:lnTo>
                  <a:cubicBezTo>
                    <a:pt x="200578" y="162825"/>
                    <a:pt x="183065" y="152241"/>
                    <a:pt x="174400" y="135399"/>
                  </a:cubicBezTo>
                  <a:lnTo>
                    <a:pt x="165459" y="118372"/>
                  </a:lnTo>
                  <a:cubicBezTo>
                    <a:pt x="165090" y="117544"/>
                    <a:pt x="164629" y="116715"/>
                    <a:pt x="164260" y="115887"/>
                  </a:cubicBezTo>
                  <a:close/>
                  <a:moveTo>
                    <a:pt x="50697" y="64991"/>
                  </a:moveTo>
                  <a:lnTo>
                    <a:pt x="164445" y="64991"/>
                  </a:lnTo>
                  <a:cubicBezTo>
                    <a:pt x="184447" y="64991"/>
                    <a:pt x="202514" y="76772"/>
                    <a:pt x="210718" y="94995"/>
                  </a:cubicBezTo>
                  <a:lnTo>
                    <a:pt x="219567" y="112022"/>
                  </a:lnTo>
                  <a:lnTo>
                    <a:pt x="438674" y="112022"/>
                  </a:lnTo>
                  <a:cubicBezTo>
                    <a:pt x="466696" y="112022"/>
                    <a:pt x="489371" y="134662"/>
                    <a:pt x="489371" y="162641"/>
                  </a:cubicBezTo>
                  <a:lnTo>
                    <a:pt x="489371" y="445560"/>
                  </a:lnTo>
                  <a:cubicBezTo>
                    <a:pt x="489371" y="470225"/>
                    <a:pt x="469369" y="490289"/>
                    <a:pt x="444665" y="490289"/>
                  </a:cubicBezTo>
                  <a:lnTo>
                    <a:pt x="44798" y="490289"/>
                  </a:lnTo>
                  <a:cubicBezTo>
                    <a:pt x="20002" y="490289"/>
                    <a:pt x="0" y="470225"/>
                    <a:pt x="0" y="445560"/>
                  </a:cubicBezTo>
                  <a:lnTo>
                    <a:pt x="0" y="115611"/>
                  </a:lnTo>
                  <a:cubicBezTo>
                    <a:pt x="0" y="87632"/>
                    <a:pt x="22675" y="64991"/>
                    <a:pt x="50697" y="64991"/>
                  </a:cubicBezTo>
                  <a:close/>
                  <a:moveTo>
                    <a:pt x="261904" y="0"/>
                  </a:moveTo>
                  <a:lnTo>
                    <a:pt x="519660" y="0"/>
                  </a:lnTo>
                  <a:cubicBezTo>
                    <a:pt x="568611" y="0"/>
                    <a:pt x="608344" y="39762"/>
                    <a:pt x="608344" y="88635"/>
                  </a:cubicBezTo>
                  <a:lnTo>
                    <a:pt x="608344" y="335764"/>
                  </a:lnTo>
                  <a:cubicBezTo>
                    <a:pt x="608344" y="352423"/>
                    <a:pt x="594885" y="365953"/>
                    <a:pt x="578107" y="365953"/>
                  </a:cubicBezTo>
                  <a:cubicBezTo>
                    <a:pt x="561421" y="365953"/>
                    <a:pt x="547961" y="352423"/>
                    <a:pt x="547961" y="335764"/>
                  </a:cubicBezTo>
                  <a:lnTo>
                    <a:pt x="547961" y="88635"/>
                  </a:lnTo>
                  <a:cubicBezTo>
                    <a:pt x="547961" y="72988"/>
                    <a:pt x="535240" y="60379"/>
                    <a:pt x="519660" y="60379"/>
                  </a:cubicBezTo>
                  <a:lnTo>
                    <a:pt x="261904" y="60379"/>
                  </a:lnTo>
                  <a:cubicBezTo>
                    <a:pt x="245218" y="60379"/>
                    <a:pt x="231666" y="46849"/>
                    <a:pt x="231666" y="30190"/>
                  </a:cubicBezTo>
                  <a:cubicBezTo>
                    <a:pt x="231666" y="13530"/>
                    <a:pt x="245218" y="0"/>
                    <a:pt x="26190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1" name="íṣliďê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5308788" y="5820336"/>
            <a:ext cx="1561726" cy="43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</a:t>
            </a:r>
          </a:p>
        </p:txBody>
      </p:sp>
      <p:grpSp>
        <p:nvGrpSpPr>
          <p:cNvPr id="16" name="îsḷíḓé">
            <a:extLst>
              <a:ext uri="{FF2B5EF4-FFF2-40B4-BE49-F238E27FC236}">
                <a16:creationId xmlns:a16="http://schemas.microsoft.com/office/drawing/2014/main" id="{0BA20BEA-D72C-47C2-8DB5-B60A0C815E4B}"/>
              </a:ext>
            </a:extLst>
          </p:cNvPr>
          <p:cNvGrpSpPr/>
          <p:nvPr/>
        </p:nvGrpSpPr>
        <p:grpSpPr>
          <a:xfrm>
            <a:off x="7712049" y="5067301"/>
            <a:ext cx="645459" cy="645459"/>
            <a:chOff x="2312894" y="4867835"/>
            <a:chExt cx="645459" cy="645459"/>
          </a:xfrm>
        </p:grpSpPr>
        <p:sp>
          <p:nvSpPr>
            <p:cNvPr id="18" name="îṧļïḓê">
              <a:extLst>
                <a:ext uri="{FF2B5EF4-FFF2-40B4-BE49-F238E27FC236}">
                  <a16:creationId xmlns:a16="http://schemas.microsoft.com/office/drawing/2014/main" id="{6B6B9B14-3C23-4BD8-B360-6B9810B9E298}"/>
                </a:ext>
              </a:extLst>
            </p:cNvPr>
            <p:cNvSpPr/>
            <p:nvPr/>
          </p:nvSpPr>
          <p:spPr>
            <a:xfrm>
              <a:off x="2312894" y="4867835"/>
              <a:ext cx="645459" cy="645459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9" name="iṩľïḑe">
              <a:extLst>
                <a:ext uri="{FF2B5EF4-FFF2-40B4-BE49-F238E27FC236}">
                  <a16:creationId xmlns:a16="http://schemas.microsoft.com/office/drawing/2014/main" id="{6F0563EE-B5E8-43C5-9B54-47F95B5A1367}"/>
                </a:ext>
              </a:extLst>
            </p:cNvPr>
            <p:cNvSpPr/>
            <p:nvPr/>
          </p:nvSpPr>
          <p:spPr>
            <a:xfrm>
              <a:off x="2488750" y="5038160"/>
              <a:ext cx="293745" cy="304804"/>
            </a:xfrm>
            <a:custGeom>
              <a:avLst/>
              <a:gdLst>
                <a:gd name="connsiteX0" fmla="*/ 533304 w 585797"/>
                <a:gd name="connsiteY0" fmla="*/ 452325 h 607851"/>
                <a:gd name="connsiteX1" fmla="*/ 568750 w 585797"/>
                <a:gd name="connsiteY1" fmla="*/ 460265 h 607851"/>
                <a:gd name="connsiteX2" fmla="*/ 585772 w 585797"/>
                <a:gd name="connsiteY2" fmla="*/ 480255 h 607851"/>
                <a:gd name="connsiteX3" fmla="*/ 571088 w 585797"/>
                <a:gd name="connsiteY3" fmla="*/ 502112 h 607851"/>
                <a:gd name="connsiteX4" fmla="*/ 273212 w 585797"/>
                <a:gd name="connsiteY4" fmla="*/ 604395 h 607851"/>
                <a:gd name="connsiteX5" fmla="*/ 252917 w 585797"/>
                <a:gd name="connsiteY5" fmla="*/ 607851 h 607851"/>
                <a:gd name="connsiteX6" fmla="*/ 236924 w 585797"/>
                <a:gd name="connsiteY6" fmla="*/ 605703 h 607851"/>
                <a:gd name="connsiteX7" fmla="*/ 16205 w 585797"/>
                <a:gd name="connsiteY7" fmla="*/ 547322 h 607851"/>
                <a:gd name="connsiteX8" fmla="*/ 25 w 585797"/>
                <a:gd name="connsiteY8" fmla="*/ 527239 h 607851"/>
                <a:gd name="connsiteX9" fmla="*/ 14428 w 585797"/>
                <a:gd name="connsiteY9" fmla="*/ 505755 h 607851"/>
                <a:gd name="connsiteX10" fmla="*/ 50716 w 585797"/>
                <a:gd name="connsiteY10" fmla="*/ 492678 h 607851"/>
                <a:gd name="connsiteX11" fmla="*/ 226449 w 585797"/>
                <a:gd name="connsiteY11" fmla="*/ 539196 h 607851"/>
                <a:gd name="connsiteX12" fmla="*/ 252917 w 585797"/>
                <a:gd name="connsiteY12" fmla="*/ 542652 h 607851"/>
                <a:gd name="connsiteX13" fmla="*/ 286492 w 585797"/>
                <a:gd name="connsiteY13" fmla="*/ 537047 h 607851"/>
                <a:gd name="connsiteX14" fmla="*/ 533215 w 585797"/>
                <a:gd name="connsiteY14" fmla="*/ 346476 h 607851"/>
                <a:gd name="connsiteX15" fmla="*/ 568751 w 585797"/>
                <a:gd name="connsiteY15" fmla="*/ 354414 h 607851"/>
                <a:gd name="connsiteX16" fmla="*/ 585772 w 585797"/>
                <a:gd name="connsiteY16" fmla="*/ 374490 h 607851"/>
                <a:gd name="connsiteX17" fmla="*/ 571089 w 585797"/>
                <a:gd name="connsiteY17" fmla="*/ 396248 h 607851"/>
                <a:gd name="connsiteX18" fmla="*/ 273237 w 585797"/>
                <a:gd name="connsiteY18" fmla="*/ 498500 h 607851"/>
                <a:gd name="connsiteX19" fmla="*/ 252944 w 585797"/>
                <a:gd name="connsiteY19" fmla="*/ 501861 h 607851"/>
                <a:gd name="connsiteX20" fmla="*/ 236952 w 585797"/>
                <a:gd name="connsiteY20" fmla="*/ 499807 h 607851"/>
                <a:gd name="connsiteX21" fmla="*/ 16251 w 585797"/>
                <a:gd name="connsiteY21" fmla="*/ 441444 h 607851"/>
                <a:gd name="connsiteX22" fmla="*/ 73 w 585797"/>
                <a:gd name="connsiteY22" fmla="*/ 421367 h 607851"/>
                <a:gd name="connsiteX23" fmla="*/ 14474 w 585797"/>
                <a:gd name="connsiteY23" fmla="*/ 399983 h 607851"/>
                <a:gd name="connsiteX24" fmla="*/ 50759 w 585797"/>
                <a:gd name="connsiteY24" fmla="*/ 386910 h 607851"/>
                <a:gd name="connsiteX25" fmla="*/ 226478 w 585797"/>
                <a:gd name="connsiteY25" fmla="*/ 433413 h 607851"/>
                <a:gd name="connsiteX26" fmla="*/ 252944 w 585797"/>
                <a:gd name="connsiteY26" fmla="*/ 436775 h 607851"/>
                <a:gd name="connsiteX27" fmla="*/ 286517 w 585797"/>
                <a:gd name="connsiteY27" fmla="*/ 431172 h 607851"/>
                <a:gd name="connsiteX28" fmla="*/ 463638 w 585797"/>
                <a:gd name="connsiteY28" fmla="*/ 224963 h 607851"/>
                <a:gd name="connsiteX29" fmla="*/ 568751 w 585797"/>
                <a:gd name="connsiteY29" fmla="*/ 248492 h 607851"/>
                <a:gd name="connsiteX30" fmla="*/ 585772 w 585797"/>
                <a:gd name="connsiteY30" fmla="*/ 268566 h 607851"/>
                <a:gd name="connsiteX31" fmla="*/ 571089 w 585797"/>
                <a:gd name="connsiteY31" fmla="*/ 290321 h 607851"/>
                <a:gd name="connsiteX32" fmla="*/ 273237 w 585797"/>
                <a:gd name="connsiteY32" fmla="*/ 392560 h 607851"/>
                <a:gd name="connsiteX33" fmla="*/ 252944 w 585797"/>
                <a:gd name="connsiteY33" fmla="*/ 396014 h 607851"/>
                <a:gd name="connsiteX34" fmla="*/ 236952 w 585797"/>
                <a:gd name="connsiteY34" fmla="*/ 393960 h 607851"/>
                <a:gd name="connsiteX35" fmla="*/ 16251 w 585797"/>
                <a:gd name="connsiteY35" fmla="*/ 335511 h 607851"/>
                <a:gd name="connsiteX36" fmla="*/ 73 w 585797"/>
                <a:gd name="connsiteY36" fmla="*/ 315437 h 607851"/>
                <a:gd name="connsiteX37" fmla="*/ 14474 w 585797"/>
                <a:gd name="connsiteY37" fmla="*/ 294056 h 607851"/>
                <a:gd name="connsiteX38" fmla="*/ 138011 w 585797"/>
                <a:gd name="connsiteY38" fmla="*/ 249613 h 607851"/>
                <a:gd name="connsiteX39" fmla="*/ 180094 w 585797"/>
                <a:gd name="connsiteY39" fmla="*/ 263618 h 607851"/>
                <a:gd name="connsiteX40" fmla="*/ 181497 w 585797"/>
                <a:gd name="connsiteY40" fmla="*/ 263711 h 607851"/>
                <a:gd name="connsiteX41" fmla="*/ 182806 w 585797"/>
                <a:gd name="connsiteY41" fmla="*/ 263711 h 607851"/>
                <a:gd name="connsiteX42" fmla="*/ 378444 w 585797"/>
                <a:gd name="connsiteY42" fmla="*/ 263711 h 607851"/>
                <a:gd name="connsiteX43" fmla="*/ 463638 w 585797"/>
                <a:gd name="connsiteY43" fmla="*/ 224963 h 607851"/>
                <a:gd name="connsiteX44" fmla="*/ 282669 w 585797"/>
                <a:gd name="connsiteY44" fmla="*/ 0 h 607851"/>
                <a:gd name="connsiteX45" fmla="*/ 376661 w 585797"/>
                <a:gd name="connsiteY45" fmla="*/ 77792 h 607851"/>
                <a:gd name="connsiteX46" fmla="*/ 378438 w 585797"/>
                <a:gd name="connsiteY46" fmla="*/ 77699 h 607851"/>
                <a:gd name="connsiteX47" fmla="*/ 451106 w 585797"/>
                <a:gd name="connsiteY47" fmla="*/ 150354 h 607851"/>
                <a:gd name="connsiteX48" fmla="*/ 378438 w 585797"/>
                <a:gd name="connsiteY48" fmla="*/ 222916 h 607851"/>
                <a:gd name="connsiteX49" fmla="*/ 182785 w 585797"/>
                <a:gd name="connsiteY49" fmla="*/ 222916 h 607851"/>
                <a:gd name="connsiteX50" fmla="*/ 134620 w 585797"/>
                <a:gd name="connsiteY50" fmla="*/ 170806 h 607851"/>
                <a:gd name="connsiteX51" fmla="*/ 186900 w 585797"/>
                <a:gd name="connsiteY51" fmla="*/ 118602 h 607851"/>
                <a:gd name="connsiteX52" fmla="*/ 189893 w 585797"/>
                <a:gd name="connsiteY52" fmla="*/ 118976 h 607851"/>
                <a:gd name="connsiteX53" fmla="*/ 186900 w 585797"/>
                <a:gd name="connsiteY53" fmla="*/ 95629 h 607851"/>
                <a:gd name="connsiteX54" fmla="*/ 282669 w 585797"/>
                <a:gd name="connsiteY54" fmla="*/ 0 h 60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585797" h="607851">
                  <a:moveTo>
                    <a:pt x="533304" y="452325"/>
                  </a:moveTo>
                  <a:lnTo>
                    <a:pt x="568750" y="460265"/>
                  </a:lnTo>
                  <a:cubicBezTo>
                    <a:pt x="578290" y="462413"/>
                    <a:pt x="585210" y="470540"/>
                    <a:pt x="585772" y="480255"/>
                  </a:cubicBezTo>
                  <a:cubicBezTo>
                    <a:pt x="586239" y="489969"/>
                    <a:pt x="580254" y="498936"/>
                    <a:pt x="571088" y="502112"/>
                  </a:cubicBezTo>
                  <a:lnTo>
                    <a:pt x="273212" y="604395"/>
                  </a:lnTo>
                  <a:cubicBezTo>
                    <a:pt x="266665" y="606730"/>
                    <a:pt x="259838" y="607851"/>
                    <a:pt x="252917" y="607851"/>
                  </a:cubicBezTo>
                  <a:cubicBezTo>
                    <a:pt x="247586" y="607851"/>
                    <a:pt x="242162" y="607104"/>
                    <a:pt x="236924" y="605703"/>
                  </a:cubicBezTo>
                  <a:lnTo>
                    <a:pt x="16205" y="547322"/>
                  </a:lnTo>
                  <a:cubicBezTo>
                    <a:pt x="6946" y="544894"/>
                    <a:pt x="399" y="536674"/>
                    <a:pt x="25" y="527239"/>
                  </a:cubicBezTo>
                  <a:cubicBezTo>
                    <a:pt x="-442" y="517712"/>
                    <a:pt x="5450" y="509025"/>
                    <a:pt x="14428" y="505755"/>
                  </a:cubicBezTo>
                  <a:lnTo>
                    <a:pt x="50716" y="492678"/>
                  </a:lnTo>
                  <a:lnTo>
                    <a:pt x="226449" y="539196"/>
                  </a:lnTo>
                  <a:cubicBezTo>
                    <a:pt x="235147" y="541531"/>
                    <a:pt x="244032" y="542652"/>
                    <a:pt x="252917" y="542652"/>
                  </a:cubicBezTo>
                  <a:cubicBezTo>
                    <a:pt x="264420" y="542652"/>
                    <a:pt x="275643" y="540784"/>
                    <a:pt x="286492" y="537047"/>
                  </a:cubicBezTo>
                  <a:close/>
                  <a:moveTo>
                    <a:pt x="533215" y="346476"/>
                  </a:moveTo>
                  <a:lnTo>
                    <a:pt x="568751" y="354414"/>
                  </a:lnTo>
                  <a:cubicBezTo>
                    <a:pt x="578290" y="356561"/>
                    <a:pt x="585211" y="364779"/>
                    <a:pt x="585772" y="374490"/>
                  </a:cubicBezTo>
                  <a:cubicBezTo>
                    <a:pt x="586239" y="384202"/>
                    <a:pt x="580254" y="393073"/>
                    <a:pt x="571089" y="396248"/>
                  </a:cubicBezTo>
                  <a:lnTo>
                    <a:pt x="273237" y="498500"/>
                  </a:lnTo>
                  <a:cubicBezTo>
                    <a:pt x="266691" y="500741"/>
                    <a:pt x="259864" y="501861"/>
                    <a:pt x="252944" y="501861"/>
                  </a:cubicBezTo>
                  <a:cubicBezTo>
                    <a:pt x="247613" y="501861"/>
                    <a:pt x="242189" y="501208"/>
                    <a:pt x="236952" y="499807"/>
                  </a:cubicBezTo>
                  <a:lnTo>
                    <a:pt x="16251" y="441444"/>
                  </a:lnTo>
                  <a:cubicBezTo>
                    <a:pt x="7087" y="439016"/>
                    <a:pt x="447" y="430892"/>
                    <a:pt x="73" y="421367"/>
                  </a:cubicBezTo>
                  <a:cubicBezTo>
                    <a:pt x="-301" y="411843"/>
                    <a:pt x="5497" y="403158"/>
                    <a:pt x="14474" y="399983"/>
                  </a:cubicBezTo>
                  <a:lnTo>
                    <a:pt x="50759" y="386910"/>
                  </a:lnTo>
                  <a:lnTo>
                    <a:pt x="226478" y="433413"/>
                  </a:lnTo>
                  <a:cubicBezTo>
                    <a:pt x="235176" y="435655"/>
                    <a:pt x="244060" y="436775"/>
                    <a:pt x="252944" y="436775"/>
                  </a:cubicBezTo>
                  <a:cubicBezTo>
                    <a:pt x="264446" y="436775"/>
                    <a:pt x="275762" y="434907"/>
                    <a:pt x="286517" y="431172"/>
                  </a:cubicBezTo>
                  <a:close/>
                  <a:moveTo>
                    <a:pt x="463638" y="224963"/>
                  </a:moveTo>
                  <a:lnTo>
                    <a:pt x="568751" y="248492"/>
                  </a:lnTo>
                  <a:cubicBezTo>
                    <a:pt x="578290" y="250640"/>
                    <a:pt x="585211" y="258856"/>
                    <a:pt x="585772" y="268566"/>
                  </a:cubicBezTo>
                  <a:cubicBezTo>
                    <a:pt x="586239" y="278277"/>
                    <a:pt x="580254" y="287147"/>
                    <a:pt x="571089" y="290321"/>
                  </a:cubicBezTo>
                  <a:lnTo>
                    <a:pt x="273237" y="392560"/>
                  </a:lnTo>
                  <a:cubicBezTo>
                    <a:pt x="266691" y="394894"/>
                    <a:pt x="259864" y="396014"/>
                    <a:pt x="252944" y="396014"/>
                  </a:cubicBezTo>
                  <a:cubicBezTo>
                    <a:pt x="247613" y="396014"/>
                    <a:pt x="242189" y="395267"/>
                    <a:pt x="236952" y="393960"/>
                  </a:cubicBezTo>
                  <a:lnTo>
                    <a:pt x="16251" y="335511"/>
                  </a:lnTo>
                  <a:cubicBezTo>
                    <a:pt x="7087" y="333084"/>
                    <a:pt x="447" y="324961"/>
                    <a:pt x="73" y="315437"/>
                  </a:cubicBezTo>
                  <a:cubicBezTo>
                    <a:pt x="-301" y="305914"/>
                    <a:pt x="5497" y="297230"/>
                    <a:pt x="14474" y="294056"/>
                  </a:cubicBezTo>
                  <a:lnTo>
                    <a:pt x="138011" y="249613"/>
                  </a:lnTo>
                  <a:cubicBezTo>
                    <a:pt x="150449" y="257362"/>
                    <a:pt x="164570" y="262591"/>
                    <a:pt x="180094" y="263618"/>
                  </a:cubicBezTo>
                  <a:lnTo>
                    <a:pt x="181497" y="263711"/>
                  </a:lnTo>
                  <a:lnTo>
                    <a:pt x="182806" y="263711"/>
                  </a:lnTo>
                  <a:lnTo>
                    <a:pt x="378444" y="263711"/>
                  </a:lnTo>
                  <a:cubicBezTo>
                    <a:pt x="412391" y="263711"/>
                    <a:pt x="442784" y="248679"/>
                    <a:pt x="463638" y="224963"/>
                  </a:cubicBezTo>
                  <a:close/>
                  <a:moveTo>
                    <a:pt x="282669" y="0"/>
                  </a:moveTo>
                  <a:cubicBezTo>
                    <a:pt x="329431" y="0"/>
                    <a:pt x="368337" y="33526"/>
                    <a:pt x="376661" y="77792"/>
                  </a:cubicBezTo>
                  <a:cubicBezTo>
                    <a:pt x="377222" y="77792"/>
                    <a:pt x="377877" y="77699"/>
                    <a:pt x="378438" y="77699"/>
                  </a:cubicBezTo>
                  <a:cubicBezTo>
                    <a:pt x="418560" y="77699"/>
                    <a:pt x="451106" y="110198"/>
                    <a:pt x="451106" y="150354"/>
                  </a:cubicBezTo>
                  <a:cubicBezTo>
                    <a:pt x="451106" y="190417"/>
                    <a:pt x="418560" y="222916"/>
                    <a:pt x="378438" y="222916"/>
                  </a:cubicBezTo>
                  <a:lnTo>
                    <a:pt x="182785" y="222916"/>
                  </a:lnTo>
                  <a:cubicBezTo>
                    <a:pt x="155570" y="221142"/>
                    <a:pt x="134620" y="198449"/>
                    <a:pt x="134620" y="170806"/>
                  </a:cubicBezTo>
                  <a:cubicBezTo>
                    <a:pt x="134620" y="141949"/>
                    <a:pt x="158095" y="118602"/>
                    <a:pt x="186900" y="118602"/>
                  </a:cubicBezTo>
                  <a:cubicBezTo>
                    <a:pt x="187929" y="118602"/>
                    <a:pt x="188864" y="118883"/>
                    <a:pt x="189893" y="118976"/>
                  </a:cubicBezTo>
                  <a:cubicBezTo>
                    <a:pt x="188023" y="111505"/>
                    <a:pt x="186900" y="103660"/>
                    <a:pt x="186900" y="95629"/>
                  </a:cubicBezTo>
                  <a:cubicBezTo>
                    <a:pt x="186900" y="42772"/>
                    <a:pt x="229734" y="0"/>
                    <a:pt x="28266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17" name="îṥļíde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7253915" y="5820336"/>
            <a:ext cx="1561726" cy="43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</a:t>
            </a:r>
          </a:p>
        </p:txBody>
      </p:sp>
      <p:grpSp>
        <p:nvGrpSpPr>
          <p:cNvPr id="12" name="ïŝ1îḋé">
            <a:extLst>
              <a:ext uri="{FF2B5EF4-FFF2-40B4-BE49-F238E27FC236}">
                <a16:creationId xmlns:a16="http://schemas.microsoft.com/office/drawing/2014/main" id="{2E3EEF37-DFA1-4E08-AB4B-5E6A266FB6C8}"/>
              </a:ext>
            </a:extLst>
          </p:cNvPr>
          <p:cNvGrpSpPr/>
          <p:nvPr/>
        </p:nvGrpSpPr>
        <p:grpSpPr>
          <a:xfrm>
            <a:off x="9657174" y="5067301"/>
            <a:ext cx="645459" cy="645459"/>
            <a:chOff x="2312894" y="4867835"/>
            <a:chExt cx="645459" cy="645459"/>
          </a:xfrm>
        </p:grpSpPr>
        <p:sp>
          <p:nvSpPr>
            <p:cNvPr id="14" name="íş1ide">
              <a:extLst>
                <a:ext uri="{FF2B5EF4-FFF2-40B4-BE49-F238E27FC236}">
                  <a16:creationId xmlns:a16="http://schemas.microsoft.com/office/drawing/2014/main" id="{6A3BF582-653D-4E60-8A9C-8CB39A021A75}"/>
                </a:ext>
              </a:extLst>
            </p:cNvPr>
            <p:cNvSpPr/>
            <p:nvPr/>
          </p:nvSpPr>
          <p:spPr>
            <a:xfrm>
              <a:off x="2312894" y="4867835"/>
              <a:ext cx="645459" cy="645459"/>
            </a:xfrm>
            <a:prstGeom prst="ellipse">
              <a:avLst/>
            </a:prstGeom>
            <a:gradFill>
              <a:gsLst>
                <a:gs pos="0">
                  <a:srgbClr val="6965DD"/>
                </a:gs>
                <a:gs pos="100000">
                  <a:srgbClr val="32B8C6"/>
                </a:gs>
              </a:gsLst>
              <a:lin ang="5400000" scaled="1"/>
            </a:gra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5" name="ï$1iḑê">
              <a:extLst>
                <a:ext uri="{FF2B5EF4-FFF2-40B4-BE49-F238E27FC236}">
                  <a16:creationId xmlns:a16="http://schemas.microsoft.com/office/drawing/2014/main" id="{DB9AD1D7-DC3B-4ADD-A018-F578A06B9DBF}"/>
                </a:ext>
              </a:extLst>
            </p:cNvPr>
            <p:cNvSpPr/>
            <p:nvPr/>
          </p:nvSpPr>
          <p:spPr>
            <a:xfrm>
              <a:off x="2483221" y="5038373"/>
              <a:ext cx="304804" cy="304379"/>
            </a:xfrm>
            <a:custGeom>
              <a:avLst/>
              <a:gdLst>
                <a:gd name="T0" fmla="*/ 5645 w 6302"/>
                <a:gd name="T1" fmla="*/ 4726 h 6302"/>
                <a:gd name="T2" fmla="*/ 5645 w 6302"/>
                <a:gd name="T3" fmla="*/ 3212 h 6302"/>
                <a:gd name="T4" fmla="*/ 3282 w 6302"/>
                <a:gd name="T5" fmla="*/ 3212 h 6302"/>
                <a:gd name="T6" fmla="*/ 3282 w 6302"/>
                <a:gd name="T7" fmla="*/ 2101 h 6302"/>
                <a:gd name="T8" fmla="*/ 4857 w 6302"/>
                <a:gd name="T9" fmla="*/ 2101 h 6302"/>
                <a:gd name="T10" fmla="*/ 4857 w 6302"/>
                <a:gd name="T11" fmla="*/ 0 h 6302"/>
                <a:gd name="T12" fmla="*/ 1444 w 6302"/>
                <a:gd name="T13" fmla="*/ 0 h 6302"/>
                <a:gd name="T14" fmla="*/ 1444 w 6302"/>
                <a:gd name="T15" fmla="*/ 2101 h 6302"/>
                <a:gd name="T16" fmla="*/ 3019 w 6302"/>
                <a:gd name="T17" fmla="*/ 2101 h 6302"/>
                <a:gd name="T18" fmla="*/ 3019 w 6302"/>
                <a:gd name="T19" fmla="*/ 3212 h 6302"/>
                <a:gd name="T20" fmla="*/ 656 w 6302"/>
                <a:gd name="T21" fmla="*/ 3212 h 6302"/>
                <a:gd name="T22" fmla="*/ 656 w 6302"/>
                <a:gd name="T23" fmla="*/ 4726 h 6302"/>
                <a:gd name="T24" fmla="*/ 0 w 6302"/>
                <a:gd name="T25" fmla="*/ 4726 h 6302"/>
                <a:gd name="T26" fmla="*/ 0 w 6302"/>
                <a:gd name="T27" fmla="*/ 6302 h 6302"/>
                <a:gd name="T28" fmla="*/ 1575 w 6302"/>
                <a:gd name="T29" fmla="*/ 6302 h 6302"/>
                <a:gd name="T30" fmla="*/ 1575 w 6302"/>
                <a:gd name="T31" fmla="*/ 4726 h 6302"/>
                <a:gd name="T32" fmla="*/ 919 w 6302"/>
                <a:gd name="T33" fmla="*/ 4726 h 6302"/>
                <a:gd name="T34" fmla="*/ 919 w 6302"/>
                <a:gd name="T35" fmla="*/ 3475 h 6302"/>
                <a:gd name="T36" fmla="*/ 3019 w 6302"/>
                <a:gd name="T37" fmla="*/ 3475 h 6302"/>
                <a:gd name="T38" fmla="*/ 3019 w 6302"/>
                <a:gd name="T39" fmla="*/ 4726 h 6302"/>
                <a:gd name="T40" fmla="*/ 2363 w 6302"/>
                <a:gd name="T41" fmla="*/ 4726 h 6302"/>
                <a:gd name="T42" fmla="*/ 2363 w 6302"/>
                <a:gd name="T43" fmla="*/ 6302 h 6302"/>
                <a:gd name="T44" fmla="*/ 3938 w 6302"/>
                <a:gd name="T45" fmla="*/ 6302 h 6302"/>
                <a:gd name="T46" fmla="*/ 3938 w 6302"/>
                <a:gd name="T47" fmla="*/ 4726 h 6302"/>
                <a:gd name="T48" fmla="*/ 3282 w 6302"/>
                <a:gd name="T49" fmla="*/ 4726 h 6302"/>
                <a:gd name="T50" fmla="*/ 3282 w 6302"/>
                <a:gd name="T51" fmla="*/ 3475 h 6302"/>
                <a:gd name="T52" fmla="*/ 5383 w 6302"/>
                <a:gd name="T53" fmla="*/ 3475 h 6302"/>
                <a:gd name="T54" fmla="*/ 5383 w 6302"/>
                <a:gd name="T55" fmla="*/ 4726 h 6302"/>
                <a:gd name="T56" fmla="*/ 4726 w 6302"/>
                <a:gd name="T57" fmla="*/ 4726 h 6302"/>
                <a:gd name="T58" fmla="*/ 4726 w 6302"/>
                <a:gd name="T59" fmla="*/ 6302 h 6302"/>
                <a:gd name="T60" fmla="*/ 6302 w 6302"/>
                <a:gd name="T61" fmla="*/ 6302 h 6302"/>
                <a:gd name="T62" fmla="*/ 6302 w 6302"/>
                <a:gd name="T63" fmla="*/ 4726 h 6302"/>
                <a:gd name="T64" fmla="*/ 5645 w 6302"/>
                <a:gd name="T65" fmla="*/ 4726 h 6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302" h="6302">
                  <a:moveTo>
                    <a:pt x="5645" y="4726"/>
                  </a:moveTo>
                  <a:lnTo>
                    <a:pt x="5645" y="3212"/>
                  </a:lnTo>
                  <a:lnTo>
                    <a:pt x="3282" y="3212"/>
                  </a:lnTo>
                  <a:lnTo>
                    <a:pt x="3282" y="2101"/>
                  </a:lnTo>
                  <a:lnTo>
                    <a:pt x="4857" y="2101"/>
                  </a:lnTo>
                  <a:lnTo>
                    <a:pt x="4857" y="0"/>
                  </a:lnTo>
                  <a:lnTo>
                    <a:pt x="1444" y="0"/>
                  </a:lnTo>
                  <a:lnTo>
                    <a:pt x="1444" y="2101"/>
                  </a:lnTo>
                  <a:lnTo>
                    <a:pt x="3019" y="2101"/>
                  </a:lnTo>
                  <a:lnTo>
                    <a:pt x="3019" y="3212"/>
                  </a:lnTo>
                  <a:lnTo>
                    <a:pt x="656" y="3212"/>
                  </a:lnTo>
                  <a:lnTo>
                    <a:pt x="656" y="4726"/>
                  </a:lnTo>
                  <a:lnTo>
                    <a:pt x="0" y="4726"/>
                  </a:lnTo>
                  <a:lnTo>
                    <a:pt x="0" y="6302"/>
                  </a:lnTo>
                  <a:lnTo>
                    <a:pt x="1575" y="6302"/>
                  </a:lnTo>
                  <a:lnTo>
                    <a:pt x="1575" y="4726"/>
                  </a:lnTo>
                  <a:lnTo>
                    <a:pt x="919" y="4726"/>
                  </a:lnTo>
                  <a:lnTo>
                    <a:pt x="919" y="3475"/>
                  </a:lnTo>
                  <a:lnTo>
                    <a:pt x="3019" y="3475"/>
                  </a:lnTo>
                  <a:lnTo>
                    <a:pt x="3019" y="4726"/>
                  </a:lnTo>
                  <a:lnTo>
                    <a:pt x="2363" y="4726"/>
                  </a:lnTo>
                  <a:lnTo>
                    <a:pt x="2363" y="6302"/>
                  </a:lnTo>
                  <a:lnTo>
                    <a:pt x="3938" y="6302"/>
                  </a:lnTo>
                  <a:lnTo>
                    <a:pt x="3938" y="4726"/>
                  </a:lnTo>
                  <a:lnTo>
                    <a:pt x="3282" y="4726"/>
                  </a:lnTo>
                  <a:lnTo>
                    <a:pt x="3282" y="3475"/>
                  </a:lnTo>
                  <a:lnTo>
                    <a:pt x="5383" y="3475"/>
                  </a:lnTo>
                  <a:lnTo>
                    <a:pt x="5383" y="4726"/>
                  </a:lnTo>
                  <a:lnTo>
                    <a:pt x="4726" y="4726"/>
                  </a:lnTo>
                  <a:lnTo>
                    <a:pt x="4726" y="6302"/>
                  </a:lnTo>
                  <a:lnTo>
                    <a:pt x="6302" y="6302"/>
                  </a:lnTo>
                  <a:lnTo>
                    <a:pt x="6302" y="4726"/>
                  </a:lnTo>
                  <a:lnTo>
                    <a:pt x="5645" y="47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13" name="iṡ1idè">
            <a:extLst>
              <a:ext uri="{FF2B5EF4-FFF2-40B4-BE49-F238E27FC236}">
                <a16:creationId xmlns:a16="http://schemas.microsoft.com/office/drawing/2014/main" id="{F8E07573-A8E5-42F7-B445-E2E8E3B47ABD}"/>
              </a:ext>
            </a:extLst>
          </p:cNvPr>
          <p:cNvSpPr/>
          <p:nvPr/>
        </p:nvSpPr>
        <p:spPr bwMode="auto">
          <a:xfrm>
            <a:off x="9199040" y="5820336"/>
            <a:ext cx="1561726" cy="43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94CEA6F-5D77-49CF-AB76-F43A71C129C0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33" name="弧形 32">
              <a:extLst>
                <a:ext uri="{FF2B5EF4-FFF2-40B4-BE49-F238E27FC236}">
                  <a16:creationId xmlns:a16="http://schemas.microsoft.com/office/drawing/2014/main" id="{61D772CC-C50C-49B4-A16B-7021AF4FBC3C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D2D9EA0-E742-4662-A8D0-F9BECEA61D94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AEB08F1-EC75-4367-81D2-1447C3323C39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6" name="弧形 35">
              <a:extLst>
                <a:ext uri="{FF2B5EF4-FFF2-40B4-BE49-F238E27FC236}">
                  <a16:creationId xmlns:a16="http://schemas.microsoft.com/office/drawing/2014/main" id="{8CCCD470-DED9-4B29-AB4A-1EF297093AE8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4721A884-C06F-476E-BBB3-68D00C3FCB9E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C92F281-5944-44E4-AF5E-9E9C5809A9DB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CB9F7B74-5417-471E-B916-1A586BA0B0B0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407072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9" grpId="0"/>
      <p:bldP spid="25" grpId="0"/>
      <p:bldP spid="21" grpId="0"/>
      <p:bldP spid="17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îṩ1ïḋé">
            <a:extLst>
              <a:ext uri="{FF2B5EF4-FFF2-40B4-BE49-F238E27FC236}">
                <a16:creationId xmlns:a16="http://schemas.microsoft.com/office/drawing/2014/main" id="{3542296F-DE5E-4AEF-95B4-84BD97DADAB4}"/>
              </a:ext>
            </a:extLst>
          </p:cNvPr>
          <p:cNvSpPr/>
          <p:nvPr/>
        </p:nvSpPr>
        <p:spPr>
          <a:xfrm>
            <a:off x="3367699" y="2713191"/>
            <a:ext cx="2071478" cy="2071478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altLang="zh-CN" sz="1400" b="1">
                <a:cs typeface="+mn-ea"/>
                <a:sym typeface="+mn-lt"/>
              </a:rPr>
              <a:t>Text here</a:t>
            </a:r>
          </a:p>
          <a:p>
            <a:pPr algn="r" defTabSz="914377"/>
            <a:r>
              <a:rPr lang="en-US" altLang="zh-CN" sz="1400" b="1">
                <a:cs typeface="+mn-ea"/>
                <a:sym typeface="+mn-lt"/>
              </a:rPr>
              <a:t>60%</a:t>
            </a:r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5" name="îṣḷïḓè">
            <a:extLst>
              <a:ext uri="{FF2B5EF4-FFF2-40B4-BE49-F238E27FC236}">
                <a16:creationId xmlns:a16="http://schemas.microsoft.com/office/drawing/2014/main" id="{D6E661BD-4852-4276-8B93-923DECF0E1E7}"/>
              </a:ext>
            </a:extLst>
          </p:cNvPr>
          <p:cNvSpPr/>
          <p:nvPr/>
        </p:nvSpPr>
        <p:spPr>
          <a:xfrm>
            <a:off x="5060261" y="2713191"/>
            <a:ext cx="2071478" cy="2071478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altLang="zh-CN" sz="1400" b="1">
                <a:cs typeface="+mn-ea"/>
                <a:sym typeface="+mn-lt"/>
              </a:rPr>
              <a:t>Text here</a:t>
            </a:r>
          </a:p>
          <a:p>
            <a:pPr algn="r" defTabSz="914377"/>
            <a:r>
              <a:rPr lang="en-US" altLang="zh-CN" sz="1400" b="1">
                <a:cs typeface="+mn-ea"/>
                <a:sym typeface="+mn-lt"/>
              </a:rPr>
              <a:t>20%</a:t>
            </a:r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6" name="íşḻîḍè">
            <a:extLst>
              <a:ext uri="{FF2B5EF4-FFF2-40B4-BE49-F238E27FC236}">
                <a16:creationId xmlns:a16="http://schemas.microsoft.com/office/drawing/2014/main" id="{E24D51B4-AD5D-4005-9A1A-74EFA77A9517}"/>
              </a:ext>
            </a:extLst>
          </p:cNvPr>
          <p:cNvSpPr/>
          <p:nvPr/>
        </p:nvSpPr>
        <p:spPr>
          <a:xfrm>
            <a:off x="6752824" y="2713191"/>
            <a:ext cx="2071478" cy="2071478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altLang="zh-CN" sz="1400" b="1">
                <a:cs typeface="+mn-ea"/>
                <a:sym typeface="+mn-lt"/>
              </a:rPr>
              <a:t>Text here</a:t>
            </a:r>
          </a:p>
          <a:p>
            <a:pPr algn="r" defTabSz="914377"/>
            <a:r>
              <a:rPr lang="en-US" altLang="zh-CN" sz="1400" b="1">
                <a:cs typeface="+mn-ea"/>
                <a:sym typeface="+mn-lt"/>
              </a:rPr>
              <a:t>50%</a:t>
            </a:r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7" name="íSļïḋé">
            <a:extLst>
              <a:ext uri="{FF2B5EF4-FFF2-40B4-BE49-F238E27FC236}">
                <a16:creationId xmlns:a16="http://schemas.microsoft.com/office/drawing/2014/main" id="{8BE216C1-8BBE-40EA-BA35-532D94030A6F}"/>
              </a:ext>
            </a:extLst>
          </p:cNvPr>
          <p:cNvSpPr/>
          <p:nvPr/>
        </p:nvSpPr>
        <p:spPr bwMode="auto">
          <a:xfrm>
            <a:off x="1783757" y="4897339"/>
            <a:ext cx="1854238" cy="1337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8" name="ïṩḷíḓè">
            <a:extLst>
              <a:ext uri="{FF2B5EF4-FFF2-40B4-BE49-F238E27FC236}">
                <a16:creationId xmlns:a16="http://schemas.microsoft.com/office/drawing/2014/main" id="{3926C5BA-49D9-4DCB-A530-0362E44253DC}"/>
              </a:ext>
            </a:extLst>
          </p:cNvPr>
          <p:cNvSpPr/>
          <p:nvPr/>
        </p:nvSpPr>
        <p:spPr bwMode="auto">
          <a:xfrm>
            <a:off x="3476319" y="1375633"/>
            <a:ext cx="1854238" cy="1337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9" name="ïṡḻiḓé">
            <a:extLst>
              <a:ext uri="{FF2B5EF4-FFF2-40B4-BE49-F238E27FC236}">
                <a16:creationId xmlns:a16="http://schemas.microsoft.com/office/drawing/2014/main" id="{D45A3796-4DB7-4CA4-810B-947C02CF9035}"/>
              </a:ext>
            </a:extLst>
          </p:cNvPr>
          <p:cNvSpPr/>
          <p:nvPr/>
        </p:nvSpPr>
        <p:spPr bwMode="auto">
          <a:xfrm>
            <a:off x="5168881" y="4897339"/>
            <a:ext cx="1854238" cy="1337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0" name="ïşḷídê">
            <a:extLst>
              <a:ext uri="{FF2B5EF4-FFF2-40B4-BE49-F238E27FC236}">
                <a16:creationId xmlns:a16="http://schemas.microsoft.com/office/drawing/2014/main" id="{58D16DF6-92EA-465C-ABA8-DD5058EB5D34}"/>
              </a:ext>
            </a:extLst>
          </p:cNvPr>
          <p:cNvSpPr/>
          <p:nvPr/>
        </p:nvSpPr>
        <p:spPr>
          <a:xfrm>
            <a:off x="1675137" y="2713191"/>
            <a:ext cx="2071478" cy="2071478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altLang="zh-CN" sz="1400" b="1">
                <a:cs typeface="+mn-ea"/>
                <a:sym typeface="+mn-lt"/>
              </a:rPr>
              <a:t>Text here</a:t>
            </a:r>
          </a:p>
          <a:p>
            <a:pPr algn="r" defTabSz="914377"/>
            <a:r>
              <a:rPr lang="en-US" altLang="zh-CN" sz="1400" b="1">
                <a:cs typeface="+mn-ea"/>
                <a:sym typeface="+mn-lt"/>
              </a:rPr>
              <a:t>30%</a:t>
            </a:r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1" name="iṩḻîdè">
            <a:extLst>
              <a:ext uri="{FF2B5EF4-FFF2-40B4-BE49-F238E27FC236}">
                <a16:creationId xmlns:a16="http://schemas.microsoft.com/office/drawing/2014/main" id="{0B37BF28-B1E1-46DC-8F6C-4452D32E466D}"/>
              </a:ext>
            </a:extLst>
          </p:cNvPr>
          <p:cNvSpPr/>
          <p:nvPr/>
        </p:nvSpPr>
        <p:spPr>
          <a:xfrm>
            <a:off x="8445384" y="2713191"/>
            <a:ext cx="2071478" cy="2071478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altLang="zh-CN" sz="1400" b="1">
                <a:cs typeface="+mn-ea"/>
                <a:sym typeface="+mn-lt"/>
              </a:rPr>
              <a:t>Text here</a:t>
            </a:r>
          </a:p>
          <a:p>
            <a:pPr algn="r" defTabSz="914377"/>
            <a:r>
              <a:rPr lang="en-US" altLang="zh-CN" sz="1400" b="1">
                <a:cs typeface="+mn-ea"/>
                <a:sym typeface="+mn-lt"/>
              </a:rPr>
              <a:t>80%</a:t>
            </a:r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2" name="ïS1ïḋè">
            <a:extLst>
              <a:ext uri="{FF2B5EF4-FFF2-40B4-BE49-F238E27FC236}">
                <a16:creationId xmlns:a16="http://schemas.microsoft.com/office/drawing/2014/main" id="{8B7694F4-D7D4-4782-9882-DE539B502AB1}"/>
              </a:ext>
            </a:extLst>
          </p:cNvPr>
          <p:cNvSpPr/>
          <p:nvPr/>
        </p:nvSpPr>
        <p:spPr bwMode="auto">
          <a:xfrm>
            <a:off x="8554005" y="4897339"/>
            <a:ext cx="1854238" cy="1337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3" name="iş1íďé">
            <a:extLst>
              <a:ext uri="{FF2B5EF4-FFF2-40B4-BE49-F238E27FC236}">
                <a16:creationId xmlns:a16="http://schemas.microsoft.com/office/drawing/2014/main" id="{41E2165D-8FC3-4BA3-8F41-203E8C2F2CB0}"/>
              </a:ext>
            </a:extLst>
          </p:cNvPr>
          <p:cNvSpPr/>
          <p:nvPr/>
        </p:nvSpPr>
        <p:spPr bwMode="auto">
          <a:xfrm>
            <a:off x="6861444" y="1375633"/>
            <a:ext cx="1854238" cy="1337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Supporting text here. 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5C98B46-0D8C-4249-9CB0-0D9A245FA254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0DA9DB08-DD51-4AF5-B720-E6E0FCF48286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75FC1F1-B1AB-4515-A55C-F04731510584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04360A3-D630-4C63-8655-53F8AAB4DFEE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B85C1CBD-11E9-4F72-AA7E-1ADE9120A14A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AE26B75-9718-47A3-89BC-D612FBA383BC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CA489B5C-2D27-486B-92B3-AED31CDC2655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5100F25F-581D-4AE9-A399-049274497AF8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54560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 animBg="1"/>
      <p:bldP spid="11" grpId="0" animBg="1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šḷiďè">
            <a:extLst>
              <a:ext uri="{FF2B5EF4-FFF2-40B4-BE49-F238E27FC236}">
                <a16:creationId xmlns:a16="http://schemas.microsoft.com/office/drawing/2014/main" id="{9047C936-49BA-401E-A6CA-9AA03A81484C}"/>
              </a:ext>
            </a:extLst>
          </p:cNvPr>
          <p:cNvSpPr/>
          <p:nvPr/>
        </p:nvSpPr>
        <p:spPr>
          <a:xfrm>
            <a:off x="7732038" y="0"/>
            <a:ext cx="3387777" cy="6858000"/>
          </a:xfrm>
          <a:prstGeom prst="rect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en-US" sz="1400" b="1">
              <a:cs typeface="+mn-ea"/>
              <a:sym typeface="+mn-lt"/>
            </a:endParaRPr>
          </a:p>
        </p:txBody>
      </p:sp>
      <p:sp>
        <p:nvSpPr>
          <p:cNvPr id="5" name="iṧḻîḓè">
            <a:extLst>
              <a:ext uri="{FF2B5EF4-FFF2-40B4-BE49-F238E27FC236}">
                <a16:creationId xmlns:a16="http://schemas.microsoft.com/office/drawing/2014/main" id="{4AA2C11B-33E2-495F-B2BA-85CCAA43801A}"/>
              </a:ext>
            </a:extLst>
          </p:cNvPr>
          <p:cNvSpPr/>
          <p:nvPr/>
        </p:nvSpPr>
        <p:spPr>
          <a:xfrm>
            <a:off x="7332952" y="742114"/>
            <a:ext cx="4185948" cy="5787320"/>
          </a:xfrm>
          <a:custGeom>
            <a:avLst/>
            <a:gdLst>
              <a:gd name="connsiteX0" fmla="*/ 1745672 w 4301836"/>
              <a:gd name="connsiteY0" fmla="*/ 789708 h 5947542"/>
              <a:gd name="connsiteX1" fmla="*/ 2556164 w 4301836"/>
              <a:gd name="connsiteY1" fmla="*/ 789708 h 5947542"/>
              <a:gd name="connsiteX2" fmla="*/ 2556164 w 4301836"/>
              <a:gd name="connsiteY2" fmla="*/ 5947542 h 5947542"/>
              <a:gd name="connsiteX3" fmla="*/ 1745672 w 4301836"/>
              <a:gd name="connsiteY3" fmla="*/ 5947542 h 5947542"/>
              <a:gd name="connsiteX4" fmla="*/ 3491344 w 4301836"/>
              <a:gd name="connsiteY4" fmla="*/ 415636 h 5947542"/>
              <a:gd name="connsiteX5" fmla="*/ 4301836 w 4301836"/>
              <a:gd name="connsiteY5" fmla="*/ 415636 h 5947542"/>
              <a:gd name="connsiteX6" fmla="*/ 4301836 w 4301836"/>
              <a:gd name="connsiteY6" fmla="*/ 5573470 h 5947542"/>
              <a:gd name="connsiteX7" fmla="*/ 3491344 w 4301836"/>
              <a:gd name="connsiteY7" fmla="*/ 5573470 h 5947542"/>
              <a:gd name="connsiteX8" fmla="*/ 0 w 4301836"/>
              <a:gd name="connsiteY8" fmla="*/ 415636 h 5947542"/>
              <a:gd name="connsiteX9" fmla="*/ 810492 w 4301836"/>
              <a:gd name="connsiteY9" fmla="*/ 415636 h 5947542"/>
              <a:gd name="connsiteX10" fmla="*/ 810492 w 4301836"/>
              <a:gd name="connsiteY10" fmla="*/ 5573470 h 5947542"/>
              <a:gd name="connsiteX11" fmla="*/ 0 w 4301836"/>
              <a:gd name="connsiteY11" fmla="*/ 5573470 h 5947542"/>
              <a:gd name="connsiteX12" fmla="*/ 2618508 w 4301836"/>
              <a:gd name="connsiteY12" fmla="*/ 0 h 5947542"/>
              <a:gd name="connsiteX13" fmla="*/ 3429000 w 4301836"/>
              <a:gd name="connsiteY13" fmla="*/ 0 h 5947542"/>
              <a:gd name="connsiteX14" fmla="*/ 3429000 w 4301836"/>
              <a:gd name="connsiteY14" fmla="*/ 5157834 h 5947542"/>
              <a:gd name="connsiteX15" fmla="*/ 2618508 w 4301836"/>
              <a:gd name="connsiteY15" fmla="*/ 5157834 h 5947542"/>
              <a:gd name="connsiteX16" fmla="*/ 872836 w 4301836"/>
              <a:gd name="connsiteY16" fmla="*/ 0 h 5947542"/>
              <a:gd name="connsiteX17" fmla="*/ 1683328 w 4301836"/>
              <a:gd name="connsiteY17" fmla="*/ 0 h 5947542"/>
              <a:gd name="connsiteX18" fmla="*/ 1683328 w 4301836"/>
              <a:gd name="connsiteY18" fmla="*/ 5157834 h 5947542"/>
              <a:gd name="connsiteX19" fmla="*/ 872836 w 4301836"/>
              <a:gd name="connsiteY19" fmla="*/ 5157834 h 594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301836" h="5947542">
                <a:moveTo>
                  <a:pt x="1745672" y="789708"/>
                </a:moveTo>
                <a:lnTo>
                  <a:pt x="2556164" y="789708"/>
                </a:lnTo>
                <a:lnTo>
                  <a:pt x="2556164" y="5947542"/>
                </a:lnTo>
                <a:lnTo>
                  <a:pt x="1745672" y="5947542"/>
                </a:lnTo>
                <a:close/>
                <a:moveTo>
                  <a:pt x="3491344" y="415636"/>
                </a:moveTo>
                <a:lnTo>
                  <a:pt x="4301836" y="415636"/>
                </a:lnTo>
                <a:lnTo>
                  <a:pt x="4301836" y="5573470"/>
                </a:lnTo>
                <a:lnTo>
                  <a:pt x="3491344" y="5573470"/>
                </a:lnTo>
                <a:close/>
                <a:moveTo>
                  <a:pt x="0" y="415636"/>
                </a:moveTo>
                <a:lnTo>
                  <a:pt x="810492" y="415636"/>
                </a:lnTo>
                <a:lnTo>
                  <a:pt x="810492" y="5573470"/>
                </a:lnTo>
                <a:lnTo>
                  <a:pt x="0" y="5573470"/>
                </a:lnTo>
                <a:close/>
                <a:moveTo>
                  <a:pt x="2618508" y="0"/>
                </a:moveTo>
                <a:lnTo>
                  <a:pt x="3429000" y="0"/>
                </a:lnTo>
                <a:lnTo>
                  <a:pt x="3429000" y="5157834"/>
                </a:lnTo>
                <a:lnTo>
                  <a:pt x="2618508" y="5157834"/>
                </a:lnTo>
                <a:close/>
                <a:moveTo>
                  <a:pt x="872836" y="0"/>
                </a:moveTo>
                <a:lnTo>
                  <a:pt x="1683328" y="0"/>
                </a:lnTo>
                <a:lnTo>
                  <a:pt x="1683328" y="5157834"/>
                </a:lnTo>
                <a:lnTo>
                  <a:pt x="872836" y="5157834"/>
                </a:lnTo>
                <a:close/>
              </a:path>
            </a:pathLst>
          </a:custGeom>
          <a:blipFill>
            <a:blip r:embed="R42a66adefcfd4bbe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53855" r="-53529"/>
            </a:stretch>
          </a:blip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ïSļïḓé">
            <a:extLst>
              <a:ext uri="{FF2B5EF4-FFF2-40B4-BE49-F238E27FC236}">
                <a16:creationId xmlns:a16="http://schemas.microsoft.com/office/drawing/2014/main" id="{7F847091-C1D7-4CD2-ACB5-4EF73C7B09E7}"/>
              </a:ext>
            </a:extLst>
          </p:cNvPr>
          <p:cNvSpPr txBox="1"/>
          <p:nvPr/>
        </p:nvSpPr>
        <p:spPr>
          <a:xfrm>
            <a:off x="723900" y="1805515"/>
            <a:ext cx="5881688" cy="10421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200">
                <a:cs typeface="+mn-ea"/>
                <a:sym typeface="+mn-lt"/>
              </a:rPr>
              <a:t>Theme color makes PPT more convenient to change.</a:t>
            </a:r>
          </a:p>
          <a:p>
            <a:pPr>
              <a:lnSpc>
                <a:spcPct val="150000"/>
              </a:lnSpc>
              <a:buSzPct val="25000"/>
            </a:pPr>
            <a:r>
              <a:rPr lang="en-US" sz="1200">
                <a:cs typeface="+mn-ea"/>
                <a:sym typeface="+mn-lt"/>
              </a:rPr>
              <a:t>Adjust the spacing to adapt to Chinese typesetting, use the reference line in PPT.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C5D8B7-323E-4DEE-BA93-C0B75A4553BB}"/>
              </a:ext>
            </a:extLst>
          </p:cNvPr>
          <p:cNvCxnSpPr/>
          <p:nvPr/>
        </p:nvCxnSpPr>
        <p:spPr>
          <a:xfrm>
            <a:off x="863600" y="2959100"/>
            <a:ext cx="574198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ï$1îdè">
            <a:extLst>
              <a:ext uri="{FF2B5EF4-FFF2-40B4-BE49-F238E27FC236}">
                <a16:creationId xmlns:a16="http://schemas.microsoft.com/office/drawing/2014/main" id="{E0DDA08A-211C-441C-A3C4-81F30B8EA3AB}"/>
              </a:ext>
            </a:extLst>
          </p:cNvPr>
          <p:cNvSpPr/>
          <p:nvPr/>
        </p:nvSpPr>
        <p:spPr>
          <a:xfrm>
            <a:off x="723899" y="3304135"/>
            <a:ext cx="822599" cy="822598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sz="1400">
              <a:cs typeface="+mn-ea"/>
              <a:sym typeface="+mn-lt"/>
            </a:endParaRPr>
          </a:p>
        </p:txBody>
      </p:sp>
      <p:sp>
        <p:nvSpPr>
          <p:cNvPr id="20" name="iṡliḋé">
            <a:extLst>
              <a:ext uri="{FF2B5EF4-FFF2-40B4-BE49-F238E27FC236}">
                <a16:creationId xmlns:a16="http://schemas.microsoft.com/office/drawing/2014/main" id="{2B849FD1-B80E-4DA9-B050-6F6B6B7B6202}"/>
              </a:ext>
            </a:extLst>
          </p:cNvPr>
          <p:cNvSpPr/>
          <p:nvPr/>
        </p:nvSpPr>
        <p:spPr bwMode="auto">
          <a:xfrm>
            <a:off x="928336" y="3470961"/>
            <a:ext cx="413724" cy="488946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10" name="iśľiḓè">
            <a:extLst>
              <a:ext uri="{FF2B5EF4-FFF2-40B4-BE49-F238E27FC236}">
                <a16:creationId xmlns:a16="http://schemas.microsoft.com/office/drawing/2014/main" id="{E41B796C-6EBB-40B0-9E60-743A1A5DB9CB}"/>
              </a:ext>
            </a:extLst>
          </p:cNvPr>
          <p:cNvGrpSpPr/>
          <p:nvPr/>
        </p:nvGrpSpPr>
        <p:grpSpPr>
          <a:xfrm>
            <a:off x="1608278" y="3304135"/>
            <a:ext cx="5325589" cy="1071640"/>
            <a:chOff x="2082804" y="1329817"/>
            <a:chExt cx="2494548" cy="1071640"/>
          </a:xfrm>
        </p:grpSpPr>
        <p:sp>
          <p:nvSpPr>
            <p:cNvPr id="17" name="ïs1íḋe">
              <a:extLst>
                <a:ext uri="{FF2B5EF4-FFF2-40B4-BE49-F238E27FC236}">
                  <a16:creationId xmlns:a16="http://schemas.microsoft.com/office/drawing/2014/main" id="{FEBFD0C4-4A1A-4361-8147-135449A7743A}"/>
                </a:ext>
              </a:extLst>
            </p:cNvPr>
            <p:cNvSpPr txBox="1"/>
            <p:nvPr/>
          </p:nvSpPr>
          <p:spPr>
            <a:xfrm>
              <a:off x="2082804" y="1677152"/>
              <a:ext cx="2334087" cy="724305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Autofit/>
            </a:bodyPr>
            <a:lstStyle/>
            <a:p>
              <a:pPr lvl="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20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Theme color makes PPT more convenient to change.Adjust the spacing to adapt to Chinese typesetting, use the reference line in PPT.</a:t>
              </a:r>
            </a:p>
          </p:txBody>
        </p:sp>
        <p:sp>
          <p:nvSpPr>
            <p:cNvPr id="18" name="ïṧļîďe">
              <a:extLst>
                <a:ext uri="{FF2B5EF4-FFF2-40B4-BE49-F238E27FC236}">
                  <a16:creationId xmlns:a16="http://schemas.microsoft.com/office/drawing/2014/main" id="{8DEEA020-4726-4D08-9702-EDD91B2FDCA8}"/>
                </a:ext>
              </a:extLst>
            </p:cNvPr>
            <p:cNvSpPr/>
            <p:nvPr/>
          </p:nvSpPr>
          <p:spPr>
            <a:xfrm>
              <a:off x="2082804" y="1329817"/>
              <a:ext cx="2494548" cy="655768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15" name="ïṧľiḑê">
            <a:extLst>
              <a:ext uri="{FF2B5EF4-FFF2-40B4-BE49-F238E27FC236}">
                <a16:creationId xmlns:a16="http://schemas.microsoft.com/office/drawing/2014/main" id="{EFFCB804-3C26-4033-A9B3-045C7B8A5D9E}"/>
              </a:ext>
            </a:extLst>
          </p:cNvPr>
          <p:cNvSpPr/>
          <p:nvPr/>
        </p:nvSpPr>
        <p:spPr>
          <a:xfrm>
            <a:off x="723899" y="4877374"/>
            <a:ext cx="822599" cy="822598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sz="1400">
              <a:cs typeface="+mn-ea"/>
              <a:sym typeface="+mn-lt"/>
            </a:endParaRPr>
          </a:p>
        </p:txBody>
      </p:sp>
      <p:sp>
        <p:nvSpPr>
          <p:cNvPr id="16" name="íş1idé">
            <a:extLst>
              <a:ext uri="{FF2B5EF4-FFF2-40B4-BE49-F238E27FC236}">
                <a16:creationId xmlns:a16="http://schemas.microsoft.com/office/drawing/2014/main" id="{3CFB0976-2F73-4418-9698-5E5D46A86EE1}"/>
              </a:ext>
            </a:extLst>
          </p:cNvPr>
          <p:cNvSpPr/>
          <p:nvPr/>
        </p:nvSpPr>
        <p:spPr bwMode="auto">
          <a:xfrm>
            <a:off x="928336" y="5044200"/>
            <a:ext cx="413724" cy="488946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12" name="íŝ1ídê">
            <a:extLst>
              <a:ext uri="{FF2B5EF4-FFF2-40B4-BE49-F238E27FC236}">
                <a16:creationId xmlns:a16="http://schemas.microsoft.com/office/drawing/2014/main" id="{2E3BD893-8C8D-48F4-AE15-4C318370D1F8}"/>
              </a:ext>
            </a:extLst>
          </p:cNvPr>
          <p:cNvGrpSpPr/>
          <p:nvPr/>
        </p:nvGrpSpPr>
        <p:grpSpPr>
          <a:xfrm>
            <a:off x="1608278" y="4808837"/>
            <a:ext cx="5325589" cy="1140177"/>
            <a:chOff x="2082804" y="1261280"/>
            <a:chExt cx="2494548" cy="1140177"/>
          </a:xfrm>
        </p:grpSpPr>
        <p:sp>
          <p:nvSpPr>
            <p:cNvPr id="13" name="íṡḷîḍè">
              <a:extLst>
                <a:ext uri="{FF2B5EF4-FFF2-40B4-BE49-F238E27FC236}">
                  <a16:creationId xmlns:a16="http://schemas.microsoft.com/office/drawing/2014/main" id="{D521C883-124C-4682-9221-983F375DE93D}"/>
                </a:ext>
              </a:extLst>
            </p:cNvPr>
            <p:cNvSpPr txBox="1"/>
            <p:nvPr/>
          </p:nvSpPr>
          <p:spPr>
            <a:xfrm>
              <a:off x="2082804" y="1677152"/>
              <a:ext cx="2334087" cy="724305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noAutofit/>
            </a:bodyPr>
            <a:lstStyle/>
            <a:p>
              <a:pPr lvl="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200">
                  <a:solidFill>
                    <a:schemeClr val="dk1">
                      <a:lumMod val="100000"/>
                    </a:schemeClr>
                  </a:solidFill>
                  <a:cs typeface="+mn-ea"/>
                  <a:sym typeface="+mn-lt"/>
                </a:rPr>
                <a:t>Theme color makes PPT more convenient to change.Adjust the spacing to adapt to Chinese typesetting, use the reference line in PPT.</a:t>
              </a:r>
            </a:p>
          </p:txBody>
        </p:sp>
        <p:sp>
          <p:nvSpPr>
            <p:cNvPr id="14" name="iṣliďè">
              <a:extLst>
                <a:ext uri="{FF2B5EF4-FFF2-40B4-BE49-F238E27FC236}">
                  <a16:creationId xmlns:a16="http://schemas.microsoft.com/office/drawing/2014/main" id="{35599DB8-CC8A-49D2-82B1-9C921B4B845A}"/>
                </a:ext>
              </a:extLst>
            </p:cNvPr>
            <p:cNvSpPr/>
            <p:nvPr/>
          </p:nvSpPr>
          <p:spPr>
            <a:xfrm>
              <a:off x="2082804" y="1261280"/>
              <a:ext cx="2494548" cy="724304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r>
                <a:rPr lang="zh-CN" altLang="en-US" sz="2000"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845EBFA-1B3A-4DA8-8EC3-5E8B821A85BA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858BD850-D860-457D-BC73-819A71EE8035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7E47FA80-0CEE-4040-A7CA-CE6CAAF5A427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8FBBC6D0-06AD-476A-AB21-BAB36BA390B3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E17FD2C3-8EA2-488A-8E7F-47C88141DC0D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8F640B95-7B34-4AC7-8444-B95F89EC62C3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2C7FD261-9BC5-4909-B2B0-0F2B57DB9CF7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AAC9F945-20C0-4469-BD0F-113269719236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21960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19" grpId="0" animBg="1"/>
      <p:bldP spid="20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ïšḻîḑê">
            <a:extLst>
              <a:ext uri="{FF2B5EF4-FFF2-40B4-BE49-F238E27FC236}">
                <a16:creationId xmlns:a16="http://schemas.microsoft.com/office/drawing/2014/main" id="{10057850-9163-425F-B970-D35CF5165029}"/>
              </a:ext>
            </a:extLst>
          </p:cNvPr>
          <p:cNvSpPr/>
          <p:nvPr/>
        </p:nvSpPr>
        <p:spPr>
          <a:xfrm>
            <a:off x="1177188" y="2303302"/>
            <a:ext cx="1560718" cy="1560718"/>
          </a:xfrm>
          <a:prstGeom prst="donut">
            <a:avLst>
              <a:gd name="adj" fmla="val 10146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sz="5400" b="1">
                <a:solidFill>
                  <a:schemeClr val="tx1"/>
                </a:solidFill>
                <a:cs typeface="+mn-ea"/>
                <a:sym typeface="+mn-lt"/>
              </a:rPr>
              <a:t>S</a:t>
            </a:r>
          </a:p>
        </p:txBody>
      </p:sp>
      <p:sp>
        <p:nvSpPr>
          <p:cNvPr id="23" name="íṡliďè">
            <a:extLst>
              <a:ext uri="{FF2B5EF4-FFF2-40B4-BE49-F238E27FC236}">
                <a16:creationId xmlns:a16="http://schemas.microsoft.com/office/drawing/2014/main" id="{88E350F1-E2DE-44FB-B5BD-232BF18BD91D}"/>
              </a:ext>
            </a:extLst>
          </p:cNvPr>
          <p:cNvSpPr/>
          <p:nvPr/>
        </p:nvSpPr>
        <p:spPr>
          <a:xfrm>
            <a:off x="964049" y="2099042"/>
            <a:ext cx="1973322" cy="1973322"/>
          </a:xfrm>
          <a:prstGeom prst="ellipse">
            <a:avLst/>
          </a:prstGeom>
          <a:noFill/>
          <a:ln w="76200">
            <a:solidFill>
              <a:schemeClr val="tx2">
                <a:lumMod val="20000"/>
                <a:lumOff val="80000"/>
              </a:schemeClr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5" name="îşḷîďê">
            <a:extLst>
              <a:ext uri="{FF2B5EF4-FFF2-40B4-BE49-F238E27FC236}">
                <a16:creationId xmlns:a16="http://schemas.microsoft.com/office/drawing/2014/main" id="{7DC60ECE-C58E-4012-8FDB-56F97BF61307}"/>
              </a:ext>
            </a:extLst>
          </p:cNvPr>
          <p:cNvSpPr txBox="1"/>
          <p:nvPr/>
        </p:nvSpPr>
        <p:spPr bwMode="auto">
          <a:xfrm>
            <a:off x="781052" y="4596822"/>
            <a:ext cx="2339316" cy="43338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6" name="ïsḻîḓé">
            <a:extLst>
              <a:ext uri="{FF2B5EF4-FFF2-40B4-BE49-F238E27FC236}">
                <a16:creationId xmlns:a16="http://schemas.microsoft.com/office/drawing/2014/main" id="{EF1A7750-4A5A-43AE-96EC-BAAD2AB78D46}"/>
              </a:ext>
            </a:extLst>
          </p:cNvPr>
          <p:cNvSpPr/>
          <p:nvPr/>
        </p:nvSpPr>
        <p:spPr bwMode="auto">
          <a:xfrm>
            <a:off x="781052" y="5030202"/>
            <a:ext cx="2339316" cy="1141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20" name="îş1íḋê">
            <a:extLst>
              <a:ext uri="{FF2B5EF4-FFF2-40B4-BE49-F238E27FC236}">
                <a16:creationId xmlns:a16="http://schemas.microsoft.com/office/drawing/2014/main" id="{777CEE54-0209-4BCD-820E-FD3CCF20F2B7}"/>
              </a:ext>
            </a:extLst>
          </p:cNvPr>
          <p:cNvSpPr/>
          <p:nvPr/>
        </p:nvSpPr>
        <p:spPr>
          <a:xfrm>
            <a:off x="9467767" y="2303302"/>
            <a:ext cx="1560718" cy="1560718"/>
          </a:xfrm>
          <a:prstGeom prst="donut">
            <a:avLst>
              <a:gd name="adj" fmla="val 10146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sz="5400" b="1">
                <a:solidFill>
                  <a:schemeClr val="tx1"/>
                </a:solidFill>
                <a:cs typeface="+mn-ea"/>
                <a:sym typeface="+mn-lt"/>
              </a:rPr>
              <a:t>T</a:t>
            </a:r>
          </a:p>
        </p:txBody>
      </p:sp>
      <p:sp>
        <p:nvSpPr>
          <p:cNvPr id="21" name="ïṡľíḑê">
            <a:extLst>
              <a:ext uri="{FF2B5EF4-FFF2-40B4-BE49-F238E27FC236}">
                <a16:creationId xmlns:a16="http://schemas.microsoft.com/office/drawing/2014/main" id="{F5F47B4D-97A3-4F2C-BB55-60C666FE8E24}"/>
              </a:ext>
            </a:extLst>
          </p:cNvPr>
          <p:cNvSpPr/>
          <p:nvPr/>
        </p:nvSpPr>
        <p:spPr>
          <a:xfrm>
            <a:off x="9254628" y="2099042"/>
            <a:ext cx="1973322" cy="1973322"/>
          </a:xfrm>
          <a:prstGeom prst="ellipse">
            <a:avLst/>
          </a:prstGeom>
          <a:noFill/>
          <a:ln w="76200">
            <a:solidFill>
              <a:schemeClr val="tx2">
                <a:lumMod val="20000"/>
                <a:lumOff val="80000"/>
              </a:schemeClr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8" name="íṣ1îďe">
            <a:extLst>
              <a:ext uri="{FF2B5EF4-FFF2-40B4-BE49-F238E27FC236}">
                <a16:creationId xmlns:a16="http://schemas.microsoft.com/office/drawing/2014/main" id="{7040F978-B78C-4051-99AC-DD29E5683761}"/>
              </a:ext>
            </a:extLst>
          </p:cNvPr>
          <p:cNvSpPr txBox="1"/>
          <p:nvPr/>
        </p:nvSpPr>
        <p:spPr bwMode="auto">
          <a:xfrm>
            <a:off x="9071631" y="4596822"/>
            <a:ext cx="2339316" cy="43338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9" name="îśḻíḍe">
            <a:extLst>
              <a:ext uri="{FF2B5EF4-FFF2-40B4-BE49-F238E27FC236}">
                <a16:creationId xmlns:a16="http://schemas.microsoft.com/office/drawing/2014/main" id="{34002971-C470-4C90-87D2-E148384D4499}"/>
              </a:ext>
            </a:extLst>
          </p:cNvPr>
          <p:cNvSpPr/>
          <p:nvPr/>
        </p:nvSpPr>
        <p:spPr bwMode="auto">
          <a:xfrm>
            <a:off x="9071631" y="5030202"/>
            <a:ext cx="2339316" cy="1141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8" name="ísḻiḑè">
            <a:extLst>
              <a:ext uri="{FF2B5EF4-FFF2-40B4-BE49-F238E27FC236}">
                <a16:creationId xmlns:a16="http://schemas.microsoft.com/office/drawing/2014/main" id="{7859381B-0E3A-4C9E-852D-636247DD1131}"/>
              </a:ext>
            </a:extLst>
          </p:cNvPr>
          <p:cNvSpPr/>
          <p:nvPr/>
        </p:nvSpPr>
        <p:spPr>
          <a:xfrm>
            <a:off x="6704241" y="2303302"/>
            <a:ext cx="1560718" cy="1560718"/>
          </a:xfrm>
          <a:prstGeom prst="donut">
            <a:avLst>
              <a:gd name="adj" fmla="val 10146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sz="5400" b="1">
                <a:solidFill>
                  <a:schemeClr val="tx1"/>
                </a:solidFill>
                <a:cs typeface="+mn-ea"/>
                <a:sym typeface="+mn-lt"/>
              </a:rPr>
              <a:t>O</a:t>
            </a:r>
          </a:p>
        </p:txBody>
      </p:sp>
      <p:sp>
        <p:nvSpPr>
          <p:cNvPr id="19" name="îṡ1íďé">
            <a:extLst>
              <a:ext uri="{FF2B5EF4-FFF2-40B4-BE49-F238E27FC236}">
                <a16:creationId xmlns:a16="http://schemas.microsoft.com/office/drawing/2014/main" id="{6F99C05C-1D08-44FC-88A5-AAE6BD93FCD5}"/>
              </a:ext>
            </a:extLst>
          </p:cNvPr>
          <p:cNvSpPr/>
          <p:nvPr/>
        </p:nvSpPr>
        <p:spPr>
          <a:xfrm>
            <a:off x="6491102" y="2099042"/>
            <a:ext cx="1973322" cy="1973322"/>
          </a:xfrm>
          <a:prstGeom prst="ellipse">
            <a:avLst/>
          </a:prstGeom>
          <a:noFill/>
          <a:ln w="76200">
            <a:solidFill>
              <a:schemeClr val="tx2">
                <a:lumMod val="20000"/>
                <a:lumOff val="80000"/>
              </a:schemeClr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îs1íḋé">
            <a:extLst>
              <a:ext uri="{FF2B5EF4-FFF2-40B4-BE49-F238E27FC236}">
                <a16:creationId xmlns:a16="http://schemas.microsoft.com/office/drawing/2014/main" id="{11E084A8-1581-45E2-89B4-64A107596155}"/>
              </a:ext>
            </a:extLst>
          </p:cNvPr>
          <p:cNvSpPr txBox="1"/>
          <p:nvPr/>
        </p:nvSpPr>
        <p:spPr bwMode="auto">
          <a:xfrm>
            <a:off x="6308106" y="4596822"/>
            <a:ext cx="2339316" cy="43338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2" name="i$ľïḋè">
            <a:extLst>
              <a:ext uri="{FF2B5EF4-FFF2-40B4-BE49-F238E27FC236}">
                <a16:creationId xmlns:a16="http://schemas.microsoft.com/office/drawing/2014/main" id="{5441E3E5-C7E7-43F7-9EEB-B308061385C5}"/>
              </a:ext>
            </a:extLst>
          </p:cNvPr>
          <p:cNvSpPr/>
          <p:nvPr/>
        </p:nvSpPr>
        <p:spPr bwMode="auto">
          <a:xfrm>
            <a:off x="6308106" y="5030202"/>
            <a:ext cx="2339316" cy="1141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sp>
        <p:nvSpPr>
          <p:cNvPr id="16" name="ïślïďè">
            <a:extLst>
              <a:ext uri="{FF2B5EF4-FFF2-40B4-BE49-F238E27FC236}">
                <a16:creationId xmlns:a16="http://schemas.microsoft.com/office/drawing/2014/main" id="{BD756007-FBAE-49BB-9509-443ED5B677C6}"/>
              </a:ext>
            </a:extLst>
          </p:cNvPr>
          <p:cNvSpPr/>
          <p:nvPr/>
        </p:nvSpPr>
        <p:spPr>
          <a:xfrm>
            <a:off x="3940715" y="2303302"/>
            <a:ext cx="1560718" cy="1560718"/>
          </a:xfrm>
          <a:prstGeom prst="donut">
            <a:avLst>
              <a:gd name="adj" fmla="val 10146"/>
            </a:avLst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r>
              <a:rPr lang="en-US" sz="5400" b="1">
                <a:solidFill>
                  <a:schemeClr val="tx1"/>
                </a:solidFill>
                <a:cs typeface="+mn-ea"/>
                <a:sym typeface="+mn-lt"/>
              </a:rPr>
              <a:t>W</a:t>
            </a:r>
            <a:endParaRPr lang="en-US" sz="1600" b="1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7" name="îṡļïďe">
            <a:extLst>
              <a:ext uri="{FF2B5EF4-FFF2-40B4-BE49-F238E27FC236}">
                <a16:creationId xmlns:a16="http://schemas.microsoft.com/office/drawing/2014/main" id="{6D957851-CC44-4B53-8A1C-25ABCA068966}"/>
              </a:ext>
            </a:extLst>
          </p:cNvPr>
          <p:cNvSpPr/>
          <p:nvPr/>
        </p:nvSpPr>
        <p:spPr>
          <a:xfrm>
            <a:off x="3727576" y="2099042"/>
            <a:ext cx="1973322" cy="1973322"/>
          </a:xfrm>
          <a:prstGeom prst="ellipse">
            <a:avLst/>
          </a:prstGeom>
          <a:noFill/>
          <a:ln w="76200">
            <a:solidFill>
              <a:schemeClr val="tx2">
                <a:lumMod val="20000"/>
                <a:lumOff val="80000"/>
              </a:schemeClr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4" name="iṣḷiḓe">
            <a:extLst>
              <a:ext uri="{FF2B5EF4-FFF2-40B4-BE49-F238E27FC236}">
                <a16:creationId xmlns:a16="http://schemas.microsoft.com/office/drawing/2014/main" id="{52494C5F-7726-4BB0-AD96-420F2C72D27E}"/>
              </a:ext>
            </a:extLst>
          </p:cNvPr>
          <p:cNvSpPr txBox="1"/>
          <p:nvPr/>
        </p:nvSpPr>
        <p:spPr bwMode="auto">
          <a:xfrm>
            <a:off x="3544579" y="4596822"/>
            <a:ext cx="2339316" cy="43338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zh-CN" altLang="en-US" sz="2000">
                <a:cs typeface="+mn-ea"/>
                <a:sym typeface="+mn-lt"/>
              </a:rPr>
              <a:t>添加标题</a:t>
            </a:r>
          </a:p>
        </p:txBody>
      </p:sp>
      <p:sp>
        <p:nvSpPr>
          <p:cNvPr id="15" name="îsḷíďê">
            <a:extLst>
              <a:ext uri="{FF2B5EF4-FFF2-40B4-BE49-F238E27FC236}">
                <a16:creationId xmlns:a16="http://schemas.microsoft.com/office/drawing/2014/main" id="{65C85255-8189-41D0-A207-318CCCC4C48B}"/>
              </a:ext>
            </a:extLst>
          </p:cNvPr>
          <p:cNvSpPr/>
          <p:nvPr/>
        </p:nvSpPr>
        <p:spPr bwMode="auto">
          <a:xfrm>
            <a:off x="3544579" y="5030202"/>
            <a:ext cx="2339316" cy="1141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Copy paste fonts. Choose the only option to retain text.</a:t>
            </a:r>
          </a:p>
          <a:p>
            <a:pPr algn="ctr">
              <a:lnSpc>
                <a:spcPct val="150000"/>
              </a:lnSpc>
            </a:pPr>
            <a:endParaRPr lang="en-US" altLang="zh-CN" sz="1100"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100">
                <a:cs typeface="+mn-ea"/>
                <a:sym typeface="+mn-lt"/>
              </a:rPr>
              <a:t>……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3826A5D-8B0D-4DC0-905C-909208731B8C}"/>
              </a:ext>
            </a:extLst>
          </p:cNvPr>
          <p:cNvGrpSpPr/>
          <p:nvPr/>
        </p:nvGrpSpPr>
        <p:grpSpPr>
          <a:xfrm>
            <a:off x="540772" y="393339"/>
            <a:ext cx="422084" cy="416890"/>
            <a:chOff x="2682240" y="163056"/>
            <a:chExt cx="7045515" cy="6640860"/>
          </a:xfrm>
        </p:grpSpPr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8511258B-C712-44B2-A2D9-00430203BFC4}"/>
                </a:ext>
              </a:extLst>
            </p:cNvPr>
            <p:cNvSpPr/>
            <p:nvPr/>
          </p:nvSpPr>
          <p:spPr>
            <a:xfrm>
              <a:off x="3413760" y="381000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32B8C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B58DF5AD-1E76-4061-80C6-22D4D7854C0F}"/>
                </a:ext>
              </a:extLst>
            </p:cNvPr>
            <p:cNvSpPr/>
            <p:nvPr/>
          </p:nvSpPr>
          <p:spPr>
            <a:xfrm>
              <a:off x="5878005" y="163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88F7BE32-A3B9-4102-BBD2-61F385115969}"/>
                </a:ext>
              </a:extLst>
            </p:cNvPr>
            <p:cNvSpPr/>
            <p:nvPr/>
          </p:nvSpPr>
          <p:spPr>
            <a:xfrm>
              <a:off x="9291765" y="3211056"/>
              <a:ext cx="435990" cy="435887"/>
            </a:xfrm>
            <a:prstGeom prst="ellipse">
              <a:avLst/>
            </a:prstGeom>
            <a:solidFill>
              <a:srgbClr val="32B8C6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28" name="弧形 27">
              <a:extLst>
                <a:ext uri="{FF2B5EF4-FFF2-40B4-BE49-F238E27FC236}">
                  <a16:creationId xmlns:a16="http://schemas.microsoft.com/office/drawing/2014/main" id="{9615161B-9CB7-4F12-9223-96C1D2176BBC}"/>
                </a:ext>
              </a:extLst>
            </p:cNvPr>
            <p:cNvSpPr/>
            <p:nvPr/>
          </p:nvSpPr>
          <p:spPr>
            <a:xfrm rot="10800000">
              <a:off x="2830005" y="489972"/>
              <a:ext cx="6096000" cy="6096000"/>
            </a:xfrm>
            <a:prstGeom prst="arc">
              <a:avLst>
                <a:gd name="adj1" fmla="val 15891434"/>
                <a:gd name="adj2" fmla="val 0"/>
              </a:avLst>
            </a:prstGeom>
            <a:ln w="76200">
              <a:solidFill>
                <a:srgbClr val="6965D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DB2649CE-7884-4361-895A-CAFDC7136D8D}"/>
                </a:ext>
              </a:extLst>
            </p:cNvPr>
            <p:cNvSpPr/>
            <p:nvPr/>
          </p:nvSpPr>
          <p:spPr>
            <a:xfrm>
              <a:off x="2682240" y="3211055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61B0D345-43F3-4EF3-A4F1-5579FF8D3EB2}"/>
                </a:ext>
              </a:extLst>
            </p:cNvPr>
            <p:cNvSpPr/>
            <p:nvPr/>
          </p:nvSpPr>
          <p:spPr>
            <a:xfrm>
              <a:off x="5878005" y="6368029"/>
              <a:ext cx="435990" cy="435887"/>
            </a:xfrm>
            <a:prstGeom prst="ellipse">
              <a:avLst/>
            </a:prstGeom>
            <a:solidFill>
              <a:srgbClr val="6965DD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14377"/>
              <a:endParaRPr lang="zh-CN" altLang="en-US" sz="1400" b="1">
                <a:cs typeface="+mn-ea"/>
                <a:sym typeface="+mn-lt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6FC6D6F2-ED83-45A5-B9CC-08CDE1FF8198}"/>
              </a:ext>
            </a:extLst>
          </p:cNvPr>
          <p:cNvSpPr txBox="1"/>
          <p:nvPr/>
        </p:nvSpPr>
        <p:spPr>
          <a:xfrm>
            <a:off x="1197442" y="391565"/>
            <a:ext cx="263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单击添加标题</a:t>
            </a:r>
          </a:p>
        </p:txBody>
      </p:sp>
    </p:spTree>
    <p:extLst>
      <p:ext uri="{BB962C8B-B14F-4D97-AF65-F5344CB8AC3E}">
        <p14:creationId xmlns:p14="http://schemas.microsoft.com/office/powerpoint/2010/main" val="60371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5" grpId="0"/>
      <p:bldP spid="6" grpId="0"/>
      <p:bldP spid="20" grpId="0" animBg="1"/>
      <p:bldP spid="21" grpId="0" animBg="1"/>
      <p:bldP spid="8" grpId="0"/>
      <p:bldP spid="9" grpId="0"/>
      <p:bldP spid="18" grpId="0" animBg="1"/>
      <p:bldP spid="19" grpId="0" animBg="1"/>
      <p:bldP spid="11" grpId="0"/>
      <p:bldP spid="12" grpId="0"/>
      <p:bldP spid="16" grpId="0" animBg="1"/>
      <p:bldP spid="17" grpId="0" animBg="1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餐具&#10;&#10;描述已自动生成">
            <a:extLst>
              <a:ext uri="{FF2B5EF4-FFF2-40B4-BE49-F238E27FC236}">
                <a16:creationId xmlns:a16="http://schemas.microsoft.com/office/drawing/2014/main" id="{5F10644F-2E40-4613-97FF-7452D056DEBC}"/>
              </a:ext>
            </a:extLst>
          </p:cNvPr>
          <p:cNvPicPr>
            <a:picLocks noChangeAspect="1"/>
          </p:cNvPicPr>
          <p:nvPr/>
        </p:nvPicPr>
        <p:blipFill>
          <a:blip r:embed="Reb7e2612be92483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7B1D95C-199B-49D7-8113-B1521D8660A5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1" y="3429000"/>
            <a:ext cx="12192000" cy="0"/>
          </a:xfrm>
          <a:prstGeom prst="line">
            <a:avLst/>
          </a:prstGeom>
          <a:ln>
            <a:solidFill>
              <a:srgbClr val="6965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>
            <a:extLst>
              <a:ext uri="{FF2B5EF4-FFF2-40B4-BE49-F238E27FC236}">
                <a16:creationId xmlns:a16="http://schemas.microsoft.com/office/drawing/2014/main" id="{50AEBB83-1AF7-4487-A233-2307C792BED7}"/>
              </a:ext>
            </a:extLst>
          </p:cNvPr>
          <p:cNvSpPr/>
          <p:nvPr/>
        </p:nvSpPr>
        <p:spPr>
          <a:xfrm>
            <a:off x="3599538" y="929014"/>
            <a:ext cx="4997406" cy="4996225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01C9641-AADA-4200-9324-65DF1A02838D}"/>
              </a:ext>
            </a:extLst>
          </p:cNvPr>
          <p:cNvSpPr/>
          <p:nvPr/>
        </p:nvSpPr>
        <p:spPr>
          <a:xfrm>
            <a:off x="888615" y="2991239"/>
            <a:ext cx="871981" cy="871775"/>
          </a:xfrm>
          <a:prstGeom prst="ellipse">
            <a:avLst/>
          </a:prstGeom>
          <a:solidFill>
            <a:srgbClr val="6965DD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D3A1CC5-F221-499D-899F-75FFB078EBD7}"/>
              </a:ext>
            </a:extLst>
          </p:cNvPr>
          <p:cNvSpPr/>
          <p:nvPr/>
        </p:nvSpPr>
        <p:spPr>
          <a:xfrm>
            <a:off x="10542780" y="2991239"/>
            <a:ext cx="871981" cy="871775"/>
          </a:xfrm>
          <a:prstGeom prst="ellipse">
            <a:avLst/>
          </a:prstGeom>
          <a:solidFill>
            <a:srgbClr val="32B8C6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153F748-1E79-43F8-B367-B1870B69D285}"/>
              </a:ext>
            </a:extLst>
          </p:cNvPr>
          <p:cNvSpPr/>
          <p:nvPr/>
        </p:nvSpPr>
        <p:spPr>
          <a:xfrm>
            <a:off x="3052305" y="274320"/>
            <a:ext cx="6145101" cy="62167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CE08145-EAF3-402E-A704-09B5B45FAB63}"/>
              </a:ext>
            </a:extLst>
          </p:cNvPr>
          <p:cNvSpPr/>
          <p:nvPr/>
        </p:nvSpPr>
        <p:spPr>
          <a:xfrm>
            <a:off x="2215817" y="3209182"/>
            <a:ext cx="435990" cy="435887"/>
          </a:xfrm>
          <a:prstGeom prst="ellipse">
            <a:avLst/>
          </a:prstGeom>
          <a:solidFill>
            <a:srgbClr val="32B8C6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CE5DD2E-1236-4213-A696-1857C28BD339}"/>
              </a:ext>
            </a:extLst>
          </p:cNvPr>
          <p:cNvSpPr/>
          <p:nvPr/>
        </p:nvSpPr>
        <p:spPr>
          <a:xfrm>
            <a:off x="9652098" y="3306362"/>
            <a:ext cx="435990" cy="435887"/>
          </a:xfrm>
          <a:prstGeom prst="ellipse">
            <a:avLst/>
          </a:prstGeom>
          <a:solidFill>
            <a:srgbClr val="6965DD"/>
          </a:soli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F1BB1E0-C172-4516-AAC5-2CFAC758E20B}"/>
              </a:ext>
            </a:extLst>
          </p:cNvPr>
          <p:cNvSpPr/>
          <p:nvPr/>
        </p:nvSpPr>
        <p:spPr>
          <a:xfrm>
            <a:off x="3705639" y="1026195"/>
            <a:ext cx="438097" cy="437993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B9A6FC6-6FC8-4464-A5F7-C6A6E1455DFA}"/>
              </a:ext>
            </a:extLst>
          </p:cNvPr>
          <p:cNvSpPr/>
          <p:nvPr/>
        </p:nvSpPr>
        <p:spPr>
          <a:xfrm>
            <a:off x="8158846" y="5341051"/>
            <a:ext cx="438097" cy="437993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55B5B80-6192-4BAE-93D2-D870870CB58E}"/>
              </a:ext>
            </a:extLst>
          </p:cNvPr>
          <p:cNvSpPr/>
          <p:nvPr/>
        </p:nvSpPr>
        <p:spPr>
          <a:xfrm>
            <a:off x="8158847" y="1026194"/>
            <a:ext cx="438097" cy="437993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62E50E6-A00C-4636-B0B0-343B4E62F11A}"/>
              </a:ext>
            </a:extLst>
          </p:cNvPr>
          <p:cNvSpPr/>
          <p:nvPr/>
        </p:nvSpPr>
        <p:spPr>
          <a:xfrm>
            <a:off x="3655698" y="5239389"/>
            <a:ext cx="438097" cy="437993"/>
          </a:xfrm>
          <a:prstGeom prst="ellipse">
            <a:avLst/>
          </a:prstGeom>
          <a:gradFill>
            <a:gsLst>
              <a:gs pos="0">
                <a:srgbClr val="6965DD"/>
              </a:gs>
              <a:gs pos="100000">
                <a:srgbClr val="32B8C6"/>
              </a:gs>
            </a:gsLst>
            <a:lin ang="5400000" scaled="1"/>
          </a:gradFill>
          <a:ln>
            <a:noFill/>
          </a:ln>
          <a:effectLst>
            <a:outerShdw blurRad="762000" dist="254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36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14377"/>
            <a:endParaRPr lang="zh-CN" altLang="en-US" sz="1400" b="1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A77BBA-7653-44EE-988C-FAFD67ADFF67}"/>
              </a:ext>
            </a:extLst>
          </p:cNvPr>
          <p:cNvSpPr txBox="1"/>
          <p:nvPr/>
        </p:nvSpPr>
        <p:spPr>
          <a:xfrm>
            <a:off x="4474048" y="2077108"/>
            <a:ext cx="34230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BUSINESS</a:t>
            </a:r>
            <a:endParaRPr lang="zh-CN" altLang="en-US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80249FE-2553-4EDD-9128-C08C31972BCC}"/>
              </a:ext>
            </a:extLst>
          </p:cNvPr>
          <p:cNvSpPr txBox="1"/>
          <p:nvPr/>
        </p:nvSpPr>
        <p:spPr>
          <a:xfrm>
            <a:off x="4173296" y="2644159"/>
            <a:ext cx="3946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7200">
                <a:solidFill>
                  <a:schemeClr val="bg1"/>
                </a:solidFill>
                <a:effectLst>
                  <a:outerShdw dist="63500" dir="5400000" algn="t" rotWithShape="0">
                    <a:prstClr val="black">
                      <a:alpha val="10000"/>
                    </a:prstClr>
                  </a:outerShdw>
                </a:effectLst>
                <a:cs typeface="+mn-ea"/>
                <a:sym typeface="+mn-lt"/>
              </a:rPr>
              <a:t>THANKS</a:t>
            </a:r>
            <a:endParaRPr lang="zh-CN" altLang="en-US" sz="7200">
              <a:solidFill>
                <a:schemeClr val="bg1"/>
              </a:solidFill>
              <a:effectLst>
                <a:outerShdw dist="63500" dir="5400000" algn="t" rotWithShape="0">
                  <a:prstClr val="black">
                    <a:alpha val="1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BE190BE-51BE-4B92-99EE-F79948768FDB}"/>
              </a:ext>
            </a:extLst>
          </p:cNvPr>
          <p:cNvSpPr/>
          <p:nvPr/>
        </p:nvSpPr>
        <p:spPr>
          <a:xfrm>
            <a:off x="4941640" y="4435265"/>
            <a:ext cx="2247900" cy="520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t" rotWithShape="0">
              <a:srgbClr val="365FA7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主讲人：XX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6965DD"/>
                    </a:gs>
                    <a:gs pos="100000">
                      <a:srgbClr val="32B8C6"/>
                    </a:gs>
                  </a:gsLst>
                  <a:lin ang="10800000" scaled="1"/>
                </a:gradFill>
                <a:effectLst/>
                <a:uLnTx/>
                <a:uFillTx/>
                <a:cs typeface="+mn-ea"/>
                <a:sym typeface="+mn-lt"/>
              </a:rPr>
              <a:t>PPT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6965DD"/>
                  </a:gs>
                  <a:gs pos="100000">
                    <a:srgbClr val="32B8C6"/>
                  </a:gs>
                </a:gsLst>
                <a:lin ang="10800000" scaled="1"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AD128CE-685E-4459-B8FF-8D8D871982E9}"/>
              </a:ext>
            </a:extLst>
          </p:cNvPr>
          <p:cNvCxnSpPr/>
          <p:nvPr/>
        </p:nvCxnSpPr>
        <p:spPr>
          <a:xfrm>
            <a:off x="5103565" y="4107633"/>
            <a:ext cx="2085975" cy="0"/>
          </a:xfrm>
          <a:prstGeom prst="line">
            <a:avLst/>
          </a:prstGeom>
          <a:ln w="317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69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3" grpId="0"/>
      <p:bldP spid="18" grpId="0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a26cbf4742314a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bbc3b98cf10543c7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ad83a09b9a2f4ba9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bd3a70ab3332485e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ad83a09b9a2f4ba9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09e5c9ae5181475190b4d84552e2a3e5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80b0772d76084c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ae6c2a811a294dbe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ea5810a2fbfb4c0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02c78f6d45a14fa8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ff5400f0adb7435a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f0a03fa96c314925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8577f222aa9845a5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b4fd0e37e8c049ea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9bf0ed739c0c4c5b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545d5f0f37b24e2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a2ec63f49fe940b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964b5487c32e4f5ebbdc1cf97eb63eff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98319da7a82a433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d304dddf970842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e03e01ad02dc4da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9d59e51fd8674f2f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6fdca22367574d11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81d229e89f284da5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6fdca22367574d11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3989c5120df64652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6fdca22367574d11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6bd53d7d1c814069999e167f3c9dc7e4"/>
              </a:rPr>
              <a:t>部分字体来源于</a:t>
            </a:r>
            <a:r>
              <a:rPr lang="en-US" altLang="zh-CN" dirty="0">
                <a:hlinkClick r:id="R6bd53d7d1c814069999e167f3c9dc7e4"/>
              </a:rPr>
              <a:t>100font.com  </a:t>
            </a:r>
            <a:r>
              <a:rPr lang="zh-CN" altLang="en-US" dirty="0">
                <a:hlinkClick r:id="R6bd53d7d1c814069999e167f3c9dc7e4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ee971cce6b6b4f5a906a0db87db97cb8"/>
              </a:rPr>
              <a:t>部分图标来源于</a:t>
            </a:r>
            <a:r>
              <a:rPr lang="en-US" altLang="zh-CN" dirty="0">
                <a:hlinkClick r:id="Ree971cce6b6b4f5a906a0db87db97cb8"/>
              </a:rPr>
              <a:t>Storyset.com </a:t>
            </a:r>
            <a:r>
              <a:rPr lang="zh-CN" altLang="en-US" dirty="0">
                <a:hlinkClick r:id="Ree971cce6b6b4f5a906a0db87db97cb8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1368</Words>
  <Application>Microsoft Office PowerPoint</Application>
  <PresentationFormat>宽屏</PresentationFormat>
  <Paragraphs>291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仓耳青禾体-谷力 W05</vt:lpstr>
      <vt:lpstr>微软雅黑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简约蓝绿渐变述职报告</dc:title>
  <dc:creator>第一PPT</dc:creator>
  <cp:keywords>www.1ppt.com</cp:keywords>
  <dc:description>www.1ppt.com</dc:description>
  <cp:lastModifiedBy>JP Liu</cp:lastModifiedBy>
  <cp:revision>141</cp:revision>
  <dcterms:created xsi:type="dcterms:W3CDTF">2019-08-06T14:57:49Z</dcterms:created>
  <dcterms:modified xsi:type="dcterms:W3CDTF">2025-04-28T04:05:01Z</dcterms:modified>
</cp:coreProperties>
</file>