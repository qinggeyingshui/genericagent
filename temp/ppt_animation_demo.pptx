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4CFD7-C313-88BA-6E2B-CAC76CF33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1D6C65-B977-1789-E735-3D726F2CC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3D2F0-8B2E-BC70-6C7E-D9FD2A72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23138-5991-AE74-DDAD-12D288C6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9BDE0-0D1C-3CCD-D3DF-05E9EE8D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96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A2CF9-896A-25C3-0438-DD25919E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3B22BC-3C55-A67A-533A-6F3D59BE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A6CA8-61E5-8F47-2760-3C2BD83B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5BAAF0-4751-34C5-98F8-3A39C4E4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F350C-C041-16EB-F4B6-AD8F137B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49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04AE9-186C-B36A-760A-CA30259C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940C4C-637F-8CE4-260A-FB52AF5E1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63782-BCF6-A43F-18AF-FD8E6476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D9821-B8B8-5339-016D-20C9EEAF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0AA54C-CEB4-C750-C81B-ECA21DD8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56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74729-DFAF-06D6-4C3D-DB924781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64603-4ABC-3687-C537-572CC33DF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B61A48-140D-99B1-E8A7-A7412C4D5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991C26-35FF-DA4C-6016-65A761AD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F53F55-2672-DB22-24BC-294B4B65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A6FE0-6759-B804-F115-4C9611C5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41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32097-0BFF-6E9F-D4BD-08C8F017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190E1-8713-5262-CDBB-E9F369017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0D5020-59F5-2FF9-CF40-74915A0D2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8F772A-1B88-E662-4901-AF2F504AD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037FF-562E-C293-3429-24B4A2FD6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081F29-832D-604E-CBC8-9C0DB9A9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775BDF-24DD-83CB-8145-BE11AB29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2714AF-C5DA-971C-4F81-16816CD9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86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BA911-6821-5599-7F45-65F7DFDF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A879B7-D7DC-0D56-51E7-5977CC9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1C601C-6959-BCB2-AF2C-9623CF66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DA05AA-DE07-A264-C85E-C0CBC2BC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63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F6919B-A193-321B-F298-D751451F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6DD189-AF8B-3315-3499-9D321CB8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46F90-9279-A35E-49F6-AD790557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21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A27D1-AF88-B3E8-80A0-97A4BE89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EE679F-1E2D-8FB0-4432-E75AB1F01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2101CB-BCC6-780D-5728-917155511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5903B8-7BA4-B9A9-95FC-0B9BEF80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4778B3-5658-592F-0E94-E9A32D65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BB0AEA-DC46-9549-5881-7AD5F4BE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4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A515A-AA15-1170-ED74-E1606331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CBB003-56E6-0D61-2301-BB6066B14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397F87-4966-473B-DB82-8124792E3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D8BB5B-3D38-A4CC-59BC-CAF593E8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D8ACA-2B69-6792-1C60-E987F7A4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FB13AF-A72C-A101-2E77-9A70CC0C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35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36E68-F921-5268-9C5D-A2CA71E3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779541-1AA9-64FC-5F1E-A5B151752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555279-57D2-34A6-F911-F89C5BEF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A66E4-6667-7E35-CEA5-1F171FAD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7ABE8-D3ED-F5CF-E59D-063C1593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96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2FCD40-1C70-D534-674F-4160C6BCD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2A13E2-4078-67CC-593F-F230B41F1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5876D2-1C69-9D5E-78DF-A8DEBDB3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54479B-1E94-4F8D-816D-2492DF33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9383A9-9936-99D2-D079-C42F79F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34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DA4D52-44C4-6FFF-7202-33E94A9F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0E2EFE-D7A8-5BBA-A16E-95C77759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27932-013B-320E-5D66-6BEC3B2A7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A5B6-53B4-464C-A0D3-C1582FF2454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2D957-BA3B-A202-BE75-0855D9336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F71BB-9AD3-150F-8C22-AACBBBF1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F9E32-0887-4407-911F-C08DF479E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02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71C5BF-D483-E071-8488-BF92B8720286}"/>
              </a:ext>
            </a:extLst>
          </p:cNvPr>
          <p:cNvSpPr txBox="1"/>
          <p:nvPr/>
        </p:nvSpPr>
        <p:spPr>
          <a:xfrm>
            <a:off x="360000" y="360000"/>
            <a:ext cx="288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微软雅黑" panose="020B0503020204020204" pitchFamily="34" charset="-122"/>
              </a:rPr>
              <a:t>入场动画演示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FB1E38-2CF1-D5E4-E7F3-12E84BDA2AF6}"/>
              </a:ext>
            </a:extLst>
          </p:cNvPr>
          <p:cNvSpPr/>
          <p:nvPr/>
        </p:nvSpPr>
        <p:spPr>
          <a:xfrm>
            <a:off x="720000" y="1440000"/>
            <a:ext cx="1080000" cy="720000"/>
          </a:xfrm>
          <a:prstGeom prst="rect">
            <a:avLst/>
          </a:prstGeom>
          <a:solidFill>
            <a:srgbClr val="009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淡入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6FFC54-ED18-E10A-6F12-DDE82803BB0F}"/>
              </a:ext>
            </a:extLst>
          </p:cNvPr>
          <p:cNvSpPr/>
          <p:nvPr/>
        </p:nvSpPr>
        <p:spPr>
          <a:xfrm>
            <a:off x="2160000" y="1440000"/>
            <a:ext cx="1080000" cy="720000"/>
          </a:xfrm>
          <a:prstGeom prst="rect">
            <a:avLst/>
          </a:prstGeom>
          <a:solidFill>
            <a:srgbClr val="C864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缩放</a:t>
            </a:r>
          </a:p>
        </p:txBody>
      </p:sp>
    </p:spTree>
    <p:extLst>
      <p:ext uri="{BB962C8B-B14F-4D97-AF65-F5344CB8AC3E}">
        <p14:creationId xmlns:p14="http://schemas.microsoft.com/office/powerpoint/2010/main" val="344244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C42D94-C2B7-0FD3-2C05-F6F85EAC93FB}"/>
              </a:ext>
            </a:extLst>
          </p:cNvPr>
          <p:cNvSpPr txBox="1"/>
          <p:nvPr/>
        </p:nvSpPr>
        <p:spPr>
          <a:xfrm>
            <a:off x="360000" y="360000"/>
            <a:ext cx="288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微软雅黑" panose="020B0503020204020204" pitchFamily="34" charset="-122"/>
              </a:rPr>
              <a:t>强调动画演示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8B9CC9-E742-C9E0-C7EC-8F6260A0A637}"/>
              </a:ext>
            </a:extLst>
          </p:cNvPr>
          <p:cNvSpPr/>
          <p:nvPr/>
        </p:nvSpPr>
        <p:spPr>
          <a:xfrm>
            <a:off x="1440000" y="1440000"/>
            <a:ext cx="1440000" cy="900000"/>
          </a:xfrm>
          <a:prstGeom prst="rect">
            <a:avLst/>
          </a:prstGeom>
          <a:solidFill>
            <a:srgbClr val="6432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脉冲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旋转</a:t>
            </a:r>
          </a:p>
        </p:txBody>
      </p:sp>
    </p:spTree>
    <p:extLst>
      <p:ext uri="{BB962C8B-B14F-4D97-AF65-F5344CB8AC3E}">
        <p14:creationId xmlns:p14="http://schemas.microsoft.com/office/powerpoint/2010/main" val="98722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repeatCount="2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3" presetClass="entr" presetSubtype="10" fill="hold" grpId="2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  <p:bldP spid="3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E056D4-B0B0-B117-6752-E1F225AD3366}"/>
              </a:ext>
            </a:extLst>
          </p:cNvPr>
          <p:cNvSpPr txBox="1"/>
          <p:nvPr/>
        </p:nvSpPr>
        <p:spPr>
          <a:xfrm>
            <a:off x="360000" y="360000"/>
            <a:ext cx="288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微软雅黑" panose="020B0503020204020204" pitchFamily="34" charset="-122"/>
              </a:rPr>
              <a:t>退出动画演示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FAAD25-CD58-7650-E999-AB0108D5748D}"/>
              </a:ext>
            </a:extLst>
          </p:cNvPr>
          <p:cNvSpPr/>
          <p:nvPr/>
        </p:nvSpPr>
        <p:spPr>
          <a:xfrm>
            <a:off x="1440000" y="1440000"/>
            <a:ext cx="1440000" cy="900000"/>
          </a:xfrm>
          <a:prstGeom prst="rect">
            <a:avLst/>
          </a:prstGeom>
          <a:solidFill>
            <a:srgbClr val="C850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淡出</a:t>
            </a:r>
          </a:p>
        </p:txBody>
      </p:sp>
    </p:spTree>
    <p:extLst>
      <p:ext uri="{BB962C8B-B14F-4D97-AF65-F5344CB8AC3E}">
        <p14:creationId xmlns:p14="http://schemas.microsoft.com/office/powerpoint/2010/main" val="20881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w</dc:creator>
  <cp:lastModifiedBy>hy w</cp:lastModifiedBy>
  <cp:revision>1</cp:revision>
  <dcterms:created xsi:type="dcterms:W3CDTF">2026-04-23T13:29:48Z</dcterms:created>
  <dcterms:modified xsi:type="dcterms:W3CDTF">2026-04-23T13:29:48Z</dcterms:modified>
</cp:coreProperties>
</file>