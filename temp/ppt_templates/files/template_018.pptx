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21.xml" ContentType="application/vnd.openxmlformats-officedocument.presentationml.slide+xml"/>
  <Override PartName="/ppt/media/image9.bin" ContentType="image/jpeg"/>
  <Override PartName="/ppt/customXML/item.xml" ContentType="application/inkml+xml"/>
  <Override PartName="/ppt/customXML/item2.xml" ContentType="application/inkml+xml"/>
  <Override PartName="/ppt/slides/slide22.xml" ContentType="application/vnd.openxmlformats-officedocument.presentationml.slide+xml"/>
  <Override PartName="/ppt/media/image12.bin" ContentType="image/jpeg"/>
  <Override PartName="/ppt/media/image13.bin" ContentType="image/jpeg"/>
  <Override PartName="/ppt/media/image16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3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790ca5d84a6439b" /><Relationship Type="http://schemas.openxmlformats.org/package/2006/relationships/metadata/core-properties" Target="/docProps/core.xml" Id="Rb3094330a3694e62" /><Relationship Type="http://schemas.openxmlformats.org/officeDocument/2006/relationships/extended-properties" Target="/docProps/app.xml" Id="R4f894aa10adf42d1" /><Relationship Type="http://schemas.openxmlformats.org/officeDocument/2006/relationships/custom-properties" Target="/docProps/custom.xml" Id="Re54acbb0b5e243df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9bdeed8eea41490e"/>
  </p:sldMasterIdLst>
  <p:notesMasterIdLst>
    <p:notesMasterId r:id="Rca81b09f1a714efb"/>
  </p:notesMasterIdLst>
  <p:handoutMasterIdLst>
    <p:handoutMasterId r:id="Rdbe20c78623e483b"/>
  </p:handoutMasterIdLst>
  <p:sldIdLst>
    <p:sldId id="256" r:id="R8d3a73c8073443b0"/>
    <p:sldId id="257" r:id="R75b9655c49e84e40"/>
    <p:sldId id="258" r:id="R6292eda35a014f19"/>
    <p:sldId id="259" r:id="Rff0375b882eb4f1d"/>
    <p:sldId id="260" r:id="R68a8d4eb6b124cb4"/>
    <p:sldId id="261" r:id="R060ef665a3f34b66"/>
    <p:sldId id="262" r:id="Rf7d861f880bf4c13"/>
    <p:sldId id="263" r:id="Rb785e229bb944bfa"/>
    <p:sldId id="264" r:id="Rb67006271389446c"/>
    <p:sldId id="265" r:id="Rf7b3a6957f494305"/>
    <p:sldId id="266" r:id="R07a2b9f926f848cf"/>
    <p:sldId id="267" r:id="Rf7dcdd0edc524c2f"/>
    <p:sldId id="268" r:id="R4dc7d73a3cf0483e"/>
    <p:sldId id="269" r:id="Rcee9f296f2f641d0"/>
    <p:sldId id="270" r:id="Rd87fdb6baaf34b93"/>
    <p:sldId id="271" r:id="R55d8b186f2364e28"/>
    <p:sldId id="272" r:id="Rd5500d02bd604af9"/>
    <p:sldId id="273" r:id="R580c1516390a471c"/>
    <p:sldId id="274" r:id="Re484792f6f724d14"/>
    <p:sldId id="275" r:id="R6d0c787c41d74f86"/>
    <p:sldId id="276" r:id="R616e803f063d4d34"/>
    <p:sldId id="277" r:id="Ra171805c6abb4b03"/>
    <p:sldId id="278" r:id="Rca488dbe6fd943c5"/>
    <p:sldId id="279" r:id="R74058d8addc64b3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DD7"/>
    <a:srgbClr val="F5C895"/>
    <a:srgbClr val="FFD6AD"/>
    <a:srgbClr val="E01F2D"/>
    <a:srgbClr val="D61E28"/>
    <a:srgbClr val="C10015"/>
    <a:srgbClr val="D71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029" autoAdjust="0"/>
  </p:normalViewPr>
  <p:slideViewPr>
    <p:cSldViewPr snapToGrid="0">
      <p:cViewPr varScale="1">
        <p:scale>
          <a:sx n="81" d="100"/>
          <a:sy n="81" d="100"/>
        </p:scale>
        <p:origin x="69" y="4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dbe20c78623e483b" /><Relationship Type="http://schemas.openxmlformats.org/officeDocument/2006/relationships/notesMaster" Target="/ppt/notesMasters/notesMaster1.xml" Id="Rca81b09f1a714efb" /><Relationship Type="http://schemas.openxmlformats.org/officeDocument/2006/relationships/presProps" Target="/ppt/presProps.xml" Id="Rdc4f882a161d4c8c" /><Relationship Type="http://schemas.openxmlformats.org/officeDocument/2006/relationships/viewProps" Target="/ppt/viewProps.xml" Id="Rc6790122b7a24d64" /><Relationship Type="http://schemas.openxmlformats.org/officeDocument/2006/relationships/slideMaster" Target="/ppt/slideMasters/slideMaster1.xml" Id="R9bdeed8eea41490e" /><Relationship Type="http://schemas.openxmlformats.org/officeDocument/2006/relationships/theme" Target="/ppt/slideMasters/theme/theme3.xml" Id="Re16b6ca816af432d" /><Relationship Type="http://schemas.openxmlformats.org/officeDocument/2006/relationships/slide" Target="/ppt/slides/slide1.xml" Id="R8d3a73c8073443b0" /><Relationship Type="http://schemas.openxmlformats.org/officeDocument/2006/relationships/slide" Target="/ppt/slides/slide2.xml" Id="R75b9655c49e84e40" /><Relationship Type="http://schemas.openxmlformats.org/officeDocument/2006/relationships/slide" Target="/ppt/slides/slide3.xml" Id="R6292eda35a014f19" /><Relationship Type="http://schemas.openxmlformats.org/officeDocument/2006/relationships/slide" Target="/ppt/slides/slide4.xml" Id="Rff0375b882eb4f1d" /><Relationship Type="http://schemas.openxmlformats.org/officeDocument/2006/relationships/slide" Target="/ppt/slides/slide5.xml" Id="R68a8d4eb6b124cb4" /><Relationship Type="http://schemas.openxmlformats.org/officeDocument/2006/relationships/slide" Target="/ppt/slides/slide6.xml" Id="R060ef665a3f34b66" /><Relationship Type="http://schemas.openxmlformats.org/officeDocument/2006/relationships/slide" Target="/ppt/slides/slide7.xml" Id="Rf7d861f880bf4c13" /><Relationship Type="http://schemas.openxmlformats.org/officeDocument/2006/relationships/slide" Target="/ppt/slides/slide8.xml" Id="Rb785e229bb944bfa" /><Relationship Type="http://schemas.openxmlformats.org/officeDocument/2006/relationships/slide" Target="/ppt/slides/slide9.xml" Id="Rb67006271389446c" /><Relationship Type="http://schemas.openxmlformats.org/officeDocument/2006/relationships/slide" Target="/ppt/slides/slide10.xml" Id="Rf7b3a6957f494305" /><Relationship Type="http://schemas.openxmlformats.org/officeDocument/2006/relationships/slide" Target="/ppt/slides/slide11.xml" Id="R07a2b9f926f848cf" /><Relationship Type="http://schemas.openxmlformats.org/officeDocument/2006/relationships/slide" Target="/ppt/slides/slide12.xml" Id="Rf7dcdd0edc524c2f" /><Relationship Type="http://schemas.openxmlformats.org/officeDocument/2006/relationships/slide" Target="/ppt/slides/slide13.xml" Id="R4dc7d73a3cf0483e" /><Relationship Type="http://schemas.openxmlformats.org/officeDocument/2006/relationships/slide" Target="/ppt/slides/slide14.xml" Id="Rcee9f296f2f641d0" /><Relationship Type="http://schemas.openxmlformats.org/officeDocument/2006/relationships/slide" Target="/ppt/slides/slide15.xml" Id="Rd87fdb6baaf34b93" /><Relationship Type="http://schemas.openxmlformats.org/officeDocument/2006/relationships/slide" Target="/ppt/slides/slide16.xml" Id="R55d8b186f2364e28" /><Relationship Type="http://schemas.openxmlformats.org/officeDocument/2006/relationships/slide" Target="/ppt/slides/slide17.xml" Id="Rd5500d02bd604af9" /><Relationship Type="http://schemas.openxmlformats.org/officeDocument/2006/relationships/slide" Target="/ppt/slides/slide18.xml" Id="R580c1516390a471c" /><Relationship Type="http://schemas.openxmlformats.org/officeDocument/2006/relationships/slide" Target="/ppt/slides/slide19.xml" Id="Re484792f6f724d14" /><Relationship Type="http://schemas.openxmlformats.org/officeDocument/2006/relationships/slide" Target="/ppt/slides/slide20.xml" Id="R6d0c787c41d74f86" /><Relationship Type="http://schemas.openxmlformats.org/officeDocument/2006/relationships/slide" Target="/ppt/slides/slide21.xml" Id="R616e803f063d4d34" /><Relationship Type="http://schemas.openxmlformats.org/officeDocument/2006/relationships/slide" Target="/ppt/slides/slide22.xml" Id="Ra171805c6abb4b03" /><Relationship Type="http://schemas.openxmlformats.org/officeDocument/2006/relationships/slide" Target="/ppt/slides/slide23.xml" Id="Rca488dbe6fd943c5" /><Relationship Type="http://schemas.openxmlformats.org/officeDocument/2006/relationships/slide" Target="/ppt/slides/slide24.xml" Id="R74058d8addc64b30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09b6216d886242db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handout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aac44349264b4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" panose="02020600000000000000" charset="-122"/>
                <a:ea typeface="思源宋体 CN" panose="02020600000000000000" charset="-122"/>
                <a:cs typeface="思源宋体 CN" panose="0202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" panose="02020600000000000000" charset="-122"/>
                <a:ea typeface="思源宋体 CN" panose="02020600000000000000" charset="-122"/>
                <a:cs typeface="思源宋体 CN" panose="02020600000000000000" charset="-122"/>
              </a:defRPr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" panose="02020600000000000000" charset="-122"/>
                <a:ea typeface="思源宋体 CN" panose="02020600000000000000" charset="-122"/>
                <a:cs typeface="思源宋体 CN" panose="0202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" panose="02020600000000000000" charset="-122"/>
                <a:ea typeface="思源宋体 CN" panose="02020600000000000000" charset="-122"/>
                <a:cs typeface="思源宋体 CN" panose="02020600000000000000" charset="-122"/>
              </a:defRPr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43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" panose="02020600000000000000" charset="-122"/>
        <a:ea typeface="思源宋体 CN" panose="02020600000000000000" charset="-122"/>
        <a:cs typeface="思源宋体 CN" panose="020206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" panose="02020600000000000000" charset="-122"/>
        <a:ea typeface="思源宋体 CN" panose="02020600000000000000" charset="-122"/>
        <a:cs typeface="思源宋体 CN" panose="020206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" panose="02020600000000000000" charset="-122"/>
        <a:ea typeface="思源宋体 CN" panose="02020600000000000000" charset="-122"/>
        <a:cs typeface="思源宋体 CN" panose="020206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" panose="02020600000000000000" charset="-122"/>
        <a:ea typeface="思源宋体 CN" panose="02020600000000000000" charset="-122"/>
        <a:cs typeface="思源宋体 CN" panose="020206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" panose="02020600000000000000" charset="-122"/>
        <a:ea typeface="思源宋体 CN" panose="02020600000000000000" charset="-122"/>
        <a:cs typeface="思源宋体 CN" panose="020206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839ab9204c4918" /><Relationship Type="http://schemas.openxmlformats.org/officeDocument/2006/relationships/notesMaster" Target="/ppt/notesMasters/notesMaster1.xml" Id="R9d1ede562d8f41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3ae299912a485d" /><Relationship Type="http://schemas.openxmlformats.org/officeDocument/2006/relationships/notesMaster" Target="/ppt/notesMasters/notesMaster1.xml" Id="R69c416d7f52c47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e14b63695e4876" /><Relationship Type="http://schemas.openxmlformats.org/officeDocument/2006/relationships/notesMaster" Target="/ppt/notesMasters/notesMaster1.xml" Id="R0b97367baca748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7.xml" Id="Rb6c378102e914fca" /><Relationship Type="http://schemas.openxmlformats.org/officeDocument/2006/relationships/notesMaster" Target="/ppt/notesMasters/notesMaster1.xml" Id="R4943a5e85607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11.xml" Id="R164ed4beec7f435b" /><Relationship Type="http://schemas.openxmlformats.org/officeDocument/2006/relationships/notesMaster" Target="/ppt/notesMasters/notesMaster1.xml" Id="R9964c2f51f9f44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15.xml" Id="R23bd29b75cb24fa9" /><Relationship Type="http://schemas.openxmlformats.org/officeDocument/2006/relationships/notesMaster" Target="/ppt/notesMasters/notesMaster1.xml" Id="R51df227cce4246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20.xml" Id="R868573df0acf4c22" /><Relationship Type="http://schemas.openxmlformats.org/officeDocument/2006/relationships/notesMaster" Target="/ppt/notesMasters/notesMaster1.xml" Id="Rff9fc7d7e3174cc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e167c6fbb92540009fe91d3664757838" /><Relationship Type="http://schemas.openxmlformats.org/officeDocument/2006/relationships/slideMaster" Target="/ppt/slideMasters/slideMaster1.xml" Id="Rc8ea3b17bb254f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.bin" Id="R019d793faca14fd3" /><Relationship Type="http://schemas.openxmlformats.org/officeDocument/2006/relationships/slideMaster" Target="/ppt/slideMasters/slideMaster1.xml" Id="R79ae603d37964b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73acef3ed432c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1651940" y="-27932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e167c6fbb92540009fe91d3664757838"/>
              </a:rPr>
              <a:t>行业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e167c6fbb92540009fe91d3664757838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e167c6fbb92540009fe91d3664757838"/>
              </a:rPr>
              <a:t>模板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47963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1">
          <a:blip r:embed="R019d793faca14f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f7731a1c04e46ac" /><Relationship Type="http://schemas.openxmlformats.org/officeDocument/2006/relationships/slideLayout" Target="/ppt/slideLayouts/slideLayout1.xml" Id="Rc54158422c564d2f" /><Relationship Type="http://schemas.openxmlformats.org/officeDocument/2006/relationships/slideLayout" Target="/ppt/slideLayouts/slideLayout2.xml" Id="R8486856e699a4fb5" /><Relationship Type="http://schemas.openxmlformats.org/officeDocument/2006/relationships/slideLayout" Target="/ppt/slideLayouts/slideLayout3.xml" Id="Rde8fbc034ade450e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de8fbc034ade450e"/>
    <p:sldLayoutId id="2147483650" r:id="R8486856e699a4fb5"/>
    <p:sldLayoutId id="2147483649" r:id="Rc54158422c564d2f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3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宋体 CN"/>
        <a:ea typeface="思源宋体 CN"/>
        <a:cs typeface=""/>
      </a:majorFont>
      <a:minorFont>
        <a:latin typeface="思源宋体 CN"/>
        <a:ea typeface="思源宋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bin" Id="Rff4d7b54279d4ce8" /><Relationship Type="http://schemas.openxmlformats.org/officeDocument/2006/relationships/image" Target="/ppt/media/image3.bin" Id="Rd44ad7a628dc4b0e" /><Relationship Type="http://schemas.openxmlformats.org/officeDocument/2006/relationships/image" Target="/ppt/media/image4.bin" Id="Ra3c1be2f04eb45de" /><Relationship Type="http://schemas.openxmlformats.org/officeDocument/2006/relationships/image" Target="/ppt/media/image5.bin" Id="R005aaf0fcee2450b" /><Relationship Type="http://schemas.openxmlformats.org/officeDocument/2006/relationships/image" Target="/ppt/media/image6.bin" Id="R7530f2c06b5b4ded" /><Relationship Type="http://schemas.openxmlformats.org/officeDocument/2006/relationships/notesSlide" Target="/ppt/notesSlides/notesSlide1.xml" Id="Rf2d73d462d974e4a" /><Relationship Type="http://schemas.openxmlformats.org/officeDocument/2006/relationships/slideLayout" Target="/ppt/slideLayouts/slideLayout3.xml" Id="R75e25dc3ae2841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bin" Id="R1454a7ef82f54fbf" /><Relationship Type="http://schemas.openxmlformats.org/officeDocument/2006/relationships/image" Target="/ppt/media/image6.bin" Id="R994a2b0740574daf" /><Relationship Type="http://schemas.openxmlformats.org/officeDocument/2006/relationships/notesSlide" Target="/ppt/notesSlides/notesSlide2.xml" Id="Recbe9946f6c24442" /><Relationship Type="http://schemas.openxmlformats.org/officeDocument/2006/relationships/slideLayout" Target="/ppt/slideLayouts/slideLayout3.xml" Id="Rcce5a49b7dc4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.bin" Id="R353dc54521f347f1" /><Relationship Type="http://schemas.openxmlformats.org/officeDocument/2006/relationships/image" Target="/ppt/media/image6.bin" Id="R2615228553d84574" /><Relationship Type="http://schemas.openxmlformats.org/officeDocument/2006/relationships/notesSlide" Target="/ppt/notesSlides/notesSlide3.xml" Id="R5e92b63bd7084d06" /><Relationship Type="http://schemas.openxmlformats.org/officeDocument/2006/relationships/slideLayout" Target="/ppt/slideLayouts/slideLayout3.xml" Id="R6233255ae8d649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97e5c0642a4c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04768abd649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7.bin" Id="R5826bd30bb144034" /><Relationship Type="http://schemas.openxmlformats.org/officeDocument/2006/relationships/image" Target="/ppt/media/image8.bin" Id="R96f45dc6c1fe4131" /><Relationship Type="http://schemas.openxmlformats.org/officeDocument/2006/relationships/slideLayout" Target="/ppt/slideLayouts/slideLayout2.xml" Id="Rdbc9030c9deb46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.bin" Id="Rf5f73e283dd5422a" /><Relationship Type="http://schemas.openxmlformats.org/officeDocument/2006/relationships/image" Target="/ppt/media/image6.bin" Id="Rc0641a992ad948fb" /><Relationship Type="http://schemas.openxmlformats.org/officeDocument/2006/relationships/notesSlide" Target="/ppt/notesSlides/notesSlide4.xml" Id="R55b70754257a4ae5" /><Relationship Type="http://schemas.openxmlformats.org/officeDocument/2006/relationships/slideLayout" Target="/ppt/slideLayouts/slideLayout3.xml" Id="R23581545dfc44c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217341ebb746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8.bin" Id="Re76c952fa33545f0" /><Relationship Type="http://schemas.openxmlformats.org/officeDocument/2006/relationships/slideLayout" Target="/ppt/slideLayouts/slideLayout2.xml" Id="R36deb061476b4f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33e0d3858144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2.bin" Id="Rbb14032e6a4b4905" /><Relationship Type="http://schemas.openxmlformats.org/officeDocument/2006/relationships/image" Target="/ppt/media/image6.bin" Id="R04dced8477e94071" /><Relationship Type="http://schemas.openxmlformats.org/officeDocument/2006/relationships/notesSlide" Target="/ppt/notesSlides/notesSlide5.xml" Id="R9e2d0f6fce564dc0" /><Relationship Type="http://schemas.openxmlformats.org/officeDocument/2006/relationships/slideLayout" Target="/ppt/slideLayouts/slideLayout3.xml" Id="R264130c5949f44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0bac4bb2dc48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399fe444d44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ec7d7ba8a4a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.bin" Id="R9d5b358403c74030" /><Relationship Type="http://schemas.openxmlformats.org/officeDocument/2006/relationships/image" Target="/ppt/media/image6.bin" Id="R5266cd94f458487b" /><Relationship Type="http://schemas.openxmlformats.org/officeDocument/2006/relationships/notesSlide" Target="/ppt/notesSlides/notesSlide6.xml" Id="R0dc860bc98d74b4c" /><Relationship Type="http://schemas.openxmlformats.org/officeDocument/2006/relationships/slideLayout" Target="/ppt/slideLayouts/slideLayout3.xml" Id="R2e7f055c4e2643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bfb9c9e31f40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8b2d5b7444a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29a8616a34f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3e0df7d01e4d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2.bin" Id="R38a61dd494f3418e" /><Relationship Type="http://schemas.openxmlformats.org/officeDocument/2006/relationships/image" Target="/ppt/media/image3.bin" Id="R6a4c4105bb574256" /><Relationship Type="http://schemas.openxmlformats.org/officeDocument/2006/relationships/image" Target="/ppt/media/image4.bin" Id="Rfae2cb95149f4549" /><Relationship Type="http://schemas.openxmlformats.org/officeDocument/2006/relationships/image" Target="/ppt/media/image5.bin" Id="Rcb731cae6a794dc0" /><Relationship Type="http://schemas.openxmlformats.org/officeDocument/2006/relationships/image" Target="/ppt/media/image6.bin" Id="R093450f81ef7492e" /><Relationship Type="http://schemas.openxmlformats.org/officeDocument/2006/relationships/notesSlide" Target="/ppt/notesSlides/notesSlide7.xml" Id="R2f87344bd5fe40de" /><Relationship Type="http://schemas.openxmlformats.org/officeDocument/2006/relationships/slideLayout" Target="/ppt/slideLayouts/slideLayout3.xml" Id="R252091b5f20648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9f7334b047c14193b5add61370df767a" /><Relationship Type="http://schemas.openxmlformats.org/officeDocument/2006/relationships/image" Target="/ppt/media/image9.bin" Id="Rd340741c1271424d" /><Relationship Type="http://schemas.openxmlformats.org/officeDocument/2006/relationships/image" Target="/ppt/media/image10.bin" Id="R4316f41053f14f5c" /><Relationship Type="http://schemas.openxmlformats.org/officeDocument/2006/relationships/image" Target="/ppt/media/image11.bin" Id="R050796e0701344c6" /><Relationship Type="http://schemas.openxmlformats.org/officeDocument/2006/relationships/customXml" Target="/ppt/customXML/item.xml" Id="R8915766307484f16" /><Relationship Type="http://schemas.openxmlformats.org/officeDocument/2006/relationships/customXml" Target="/ppt/customXML/item2.xml" Id="R819eb481d82c450b" /><Relationship Type="http://schemas.openxmlformats.org/officeDocument/2006/relationships/slideLayout" Target="/ppt/slideLayouts/slideLayout1.xml" Id="R7ddf1a1d522648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6422f0881d9541ee8a19c4b9901dcabb" /><Relationship Type="http://schemas.openxmlformats.org/officeDocument/2006/relationships/image" Target="/ppt/media/image12.bin" Id="R06bba1533b3f4035" /><Relationship Type="http://schemas.openxmlformats.org/officeDocument/2006/relationships/image" Target="/ppt/media/image13.bin" Id="R346a35d9116348cf" /><Relationship Type="http://schemas.openxmlformats.org/officeDocument/2006/relationships/image" Target="/ppt/media/image14.bin" Id="R17b1db52aeaf43f8" /><Relationship Type="http://schemas.openxmlformats.org/officeDocument/2006/relationships/image" Target="/ppt/media/image10.bin" Id="R031b29576f184899" /><Relationship Type="http://schemas.openxmlformats.org/officeDocument/2006/relationships/image" Target="/ppt/media/image15.bin" Id="R79afa07960a546aa" /><Relationship Type="http://schemas.openxmlformats.org/officeDocument/2006/relationships/image" Target="/ppt/media/image16.bin" Id="Rc2003caa09d6425d" /><Relationship Type="http://schemas.openxmlformats.org/officeDocument/2006/relationships/image" Target="/ppt/media/image11.bin" Id="R998a3fe9a0354403" /><Relationship Type="http://schemas.openxmlformats.org/officeDocument/2006/relationships/customXml" Target="/ppt/customXML/item3.xml" Id="R015aadc0e5c04406" /><Relationship Type="http://schemas.openxmlformats.org/officeDocument/2006/relationships/customXml" Target="/ppt/customXML/item4.xml" Id="Ra43af3a2b9704f7f" /><Relationship Type="http://schemas.openxmlformats.org/officeDocument/2006/relationships/customXml" Target="/ppt/customXML/item5.xml" Id="R67d88a1bd7724265" /><Relationship Type="http://schemas.openxmlformats.org/officeDocument/2006/relationships/slideLayout" Target="/ppt/slideLayouts/slideLayout1.xml" Id="R8c6f3f1d138641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17.bin" Id="R0e5d0fc3c03e46b9" /><Relationship Type="http://schemas.openxmlformats.org/officeDocument/2006/relationships/image" Target="/ppt/media/image18.bin" Id="R159e5963bc8442ab" /><Relationship Type="http://schemas.openxmlformats.org/officeDocument/2006/relationships/image" Target="/ppt/media/image16.bin" Id="R5815c158ba964124" /><Relationship Type="http://schemas.openxmlformats.org/officeDocument/2006/relationships/image" Target="/ppt/media/image19.bin" Id="R3e9e64381a3742ab" /><Relationship Type="http://schemas.openxmlformats.org/officeDocument/2006/relationships/customXml" Target="/ppt/customXML/item6.xml" Id="Rca4ae82dc89341a0" /><Relationship Type="http://schemas.openxmlformats.org/officeDocument/2006/relationships/customXml" Target="/ppt/customXML/item7.xml" Id="R3a2b68fc544a41ea" /><Relationship Type="http://schemas.openxmlformats.org/officeDocument/2006/relationships/customXml" Target="/ppt/customXML/item8.xml" Id="R13ff77c40fa14ff9" /><Relationship Type="http://schemas.openxmlformats.org/officeDocument/2006/relationships/slideLayout" Target="/ppt/slideLayouts/slideLayout3.xml" Id="R21b5be56fe7546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30df6ef3b2714e4888fba0fc4fa41be1" /><Relationship Type="http://schemas.openxmlformats.org/officeDocument/2006/relationships/hyperlink" Target="https://storyset.com/" TargetMode="External" Id="Rdf84bc93a1774598a954d66f598bfcb6" /><Relationship Type="http://schemas.openxmlformats.org/officeDocument/2006/relationships/slideLayout" Target="/ppt/slideLayouts/slideLayout1.xml" Id="R7d373e876be741f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71726"/>
            </a:gs>
            <a:gs pos="93000">
              <a:srgbClr val="C1001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6248400" y="83820"/>
            <a:ext cx="5943600" cy="6600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9362" h="10405">
                <a:moveTo>
                  <a:pt x="0" y="5197"/>
                </a:moveTo>
                <a:cubicBezTo>
                  <a:pt x="-89" y="2280"/>
                  <a:pt x="2581" y="-71"/>
                  <a:pt x="5196" y="0"/>
                </a:cubicBezTo>
                <a:cubicBezTo>
                  <a:pt x="6898" y="-103"/>
                  <a:pt x="8692" y="1102"/>
                  <a:pt x="9360" y="2089"/>
                </a:cubicBezTo>
                <a:lnTo>
                  <a:pt x="9360" y="8305"/>
                </a:lnTo>
                <a:cubicBezTo>
                  <a:pt x="8581" y="9503"/>
                  <a:pt x="6640" y="10476"/>
                  <a:pt x="5196" y="10394"/>
                </a:cubicBezTo>
                <a:cubicBezTo>
                  <a:pt x="2280" y="10484"/>
                  <a:pt x="-71" y="7813"/>
                  <a:pt x="0" y="5197"/>
                </a:cubicBezTo>
                <a:close/>
              </a:path>
            </a:pathLst>
          </a:custGeom>
          <a:solidFill>
            <a:srgbClr val="D61E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087871" y="923290"/>
            <a:ext cx="4919980" cy="4921250"/>
          </a:xfrm>
          <a:prstGeom prst="ellipse">
            <a:avLst/>
          </a:prstGeom>
          <a:solidFill>
            <a:srgbClr val="E0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ff4d7b54279d4ce8">
            <a:lum bright="-6000" contrast="12000"/>
          </a:blip>
          <a:stretch>
            <a:fillRect/>
          </a:stretch>
        </p:blipFill>
        <p:spPr>
          <a:xfrm>
            <a:off x="7315835" y="1461135"/>
            <a:ext cx="4281171" cy="3936365"/>
          </a:xfrm>
          <a:prstGeom prst="rect">
            <a:avLst/>
          </a:prstGeom>
        </p:spPr>
      </p:pic>
      <p:pic>
        <p:nvPicPr>
          <p:cNvPr id="10" name="图片 9" descr="2"/>
          <p:cNvPicPr>
            <a:picLocks noChangeAspect="1"/>
          </p:cNvPicPr>
          <p:nvPr/>
        </p:nvPicPr>
        <p:blipFill>
          <a:blip r:embed="Rd44ad7a628dc4b0e">
            <a:lum bright="-6000" contrast="12000"/>
          </a:blip>
          <a:stretch>
            <a:fillRect/>
          </a:stretch>
        </p:blipFill>
        <p:spPr>
          <a:xfrm>
            <a:off x="8779511" y="5548630"/>
            <a:ext cx="881380" cy="546100"/>
          </a:xfrm>
          <a:prstGeom prst="rect">
            <a:avLst/>
          </a:prstGeom>
        </p:spPr>
      </p:pic>
      <p:pic>
        <p:nvPicPr>
          <p:cNvPr id="11" name="图片 10" descr="3"/>
          <p:cNvPicPr>
            <a:picLocks noChangeAspect="1"/>
          </p:cNvPicPr>
          <p:nvPr/>
        </p:nvPicPr>
        <p:blipFill>
          <a:blip r:embed="Ra3c1be2f04eb45de">
            <a:lum bright="-6000" contrast="12000"/>
          </a:blip>
          <a:stretch>
            <a:fillRect/>
          </a:stretch>
        </p:blipFill>
        <p:spPr>
          <a:xfrm>
            <a:off x="6123942" y="994412"/>
            <a:ext cx="1161415" cy="739775"/>
          </a:xfrm>
          <a:prstGeom prst="rect">
            <a:avLst/>
          </a:prstGeom>
        </p:spPr>
      </p:pic>
      <p:pic>
        <p:nvPicPr>
          <p:cNvPr id="12" name="图片 11" descr="4"/>
          <p:cNvPicPr>
            <a:picLocks noChangeAspect="1"/>
          </p:cNvPicPr>
          <p:nvPr/>
        </p:nvPicPr>
        <p:blipFill>
          <a:blip r:embed="R005aaf0fcee2450b">
            <a:lum bright="-6000" contrast="12000"/>
          </a:blip>
          <a:stretch>
            <a:fillRect/>
          </a:stretch>
        </p:blipFill>
        <p:spPr>
          <a:xfrm>
            <a:off x="8308977" y="1524635"/>
            <a:ext cx="3101975" cy="3329940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11228071" y="4362450"/>
            <a:ext cx="779780" cy="779780"/>
          </a:xfrm>
          <a:prstGeom prst="ellipse">
            <a:avLst/>
          </a:prstGeom>
          <a:gradFill>
            <a:gsLst>
              <a:gs pos="23000">
                <a:srgbClr val="E01F2D"/>
              </a:gs>
              <a:gs pos="100000">
                <a:srgbClr val="E01F2D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1" y="-7620"/>
            <a:ext cx="5934275" cy="304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9345" h="4800">
                <a:moveTo>
                  <a:pt x="9345" y="0"/>
                </a:moveTo>
                <a:cubicBezTo>
                  <a:pt x="9309" y="2504"/>
                  <a:pt x="6688" y="4943"/>
                  <a:pt x="4175" y="4794"/>
                </a:cubicBezTo>
                <a:cubicBezTo>
                  <a:pt x="2464" y="4880"/>
                  <a:pt x="712" y="3729"/>
                  <a:pt x="0" y="2684"/>
                </a:cubicBezTo>
                <a:lnTo>
                  <a:pt x="0" y="0"/>
                </a:lnTo>
                <a:lnTo>
                  <a:pt x="9345" y="0"/>
                </a:lnTo>
                <a:close/>
              </a:path>
            </a:pathLst>
          </a:custGeom>
          <a:gradFill>
            <a:gsLst>
              <a:gs pos="51000">
                <a:srgbClr val="E01F2D"/>
              </a:gs>
              <a:gs pos="90000">
                <a:srgbClr val="D61E28"/>
              </a:gs>
              <a:gs pos="9000">
                <a:srgbClr val="E01F2D">
                  <a:alpha val="0"/>
                </a:srgbClr>
              </a:gs>
              <a:gs pos="100000">
                <a:srgbClr val="E01F2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3" name="图片 12" descr="5"/>
          <p:cNvPicPr>
            <a:picLocks noChangeAspect="1"/>
          </p:cNvPicPr>
          <p:nvPr/>
        </p:nvPicPr>
        <p:blipFill>
          <a:blip r:embed="R7530f2c06b5b4ded">
            <a:lum bright="-6000" contrast="12000"/>
          </a:blip>
          <a:stretch>
            <a:fillRect/>
          </a:stretch>
        </p:blipFill>
        <p:spPr>
          <a:xfrm>
            <a:off x="932181" y="5548630"/>
            <a:ext cx="4655185" cy="130937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85140" y="2458085"/>
            <a:ext cx="6074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Arial"/>
              </a:rPr>
              <a:t>金融产品介绍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7380" y="1990932"/>
            <a:ext cx="549656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b="1" dirty="0">
                <a:solidFill>
                  <a:srgbClr val="FFD6AD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INTRODUCTION TO FINANCIAL PRODUCTS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85140" y="3990977"/>
            <a:ext cx="63341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The template is well-designed, all materials of the template can be freely edited, replaced and moved.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576580" y="4908552"/>
            <a:ext cx="2390557" cy="456565"/>
          </a:xfrm>
          <a:prstGeom prst="roundRect">
            <a:avLst>
              <a:gd name="adj" fmla="val 50000"/>
            </a:avLst>
          </a:prstGeom>
          <a:gradFill>
            <a:gsLst>
              <a:gs pos="17000">
                <a:srgbClr val="F5C895"/>
              </a:gs>
              <a:gs pos="100000">
                <a:srgbClr val="FFEDD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汇报人：XX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PPT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4" grpId="0" animBg="1"/>
      <p:bldP spid="6" grpId="0" bldLvl="0" animBg="1"/>
      <p:bldP spid="17" grpId="0"/>
      <p:bldP spid="20" grpId="0"/>
      <p:bldP spid="21" grpId="0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71726"/>
            </a:gs>
            <a:gs pos="93000">
              <a:srgbClr val="C1001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flipH="1">
            <a:off x="0" y="257493"/>
            <a:ext cx="5943600" cy="6600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62" h="10405">
                <a:moveTo>
                  <a:pt x="0" y="5197"/>
                </a:moveTo>
                <a:cubicBezTo>
                  <a:pt x="-89" y="2280"/>
                  <a:pt x="2581" y="-71"/>
                  <a:pt x="5196" y="0"/>
                </a:cubicBezTo>
                <a:cubicBezTo>
                  <a:pt x="6898" y="-103"/>
                  <a:pt x="8692" y="1102"/>
                  <a:pt x="9360" y="2089"/>
                </a:cubicBezTo>
                <a:lnTo>
                  <a:pt x="9360" y="8305"/>
                </a:lnTo>
                <a:cubicBezTo>
                  <a:pt x="8581" y="9503"/>
                  <a:pt x="6640" y="10476"/>
                  <a:pt x="5196" y="10394"/>
                </a:cubicBezTo>
                <a:cubicBezTo>
                  <a:pt x="2280" y="10484"/>
                  <a:pt x="-71" y="7813"/>
                  <a:pt x="0" y="5197"/>
                </a:cubicBezTo>
                <a:close/>
              </a:path>
            </a:pathLst>
          </a:custGeom>
          <a:solidFill>
            <a:srgbClr val="D61E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 flipH="1">
            <a:off x="181611" y="1119823"/>
            <a:ext cx="4919980" cy="4921250"/>
          </a:xfrm>
          <a:prstGeom prst="ellipse">
            <a:avLst/>
          </a:prstGeom>
          <a:solidFill>
            <a:srgbClr val="E0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1454a7ef82f54fbf">
            <a:lum bright="-6000" contrast="12000"/>
          </a:blip>
          <a:stretch>
            <a:fillRect/>
          </a:stretch>
        </p:blipFill>
        <p:spPr>
          <a:xfrm flipH="1">
            <a:off x="607695" y="1612267"/>
            <a:ext cx="4281171" cy="3936365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 flipH="1">
            <a:off x="291466" y="4768850"/>
            <a:ext cx="779780" cy="779780"/>
          </a:xfrm>
          <a:prstGeom prst="ellipse">
            <a:avLst/>
          </a:prstGeom>
          <a:gradFill>
            <a:gsLst>
              <a:gs pos="23000">
                <a:srgbClr val="E01F2D"/>
              </a:gs>
              <a:gs pos="100000">
                <a:srgbClr val="E01F2D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任意多边形 5"/>
          <p:cNvSpPr/>
          <p:nvPr/>
        </p:nvSpPr>
        <p:spPr>
          <a:xfrm flipH="1">
            <a:off x="6257925" y="0"/>
            <a:ext cx="5934275" cy="304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45" h="4800">
                <a:moveTo>
                  <a:pt x="9345" y="0"/>
                </a:moveTo>
                <a:cubicBezTo>
                  <a:pt x="9309" y="2504"/>
                  <a:pt x="6688" y="4943"/>
                  <a:pt x="4175" y="4794"/>
                </a:cubicBezTo>
                <a:cubicBezTo>
                  <a:pt x="2464" y="4880"/>
                  <a:pt x="712" y="3729"/>
                  <a:pt x="0" y="2684"/>
                </a:cubicBezTo>
                <a:lnTo>
                  <a:pt x="0" y="0"/>
                </a:lnTo>
                <a:lnTo>
                  <a:pt x="9345" y="0"/>
                </a:lnTo>
                <a:close/>
              </a:path>
            </a:pathLst>
          </a:custGeom>
          <a:gradFill>
            <a:gsLst>
              <a:gs pos="51000">
                <a:srgbClr val="E01F2D"/>
              </a:gs>
              <a:gs pos="90000">
                <a:srgbClr val="D61E28"/>
              </a:gs>
              <a:gs pos="9000">
                <a:srgbClr val="E01F2D">
                  <a:alpha val="0"/>
                </a:srgbClr>
              </a:gs>
              <a:gs pos="100000">
                <a:srgbClr val="E01F2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3" name="图片 12" descr="5"/>
          <p:cNvPicPr>
            <a:picLocks noChangeAspect="1"/>
          </p:cNvPicPr>
          <p:nvPr/>
        </p:nvPicPr>
        <p:blipFill>
          <a:blip r:embed="R994a2b0740574daf">
            <a:lum bright="-6000" contrast="12000"/>
          </a:blip>
          <a:stretch>
            <a:fillRect/>
          </a:stretch>
        </p:blipFill>
        <p:spPr>
          <a:xfrm>
            <a:off x="6941821" y="5548630"/>
            <a:ext cx="4655185" cy="13093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612901" y="2796540"/>
            <a:ext cx="2164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Arial"/>
              </a:rPr>
              <a:t>目录</a:t>
            </a:r>
          </a:p>
          <a:p>
            <a:pPr algn="dist"/>
            <a:r>
              <a:rPr lang="zh-CN" altLang="en-US" sz="24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Arial"/>
                <a:ea typeface="阿里巴巴普惠体 Medium"/>
                <a:cs typeface="阿里巴巴普惠体 Medium"/>
                <a:sym typeface="Arial"/>
              </a:rPr>
              <a:t>CONTENTS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777989" y="1179830"/>
            <a:ext cx="786131" cy="786130"/>
          </a:xfrm>
          <a:prstGeom prst="roundRect">
            <a:avLst>
              <a:gd name="adj" fmla="val 32875"/>
            </a:avLst>
          </a:prstGeom>
          <a:gradFill>
            <a:gsLst>
              <a:gs pos="17000">
                <a:srgbClr val="F5C895"/>
              </a:gs>
              <a:gs pos="100000">
                <a:srgbClr val="FFEDD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64120" y="1082676"/>
            <a:ext cx="219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Arial"/>
              </a:rPr>
              <a:t>品牌介绍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617460" y="1656717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400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Brand introduction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777989" y="2494915"/>
            <a:ext cx="786131" cy="786130"/>
          </a:xfrm>
          <a:prstGeom prst="roundRect">
            <a:avLst>
              <a:gd name="adj" fmla="val 32875"/>
            </a:avLst>
          </a:prstGeom>
          <a:gradFill>
            <a:gsLst>
              <a:gs pos="17000">
                <a:srgbClr val="F5C895"/>
              </a:gs>
              <a:gs pos="100000">
                <a:srgbClr val="FFEDD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02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564120" y="2397761"/>
            <a:ext cx="219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 b="1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dirty="0">
                <a:sym typeface="Arial"/>
              </a:rPr>
              <a:t>产品详情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617460" y="2971802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400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product details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6777989" y="3810000"/>
            <a:ext cx="786131" cy="786130"/>
          </a:xfrm>
          <a:prstGeom prst="roundRect">
            <a:avLst>
              <a:gd name="adj" fmla="val 32875"/>
            </a:avLst>
          </a:prstGeom>
          <a:gradFill>
            <a:gsLst>
              <a:gs pos="17000">
                <a:srgbClr val="F5C895"/>
              </a:gs>
              <a:gs pos="100000">
                <a:srgbClr val="FFEDD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03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564120" y="3712846"/>
            <a:ext cx="219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 b="1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dirty="0">
                <a:sym typeface="Arial"/>
              </a:rPr>
              <a:t>购买方式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617460" y="4286887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400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Purchase method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6777989" y="5125085"/>
            <a:ext cx="786131" cy="786130"/>
          </a:xfrm>
          <a:prstGeom prst="roundRect">
            <a:avLst>
              <a:gd name="adj" fmla="val 32875"/>
            </a:avLst>
          </a:prstGeom>
          <a:gradFill>
            <a:gsLst>
              <a:gs pos="17000">
                <a:srgbClr val="F5C895"/>
              </a:gs>
              <a:gs pos="100000">
                <a:srgbClr val="FFEDD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04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564120" y="5027931"/>
            <a:ext cx="219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 b="1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dirty="0">
                <a:sym typeface="Arial"/>
              </a:rPr>
              <a:t>更多产品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617460" y="5601972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400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More products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9425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  <p:bldP spid="14" grpId="0" bldLvl="0" animBg="1"/>
      <p:bldP spid="6" grpId="0" bldLvl="0" animBg="1"/>
      <p:bldP spid="2" grpId="0"/>
      <p:bldP spid="4" grpId="0" animBg="1"/>
      <p:bldP spid="8" grpId="0"/>
      <p:bldP spid="15" grpId="0"/>
      <p:bldP spid="16" grpId="0" animBg="1"/>
      <p:bldP spid="18" grpId="0"/>
      <p:bldP spid="23" grpId="0"/>
      <p:bldP spid="24" grpId="0" animBg="1"/>
      <p:bldP spid="25" grpId="0"/>
      <p:bldP spid="26" grpId="0"/>
      <p:bldP spid="27" grpId="0" animBg="1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71726"/>
            </a:gs>
            <a:gs pos="93000">
              <a:srgbClr val="C1001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flipH="1">
            <a:off x="0" y="257493"/>
            <a:ext cx="5943600" cy="6600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62" h="10405">
                <a:moveTo>
                  <a:pt x="0" y="5197"/>
                </a:moveTo>
                <a:cubicBezTo>
                  <a:pt x="-89" y="2280"/>
                  <a:pt x="2581" y="-71"/>
                  <a:pt x="5196" y="0"/>
                </a:cubicBezTo>
                <a:cubicBezTo>
                  <a:pt x="6898" y="-103"/>
                  <a:pt x="8692" y="1102"/>
                  <a:pt x="9360" y="2089"/>
                </a:cubicBezTo>
                <a:lnTo>
                  <a:pt x="9360" y="8305"/>
                </a:lnTo>
                <a:cubicBezTo>
                  <a:pt x="8581" y="9503"/>
                  <a:pt x="6640" y="10476"/>
                  <a:pt x="5196" y="10394"/>
                </a:cubicBezTo>
                <a:cubicBezTo>
                  <a:pt x="2280" y="10484"/>
                  <a:pt x="-71" y="7813"/>
                  <a:pt x="0" y="5197"/>
                </a:cubicBezTo>
                <a:close/>
              </a:path>
            </a:pathLst>
          </a:custGeom>
          <a:solidFill>
            <a:srgbClr val="D61E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 flipH="1">
            <a:off x="181611" y="1119823"/>
            <a:ext cx="4919980" cy="4921250"/>
          </a:xfrm>
          <a:prstGeom prst="ellipse">
            <a:avLst/>
          </a:prstGeom>
          <a:solidFill>
            <a:srgbClr val="E0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353dc54521f347f1">
            <a:lum bright="-6000" contrast="12000"/>
          </a:blip>
          <a:stretch>
            <a:fillRect/>
          </a:stretch>
        </p:blipFill>
        <p:spPr>
          <a:xfrm flipH="1">
            <a:off x="607695" y="1612267"/>
            <a:ext cx="4281171" cy="3936365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 flipH="1">
            <a:off x="291466" y="4768850"/>
            <a:ext cx="779780" cy="779780"/>
          </a:xfrm>
          <a:prstGeom prst="ellipse">
            <a:avLst/>
          </a:prstGeom>
          <a:gradFill>
            <a:gsLst>
              <a:gs pos="23000">
                <a:srgbClr val="E01F2D"/>
              </a:gs>
              <a:gs pos="100000">
                <a:srgbClr val="E01F2D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任意多边形 5"/>
          <p:cNvSpPr/>
          <p:nvPr/>
        </p:nvSpPr>
        <p:spPr>
          <a:xfrm flipH="1">
            <a:off x="6257925" y="0"/>
            <a:ext cx="5934275" cy="304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45" h="4800">
                <a:moveTo>
                  <a:pt x="9345" y="0"/>
                </a:moveTo>
                <a:cubicBezTo>
                  <a:pt x="9309" y="2504"/>
                  <a:pt x="6688" y="4943"/>
                  <a:pt x="4175" y="4794"/>
                </a:cubicBezTo>
                <a:cubicBezTo>
                  <a:pt x="2464" y="4880"/>
                  <a:pt x="712" y="3729"/>
                  <a:pt x="0" y="2684"/>
                </a:cubicBezTo>
                <a:lnTo>
                  <a:pt x="0" y="0"/>
                </a:lnTo>
                <a:lnTo>
                  <a:pt x="9345" y="0"/>
                </a:lnTo>
                <a:close/>
              </a:path>
            </a:pathLst>
          </a:custGeom>
          <a:gradFill>
            <a:gsLst>
              <a:gs pos="51000">
                <a:srgbClr val="E01F2D"/>
              </a:gs>
              <a:gs pos="90000">
                <a:srgbClr val="D61E28"/>
              </a:gs>
              <a:gs pos="9000">
                <a:srgbClr val="E01F2D">
                  <a:alpha val="0"/>
                </a:srgbClr>
              </a:gs>
              <a:gs pos="100000">
                <a:srgbClr val="E01F2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3" name="图片 12" descr="5"/>
          <p:cNvPicPr>
            <a:picLocks noChangeAspect="1"/>
          </p:cNvPicPr>
          <p:nvPr/>
        </p:nvPicPr>
        <p:blipFill>
          <a:blip r:embed="R2615228553d84574">
            <a:lum bright="-6000" contrast="12000"/>
          </a:blip>
          <a:stretch>
            <a:fillRect/>
          </a:stretch>
        </p:blipFill>
        <p:spPr>
          <a:xfrm>
            <a:off x="6941821" y="5548630"/>
            <a:ext cx="4655185" cy="13093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59561" y="2796540"/>
            <a:ext cx="21647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01</a:t>
            </a:r>
            <a:endParaRPr lang="zh-CN" altLang="en-US" sz="7200" b="1" dirty="0">
              <a:gradFill>
                <a:gsLst>
                  <a:gs pos="39000">
                    <a:srgbClr val="FFEDD7"/>
                  </a:gs>
                  <a:gs pos="100000">
                    <a:srgbClr val="FFD6AD"/>
                  </a:gs>
                </a:gsLst>
                <a:lin ang="5400000" scaled="0"/>
              </a:gradFill>
              <a:latin typeface="Impact" pitchFamily="34" charset="0"/>
              <a:ea typeface="阿里巴巴普惠体 Medium"/>
              <a:cs typeface="阿里巴巴普惠体 Medium"/>
              <a:sym typeface="Arial"/>
            </a:endParaRPr>
          </a:p>
          <a:p>
            <a:pPr algn="ctr"/>
            <a:r>
              <a:rPr lang="en-US" altLang="zh-CN" sz="24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Part  one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613400" y="2248535"/>
            <a:ext cx="4392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Arial"/>
              </a:rPr>
              <a:t>品牌介绍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02300" y="3598546"/>
            <a:ext cx="5984240" cy="11726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The template is well-designed, all materials of the template can be freely edited, 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replaced and moved.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  <p:bldP spid="14" grpId="0" bldLvl="0" animBg="1"/>
      <p:bldP spid="6" grpId="0" bldLvl="0" animBg="1"/>
      <p:bldP spid="2" grpId="0"/>
      <p:bldP spid="17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826137" y="2960371"/>
            <a:ext cx="1409065" cy="1409065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861061" y="3484247"/>
            <a:ext cx="1338580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effectLst/>
                <a:latin typeface="Arial"/>
                <a:ea typeface="阿里巴巴普惠体 Medium"/>
                <a:cs typeface="阿里巴巴普惠体 Medium"/>
                <a:sym typeface="Arial"/>
              </a:rPr>
              <a:t>编辑标题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3749041" y="2960371"/>
            <a:ext cx="1409065" cy="1409065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文本框 10"/>
          <p:cNvSpPr txBox="1"/>
          <p:nvPr/>
        </p:nvSpPr>
        <p:spPr>
          <a:xfrm>
            <a:off x="3763011" y="3484247"/>
            <a:ext cx="1338580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effectLst/>
                <a:latin typeface="Arial"/>
                <a:ea typeface="阿里巴巴普惠体 Medium"/>
                <a:cs typeface="阿里巴巴普惠体 Medium"/>
                <a:sym typeface="Arial"/>
              </a:rPr>
              <a:t>编辑标题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71946" y="2960371"/>
            <a:ext cx="1409065" cy="1409065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7" name="文本框 11"/>
          <p:cNvSpPr txBox="1"/>
          <p:nvPr/>
        </p:nvSpPr>
        <p:spPr>
          <a:xfrm>
            <a:off x="6694806" y="3484247"/>
            <a:ext cx="1338580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>
                <a:effectLst/>
                <a:latin typeface="Arial"/>
                <a:ea typeface="阿里巴巴普惠体 Medium"/>
                <a:cs typeface="阿里巴巴普惠体 Medium"/>
                <a:sym typeface="Arial"/>
              </a:rPr>
              <a:t>编辑标题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9595486" y="2960371"/>
            <a:ext cx="1409065" cy="1409065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9" name="文本框 12"/>
          <p:cNvSpPr txBox="1"/>
          <p:nvPr/>
        </p:nvSpPr>
        <p:spPr>
          <a:xfrm>
            <a:off x="9657081" y="3484247"/>
            <a:ext cx="1338580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>
                <a:effectLst/>
                <a:latin typeface="Arial"/>
                <a:ea typeface="阿里巴巴普惠体 Medium"/>
                <a:cs typeface="阿里巴巴普惠体 Medium"/>
                <a:sym typeface="Arial"/>
              </a:rPr>
              <a:t>编辑标题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0" name="KSO_Shape"/>
          <p:cNvSpPr/>
          <p:nvPr/>
        </p:nvSpPr>
        <p:spPr bwMode="auto">
          <a:xfrm rot="5400000">
            <a:off x="2799715" y="3491866"/>
            <a:ext cx="384810" cy="346711"/>
          </a:xfrm>
          <a:custGeom>
            <a:avLst/>
            <a:gdLst>
              <a:gd name="T0" fmla="*/ 800579087 w 4533"/>
              <a:gd name="T1" fmla="*/ 638981931 h 4083"/>
              <a:gd name="T2" fmla="*/ 400377796 w 4533"/>
              <a:gd name="T3" fmla="*/ 0 h 4083"/>
              <a:gd name="T4" fmla="*/ 0 w 4533"/>
              <a:gd name="T5" fmla="*/ 638981931 h 4083"/>
              <a:gd name="T6" fmla="*/ 400377796 w 4533"/>
              <a:gd name="T7" fmla="*/ 79828598 h 4083"/>
              <a:gd name="T8" fmla="*/ 800579087 w 4533"/>
              <a:gd name="T9" fmla="*/ 638981931 h 4083"/>
              <a:gd name="T10" fmla="*/ 189327498 w 4533"/>
              <a:gd name="T11" fmla="*/ 719515561 h 4083"/>
              <a:gd name="T12" fmla="*/ 400731228 w 4533"/>
              <a:gd name="T13" fmla="*/ 582943437 h 4083"/>
              <a:gd name="T14" fmla="*/ 611251588 w 4533"/>
              <a:gd name="T15" fmla="*/ 719515561 h 4083"/>
              <a:gd name="T16" fmla="*/ 400731228 w 4533"/>
              <a:gd name="T17" fmla="*/ 301692373 h 4083"/>
              <a:gd name="T18" fmla="*/ 189327498 w 4533"/>
              <a:gd name="T19" fmla="*/ 719515561 h 408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533" h="4083">
                <a:moveTo>
                  <a:pt x="4533" y="3626"/>
                </a:moveTo>
                <a:lnTo>
                  <a:pt x="2267" y="0"/>
                </a:lnTo>
                <a:lnTo>
                  <a:pt x="0" y="3626"/>
                </a:lnTo>
                <a:lnTo>
                  <a:pt x="2267" y="453"/>
                </a:lnTo>
                <a:lnTo>
                  <a:pt x="4533" y="3626"/>
                </a:lnTo>
                <a:close/>
                <a:moveTo>
                  <a:pt x="1072" y="4083"/>
                </a:moveTo>
                <a:lnTo>
                  <a:pt x="2269" y="3308"/>
                </a:lnTo>
                <a:lnTo>
                  <a:pt x="3461" y="4083"/>
                </a:lnTo>
                <a:lnTo>
                  <a:pt x="2269" y="1712"/>
                </a:lnTo>
                <a:lnTo>
                  <a:pt x="1072" y="4083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" name="KSO_Shape"/>
          <p:cNvSpPr/>
          <p:nvPr/>
        </p:nvSpPr>
        <p:spPr bwMode="auto">
          <a:xfrm rot="5400000">
            <a:off x="5722622" y="3491866"/>
            <a:ext cx="385445" cy="346711"/>
          </a:xfrm>
          <a:custGeom>
            <a:avLst/>
            <a:gdLst>
              <a:gd name="T0" fmla="*/ 800579087 w 4533"/>
              <a:gd name="T1" fmla="*/ 638981931 h 4083"/>
              <a:gd name="T2" fmla="*/ 400377796 w 4533"/>
              <a:gd name="T3" fmla="*/ 0 h 4083"/>
              <a:gd name="T4" fmla="*/ 0 w 4533"/>
              <a:gd name="T5" fmla="*/ 638981931 h 4083"/>
              <a:gd name="T6" fmla="*/ 400377796 w 4533"/>
              <a:gd name="T7" fmla="*/ 79828598 h 4083"/>
              <a:gd name="T8" fmla="*/ 800579087 w 4533"/>
              <a:gd name="T9" fmla="*/ 638981931 h 4083"/>
              <a:gd name="T10" fmla="*/ 189327498 w 4533"/>
              <a:gd name="T11" fmla="*/ 719515561 h 4083"/>
              <a:gd name="T12" fmla="*/ 400731228 w 4533"/>
              <a:gd name="T13" fmla="*/ 582943437 h 4083"/>
              <a:gd name="T14" fmla="*/ 611251588 w 4533"/>
              <a:gd name="T15" fmla="*/ 719515561 h 4083"/>
              <a:gd name="T16" fmla="*/ 400731228 w 4533"/>
              <a:gd name="T17" fmla="*/ 301692373 h 4083"/>
              <a:gd name="T18" fmla="*/ 189327498 w 4533"/>
              <a:gd name="T19" fmla="*/ 719515561 h 408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533" h="4083">
                <a:moveTo>
                  <a:pt x="4533" y="3626"/>
                </a:moveTo>
                <a:lnTo>
                  <a:pt x="2267" y="0"/>
                </a:lnTo>
                <a:lnTo>
                  <a:pt x="0" y="3626"/>
                </a:lnTo>
                <a:lnTo>
                  <a:pt x="2267" y="453"/>
                </a:lnTo>
                <a:lnTo>
                  <a:pt x="4533" y="3626"/>
                </a:lnTo>
                <a:close/>
                <a:moveTo>
                  <a:pt x="1072" y="4083"/>
                </a:moveTo>
                <a:lnTo>
                  <a:pt x="2269" y="3308"/>
                </a:lnTo>
                <a:lnTo>
                  <a:pt x="3461" y="4083"/>
                </a:lnTo>
                <a:lnTo>
                  <a:pt x="2269" y="1712"/>
                </a:lnTo>
                <a:lnTo>
                  <a:pt x="1072" y="4083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2" name="KSO_Shape"/>
          <p:cNvSpPr/>
          <p:nvPr/>
        </p:nvSpPr>
        <p:spPr bwMode="auto">
          <a:xfrm rot="5400000">
            <a:off x="8645527" y="3491866"/>
            <a:ext cx="385445" cy="346711"/>
          </a:xfrm>
          <a:custGeom>
            <a:avLst/>
            <a:gdLst>
              <a:gd name="T0" fmla="*/ 800579087 w 4533"/>
              <a:gd name="T1" fmla="*/ 638981931 h 4083"/>
              <a:gd name="T2" fmla="*/ 400377796 w 4533"/>
              <a:gd name="T3" fmla="*/ 0 h 4083"/>
              <a:gd name="T4" fmla="*/ 0 w 4533"/>
              <a:gd name="T5" fmla="*/ 638981931 h 4083"/>
              <a:gd name="T6" fmla="*/ 400377796 w 4533"/>
              <a:gd name="T7" fmla="*/ 79828598 h 4083"/>
              <a:gd name="T8" fmla="*/ 800579087 w 4533"/>
              <a:gd name="T9" fmla="*/ 638981931 h 4083"/>
              <a:gd name="T10" fmla="*/ 189327498 w 4533"/>
              <a:gd name="T11" fmla="*/ 719515561 h 4083"/>
              <a:gd name="T12" fmla="*/ 400731228 w 4533"/>
              <a:gd name="T13" fmla="*/ 582943437 h 4083"/>
              <a:gd name="T14" fmla="*/ 611251588 w 4533"/>
              <a:gd name="T15" fmla="*/ 719515561 h 4083"/>
              <a:gd name="T16" fmla="*/ 400731228 w 4533"/>
              <a:gd name="T17" fmla="*/ 301692373 h 4083"/>
              <a:gd name="T18" fmla="*/ 189327498 w 4533"/>
              <a:gd name="T19" fmla="*/ 719515561 h 408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533" h="4083">
                <a:moveTo>
                  <a:pt x="4533" y="3626"/>
                </a:moveTo>
                <a:lnTo>
                  <a:pt x="2267" y="0"/>
                </a:lnTo>
                <a:lnTo>
                  <a:pt x="0" y="3626"/>
                </a:lnTo>
                <a:lnTo>
                  <a:pt x="2267" y="453"/>
                </a:lnTo>
                <a:lnTo>
                  <a:pt x="4533" y="3626"/>
                </a:lnTo>
                <a:close/>
                <a:moveTo>
                  <a:pt x="1072" y="4083"/>
                </a:moveTo>
                <a:lnTo>
                  <a:pt x="2269" y="3308"/>
                </a:lnTo>
                <a:lnTo>
                  <a:pt x="3461" y="4083"/>
                </a:lnTo>
                <a:lnTo>
                  <a:pt x="2269" y="1712"/>
                </a:lnTo>
                <a:lnTo>
                  <a:pt x="1072" y="4083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2742" y="4369436"/>
            <a:ext cx="23958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255646" y="1574166"/>
            <a:ext cx="23958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165851" y="4369436"/>
            <a:ext cx="23958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088757" y="1574166"/>
            <a:ext cx="23958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4" name="圆角矩形 13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品牌介绍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ldLvl="0" animBg="1"/>
      <p:bldP spid="6" grpId="0" bldLvl="0" animBg="1"/>
      <p:bldP spid="8" grpId="0" bldLvl="0" animBg="1"/>
      <p:bldP spid="10" grpId="0" animBg="1"/>
      <p:bldP spid="10" grpId="1" bldLvl="0" animBg="1"/>
      <p:bldP spid="11" grpId="0" animBg="1"/>
      <p:bldP spid="11" grpId="1" bldLvl="0" animBg="1"/>
      <p:bldP spid="12" grpId="0" animBg="1"/>
      <p:bldP spid="12" grpId="1" bldLvl="0" animBg="1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/>
          <p:cNvGrpSpPr/>
          <p:nvPr/>
        </p:nvGrpSpPr>
        <p:grpSpPr>
          <a:xfrm>
            <a:off x="4483004" y="3758138"/>
            <a:ext cx="1483277" cy="1028392"/>
            <a:chOff x="3362253" y="2517137"/>
            <a:chExt cx="1112458" cy="771294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79" name="Round Diagonal Corner Rectangle 78"/>
            <p:cNvSpPr/>
            <p:nvPr/>
          </p:nvSpPr>
          <p:spPr>
            <a:xfrm rot="10800000" flipH="1" flipV="1">
              <a:off x="3364530" y="2542534"/>
              <a:ext cx="1110181" cy="745897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0" name="Round Diagonal Corner Rectangle 79"/>
            <p:cNvSpPr/>
            <p:nvPr/>
          </p:nvSpPr>
          <p:spPr>
            <a:xfrm rot="10800000" flipH="1" flipV="1">
              <a:off x="3362253" y="2517137"/>
              <a:ext cx="1110181" cy="745897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6185329" y="3774467"/>
            <a:ext cx="1752171" cy="1252669"/>
            <a:chOff x="4638997" y="2552242"/>
            <a:chExt cx="1314128" cy="939502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82" name="Round Diagonal Corner Rectangle 81"/>
            <p:cNvSpPr/>
            <p:nvPr/>
          </p:nvSpPr>
          <p:spPr>
            <a:xfrm rot="10800000" flipV="1">
              <a:off x="4638997" y="2577119"/>
              <a:ext cx="1314124" cy="914625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3" name="Round Diagonal Corner Rectangle 82"/>
            <p:cNvSpPr/>
            <p:nvPr/>
          </p:nvSpPr>
          <p:spPr>
            <a:xfrm rot="10800000" flipV="1">
              <a:off x="4639001" y="2552242"/>
              <a:ext cx="1314124" cy="914625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6067888" y="2388320"/>
            <a:ext cx="1869613" cy="1326647"/>
            <a:chOff x="4550915" y="1512632"/>
            <a:chExt cx="1402210" cy="994985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85" name="Round Diagonal Corner Rectangle 84"/>
            <p:cNvSpPr/>
            <p:nvPr/>
          </p:nvSpPr>
          <p:spPr>
            <a:xfrm rot="10800000">
              <a:off x="4550915" y="1531687"/>
              <a:ext cx="1402206" cy="975930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6" name="Round Diagonal Corner Rectangle 85"/>
            <p:cNvSpPr/>
            <p:nvPr/>
          </p:nvSpPr>
          <p:spPr>
            <a:xfrm rot="10800000">
              <a:off x="4550919" y="1512632"/>
              <a:ext cx="1402206" cy="975930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3476625" y="1785998"/>
            <a:ext cx="2454871" cy="1813136"/>
            <a:chOff x="2607467" y="1060892"/>
            <a:chExt cx="1841153" cy="1359852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88" name="Round Diagonal Corner Rectangle 87"/>
            <p:cNvSpPr/>
            <p:nvPr/>
          </p:nvSpPr>
          <p:spPr>
            <a:xfrm rot="10800000" flipH="1">
              <a:off x="2609055" y="1082809"/>
              <a:ext cx="1839565" cy="1337935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9" name="Round Diagonal Corner Rectangle 88"/>
            <p:cNvSpPr/>
            <p:nvPr/>
          </p:nvSpPr>
          <p:spPr>
            <a:xfrm rot="10800000" flipH="1">
              <a:off x="2607467" y="1060892"/>
              <a:ext cx="1839565" cy="1337935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77" name="Oval 76"/>
          <p:cNvSpPr/>
          <p:nvPr/>
        </p:nvSpPr>
        <p:spPr>
          <a:xfrm>
            <a:off x="5485216" y="3118062"/>
            <a:ext cx="1165355" cy="1165347"/>
          </a:xfrm>
          <a:prstGeom prst="ellipse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2053" name="Freeform 5"/>
          <p:cNvSpPr/>
          <p:nvPr/>
        </p:nvSpPr>
        <p:spPr bwMode="auto">
          <a:xfrm>
            <a:off x="5541436" y="3689560"/>
            <a:ext cx="1109133" cy="2686901"/>
          </a:xfrm>
          <a:custGeom>
            <a:avLst/>
            <a:gdLst/>
            <a:ahLst/>
            <a:cxnLst>
              <a:cxn ang="0">
                <a:pos x="109" y="0"/>
              </a:cxn>
              <a:cxn ang="0">
                <a:pos x="110" y="585"/>
              </a:cxn>
              <a:cxn ang="0">
                <a:pos x="110" y="586"/>
              </a:cxn>
              <a:cxn ang="0">
                <a:pos x="116" y="619"/>
              </a:cxn>
              <a:cxn ang="0">
                <a:pos x="121" y="629"/>
              </a:cxn>
              <a:cxn ang="0">
                <a:pos x="147" y="656"/>
              </a:cxn>
              <a:cxn ang="0">
                <a:pos x="203" y="676"/>
              </a:cxn>
              <a:cxn ang="0">
                <a:pos x="0" y="676"/>
              </a:cxn>
              <a:cxn ang="0">
                <a:pos x="62" y="650"/>
              </a:cxn>
              <a:cxn ang="0">
                <a:pos x="78" y="629"/>
              </a:cxn>
              <a:cxn ang="0">
                <a:pos x="82" y="619"/>
              </a:cxn>
              <a:cxn ang="0">
                <a:pos x="88" y="586"/>
              </a:cxn>
              <a:cxn ang="0">
                <a:pos x="88" y="585"/>
              </a:cxn>
              <a:cxn ang="0">
                <a:pos x="88" y="0"/>
              </a:cxn>
              <a:cxn ang="0">
                <a:pos x="109" y="0"/>
              </a:cxn>
            </a:cxnLst>
            <a:rect l="0" t="0" r="r" b="b"/>
            <a:pathLst>
              <a:path w="203" h="676">
                <a:moveTo>
                  <a:pt x="109" y="0"/>
                </a:moveTo>
                <a:cubicBezTo>
                  <a:pt x="110" y="585"/>
                  <a:pt x="110" y="585"/>
                  <a:pt x="110" y="585"/>
                </a:cubicBezTo>
                <a:cubicBezTo>
                  <a:pt x="110" y="586"/>
                  <a:pt x="110" y="586"/>
                  <a:pt x="110" y="586"/>
                </a:cubicBezTo>
                <a:cubicBezTo>
                  <a:pt x="110" y="598"/>
                  <a:pt x="112" y="609"/>
                  <a:pt x="116" y="619"/>
                </a:cubicBezTo>
                <a:cubicBezTo>
                  <a:pt x="117" y="622"/>
                  <a:pt x="119" y="626"/>
                  <a:pt x="121" y="629"/>
                </a:cubicBezTo>
                <a:cubicBezTo>
                  <a:pt x="127" y="637"/>
                  <a:pt x="136" y="646"/>
                  <a:pt x="147" y="656"/>
                </a:cubicBezTo>
                <a:cubicBezTo>
                  <a:pt x="164" y="669"/>
                  <a:pt x="182" y="676"/>
                  <a:pt x="203" y="676"/>
                </a:cubicBezTo>
                <a:cubicBezTo>
                  <a:pt x="0" y="676"/>
                  <a:pt x="0" y="676"/>
                  <a:pt x="0" y="676"/>
                </a:cubicBezTo>
                <a:cubicBezTo>
                  <a:pt x="24" y="676"/>
                  <a:pt x="45" y="667"/>
                  <a:pt x="62" y="650"/>
                </a:cubicBezTo>
                <a:cubicBezTo>
                  <a:pt x="68" y="643"/>
                  <a:pt x="74" y="636"/>
                  <a:pt x="78" y="629"/>
                </a:cubicBezTo>
                <a:cubicBezTo>
                  <a:pt x="79" y="626"/>
                  <a:pt x="81" y="622"/>
                  <a:pt x="82" y="619"/>
                </a:cubicBezTo>
                <a:cubicBezTo>
                  <a:pt x="86" y="609"/>
                  <a:pt x="88" y="598"/>
                  <a:pt x="88" y="586"/>
                </a:cubicBezTo>
                <a:cubicBezTo>
                  <a:pt x="88" y="586"/>
                  <a:pt x="88" y="586"/>
                  <a:pt x="88" y="585"/>
                </a:cubicBezTo>
                <a:cubicBezTo>
                  <a:pt x="88" y="0"/>
                  <a:pt x="88" y="0"/>
                  <a:pt x="88" y="0"/>
                </a:cubicBezTo>
                <a:lnTo>
                  <a:pt x="109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887047" y="3497536"/>
            <a:ext cx="384047" cy="384047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C10015"/>
                </a:gs>
                <a:gs pos="100000">
                  <a:srgbClr val="E01F2D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4847325" y="4993966"/>
            <a:ext cx="1128553" cy="786239"/>
            <a:chOff x="3360240" y="2517137"/>
            <a:chExt cx="1112194" cy="774844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91" name="Round Diagonal Corner Rectangle 90"/>
            <p:cNvSpPr/>
            <p:nvPr/>
          </p:nvSpPr>
          <p:spPr>
            <a:xfrm rot="10800000" flipH="1" flipV="1">
              <a:off x="3360240" y="2546083"/>
              <a:ext cx="1110180" cy="745898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92" name="Round Diagonal Corner Rectangle 91"/>
            <p:cNvSpPr/>
            <p:nvPr/>
          </p:nvSpPr>
          <p:spPr>
            <a:xfrm rot="10800000" flipH="1" flipV="1">
              <a:off x="3362253" y="2517137"/>
              <a:ext cx="1110181" cy="745897"/>
            </a:xfrm>
            <a:prstGeom prst="round2DiagRect">
              <a:avLst>
                <a:gd name="adj1" fmla="val 39154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4254236" y="2072572"/>
            <a:ext cx="884075" cy="1215603"/>
            <a:chOff x="8597901" y="2862263"/>
            <a:chExt cx="571500" cy="785813"/>
          </a:xfrm>
          <a:solidFill>
            <a:schemeClr val="bg1"/>
          </a:solidFill>
        </p:grpSpPr>
        <p:sp>
          <p:nvSpPr>
            <p:cNvPr id="109" name="Freeform 105"/>
            <p:cNvSpPr>
              <a:spLocks noEditPoints="1"/>
            </p:cNvSpPr>
            <p:nvPr/>
          </p:nvSpPr>
          <p:spPr bwMode="auto">
            <a:xfrm>
              <a:off x="8832851" y="3132138"/>
              <a:ext cx="98425" cy="96838"/>
            </a:xfrm>
            <a:custGeom>
              <a:avLst/>
              <a:gdLst/>
              <a:ahLst/>
              <a:cxnLst>
                <a:cxn ang="0">
                  <a:pos x="34" y="16"/>
                </a:cxn>
                <a:cxn ang="0">
                  <a:pos x="17" y="33"/>
                </a:cxn>
                <a:cxn ang="0">
                  <a:pos x="0" y="16"/>
                </a:cxn>
                <a:cxn ang="0">
                  <a:pos x="17" y="0"/>
                </a:cxn>
                <a:cxn ang="0">
                  <a:pos x="34" y="16"/>
                </a:cxn>
                <a:cxn ang="0">
                  <a:pos x="34" y="16"/>
                </a:cxn>
                <a:cxn ang="0">
                  <a:pos x="34" y="16"/>
                </a:cxn>
              </a:cxnLst>
              <a:rect l="0" t="0" r="r" b="b"/>
              <a:pathLst>
                <a:path w="34" h="33">
                  <a:moveTo>
                    <a:pt x="34" y="16"/>
                  </a:moveTo>
                  <a:cubicBezTo>
                    <a:pt x="34" y="26"/>
                    <a:pt x="27" y="33"/>
                    <a:pt x="17" y="33"/>
                  </a:cubicBezTo>
                  <a:cubicBezTo>
                    <a:pt x="8" y="33"/>
                    <a:pt x="0" y="26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7" y="0"/>
                    <a:pt x="34" y="7"/>
                    <a:pt x="34" y="16"/>
                  </a:cubicBezTo>
                  <a:close/>
                  <a:moveTo>
                    <a:pt x="34" y="16"/>
                  </a:moveTo>
                  <a:cubicBezTo>
                    <a:pt x="34" y="16"/>
                    <a:pt x="34" y="16"/>
                    <a:pt x="34" y="1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10" name="Freeform 106"/>
            <p:cNvSpPr>
              <a:spLocks noEditPoints="1"/>
            </p:cNvSpPr>
            <p:nvPr/>
          </p:nvSpPr>
          <p:spPr bwMode="auto">
            <a:xfrm>
              <a:off x="8836026" y="2862263"/>
              <a:ext cx="92075" cy="261938"/>
            </a:xfrm>
            <a:custGeom>
              <a:avLst/>
              <a:gdLst/>
              <a:ahLst/>
              <a:cxnLst>
                <a:cxn ang="0">
                  <a:pos x="32" y="90"/>
                </a:cxn>
                <a:cxn ang="0">
                  <a:pos x="16" y="0"/>
                </a:cxn>
                <a:cxn ang="0">
                  <a:pos x="0" y="90"/>
                </a:cxn>
                <a:cxn ang="0">
                  <a:pos x="16" y="84"/>
                </a:cxn>
                <a:cxn ang="0">
                  <a:pos x="32" y="90"/>
                </a:cxn>
                <a:cxn ang="0">
                  <a:pos x="32" y="90"/>
                </a:cxn>
                <a:cxn ang="0">
                  <a:pos x="32" y="90"/>
                </a:cxn>
              </a:cxnLst>
              <a:rect l="0" t="0" r="r" b="b"/>
              <a:pathLst>
                <a:path w="32" h="90">
                  <a:moveTo>
                    <a:pt x="32" y="90"/>
                  </a:moveTo>
                  <a:cubicBezTo>
                    <a:pt x="30" y="63"/>
                    <a:pt x="23" y="0"/>
                    <a:pt x="16" y="0"/>
                  </a:cubicBezTo>
                  <a:cubicBezTo>
                    <a:pt x="10" y="0"/>
                    <a:pt x="3" y="63"/>
                    <a:pt x="0" y="90"/>
                  </a:cubicBezTo>
                  <a:cubicBezTo>
                    <a:pt x="5" y="86"/>
                    <a:pt x="10" y="84"/>
                    <a:pt x="16" y="84"/>
                  </a:cubicBezTo>
                  <a:cubicBezTo>
                    <a:pt x="22" y="84"/>
                    <a:pt x="28" y="86"/>
                    <a:pt x="32" y="90"/>
                  </a:cubicBezTo>
                  <a:close/>
                  <a:moveTo>
                    <a:pt x="32" y="90"/>
                  </a:moveTo>
                  <a:cubicBezTo>
                    <a:pt x="32" y="90"/>
                    <a:pt x="32" y="90"/>
                    <a:pt x="32" y="9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11" name="Freeform 107"/>
            <p:cNvSpPr>
              <a:spLocks noEditPoints="1"/>
            </p:cNvSpPr>
            <p:nvPr/>
          </p:nvSpPr>
          <p:spPr bwMode="auto">
            <a:xfrm>
              <a:off x="8597901" y="3170238"/>
              <a:ext cx="571500" cy="477838"/>
            </a:xfrm>
            <a:custGeom>
              <a:avLst/>
              <a:gdLst/>
              <a:ahLst/>
              <a:cxnLst>
                <a:cxn ang="0">
                  <a:pos x="123" y="0"/>
                </a:cxn>
                <a:cxn ang="0">
                  <a:pos x="124" y="3"/>
                </a:cxn>
                <a:cxn ang="0">
                  <a:pos x="98" y="29"/>
                </a:cxn>
                <a:cxn ang="0">
                  <a:pos x="73" y="3"/>
                </a:cxn>
                <a:cxn ang="0">
                  <a:pos x="73" y="0"/>
                </a:cxn>
                <a:cxn ang="0">
                  <a:pos x="3" y="58"/>
                </a:cxn>
                <a:cxn ang="0">
                  <a:pos x="89" y="27"/>
                </a:cxn>
                <a:cxn ang="0">
                  <a:pos x="81" y="155"/>
                </a:cxn>
                <a:cxn ang="0">
                  <a:pos x="98" y="164"/>
                </a:cxn>
                <a:cxn ang="0">
                  <a:pos x="115" y="155"/>
                </a:cxn>
                <a:cxn ang="0">
                  <a:pos x="108" y="27"/>
                </a:cxn>
                <a:cxn ang="0">
                  <a:pos x="193" y="58"/>
                </a:cxn>
                <a:cxn ang="0">
                  <a:pos x="123" y="0"/>
                </a:cxn>
                <a:cxn ang="0">
                  <a:pos x="123" y="0"/>
                </a:cxn>
                <a:cxn ang="0">
                  <a:pos x="123" y="0"/>
                </a:cxn>
              </a:cxnLst>
              <a:rect l="0" t="0" r="r" b="b"/>
              <a:pathLst>
                <a:path w="197" h="164">
                  <a:moveTo>
                    <a:pt x="123" y="0"/>
                  </a:moveTo>
                  <a:cubicBezTo>
                    <a:pt x="124" y="1"/>
                    <a:pt x="124" y="2"/>
                    <a:pt x="124" y="3"/>
                  </a:cubicBezTo>
                  <a:cubicBezTo>
                    <a:pt x="124" y="17"/>
                    <a:pt x="112" y="29"/>
                    <a:pt x="98" y="29"/>
                  </a:cubicBezTo>
                  <a:cubicBezTo>
                    <a:pt x="84" y="29"/>
                    <a:pt x="73" y="17"/>
                    <a:pt x="73" y="3"/>
                  </a:cubicBezTo>
                  <a:cubicBezTo>
                    <a:pt x="73" y="2"/>
                    <a:pt x="73" y="1"/>
                    <a:pt x="73" y="0"/>
                  </a:cubicBezTo>
                  <a:cubicBezTo>
                    <a:pt x="52" y="15"/>
                    <a:pt x="0" y="53"/>
                    <a:pt x="3" y="58"/>
                  </a:cubicBezTo>
                  <a:cubicBezTo>
                    <a:pt x="7" y="64"/>
                    <a:pt x="65" y="38"/>
                    <a:pt x="89" y="27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5"/>
                    <a:pt x="86" y="164"/>
                    <a:pt x="98" y="164"/>
                  </a:cubicBezTo>
                  <a:cubicBezTo>
                    <a:pt x="111" y="164"/>
                    <a:pt x="115" y="155"/>
                    <a:pt x="115" y="155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32" y="38"/>
                    <a:pt x="190" y="64"/>
                    <a:pt x="193" y="58"/>
                  </a:cubicBezTo>
                  <a:cubicBezTo>
                    <a:pt x="197" y="53"/>
                    <a:pt x="145" y="15"/>
                    <a:pt x="123" y="0"/>
                  </a:cubicBezTo>
                  <a:close/>
                  <a:moveTo>
                    <a:pt x="123" y="0"/>
                  </a:moveTo>
                  <a:cubicBezTo>
                    <a:pt x="123" y="0"/>
                    <a:pt x="123" y="0"/>
                    <a:pt x="123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6665159" y="2681115"/>
            <a:ext cx="736600" cy="736600"/>
            <a:chOff x="3119438" y="3767138"/>
            <a:chExt cx="552450" cy="552450"/>
          </a:xfrm>
          <a:solidFill>
            <a:schemeClr val="bg1"/>
          </a:solidFill>
        </p:grpSpPr>
        <p:sp>
          <p:nvSpPr>
            <p:cNvPr id="114" name="Freeform 82"/>
            <p:cNvSpPr>
              <a:spLocks noEditPoints="1"/>
            </p:cNvSpPr>
            <p:nvPr/>
          </p:nvSpPr>
          <p:spPr bwMode="auto">
            <a:xfrm>
              <a:off x="3119438" y="3767138"/>
              <a:ext cx="552450" cy="552450"/>
            </a:xfrm>
            <a:custGeom>
              <a:avLst/>
              <a:gdLst/>
              <a:ahLst/>
              <a:cxnLst>
                <a:cxn ang="0">
                  <a:pos x="30" y="162"/>
                </a:cxn>
                <a:cxn ang="0">
                  <a:pos x="72" y="150"/>
                </a:cxn>
                <a:cxn ang="0">
                  <a:pos x="95" y="190"/>
                </a:cxn>
                <a:cxn ang="0">
                  <a:pos x="117" y="152"/>
                </a:cxn>
                <a:cxn ang="0">
                  <a:pos x="161" y="164"/>
                </a:cxn>
                <a:cxn ang="0">
                  <a:pos x="150" y="121"/>
                </a:cxn>
                <a:cxn ang="0">
                  <a:pos x="190" y="98"/>
                </a:cxn>
                <a:cxn ang="0">
                  <a:pos x="151" y="75"/>
                </a:cxn>
                <a:cxn ang="0">
                  <a:pos x="164" y="30"/>
                </a:cxn>
                <a:cxn ang="0">
                  <a:pos x="120" y="41"/>
                </a:cxn>
                <a:cxn ang="0">
                  <a:pos x="96" y="0"/>
                </a:cxn>
                <a:cxn ang="0">
                  <a:pos x="72" y="41"/>
                </a:cxn>
                <a:cxn ang="0">
                  <a:pos x="29" y="30"/>
                </a:cxn>
                <a:cxn ang="0">
                  <a:pos x="41" y="73"/>
                </a:cxn>
                <a:cxn ang="0">
                  <a:pos x="0" y="96"/>
                </a:cxn>
                <a:cxn ang="0">
                  <a:pos x="41" y="120"/>
                </a:cxn>
                <a:cxn ang="0">
                  <a:pos x="30" y="162"/>
                </a:cxn>
                <a:cxn ang="0">
                  <a:pos x="96" y="43"/>
                </a:cxn>
                <a:cxn ang="0">
                  <a:pos x="150" y="97"/>
                </a:cxn>
                <a:cxn ang="0">
                  <a:pos x="96" y="151"/>
                </a:cxn>
                <a:cxn ang="0">
                  <a:pos x="41" y="97"/>
                </a:cxn>
                <a:cxn ang="0">
                  <a:pos x="96" y="43"/>
                </a:cxn>
                <a:cxn ang="0">
                  <a:pos x="96" y="43"/>
                </a:cxn>
                <a:cxn ang="0">
                  <a:pos x="96" y="43"/>
                </a:cxn>
              </a:cxnLst>
              <a:rect l="0" t="0" r="r" b="b"/>
              <a:pathLst>
                <a:path w="190" h="190">
                  <a:moveTo>
                    <a:pt x="30" y="162"/>
                  </a:moveTo>
                  <a:cubicBezTo>
                    <a:pt x="72" y="150"/>
                    <a:pt x="72" y="150"/>
                    <a:pt x="72" y="150"/>
                  </a:cubicBezTo>
                  <a:cubicBezTo>
                    <a:pt x="95" y="190"/>
                    <a:pt x="95" y="190"/>
                    <a:pt x="95" y="190"/>
                  </a:cubicBezTo>
                  <a:cubicBezTo>
                    <a:pt x="117" y="152"/>
                    <a:pt x="117" y="152"/>
                    <a:pt x="117" y="152"/>
                  </a:cubicBezTo>
                  <a:cubicBezTo>
                    <a:pt x="161" y="164"/>
                    <a:pt x="161" y="164"/>
                    <a:pt x="161" y="164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90" y="98"/>
                    <a:pt x="190" y="98"/>
                    <a:pt x="190" y="98"/>
                  </a:cubicBezTo>
                  <a:cubicBezTo>
                    <a:pt x="151" y="75"/>
                    <a:pt x="151" y="75"/>
                    <a:pt x="151" y="75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41" y="120"/>
                    <a:pt x="41" y="120"/>
                    <a:pt x="41" y="120"/>
                  </a:cubicBezTo>
                  <a:lnTo>
                    <a:pt x="30" y="162"/>
                  </a:lnTo>
                  <a:close/>
                  <a:moveTo>
                    <a:pt x="96" y="43"/>
                  </a:moveTo>
                  <a:cubicBezTo>
                    <a:pt x="125" y="43"/>
                    <a:pt x="150" y="67"/>
                    <a:pt x="150" y="97"/>
                  </a:cubicBezTo>
                  <a:cubicBezTo>
                    <a:pt x="150" y="127"/>
                    <a:pt x="125" y="151"/>
                    <a:pt x="96" y="151"/>
                  </a:cubicBezTo>
                  <a:cubicBezTo>
                    <a:pt x="66" y="151"/>
                    <a:pt x="41" y="127"/>
                    <a:pt x="41" y="97"/>
                  </a:cubicBezTo>
                  <a:cubicBezTo>
                    <a:pt x="41" y="67"/>
                    <a:pt x="66" y="43"/>
                    <a:pt x="96" y="43"/>
                  </a:cubicBezTo>
                  <a:close/>
                  <a:moveTo>
                    <a:pt x="96" y="43"/>
                  </a:moveTo>
                  <a:cubicBezTo>
                    <a:pt x="96" y="43"/>
                    <a:pt x="96" y="43"/>
                    <a:pt x="96" y="4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15" name="Freeform 83"/>
            <p:cNvSpPr>
              <a:spLocks noEditPoints="1"/>
            </p:cNvSpPr>
            <p:nvPr/>
          </p:nvSpPr>
          <p:spPr bwMode="auto">
            <a:xfrm>
              <a:off x="3259138" y="3910013"/>
              <a:ext cx="276225" cy="279400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95" y="48"/>
                </a:cxn>
                <a:cxn ang="0">
                  <a:pos x="48" y="0"/>
                </a:cxn>
                <a:cxn ang="0">
                  <a:pos x="0" y="48"/>
                </a:cxn>
                <a:cxn ang="0">
                  <a:pos x="48" y="96"/>
                </a:cxn>
                <a:cxn ang="0">
                  <a:pos x="48" y="96"/>
                </a:cxn>
                <a:cxn ang="0">
                  <a:pos x="48" y="96"/>
                </a:cxn>
              </a:cxnLst>
              <a:rect l="0" t="0" r="r" b="b"/>
              <a:pathLst>
                <a:path w="95" h="96">
                  <a:moveTo>
                    <a:pt x="48" y="96"/>
                  </a:moveTo>
                  <a:cubicBezTo>
                    <a:pt x="74" y="96"/>
                    <a:pt x="95" y="74"/>
                    <a:pt x="95" y="48"/>
                  </a:cubicBezTo>
                  <a:cubicBezTo>
                    <a:pt x="95" y="22"/>
                    <a:pt x="74" y="0"/>
                    <a:pt x="48" y="0"/>
                  </a:cubicBezTo>
                  <a:cubicBezTo>
                    <a:pt x="21" y="0"/>
                    <a:pt x="0" y="22"/>
                    <a:pt x="0" y="48"/>
                  </a:cubicBezTo>
                  <a:cubicBezTo>
                    <a:pt x="0" y="74"/>
                    <a:pt x="21" y="96"/>
                    <a:pt x="48" y="96"/>
                  </a:cubicBezTo>
                  <a:close/>
                  <a:moveTo>
                    <a:pt x="48" y="96"/>
                  </a:moveTo>
                  <a:cubicBezTo>
                    <a:pt x="48" y="96"/>
                    <a:pt x="48" y="96"/>
                    <a:pt x="48" y="9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116" name="Freeform 8"/>
          <p:cNvSpPr>
            <a:spLocks noEditPoints="1"/>
          </p:cNvSpPr>
          <p:nvPr/>
        </p:nvSpPr>
        <p:spPr bwMode="auto">
          <a:xfrm>
            <a:off x="4903412" y="3975616"/>
            <a:ext cx="603251" cy="611717"/>
          </a:xfrm>
          <a:custGeom>
            <a:avLst/>
            <a:gdLst/>
            <a:ahLst/>
            <a:cxnLst>
              <a:cxn ang="0">
                <a:pos x="152" y="51"/>
              </a:cxn>
              <a:cxn ang="0">
                <a:pos x="116" y="30"/>
              </a:cxn>
              <a:cxn ang="0">
                <a:pos x="74" y="60"/>
              </a:cxn>
              <a:cxn ang="0">
                <a:pos x="73" y="59"/>
              </a:cxn>
              <a:cxn ang="0">
                <a:pos x="54" y="12"/>
              </a:cxn>
              <a:cxn ang="0">
                <a:pos x="12" y="11"/>
              </a:cxn>
              <a:cxn ang="0">
                <a:pos x="11" y="53"/>
              </a:cxn>
              <a:cxn ang="0">
                <a:pos x="54" y="74"/>
              </a:cxn>
              <a:cxn ang="0">
                <a:pos x="55" y="79"/>
              </a:cxn>
              <a:cxn ang="0">
                <a:pos x="29" y="119"/>
              </a:cxn>
              <a:cxn ang="0">
                <a:pos x="51" y="155"/>
              </a:cxn>
              <a:cxn ang="0">
                <a:pos x="86" y="133"/>
              </a:cxn>
              <a:cxn ang="0">
                <a:pos x="80" y="85"/>
              </a:cxn>
              <a:cxn ang="0">
                <a:pos x="82" y="82"/>
              </a:cxn>
              <a:cxn ang="0">
                <a:pos x="130" y="87"/>
              </a:cxn>
              <a:cxn ang="0">
                <a:pos x="152" y="51"/>
              </a:cxn>
              <a:cxn ang="0">
                <a:pos x="70" y="88"/>
              </a:cxn>
              <a:cxn ang="0">
                <a:pos x="55" y="74"/>
              </a:cxn>
              <a:cxn ang="0">
                <a:pos x="70" y="60"/>
              </a:cxn>
              <a:cxn ang="0">
                <a:pos x="84" y="74"/>
              </a:cxn>
              <a:cxn ang="0">
                <a:pos x="70" y="88"/>
              </a:cxn>
              <a:cxn ang="0">
                <a:pos x="70" y="88"/>
              </a:cxn>
              <a:cxn ang="0">
                <a:pos x="70" y="88"/>
              </a:cxn>
            </a:cxnLst>
            <a:rect l="0" t="0" r="r" b="b"/>
            <a:pathLst>
              <a:path w="156" h="158">
                <a:moveTo>
                  <a:pt x="152" y="51"/>
                </a:moveTo>
                <a:cubicBezTo>
                  <a:pt x="148" y="36"/>
                  <a:pt x="132" y="26"/>
                  <a:pt x="116" y="30"/>
                </a:cubicBezTo>
                <a:cubicBezTo>
                  <a:pt x="104" y="33"/>
                  <a:pt x="82" y="46"/>
                  <a:pt x="74" y="60"/>
                </a:cubicBezTo>
                <a:cubicBezTo>
                  <a:pt x="74" y="59"/>
                  <a:pt x="74" y="59"/>
                  <a:pt x="73" y="59"/>
                </a:cubicBezTo>
                <a:cubicBezTo>
                  <a:pt x="73" y="44"/>
                  <a:pt x="62" y="21"/>
                  <a:pt x="54" y="12"/>
                </a:cubicBezTo>
                <a:cubicBezTo>
                  <a:pt x="42" y="1"/>
                  <a:pt x="24" y="0"/>
                  <a:pt x="12" y="11"/>
                </a:cubicBezTo>
                <a:cubicBezTo>
                  <a:pt x="0" y="23"/>
                  <a:pt x="0" y="41"/>
                  <a:pt x="11" y="53"/>
                </a:cubicBezTo>
                <a:cubicBezTo>
                  <a:pt x="19" y="61"/>
                  <a:pt x="39" y="72"/>
                  <a:pt x="54" y="74"/>
                </a:cubicBezTo>
                <a:cubicBezTo>
                  <a:pt x="54" y="76"/>
                  <a:pt x="54" y="77"/>
                  <a:pt x="55" y="79"/>
                </a:cubicBezTo>
                <a:cubicBezTo>
                  <a:pt x="43" y="88"/>
                  <a:pt x="31" y="108"/>
                  <a:pt x="29" y="119"/>
                </a:cubicBezTo>
                <a:cubicBezTo>
                  <a:pt x="25" y="135"/>
                  <a:pt x="35" y="151"/>
                  <a:pt x="51" y="155"/>
                </a:cubicBezTo>
                <a:cubicBezTo>
                  <a:pt x="67" y="158"/>
                  <a:pt x="82" y="148"/>
                  <a:pt x="86" y="133"/>
                </a:cubicBezTo>
                <a:cubicBezTo>
                  <a:pt x="89" y="121"/>
                  <a:pt x="87" y="98"/>
                  <a:pt x="80" y="85"/>
                </a:cubicBezTo>
                <a:cubicBezTo>
                  <a:pt x="81" y="84"/>
                  <a:pt x="82" y="83"/>
                  <a:pt x="82" y="82"/>
                </a:cubicBezTo>
                <a:cubicBezTo>
                  <a:pt x="96" y="89"/>
                  <a:pt x="119" y="90"/>
                  <a:pt x="130" y="87"/>
                </a:cubicBezTo>
                <a:cubicBezTo>
                  <a:pt x="146" y="83"/>
                  <a:pt x="156" y="67"/>
                  <a:pt x="152" y="51"/>
                </a:cubicBezTo>
                <a:close/>
                <a:moveTo>
                  <a:pt x="70" y="88"/>
                </a:moveTo>
                <a:cubicBezTo>
                  <a:pt x="62" y="88"/>
                  <a:pt x="55" y="82"/>
                  <a:pt x="55" y="74"/>
                </a:cubicBezTo>
                <a:cubicBezTo>
                  <a:pt x="55" y="66"/>
                  <a:pt x="62" y="60"/>
                  <a:pt x="70" y="60"/>
                </a:cubicBezTo>
                <a:cubicBezTo>
                  <a:pt x="78" y="60"/>
                  <a:pt x="84" y="66"/>
                  <a:pt x="84" y="74"/>
                </a:cubicBezTo>
                <a:cubicBezTo>
                  <a:pt x="84" y="82"/>
                  <a:pt x="78" y="88"/>
                  <a:pt x="70" y="88"/>
                </a:cubicBezTo>
                <a:close/>
                <a:moveTo>
                  <a:pt x="70" y="88"/>
                </a:moveTo>
                <a:cubicBezTo>
                  <a:pt x="70" y="88"/>
                  <a:pt x="70" y="88"/>
                  <a:pt x="70" y="8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pPr algn="r" rtl="1"/>
            <a:endParaRPr lang="en-US" sz="2400" dirty="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7" name="Freeform 38"/>
          <p:cNvSpPr>
            <a:spLocks noEditPoints="1"/>
          </p:cNvSpPr>
          <p:nvPr/>
        </p:nvSpPr>
        <p:spPr bwMode="auto">
          <a:xfrm>
            <a:off x="6811091" y="3981494"/>
            <a:ext cx="558452" cy="815865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118" name="Group 117"/>
          <p:cNvGrpSpPr/>
          <p:nvPr/>
        </p:nvGrpSpPr>
        <p:grpSpPr>
          <a:xfrm>
            <a:off x="5134317" y="5186333"/>
            <a:ext cx="554567" cy="368300"/>
            <a:chOff x="8291513" y="4287838"/>
            <a:chExt cx="415925" cy="276225"/>
          </a:xfrm>
          <a:solidFill>
            <a:schemeClr val="bg1"/>
          </a:solidFill>
        </p:grpSpPr>
        <p:sp>
          <p:nvSpPr>
            <p:cNvPr id="119" name="Freeform 6"/>
            <p:cNvSpPr>
              <a:spLocks noEditPoints="1"/>
            </p:cNvSpPr>
            <p:nvPr/>
          </p:nvSpPr>
          <p:spPr bwMode="auto">
            <a:xfrm>
              <a:off x="8291513" y="4287838"/>
              <a:ext cx="415925" cy="276225"/>
            </a:xfrm>
            <a:custGeom>
              <a:avLst/>
              <a:gdLst/>
              <a:ahLst/>
              <a:cxnLst>
                <a:cxn ang="0">
                  <a:pos x="145" y="134"/>
                </a:cxn>
                <a:cxn ang="0">
                  <a:pos x="262" y="134"/>
                </a:cxn>
                <a:cxn ang="0">
                  <a:pos x="216" y="0"/>
                </a:cxn>
                <a:cxn ang="0">
                  <a:pos x="46" y="0"/>
                </a:cxn>
                <a:cxn ang="0">
                  <a:pos x="0" y="134"/>
                </a:cxn>
                <a:cxn ang="0">
                  <a:pos x="112" y="134"/>
                </a:cxn>
                <a:cxn ang="0">
                  <a:pos x="112" y="159"/>
                </a:cxn>
                <a:cxn ang="0">
                  <a:pos x="79" y="159"/>
                </a:cxn>
                <a:cxn ang="0">
                  <a:pos x="79" y="174"/>
                </a:cxn>
                <a:cxn ang="0">
                  <a:pos x="172" y="174"/>
                </a:cxn>
                <a:cxn ang="0">
                  <a:pos x="172" y="159"/>
                </a:cxn>
                <a:cxn ang="0">
                  <a:pos x="145" y="159"/>
                </a:cxn>
                <a:cxn ang="0">
                  <a:pos x="145" y="134"/>
                </a:cxn>
                <a:cxn ang="0">
                  <a:pos x="134" y="64"/>
                </a:cxn>
                <a:cxn ang="0">
                  <a:pos x="134" y="11"/>
                </a:cxn>
                <a:cxn ang="0">
                  <a:pos x="171" y="11"/>
                </a:cxn>
                <a:cxn ang="0">
                  <a:pos x="180" y="64"/>
                </a:cxn>
                <a:cxn ang="0">
                  <a:pos x="134" y="64"/>
                </a:cxn>
                <a:cxn ang="0">
                  <a:pos x="182" y="70"/>
                </a:cxn>
                <a:cxn ang="0">
                  <a:pos x="191" y="123"/>
                </a:cxn>
                <a:cxn ang="0">
                  <a:pos x="134" y="123"/>
                </a:cxn>
                <a:cxn ang="0">
                  <a:pos x="134" y="70"/>
                </a:cxn>
                <a:cxn ang="0">
                  <a:pos x="182" y="70"/>
                </a:cxn>
                <a:cxn ang="0">
                  <a:pos x="129" y="64"/>
                </a:cxn>
                <a:cxn ang="0">
                  <a:pos x="85" y="64"/>
                </a:cxn>
                <a:cxn ang="0">
                  <a:pos x="94" y="11"/>
                </a:cxn>
                <a:cxn ang="0">
                  <a:pos x="129" y="11"/>
                </a:cxn>
                <a:cxn ang="0">
                  <a:pos x="129" y="64"/>
                </a:cxn>
                <a:cxn ang="0">
                  <a:pos x="129" y="70"/>
                </a:cxn>
                <a:cxn ang="0">
                  <a:pos x="129" y="123"/>
                </a:cxn>
                <a:cxn ang="0">
                  <a:pos x="74" y="123"/>
                </a:cxn>
                <a:cxn ang="0">
                  <a:pos x="83" y="70"/>
                </a:cxn>
                <a:cxn ang="0">
                  <a:pos x="129" y="70"/>
                </a:cxn>
                <a:cxn ang="0">
                  <a:pos x="196" y="123"/>
                </a:cxn>
                <a:cxn ang="0">
                  <a:pos x="187" y="70"/>
                </a:cxn>
                <a:cxn ang="0">
                  <a:pos x="229" y="70"/>
                </a:cxn>
                <a:cxn ang="0">
                  <a:pos x="246" y="123"/>
                </a:cxn>
                <a:cxn ang="0">
                  <a:pos x="196" y="123"/>
                </a:cxn>
                <a:cxn ang="0">
                  <a:pos x="226" y="64"/>
                </a:cxn>
                <a:cxn ang="0">
                  <a:pos x="185" y="64"/>
                </a:cxn>
                <a:cxn ang="0">
                  <a:pos x="176" y="11"/>
                </a:cxn>
                <a:cxn ang="0">
                  <a:pos x="209" y="11"/>
                </a:cxn>
                <a:cxn ang="0">
                  <a:pos x="226" y="64"/>
                </a:cxn>
                <a:cxn ang="0">
                  <a:pos x="54" y="11"/>
                </a:cxn>
                <a:cxn ang="0">
                  <a:pos x="88" y="11"/>
                </a:cxn>
                <a:cxn ang="0">
                  <a:pos x="79" y="64"/>
                </a:cxn>
                <a:cxn ang="0">
                  <a:pos x="37" y="64"/>
                </a:cxn>
                <a:cxn ang="0">
                  <a:pos x="54" y="11"/>
                </a:cxn>
                <a:cxn ang="0">
                  <a:pos x="35" y="70"/>
                </a:cxn>
                <a:cxn ang="0">
                  <a:pos x="77" y="70"/>
                </a:cxn>
                <a:cxn ang="0">
                  <a:pos x="68" y="123"/>
                </a:cxn>
                <a:cxn ang="0">
                  <a:pos x="17" y="123"/>
                </a:cxn>
                <a:cxn ang="0">
                  <a:pos x="35" y="70"/>
                </a:cxn>
                <a:cxn ang="0">
                  <a:pos x="35" y="70"/>
                </a:cxn>
                <a:cxn ang="0">
                  <a:pos x="35" y="70"/>
                </a:cxn>
              </a:cxnLst>
              <a:rect l="0" t="0" r="r" b="b"/>
              <a:pathLst>
                <a:path w="262" h="174">
                  <a:moveTo>
                    <a:pt x="145" y="134"/>
                  </a:moveTo>
                  <a:lnTo>
                    <a:pt x="262" y="134"/>
                  </a:lnTo>
                  <a:lnTo>
                    <a:pt x="216" y="0"/>
                  </a:lnTo>
                  <a:lnTo>
                    <a:pt x="46" y="0"/>
                  </a:lnTo>
                  <a:lnTo>
                    <a:pt x="0" y="134"/>
                  </a:lnTo>
                  <a:lnTo>
                    <a:pt x="112" y="134"/>
                  </a:lnTo>
                  <a:lnTo>
                    <a:pt x="112" y="159"/>
                  </a:lnTo>
                  <a:lnTo>
                    <a:pt x="79" y="159"/>
                  </a:lnTo>
                  <a:lnTo>
                    <a:pt x="79" y="174"/>
                  </a:lnTo>
                  <a:lnTo>
                    <a:pt x="172" y="174"/>
                  </a:lnTo>
                  <a:lnTo>
                    <a:pt x="172" y="159"/>
                  </a:lnTo>
                  <a:lnTo>
                    <a:pt x="145" y="159"/>
                  </a:lnTo>
                  <a:lnTo>
                    <a:pt x="145" y="134"/>
                  </a:lnTo>
                  <a:close/>
                  <a:moveTo>
                    <a:pt x="134" y="64"/>
                  </a:moveTo>
                  <a:lnTo>
                    <a:pt x="134" y="11"/>
                  </a:lnTo>
                  <a:lnTo>
                    <a:pt x="171" y="11"/>
                  </a:lnTo>
                  <a:lnTo>
                    <a:pt x="180" y="64"/>
                  </a:lnTo>
                  <a:lnTo>
                    <a:pt x="134" y="64"/>
                  </a:lnTo>
                  <a:close/>
                  <a:moveTo>
                    <a:pt x="182" y="70"/>
                  </a:moveTo>
                  <a:lnTo>
                    <a:pt x="191" y="123"/>
                  </a:lnTo>
                  <a:lnTo>
                    <a:pt x="134" y="123"/>
                  </a:lnTo>
                  <a:lnTo>
                    <a:pt x="134" y="70"/>
                  </a:lnTo>
                  <a:lnTo>
                    <a:pt x="182" y="70"/>
                  </a:lnTo>
                  <a:close/>
                  <a:moveTo>
                    <a:pt x="129" y="64"/>
                  </a:moveTo>
                  <a:lnTo>
                    <a:pt x="85" y="64"/>
                  </a:lnTo>
                  <a:lnTo>
                    <a:pt x="94" y="11"/>
                  </a:lnTo>
                  <a:lnTo>
                    <a:pt x="129" y="11"/>
                  </a:lnTo>
                  <a:lnTo>
                    <a:pt x="129" y="64"/>
                  </a:lnTo>
                  <a:close/>
                  <a:moveTo>
                    <a:pt x="129" y="70"/>
                  </a:moveTo>
                  <a:lnTo>
                    <a:pt x="129" y="123"/>
                  </a:lnTo>
                  <a:lnTo>
                    <a:pt x="74" y="123"/>
                  </a:lnTo>
                  <a:lnTo>
                    <a:pt x="83" y="70"/>
                  </a:lnTo>
                  <a:lnTo>
                    <a:pt x="129" y="70"/>
                  </a:lnTo>
                  <a:close/>
                  <a:moveTo>
                    <a:pt x="196" y="123"/>
                  </a:moveTo>
                  <a:lnTo>
                    <a:pt x="187" y="70"/>
                  </a:lnTo>
                  <a:lnTo>
                    <a:pt x="229" y="70"/>
                  </a:lnTo>
                  <a:lnTo>
                    <a:pt x="246" y="123"/>
                  </a:lnTo>
                  <a:lnTo>
                    <a:pt x="196" y="123"/>
                  </a:lnTo>
                  <a:close/>
                  <a:moveTo>
                    <a:pt x="226" y="64"/>
                  </a:moveTo>
                  <a:lnTo>
                    <a:pt x="185" y="64"/>
                  </a:lnTo>
                  <a:lnTo>
                    <a:pt x="176" y="11"/>
                  </a:lnTo>
                  <a:lnTo>
                    <a:pt x="209" y="11"/>
                  </a:lnTo>
                  <a:lnTo>
                    <a:pt x="226" y="64"/>
                  </a:lnTo>
                  <a:close/>
                  <a:moveTo>
                    <a:pt x="54" y="11"/>
                  </a:moveTo>
                  <a:lnTo>
                    <a:pt x="88" y="11"/>
                  </a:lnTo>
                  <a:lnTo>
                    <a:pt x="79" y="64"/>
                  </a:lnTo>
                  <a:lnTo>
                    <a:pt x="37" y="64"/>
                  </a:lnTo>
                  <a:lnTo>
                    <a:pt x="54" y="11"/>
                  </a:lnTo>
                  <a:close/>
                  <a:moveTo>
                    <a:pt x="35" y="70"/>
                  </a:moveTo>
                  <a:lnTo>
                    <a:pt x="77" y="70"/>
                  </a:lnTo>
                  <a:lnTo>
                    <a:pt x="68" y="123"/>
                  </a:lnTo>
                  <a:lnTo>
                    <a:pt x="17" y="123"/>
                  </a:lnTo>
                  <a:lnTo>
                    <a:pt x="35" y="70"/>
                  </a:lnTo>
                  <a:close/>
                  <a:moveTo>
                    <a:pt x="35" y="70"/>
                  </a:moveTo>
                  <a:lnTo>
                    <a:pt x="35" y="7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0" name="Freeform 7"/>
            <p:cNvSpPr>
              <a:spLocks noEditPoints="1"/>
            </p:cNvSpPr>
            <p:nvPr/>
          </p:nvSpPr>
          <p:spPr bwMode="auto">
            <a:xfrm>
              <a:off x="8291513" y="4287838"/>
              <a:ext cx="415925" cy="276225"/>
            </a:xfrm>
            <a:custGeom>
              <a:avLst/>
              <a:gdLst/>
              <a:ahLst/>
              <a:cxnLst>
                <a:cxn ang="0">
                  <a:pos x="145" y="134"/>
                </a:cxn>
                <a:cxn ang="0">
                  <a:pos x="262" y="134"/>
                </a:cxn>
                <a:cxn ang="0">
                  <a:pos x="216" y="0"/>
                </a:cxn>
                <a:cxn ang="0">
                  <a:pos x="46" y="0"/>
                </a:cxn>
                <a:cxn ang="0">
                  <a:pos x="0" y="134"/>
                </a:cxn>
                <a:cxn ang="0">
                  <a:pos x="112" y="134"/>
                </a:cxn>
                <a:cxn ang="0">
                  <a:pos x="112" y="159"/>
                </a:cxn>
                <a:cxn ang="0">
                  <a:pos x="79" y="159"/>
                </a:cxn>
                <a:cxn ang="0">
                  <a:pos x="79" y="174"/>
                </a:cxn>
                <a:cxn ang="0">
                  <a:pos x="172" y="174"/>
                </a:cxn>
                <a:cxn ang="0">
                  <a:pos x="172" y="159"/>
                </a:cxn>
                <a:cxn ang="0">
                  <a:pos x="145" y="159"/>
                </a:cxn>
                <a:cxn ang="0">
                  <a:pos x="145" y="134"/>
                </a:cxn>
                <a:cxn ang="0">
                  <a:pos x="134" y="64"/>
                </a:cxn>
                <a:cxn ang="0">
                  <a:pos x="134" y="11"/>
                </a:cxn>
                <a:cxn ang="0">
                  <a:pos x="171" y="11"/>
                </a:cxn>
                <a:cxn ang="0">
                  <a:pos x="180" y="64"/>
                </a:cxn>
                <a:cxn ang="0">
                  <a:pos x="134" y="64"/>
                </a:cxn>
                <a:cxn ang="0">
                  <a:pos x="182" y="70"/>
                </a:cxn>
                <a:cxn ang="0">
                  <a:pos x="191" y="123"/>
                </a:cxn>
                <a:cxn ang="0">
                  <a:pos x="134" y="123"/>
                </a:cxn>
                <a:cxn ang="0">
                  <a:pos x="134" y="70"/>
                </a:cxn>
                <a:cxn ang="0">
                  <a:pos x="182" y="70"/>
                </a:cxn>
                <a:cxn ang="0">
                  <a:pos x="129" y="64"/>
                </a:cxn>
                <a:cxn ang="0">
                  <a:pos x="85" y="64"/>
                </a:cxn>
                <a:cxn ang="0">
                  <a:pos x="94" y="11"/>
                </a:cxn>
                <a:cxn ang="0">
                  <a:pos x="129" y="11"/>
                </a:cxn>
                <a:cxn ang="0">
                  <a:pos x="129" y="64"/>
                </a:cxn>
                <a:cxn ang="0">
                  <a:pos x="129" y="70"/>
                </a:cxn>
                <a:cxn ang="0">
                  <a:pos x="129" y="123"/>
                </a:cxn>
                <a:cxn ang="0">
                  <a:pos x="74" y="123"/>
                </a:cxn>
                <a:cxn ang="0">
                  <a:pos x="83" y="70"/>
                </a:cxn>
                <a:cxn ang="0">
                  <a:pos x="129" y="70"/>
                </a:cxn>
                <a:cxn ang="0">
                  <a:pos x="196" y="123"/>
                </a:cxn>
                <a:cxn ang="0">
                  <a:pos x="187" y="70"/>
                </a:cxn>
                <a:cxn ang="0">
                  <a:pos x="229" y="70"/>
                </a:cxn>
                <a:cxn ang="0">
                  <a:pos x="246" y="123"/>
                </a:cxn>
                <a:cxn ang="0">
                  <a:pos x="196" y="123"/>
                </a:cxn>
                <a:cxn ang="0">
                  <a:pos x="226" y="64"/>
                </a:cxn>
                <a:cxn ang="0">
                  <a:pos x="185" y="64"/>
                </a:cxn>
                <a:cxn ang="0">
                  <a:pos x="176" y="11"/>
                </a:cxn>
                <a:cxn ang="0">
                  <a:pos x="209" y="11"/>
                </a:cxn>
                <a:cxn ang="0">
                  <a:pos x="226" y="64"/>
                </a:cxn>
                <a:cxn ang="0">
                  <a:pos x="54" y="11"/>
                </a:cxn>
                <a:cxn ang="0">
                  <a:pos x="88" y="11"/>
                </a:cxn>
                <a:cxn ang="0">
                  <a:pos x="79" y="64"/>
                </a:cxn>
                <a:cxn ang="0">
                  <a:pos x="37" y="64"/>
                </a:cxn>
                <a:cxn ang="0">
                  <a:pos x="54" y="11"/>
                </a:cxn>
                <a:cxn ang="0">
                  <a:pos x="35" y="70"/>
                </a:cxn>
                <a:cxn ang="0">
                  <a:pos x="77" y="70"/>
                </a:cxn>
                <a:cxn ang="0">
                  <a:pos x="68" y="123"/>
                </a:cxn>
                <a:cxn ang="0">
                  <a:pos x="17" y="123"/>
                </a:cxn>
                <a:cxn ang="0">
                  <a:pos x="35" y="70"/>
                </a:cxn>
                <a:cxn ang="0">
                  <a:pos x="35" y="70"/>
                </a:cxn>
                <a:cxn ang="0">
                  <a:pos x="35" y="70"/>
                </a:cxn>
              </a:cxnLst>
              <a:rect l="0" t="0" r="r" b="b"/>
              <a:pathLst>
                <a:path w="262" h="174">
                  <a:moveTo>
                    <a:pt x="145" y="134"/>
                  </a:moveTo>
                  <a:lnTo>
                    <a:pt x="262" y="134"/>
                  </a:lnTo>
                  <a:lnTo>
                    <a:pt x="216" y="0"/>
                  </a:lnTo>
                  <a:lnTo>
                    <a:pt x="46" y="0"/>
                  </a:lnTo>
                  <a:lnTo>
                    <a:pt x="0" y="134"/>
                  </a:lnTo>
                  <a:lnTo>
                    <a:pt x="112" y="134"/>
                  </a:lnTo>
                  <a:lnTo>
                    <a:pt x="112" y="159"/>
                  </a:lnTo>
                  <a:lnTo>
                    <a:pt x="79" y="159"/>
                  </a:lnTo>
                  <a:lnTo>
                    <a:pt x="79" y="174"/>
                  </a:lnTo>
                  <a:lnTo>
                    <a:pt x="172" y="174"/>
                  </a:lnTo>
                  <a:lnTo>
                    <a:pt x="172" y="159"/>
                  </a:lnTo>
                  <a:lnTo>
                    <a:pt x="145" y="159"/>
                  </a:lnTo>
                  <a:lnTo>
                    <a:pt x="145" y="134"/>
                  </a:lnTo>
                  <a:moveTo>
                    <a:pt x="134" y="64"/>
                  </a:moveTo>
                  <a:lnTo>
                    <a:pt x="134" y="11"/>
                  </a:lnTo>
                  <a:lnTo>
                    <a:pt x="171" y="11"/>
                  </a:lnTo>
                  <a:lnTo>
                    <a:pt x="180" y="64"/>
                  </a:lnTo>
                  <a:lnTo>
                    <a:pt x="134" y="64"/>
                  </a:lnTo>
                  <a:moveTo>
                    <a:pt x="182" y="70"/>
                  </a:moveTo>
                  <a:lnTo>
                    <a:pt x="191" y="123"/>
                  </a:lnTo>
                  <a:lnTo>
                    <a:pt x="134" y="123"/>
                  </a:lnTo>
                  <a:lnTo>
                    <a:pt x="134" y="70"/>
                  </a:lnTo>
                  <a:lnTo>
                    <a:pt x="182" y="70"/>
                  </a:lnTo>
                  <a:moveTo>
                    <a:pt x="129" y="64"/>
                  </a:moveTo>
                  <a:lnTo>
                    <a:pt x="85" y="64"/>
                  </a:lnTo>
                  <a:lnTo>
                    <a:pt x="94" y="11"/>
                  </a:lnTo>
                  <a:lnTo>
                    <a:pt x="129" y="11"/>
                  </a:lnTo>
                  <a:lnTo>
                    <a:pt x="129" y="64"/>
                  </a:lnTo>
                  <a:moveTo>
                    <a:pt x="129" y="70"/>
                  </a:moveTo>
                  <a:lnTo>
                    <a:pt x="129" y="123"/>
                  </a:lnTo>
                  <a:lnTo>
                    <a:pt x="74" y="123"/>
                  </a:lnTo>
                  <a:lnTo>
                    <a:pt x="83" y="70"/>
                  </a:lnTo>
                  <a:lnTo>
                    <a:pt x="129" y="70"/>
                  </a:lnTo>
                  <a:moveTo>
                    <a:pt x="196" y="123"/>
                  </a:moveTo>
                  <a:lnTo>
                    <a:pt x="187" y="70"/>
                  </a:lnTo>
                  <a:lnTo>
                    <a:pt x="229" y="70"/>
                  </a:lnTo>
                  <a:lnTo>
                    <a:pt x="246" y="123"/>
                  </a:lnTo>
                  <a:lnTo>
                    <a:pt x="196" y="123"/>
                  </a:lnTo>
                  <a:moveTo>
                    <a:pt x="226" y="64"/>
                  </a:moveTo>
                  <a:lnTo>
                    <a:pt x="185" y="64"/>
                  </a:lnTo>
                  <a:lnTo>
                    <a:pt x="176" y="11"/>
                  </a:lnTo>
                  <a:lnTo>
                    <a:pt x="209" y="11"/>
                  </a:lnTo>
                  <a:lnTo>
                    <a:pt x="226" y="64"/>
                  </a:lnTo>
                  <a:moveTo>
                    <a:pt x="54" y="11"/>
                  </a:moveTo>
                  <a:lnTo>
                    <a:pt x="88" y="11"/>
                  </a:lnTo>
                  <a:lnTo>
                    <a:pt x="79" y="64"/>
                  </a:lnTo>
                  <a:lnTo>
                    <a:pt x="37" y="64"/>
                  </a:lnTo>
                  <a:lnTo>
                    <a:pt x="54" y="11"/>
                  </a:lnTo>
                  <a:moveTo>
                    <a:pt x="35" y="70"/>
                  </a:moveTo>
                  <a:lnTo>
                    <a:pt x="77" y="70"/>
                  </a:lnTo>
                  <a:lnTo>
                    <a:pt x="68" y="123"/>
                  </a:lnTo>
                  <a:lnTo>
                    <a:pt x="17" y="123"/>
                  </a:lnTo>
                  <a:lnTo>
                    <a:pt x="35" y="70"/>
                  </a:lnTo>
                  <a:moveTo>
                    <a:pt x="35" y="70"/>
                  </a:moveTo>
                  <a:lnTo>
                    <a:pt x="35" y="70"/>
                  </a:ln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121" name="Oval 120"/>
          <p:cNvSpPr/>
          <p:nvPr/>
        </p:nvSpPr>
        <p:spPr>
          <a:xfrm>
            <a:off x="5958857" y="4865279"/>
            <a:ext cx="240424" cy="24042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C10015"/>
                </a:gs>
                <a:gs pos="100000">
                  <a:srgbClr val="E01F2D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185151" y="2453641"/>
            <a:ext cx="2703195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74980" y="2099946"/>
            <a:ext cx="2783840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185151" y="4064001"/>
            <a:ext cx="2703195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03351" y="3824606"/>
            <a:ext cx="2783840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33880" y="5186046"/>
            <a:ext cx="2783840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4" name="圆角矩形 13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品牌介绍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0"/>
                            </p:stCondLst>
                            <p:childTnLst>
                              <p:par>
                                <p:cTn id="9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bldLvl="0" animBg="1"/>
      <p:bldP spid="2053" grpId="0" bldLvl="0" animBg="1"/>
      <p:bldP spid="63" grpId="0" bldLvl="0" animBg="1"/>
      <p:bldP spid="116" grpId="0" bldLvl="0" animBg="1"/>
      <p:bldP spid="117" grpId="0" bldLvl="0" animBg="1"/>
      <p:bldP spid="121" grpId="0" bldLvl="0" animBg="1"/>
      <p:bldP spid="67" grpId="0"/>
      <p:bldP spid="24" grpId="0"/>
      <p:bldP spid="2" grpId="0"/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4902201" y="2470785"/>
            <a:ext cx="2388235" cy="2390140"/>
          </a:xfrm>
          <a:prstGeom prst="diamond">
            <a:avLst/>
          </a:prstGeom>
          <a:blipFill rotWithShape="1">
            <a:blip r:embed="R5826bd30bb14403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1247775" y="2866392"/>
            <a:ext cx="1600200" cy="1598295"/>
          </a:xfrm>
          <a:prstGeom prst="diamond">
            <a:avLst/>
          </a:prstGeom>
          <a:blipFill rotWithShape="1">
            <a:blip r:embed="R5826bd30bb14403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bg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3013711" y="2863217"/>
            <a:ext cx="1598295" cy="1598295"/>
          </a:xfrm>
          <a:prstGeom prst="diamond">
            <a:avLst/>
          </a:prstGeom>
          <a:blipFill rotWithShape="1">
            <a:blip r:embed="R96f45dc6c1fe4131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菱形 4"/>
          <p:cNvSpPr/>
          <p:nvPr/>
        </p:nvSpPr>
        <p:spPr>
          <a:xfrm>
            <a:off x="7332982" y="2863217"/>
            <a:ext cx="1598295" cy="1598295"/>
          </a:xfrm>
          <a:prstGeom prst="diamond">
            <a:avLst/>
          </a:prstGeom>
          <a:blipFill rotWithShape="1">
            <a:blip r:embed="R96f45dc6c1fe4131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菱形 5"/>
          <p:cNvSpPr/>
          <p:nvPr/>
        </p:nvSpPr>
        <p:spPr>
          <a:xfrm>
            <a:off x="9097011" y="2866392"/>
            <a:ext cx="1600200" cy="1598295"/>
          </a:xfrm>
          <a:prstGeom prst="diamond">
            <a:avLst/>
          </a:prstGeom>
          <a:blipFill rotWithShape="1">
            <a:blip r:embed="R5826bd30bb14403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625091" y="3856992"/>
            <a:ext cx="609600" cy="607695"/>
          </a:xfrm>
          <a:prstGeom prst="diamond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4371975" y="2866390"/>
            <a:ext cx="609600" cy="609600"/>
          </a:xfrm>
          <a:prstGeom prst="diamond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9" name="菱形 8"/>
          <p:cNvSpPr/>
          <p:nvPr/>
        </p:nvSpPr>
        <p:spPr>
          <a:xfrm>
            <a:off x="6950075" y="3853180"/>
            <a:ext cx="609600" cy="608330"/>
          </a:xfrm>
          <a:prstGeom prst="diamond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8710295" y="2884807"/>
            <a:ext cx="609600" cy="610235"/>
          </a:xfrm>
          <a:prstGeom prst="diamond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chemeClr val="tx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60925" y="4842512"/>
            <a:ext cx="2469515" cy="1228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  <a:endParaRPr lang="zh-CN" altLang="en-US" sz="1600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578101" y="1517652"/>
            <a:ext cx="2469515" cy="1228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  <a:endParaRPr lang="zh-CN" altLang="en-US" sz="1600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72515" y="4752977"/>
            <a:ext cx="1950720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  <a:endParaRPr lang="zh-CN" altLang="en-US" sz="1600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157085" y="1629412"/>
            <a:ext cx="1950720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  <a:endParaRPr lang="zh-CN" altLang="en-US" sz="1600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850631" y="4752977"/>
            <a:ext cx="1950720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  <a:endParaRPr lang="zh-CN" altLang="en-US" sz="1600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4" name="圆角矩形 13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品牌介绍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22" grpId="0"/>
      <p:bldP spid="23" grpId="0"/>
      <p:bldP spid="24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71726"/>
            </a:gs>
            <a:gs pos="93000">
              <a:srgbClr val="C1001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flipH="1">
            <a:off x="0" y="257493"/>
            <a:ext cx="5943600" cy="6600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62" h="10405">
                <a:moveTo>
                  <a:pt x="0" y="5197"/>
                </a:moveTo>
                <a:cubicBezTo>
                  <a:pt x="-89" y="2280"/>
                  <a:pt x="2581" y="-71"/>
                  <a:pt x="5196" y="0"/>
                </a:cubicBezTo>
                <a:cubicBezTo>
                  <a:pt x="6898" y="-103"/>
                  <a:pt x="8692" y="1102"/>
                  <a:pt x="9360" y="2089"/>
                </a:cubicBezTo>
                <a:lnTo>
                  <a:pt x="9360" y="8305"/>
                </a:lnTo>
                <a:cubicBezTo>
                  <a:pt x="8581" y="9503"/>
                  <a:pt x="6640" y="10476"/>
                  <a:pt x="5196" y="10394"/>
                </a:cubicBezTo>
                <a:cubicBezTo>
                  <a:pt x="2280" y="10484"/>
                  <a:pt x="-71" y="7813"/>
                  <a:pt x="0" y="5197"/>
                </a:cubicBezTo>
                <a:close/>
              </a:path>
            </a:pathLst>
          </a:custGeom>
          <a:solidFill>
            <a:srgbClr val="D61E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 flipH="1">
            <a:off x="181611" y="1119823"/>
            <a:ext cx="4919980" cy="4921250"/>
          </a:xfrm>
          <a:prstGeom prst="ellipse">
            <a:avLst/>
          </a:prstGeom>
          <a:solidFill>
            <a:srgbClr val="E0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f5f73e283dd5422a">
            <a:lum bright="-6000" contrast="12000"/>
          </a:blip>
          <a:stretch>
            <a:fillRect/>
          </a:stretch>
        </p:blipFill>
        <p:spPr>
          <a:xfrm flipH="1">
            <a:off x="607695" y="1612267"/>
            <a:ext cx="4281171" cy="3936365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 flipH="1">
            <a:off x="291466" y="4768850"/>
            <a:ext cx="779780" cy="779780"/>
          </a:xfrm>
          <a:prstGeom prst="ellipse">
            <a:avLst/>
          </a:prstGeom>
          <a:gradFill>
            <a:gsLst>
              <a:gs pos="23000">
                <a:srgbClr val="E01F2D"/>
              </a:gs>
              <a:gs pos="100000">
                <a:srgbClr val="E01F2D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任意多边形 5"/>
          <p:cNvSpPr/>
          <p:nvPr/>
        </p:nvSpPr>
        <p:spPr>
          <a:xfrm flipH="1">
            <a:off x="6257925" y="0"/>
            <a:ext cx="5934275" cy="304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45" h="4800">
                <a:moveTo>
                  <a:pt x="9345" y="0"/>
                </a:moveTo>
                <a:cubicBezTo>
                  <a:pt x="9309" y="2504"/>
                  <a:pt x="6688" y="4943"/>
                  <a:pt x="4175" y="4794"/>
                </a:cubicBezTo>
                <a:cubicBezTo>
                  <a:pt x="2464" y="4880"/>
                  <a:pt x="712" y="3729"/>
                  <a:pt x="0" y="2684"/>
                </a:cubicBezTo>
                <a:lnTo>
                  <a:pt x="0" y="0"/>
                </a:lnTo>
                <a:lnTo>
                  <a:pt x="9345" y="0"/>
                </a:lnTo>
                <a:close/>
              </a:path>
            </a:pathLst>
          </a:custGeom>
          <a:gradFill>
            <a:gsLst>
              <a:gs pos="51000">
                <a:srgbClr val="E01F2D"/>
              </a:gs>
              <a:gs pos="90000">
                <a:srgbClr val="D61E28"/>
              </a:gs>
              <a:gs pos="9000">
                <a:srgbClr val="E01F2D">
                  <a:alpha val="0"/>
                </a:srgbClr>
              </a:gs>
              <a:gs pos="100000">
                <a:srgbClr val="E01F2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3" name="图片 12" descr="5"/>
          <p:cNvPicPr>
            <a:picLocks noChangeAspect="1"/>
          </p:cNvPicPr>
          <p:nvPr/>
        </p:nvPicPr>
        <p:blipFill>
          <a:blip r:embed="Rc0641a992ad948fb">
            <a:lum bright="-6000" contrast="12000"/>
          </a:blip>
          <a:stretch>
            <a:fillRect/>
          </a:stretch>
        </p:blipFill>
        <p:spPr>
          <a:xfrm>
            <a:off x="6941821" y="5548630"/>
            <a:ext cx="4655185" cy="13093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59561" y="2796540"/>
            <a:ext cx="21647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02</a:t>
            </a:r>
            <a:endParaRPr lang="zh-CN" altLang="en-US" sz="7200" b="1" dirty="0">
              <a:gradFill>
                <a:gsLst>
                  <a:gs pos="39000">
                    <a:srgbClr val="FFEDD7"/>
                  </a:gs>
                  <a:gs pos="100000">
                    <a:srgbClr val="FFD6AD"/>
                  </a:gs>
                </a:gsLst>
                <a:lin ang="5400000" scaled="0"/>
              </a:gradFill>
              <a:latin typeface="Impact" pitchFamily="34" charset="0"/>
              <a:ea typeface="阿里巴巴普惠体 Medium"/>
              <a:cs typeface="阿里巴巴普惠体 Medium"/>
              <a:sym typeface="Arial"/>
            </a:endParaRPr>
          </a:p>
          <a:p>
            <a:pPr algn="ctr"/>
            <a:r>
              <a:rPr lang="en-US" altLang="zh-CN" sz="24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Part  two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613400" y="2248535"/>
            <a:ext cx="4392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 b="1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dirty="0">
                <a:sym typeface="Arial"/>
              </a:rPr>
              <a:t>产品详情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02300" y="3598546"/>
            <a:ext cx="5984240" cy="11726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The template is well-designed, all materials of the template can be freely edited, 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replaced and moved.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  <p:bldP spid="14" grpId="0" bldLvl="0" animBg="1"/>
      <p:bldP spid="6" grpId="0" bldLvl="0" animBg="1"/>
      <p:bldP spid="2" grpId="0"/>
      <p:bldP spid="17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30681" y="4701738"/>
            <a:ext cx="4461287" cy="1339136"/>
            <a:chOff x="1528" y="7302"/>
            <a:chExt cx="5637" cy="1692"/>
          </a:xfrm>
        </p:grpSpPr>
        <p:sp>
          <p:nvSpPr>
            <p:cNvPr id="100" name="Freeform 99"/>
            <p:cNvSpPr/>
            <p:nvPr/>
          </p:nvSpPr>
          <p:spPr>
            <a:xfrm>
              <a:off x="1528" y="7302"/>
              <a:ext cx="5637" cy="1692"/>
            </a:xfrm>
            <a:custGeom>
              <a:avLst/>
              <a:gdLst>
                <a:gd name="connsiteX0" fmla="*/ 0 w 6096000"/>
                <a:gd name="connsiteY0" fmla="*/ 1354666 h 1354666"/>
                <a:gd name="connsiteX1" fmla="*/ 1016000 w 6096000"/>
                <a:gd name="connsiteY1" fmla="*/ 0 h 1354666"/>
                <a:gd name="connsiteX2" fmla="*/ 5080000 w 6096000"/>
                <a:gd name="connsiteY2" fmla="*/ 0 h 1354666"/>
                <a:gd name="connsiteX3" fmla="*/ 6096000 w 6096000"/>
                <a:gd name="connsiteY3" fmla="*/ 1354666 h 1354666"/>
                <a:gd name="connsiteX4" fmla="*/ 0 w 6096000"/>
                <a:gd name="connsiteY4" fmla="*/ 1354666 h 135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0" h="1354666">
                  <a:moveTo>
                    <a:pt x="0" y="1354666"/>
                  </a:moveTo>
                  <a:lnTo>
                    <a:pt x="1016000" y="0"/>
                  </a:lnTo>
                  <a:lnTo>
                    <a:pt x="5080000" y="0"/>
                  </a:lnTo>
                  <a:lnTo>
                    <a:pt x="6096000" y="1354666"/>
                  </a:lnTo>
                  <a:lnTo>
                    <a:pt x="0" y="1354666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32465" tIns="110067" rIns="1532468" bIns="110067" numCol="1" spcCol="1270" anchor="ctr" anchorCtr="0">
              <a:noAutofit/>
            </a:bodyPr>
            <a:lstStyle/>
            <a:p>
              <a:pPr algn="ctr" defTabSz="385191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265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04" name="Text Placeholder 3"/>
            <p:cNvSpPr txBox="1"/>
            <p:nvPr/>
          </p:nvSpPr>
          <p:spPr>
            <a:xfrm>
              <a:off x="3948" y="8010"/>
              <a:ext cx="946" cy="46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8565">
                <a:spcBef>
                  <a:spcPct val="20000"/>
                </a:spcBef>
                <a:defRPr/>
              </a:pPr>
              <a:r>
                <a:rPr lang="en-US" sz="2400" b="0" dirty="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80%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739958" y="3278020"/>
            <a:ext cx="2842729" cy="1338502"/>
            <a:chOff x="2550" y="5474"/>
            <a:chExt cx="3593" cy="1692"/>
          </a:xfrm>
        </p:grpSpPr>
        <p:sp>
          <p:nvSpPr>
            <p:cNvPr id="98" name="Freeform 97"/>
            <p:cNvSpPr/>
            <p:nvPr/>
          </p:nvSpPr>
          <p:spPr>
            <a:xfrm>
              <a:off x="2550" y="5474"/>
              <a:ext cx="3593" cy="1692"/>
            </a:xfrm>
            <a:custGeom>
              <a:avLst/>
              <a:gdLst>
                <a:gd name="connsiteX0" fmla="*/ 0 w 4064000"/>
                <a:gd name="connsiteY0" fmla="*/ 1354666 h 1354666"/>
                <a:gd name="connsiteX1" fmla="*/ 1016000 w 4064000"/>
                <a:gd name="connsiteY1" fmla="*/ 0 h 1354666"/>
                <a:gd name="connsiteX2" fmla="*/ 3048000 w 4064000"/>
                <a:gd name="connsiteY2" fmla="*/ 0 h 1354666"/>
                <a:gd name="connsiteX3" fmla="*/ 4064000 w 4064000"/>
                <a:gd name="connsiteY3" fmla="*/ 1354666 h 1354666"/>
                <a:gd name="connsiteX4" fmla="*/ 0 w 4064000"/>
                <a:gd name="connsiteY4" fmla="*/ 1354666 h 135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4000" h="1354666">
                  <a:moveTo>
                    <a:pt x="0" y="1354666"/>
                  </a:moveTo>
                  <a:lnTo>
                    <a:pt x="1016000" y="0"/>
                  </a:lnTo>
                  <a:lnTo>
                    <a:pt x="3048000" y="0"/>
                  </a:lnTo>
                  <a:lnTo>
                    <a:pt x="4064000" y="1354666"/>
                  </a:lnTo>
                  <a:lnTo>
                    <a:pt x="0" y="1354666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58333" tIns="110067" rIns="1058333" bIns="110067" numCol="1" spcCol="1270" anchor="ctr" anchorCtr="0">
              <a:noAutofit/>
            </a:bodyPr>
            <a:lstStyle/>
            <a:p>
              <a:pPr algn="ctr" defTabSz="385191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05" name="Text Placeholder 3"/>
            <p:cNvSpPr txBox="1"/>
            <p:nvPr/>
          </p:nvSpPr>
          <p:spPr>
            <a:xfrm>
              <a:off x="3960" y="6086"/>
              <a:ext cx="946" cy="467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8565">
                <a:spcBef>
                  <a:spcPct val="20000"/>
                </a:spcBef>
                <a:defRPr/>
              </a:pPr>
              <a:r>
                <a:rPr lang="en-US" sz="2400" b="0" dirty="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70%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505527" y="1853436"/>
            <a:ext cx="1311693" cy="1339136"/>
            <a:chOff x="3667" y="3640"/>
            <a:chExt cx="1657" cy="1692"/>
          </a:xfrm>
        </p:grpSpPr>
        <p:sp>
          <p:nvSpPr>
            <p:cNvPr id="97" name="Freeform 96"/>
            <p:cNvSpPr/>
            <p:nvPr/>
          </p:nvSpPr>
          <p:spPr>
            <a:xfrm>
              <a:off x="3667" y="3640"/>
              <a:ext cx="1657" cy="1692"/>
            </a:xfrm>
            <a:custGeom>
              <a:avLst/>
              <a:gdLst>
                <a:gd name="connsiteX0" fmla="*/ 0 w 2032000"/>
                <a:gd name="connsiteY0" fmla="*/ 1354666 h 1354666"/>
                <a:gd name="connsiteX1" fmla="*/ 1016000 w 2032000"/>
                <a:gd name="connsiteY1" fmla="*/ 0 h 1354666"/>
                <a:gd name="connsiteX2" fmla="*/ 1016000 w 2032000"/>
                <a:gd name="connsiteY2" fmla="*/ 0 h 1354666"/>
                <a:gd name="connsiteX3" fmla="*/ 2032000 w 2032000"/>
                <a:gd name="connsiteY3" fmla="*/ 1354666 h 1354666"/>
                <a:gd name="connsiteX4" fmla="*/ 0 w 2032000"/>
                <a:gd name="connsiteY4" fmla="*/ 1354666 h 135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000" h="1354666">
                  <a:moveTo>
                    <a:pt x="0" y="1354666"/>
                  </a:moveTo>
                  <a:lnTo>
                    <a:pt x="1016000" y="0"/>
                  </a:lnTo>
                  <a:lnTo>
                    <a:pt x="1016000" y="0"/>
                  </a:lnTo>
                  <a:lnTo>
                    <a:pt x="2032000" y="1354666"/>
                  </a:lnTo>
                  <a:lnTo>
                    <a:pt x="0" y="1354666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293" tIns="103293" rIns="103293" bIns="103293" numCol="1" spcCol="1270" anchor="ctr" anchorCtr="0">
              <a:noAutofit/>
            </a:bodyPr>
            <a:lstStyle/>
            <a:p>
              <a:pPr algn="ctr" defTabSz="361505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865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06" name="Text Placeholder 3"/>
            <p:cNvSpPr txBox="1"/>
            <p:nvPr/>
          </p:nvSpPr>
          <p:spPr>
            <a:xfrm>
              <a:off x="4109" y="4621"/>
              <a:ext cx="843" cy="415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8565">
                <a:spcBef>
                  <a:spcPct val="20000"/>
                </a:spcBef>
                <a:defRPr/>
              </a:pPr>
              <a:r>
                <a:rPr lang="en-US" sz="2135" b="0" dirty="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30%</a:t>
              </a:r>
            </a:p>
          </p:txBody>
        </p:sp>
      </p:grpSp>
      <p:cxnSp>
        <p:nvCxnSpPr>
          <p:cNvPr id="5" name="直接箭头连接符 4"/>
          <p:cNvCxnSpPr/>
          <p:nvPr/>
        </p:nvCxnSpPr>
        <p:spPr>
          <a:xfrm>
            <a:off x="4255770" y="2523490"/>
            <a:ext cx="1946911" cy="0"/>
          </a:xfrm>
          <a:prstGeom prst="straightConnector1">
            <a:avLst/>
          </a:prstGeom>
          <a:ln>
            <a:gradFill>
              <a:gsLst>
                <a:gs pos="0">
                  <a:srgbClr val="C10015"/>
                </a:gs>
                <a:gs pos="100000">
                  <a:srgbClr val="E01F2D"/>
                </a:gs>
              </a:gsLst>
              <a:lin ang="5400000" scaled="1"/>
            </a:gra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4641850" y="3759200"/>
            <a:ext cx="1946911" cy="0"/>
          </a:xfrm>
          <a:prstGeom prst="straightConnector1">
            <a:avLst/>
          </a:prstGeom>
          <a:ln>
            <a:gradFill>
              <a:gsLst>
                <a:gs pos="0">
                  <a:srgbClr val="C10015"/>
                </a:gs>
                <a:gs pos="100000">
                  <a:srgbClr val="E01F2D"/>
                </a:gs>
              </a:gsLst>
              <a:lin ang="5400000" scaled="1"/>
            </a:gra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5344795" y="5262880"/>
            <a:ext cx="1946911" cy="0"/>
          </a:xfrm>
          <a:prstGeom prst="straightConnector1">
            <a:avLst/>
          </a:prstGeom>
          <a:ln>
            <a:gradFill>
              <a:gsLst>
                <a:gs pos="0">
                  <a:srgbClr val="C10015"/>
                </a:gs>
                <a:gs pos="100000">
                  <a:srgbClr val="E01F2D"/>
                </a:gs>
              </a:gsLst>
              <a:lin ang="5400000" scaled="1"/>
            </a:gra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304280" y="2028826"/>
            <a:ext cx="3336291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760845" y="3274061"/>
            <a:ext cx="3336291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10145" y="4797426"/>
            <a:ext cx="3336291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4" name="圆角矩形 13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产品详情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/>
          <p:cNvSpPr/>
          <p:nvPr/>
        </p:nvSpPr>
        <p:spPr bwMode="auto">
          <a:xfrm>
            <a:off x="1341757" y="2265682"/>
            <a:ext cx="3136265" cy="3136265"/>
          </a:xfrm>
          <a:prstGeom prst="ellipse">
            <a:avLst/>
          </a:prstGeom>
          <a:blipFill rotWithShape="1">
            <a:blip r:embed="Re76c952fa33545f0"/>
            <a:stretch>
              <a:fillRect/>
            </a:stretch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7497" tIns="33748" rIns="67497" bIns="33748" numCol="1" rtlCol="0" anchor="ctr" anchorCtr="0" compatLnSpc="1"/>
          <a:lstStyle/>
          <a:p>
            <a:pPr algn="ctr" defTabSz="675005"/>
            <a:endParaRPr lang="zh-CN" altLang="en-US" sz="2000" dirty="0">
              <a:solidFill>
                <a:schemeClr val="bg1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3" name="TextBox 3"/>
          <p:cNvSpPr txBox="1"/>
          <p:nvPr/>
        </p:nvSpPr>
        <p:spPr>
          <a:xfrm>
            <a:off x="5961381" y="1293497"/>
            <a:ext cx="16986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r>
              <a:rPr sz="1600" b="1" dirty="0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</p:txBody>
      </p:sp>
      <p:sp>
        <p:nvSpPr>
          <p:cNvPr id="34" name="TextBox 4"/>
          <p:cNvSpPr txBox="1"/>
          <p:nvPr/>
        </p:nvSpPr>
        <p:spPr>
          <a:xfrm>
            <a:off x="5961382" y="1697355"/>
            <a:ext cx="48494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35" name="TextBox 5"/>
          <p:cNvSpPr txBox="1"/>
          <p:nvPr/>
        </p:nvSpPr>
        <p:spPr>
          <a:xfrm>
            <a:off x="5961381" y="2514602"/>
            <a:ext cx="16986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r>
              <a:rPr sz="1600" b="1" dirty="0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</p:txBody>
      </p:sp>
      <p:sp>
        <p:nvSpPr>
          <p:cNvPr id="36" name="TextBox 6"/>
          <p:cNvSpPr txBox="1"/>
          <p:nvPr/>
        </p:nvSpPr>
        <p:spPr>
          <a:xfrm>
            <a:off x="5961382" y="2918460"/>
            <a:ext cx="48494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37" name="TextBox 7"/>
          <p:cNvSpPr txBox="1"/>
          <p:nvPr/>
        </p:nvSpPr>
        <p:spPr>
          <a:xfrm>
            <a:off x="5961381" y="3786506"/>
            <a:ext cx="16986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r>
              <a:rPr sz="1600" b="1" dirty="0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</p:txBody>
      </p:sp>
      <p:sp>
        <p:nvSpPr>
          <p:cNvPr id="38" name="TextBox 8"/>
          <p:cNvSpPr txBox="1"/>
          <p:nvPr/>
        </p:nvSpPr>
        <p:spPr>
          <a:xfrm>
            <a:off x="5961382" y="4190365"/>
            <a:ext cx="48494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39" name="TextBox 9"/>
          <p:cNvSpPr txBox="1"/>
          <p:nvPr/>
        </p:nvSpPr>
        <p:spPr>
          <a:xfrm>
            <a:off x="5957571" y="5133977"/>
            <a:ext cx="1699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r>
              <a:rPr sz="1600" b="1" dirty="0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</p:txBody>
      </p:sp>
      <p:sp>
        <p:nvSpPr>
          <p:cNvPr id="40" name="TextBox 10"/>
          <p:cNvSpPr txBox="1"/>
          <p:nvPr/>
        </p:nvSpPr>
        <p:spPr>
          <a:xfrm>
            <a:off x="5957569" y="5538470"/>
            <a:ext cx="48501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43" name="椭圆 42"/>
          <p:cNvSpPr/>
          <p:nvPr/>
        </p:nvSpPr>
        <p:spPr bwMode="auto">
          <a:xfrm>
            <a:off x="2910206" y="1600837"/>
            <a:ext cx="917575" cy="917575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7497" tIns="33748" rIns="67497" bIns="33748" numCol="1" rtlCol="0" anchor="ctr" anchorCtr="0" compatLnSpc="1"/>
          <a:lstStyle/>
          <a:p>
            <a:pPr algn="ctr" defTabSz="675005"/>
            <a:r>
              <a:rPr lang="en-US" altLang="zh-CN" sz="2000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1</a:t>
            </a:r>
          </a:p>
        </p:txBody>
      </p:sp>
      <p:sp>
        <p:nvSpPr>
          <p:cNvPr id="46" name="椭圆 45"/>
          <p:cNvSpPr/>
          <p:nvPr/>
        </p:nvSpPr>
        <p:spPr bwMode="auto">
          <a:xfrm>
            <a:off x="3866517" y="2487930"/>
            <a:ext cx="917575" cy="918210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7497" tIns="33748" rIns="67497" bIns="33748" numCol="1" rtlCol="0" anchor="ctr" anchorCtr="0" compatLnSpc="1"/>
          <a:lstStyle/>
          <a:p>
            <a:pPr algn="ctr" defTabSz="675005"/>
            <a:r>
              <a:rPr lang="en-US" altLang="zh-CN" sz="2000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2</a:t>
            </a:r>
          </a:p>
        </p:txBody>
      </p:sp>
      <p:sp>
        <p:nvSpPr>
          <p:cNvPr id="49" name="椭圆 48"/>
          <p:cNvSpPr/>
          <p:nvPr/>
        </p:nvSpPr>
        <p:spPr bwMode="auto">
          <a:xfrm>
            <a:off x="4065906" y="3822067"/>
            <a:ext cx="917575" cy="917575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7497" tIns="33748" rIns="67497" bIns="33748" numCol="1" rtlCol="0" anchor="ctr" anchorCtr="0" compatLnSpc="1"/>
          <a:lstStyle/>
          <a:p>
            <a:pPr algn="ctr" defTabSz="675005"/>
            <a:r>
              <a:rPr lang="en-US" altLang="zh-CN" sz="2000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3</a:t>
            </a:r>
          </a:p>
        </p:txBody>
      </p:sp>
      <p:sp>
        <p:nvSpPr>
          <p:cNvPr id="52" name="椭圆 51"/>
          <p:cNvSpPr/>
          <p:nvPr/>
        </p:nvSpPr>
        <p:spPr bwMode="auto">
          <a:xfrm>
            <a:off x="3369311" y="4834892"/>
            <a:ext cx="917575" cy="917575"/>
          </a:xfrm>
          <a:prstGeom prst="ellipse">
            <a:avLst/>
          </a:pr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7497" tIns="33748" rIns="67497" bIns="33748" numCol="1" rtlCol="0" anchor="ctr" anchorCtr="0" compatLnSpc="1"/>
          <a:lstStyle/>
          <a:p>
            <a:pPr algn="ctr" defTabSz="675005"/>
            <a:r>
              <a:rPr lang="en-US" altLang="zh-CN" sz="2000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4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4" name="圆角矩形 13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产品详情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 tmFilter="0,0; .5, 1; 1, 1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9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3" grpId="0"/>
      <p:bldP spid="33" grpId="1"/>
      <p:bldP spid="33" grpId="2"/>
      <p:bldP spid="34" grpId="0"/>
      <p:bldP spid="35" grpId="0"/>
      <p:bldP spid="35" grpId="1"/>
      <p:bldP spid="35" grpId="2"/>
      <p:bldP spid="36" grpId="0"/>
      <p:bldP spid="37" grpId="0"/>
      <p:bldP spid="37" grpId="1"/>
      <p:bldP spid="37" grpId="2"/>
      <p:bldP spid="38" grpId="0"/>
      <p:bldP spid="39" grpId="0"/>
      <p:bldP spid="39" grpId="1"/>
      <p:bldP spid="39" grpId="2"/>
      <p:bldP spid="40" grpId="0"/>
      <p:bldP spid="43" grpId="0" bldLvl="0" animBg="1"/>
      <p:bldP spid="46" grpId="0" bldLvl="0" animBg="1"/>
      <p:bldP spid="49" grpId="0" bldLvl="0" animBg="1"/>
      <p:bldP spid="5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文本框 111"/>
          <p:cNvSpPr txBox="1"/>
          <p:nvPr/>
        </p:nvSpPr>
        <p:spPr>
          <a:xfrm>
            <a:off x="5212715" y="3569970"/>
            <a:ext cx="1766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dk1">
                    <a:lumMod val="100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7499352" y="994411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在此输入详细文字介绍和详细信息。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1526541" y="1054101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7506972" y="5561966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在此输入详细文字介绍和详细信息。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1534797" y="5582286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8384541" y="2533651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在此输入详细文字介绍和详细信息。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725806" y="2593341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8491221" y="4043681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在此输入详细文字介绍和详细信息。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832486" y="4103371"/>
            <a:ext cx="292290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</p:txBody>
      </p:sp>
      <p:grpSp>
        <p:nvGrpSpPr>
          <p:cNvPr id="132" name="组合 131"/>
          <p:cNvGrpSpPr/>
          <p:nvPr/>
        </p:nvGrpSpPr>
        <p:grpSpPr>
          <a:xfrm>
            <a:off x="4449445" y="1583055"/>
            <a:ext cx="1463040" cy="1056640"/>
            <a:chOff x="7007" y="1957"/>
            <a:chExt cx="2304" cy="1664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3" name="Freeform 5"/>
            <p:cNvSpPr/>
            <p:nvPr/>
          </p:nvSpPr>
          <p:spPr bwMode="auto">
            <a:xfrm>
              <a:off x="7007" y="1957"/>
              <a:ext cx="2304" cy="1664"/>
            </a:xfrm>
            <a:custGeom>
              <a:avLst/>
              <a:gdLst>
                <a:gd name="T0" fmla="*/ 752 w 752"/>
                <a:gd name="T1" fmla="*/ 0 h 543"/>
                <a:gd name="T2" fmla="*/ 0 w 752"/>
                <a:gd name="T3" fmla="*/ 312 h 543"/>
                <a:gd name="T4" fmla="*/ 230 w 752"/>
                <a:gd name="T5" fmla="*/ 543 h 543"/>
                <a:gd name="T6" fmla="*/ 438 w 752"/>
                <a:gd name="T7" fmla="*/ 403 h 543"/>
                <a:gd name="T8" fmla="*/ 538 w 752"/>
                <a:gd name="T9" fmla="*/ 517 h 543"/>
                <a:gd name="T10" fmla="*/ 529 w 752"/>
                <a:gd name="T11" fmla="*/ 366 h 543"/>
                <a:gd name="T12" fmla="*/ 752 w 752"/>
                <a:gd name="T13" fmla="*/ 326 h 543"/>
                <a:gd name="T14" fmla="*/ 752 w 752"/>
                <a:gd name="T15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2" h="543">
                  <a:moveTo>
                    <a:pt x="752" y="0"/>
                  </a:moveTo>
                  <a:cubicBezTo>
                    <a:pt x="461" y="8"/>
                    <a:pt x="197" y="125"/>
                    <a:pt x="0" y="312"/>
                  </a:cubicBezTo>
                  <a:cubicBezTo>
                    <a:pt x="230" y="543"/>
                    <a:pt x="230" y="543"/>
                    <a:pt x="230" y="543"/>
                  </a:cubicBezTo>
                  <a:cubicBezTo>
                    <a:pt x="292" y="486"/>
                    <a:pt x="361" y="439"/>
                    <a:pt x="438" y="403"/>
                  </a:cubicBezTo>
                  <a:cubicBezTo>
                    <a:pt x="538" y="517"/>
                    <a:pt x="538" y="517"/>
                    <a:pt x="538" y="517"/>
                  </a:cubicBezTo>
                  <a:cubicBezTo>
                    <a:pt x="529" y="366"/>
                    <a:pt x="529" y="366"/>
                    <a:pt x="529" y="366"/>
                  </a:cubicBezTo>
                  <a:cubicBezTo>
                    <a:pt x="599" y="343"/>
                    <a:pt x="674" y="329"/>
                    <a:pt x="752" y="326"/>
                  </a:cubicBezTo>
                  <a:lnTo>
                    <a:pt x="7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 dirty="0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7840" y="2340"/>
              <a:ext cx="84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①</a:t>
              </a: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6045835" y="1583055"/>
            <a:ext cx="1460500" cy="1056640"/>
            <a:chOff x="9521" y="1957"/>
            <a:chExt cx="2300" cy="1664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27" name="Freeform 12"/>
            <p:cNvSpPr/>
            <p:nvPr/>
          </p:nvSpPr>
          <p:spPr bwMode="auto">
            <a:xfrm>
              <a:off x="9521" y="1957"/>
              <a:ext cx="2301" cy="1664"/>
            </a:xfrm>
            <a:custGeom>
              <a:avLst/>
              <a:gdLst>
                <a:gd name="T0" fmla="*/ 751 w 751"/>
                <a:gd name="T1" fmla="*/ 312 h 543"/>
                <a:gd name="T2" fmla="*/ 0 w 751"/>
                <a:gd name="T3" fmla="*/ 0 h 543"/>
                <a:gd name="T4" fmla="*/ 0 w 751"/>
                <a:gd name="T5" fmla="*/ 326 h 543"/>
                <a:gd name="T6" fmla="*/ 230 w 751"/>
                <a:gd name="T7" fmla="*/ 369 h 543"/>
                <a:gd name="T8" fmla="*/ 220 w 751"/>
                <a:gd name="T9" fmla="*/ 520 h 543"/>
                <a:gd name="T10" fmla="*/ 321 w 751"/>
                <a:gd name="T11" fmla="*/ 406 h 543"/>
                <a:gd name="T12" fmla="*/ 521 w 751"/>
                <a:gd name="T13" fmla="*/ 543 h 543"/>
                <a:gd name="T14" fmla="*/ 751 w 751"/>
                <a:gd name="T15" fmla="*/ 31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1" h="543">
                  <a:moveTo>
                    <a:pt x="751" y="312"/>
                  </a:moveTo>
                  <a:cubicBezTo>
                    <a:pt x="554" y="125"/>
                    <a:pt x="291" y="8"/>
                    <a:pt x="0" y="0"/>
                  </a:cubicBezTo>
                  <a:cubicBezTo>
                    <a:pt x="0" y="326"/>
                    <a:pt x="0" y="326"/>
                    <a:pt x="0" y="326"/>
                  </a:cubicBezTo>
                  <a:cubicBezTo>
                    <a:pt x="80" y="329"/>
                    <a:pt x="157" y="344"/>
                    <a:pt x="230" y="369"/>
                  </a:cubicBezTo>
                  <a:cubicBezTo>
                    <a:pt x="220" y="520"/>
                    <a:pt x="220" y="520"/>
                    <a:pt x="220" y="520"/>
                  </a:cubicBezTo>
                  <a:cubicBezTo>
                    <a:pt x="321" y="406"/>
                    <a:pt x="321" y="406"/>
                    <a:pt x="321" y="406"/>
                  </a:cubicBezTo>
                  <a:cubicBezTo>
                    <a:pt x="394" y="442"/>
                    <a:pt x="462" y="488"/>
                    <a:pt x="521" y="543"/>
                  </a:cubicBezTo>
                  <a:lnTo>
                    <a:pt x="751" y="3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10241" y="2340"/>
              <a:ext cx="84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②</a:t>
              </a: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4457701" y="4973955"/>
            <a:ext cx="1454151" cy="1060450"/>
            <a:chOff x="7020" y="7297"/>
            <a:chExt cx="2290" cy="1670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6" name="Freeform 8"/>
            <p:cNvSpPr/>
            <p:nvPr/>
          </p:nvSpPr>
          <p:spPr bwMode="auto">
            <a:xfrm>
              <a:off x="7020" y="7297"/>
              <a:ext cx="2291" cy="1671"/>
            </a:xfrm>
            <a:custGeom>
              <a:avLst/>
              <a:gdLst>
                <a:gd name="T0" fmla="*/ 521 w 748"/>
                <a:gd name="T1" fmla="*/ 177 h 545"/>
                <a:gd name="T2" fmla="*/ 533 w 748"/>
                <a:gd name="T3" fmla="*/ 0 h 545"/>
                <a:gd name="T4" fmla="*/ 415 w 748"/>
                <a:gd name="T5" fmla="*/ 133 h 545"/>
                <a:gd name="T6" fmla="*/ 231 w 748"/>
                <a:gd name="T7" fmla="*/ 6 h 545"/>
                <a:gd name="T8" fmla="*/ 0 w 748"/>
                <a:gd name="T9" fmla="*/ 237 h 545"/>
                <a:gd name="T10" fmla="*/ 748 w 748"/>
                <a:gd name="T11" fmla="*/ 545 h 545"/>
                <a:gd name="T12" fmla="*/ 748 w 748"/>
                <a:gd name="T13" fmla="*/ 219 h 545"/>
                <a:gd name="T14" fmla="*/ 521 w 748"/>
                <a:gd name="T15" fmla="*/ 177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8" h="545">
                  <a:moveTo>
                    <a:pt x="521" y="177"/>
                  </a:moveTo>
                  <a:cubicBezTo>
                    <a:pt x="533" y="0"/>
                    <a:pt x="533" y="0"/>
                    <a:pt x="533" y="0"/>
                  </a:cubicBezTo>
                  <a:cubicBezTo>
                    <a:pt x="415" y="133"/>
                    <a:pt x="415" y="133"/>
                    <a:pt x="415" y="133"/>
                  </a:cubicBezTo>
                  <a:cubicBezTo>
                    <a:pt x="348" y="99"/>
                    <a:pt x="286" y="57"/>
                    <a:pt x="231" y="6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197" y="421"/>
                    <a:pt x="459" y="537"/>
                    <a:pt x="748" y="545"/>
                  </a:cubicBezTo>
                  <a:cubicBezTo>
                    <a:pt x="748" y="219"/>
                    <a:pt x="748" y="219"/>
                    <a:pt x="748" y="219"/>
                  </a:cubicBezTo>
                  <a:cubicBezTo>
                    <a:pt x="669" y="216"/>
                    <a:pt x="593" y="201"/>
                    <a:pt x="521" y="1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7846" y="7872"/>
              <a:ext cx="849" cy="72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⑥</a:t>
              </a: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6045835" y="4973955"/>
            <a:ext cx="1452880" cy="1060450"/>
            <a:chOff x="9521" y="7297"/>
            <a:chExt cx="2288" cy="1670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7" name="Freeform 9"/>
            <p:cNvSpPr/>
            <p:nvPr/>
          </p:nvSpPr>
          <p:spPr bwMode="auto">
            <a:xfrm>
              <a:off x="9521" y="7297"/>
              <a:ext cx="2289" cy="1671"/>
            </a:xfrm>
            <a:custGeom>
              <a:avLst/>
              <a:gdLst>
                <a:gd name="T0" fmla="*/ 516 w 747"/>
                <a:gd name="T1" fmla="*/ 6 h 545"/>
                <a:gd name="T2" fmla="*/ 332 w 747"/>
                <a:gd name="T3" fmla="*/ 133 h 545"/>
                <a:gd name="T4" fmla="*/ 215 w 747"/>
                <a:gd name="T5" fmla="*/ 0 h 545"/>
                <a:gd name="T6" fmla="*/ 226 w 747"/>
                <a:gd name="T7" fmla="*/ 177 h 545"/>
                <a:gd name="T8" fmla="*/ 0 w 747"/>
                <a:gd name="T9" fmla="*/ 219 h 545"/>
                <a:gd name="T10" fmla="*/ 0 w 747"/>
                <a:gd name="T11" fmla="*/ 545 h 545"/>
                <a:gd name="T12" fmla="*/ 747 w 747"/>
                <a:gd name="T13" fmla="*/ 237 h 545"/>
                <a:gd name="T14" fmla="*/ 516 w 747"/>
                <a:gd name="T15" fmla="*/ 6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7" h="545">
                  <a:moveTo>
                    <a:pt x="516" y="6"/>
                  </a:moveTo>
                  <a:cubicBezTo>
                    <a:pt x="461" y="57"/>
                    <a:pt x="399" y="100"/>
                    <a:pt x="332" y="133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26" y="177"/>
                    <a:pt x="226" y="177"/>
                    <a:pt x="226" y="177"/>
                  </a:cubicBezTo>
                  <a:cubicBezTo>
                    <a:pt x="154" y="201"/>
                    <a:pt x="79" y="216"/>
                    <a:pt x="0" y="219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288" y="537"/>
                    <a:pt x="550" y="421"/>
                    <a:pt x="747" y="237"/>
                  </a:cubicBezTo>
                  <a:lnTo>
                    <a:pt x="516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10247" y="7872"/>
              <a:ext cx="84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⑤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3755390" y="2286635"/>
            <a:ext cx="1057911" cy="1464310"/>
            <a:chOff x="5914" y="3065"/>
            <a:chExt cx="1666" cy="2306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4" name="Freeform 6"/>
            <p:cNvSpPr/>
            <p:nvPr/>
          </p:nvSpPr>
          <p:spPr bwMode="auto">
            <a:xfrm>
              <a:off x="5914" y="3065"/>
              <a:ext cx="1667" cy="2306"/>
            </a:xfrm>
            <a:custGeom>
              <a:avLst/>
              <a:gdLst>
                <a:gd name="T0" fmla="*/ 544 w 544"/>
                <a:gd name="T1" fmla="*/ 515 h 752"/>
                <a:gd name="T2" fmla="*/ 418 w 544"/>
                <a:gd name="T3" fmla="*/ 403 h 752"/>
                <a:gd name="T4" fmla="*/ 539 w 544"/>
                <a:gd name="T5" fmla="*/ 231 h 752"/>
                <a:gd name="T6" fmla="*/ 308 w 544"/>
                <a:gd name="T7" fmla="*/ 0 h 752"/>
                <a:gd name="T8" fmla="*/ 0 w 544"/>
                <a:gd name="T9" fmla="*/ 752 h 752"/>
                <a:gd name="T10" fmla="*/ 326 w 544"/>
                <a:gd name="T11" fmla="*/ 752 h 752"/>
                <a:gd name="T12" fmla="*/ 374 w 544"/>
                <a:gd name="T13" fmla="*/ 504 h 752"/>
                <a:gd name="T14" fmla="*/ 544 w 544"/>
                <a:gd name="T15" fmla="*/ 515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4" h="752">
                  <a:moveTo>
                    <a:pt x="544" y="515"/>
                  </a:moveTo>
                  <a:cubicBezTo>
                    <a:pt x="418" y="403"/>
                    <a:pt x="418" y="403"/>
                    <a:pt x="418" y="403"/>
                  </a:cubicBezTo>
                  <a:cubicBezTo>
                    <a:pt x="451" y="341"/>
                    <a:pt x="491" y="283"/>
                    <a:pt x="539" y="231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123" y="198"/>
                    <a:pt x="7" y="461"/>
                    <a:pt x="0" y="752"/>
                  </a:cubicBezTo>
                  <a:cubicBezTo>
                    <a:pt x="326" y="752"/>
                    <a:pt x="326" y="752"/>
                    <a:pt x="326" y="752"/>
                  </a:cubicBezTo>
                  <a:cubicBezTo>
                    <a:pt x="329" y="665"/>
                    <a:pt x="346" y="582"/>
                    <a:pt x="374" y="504"/>
                  </a:cubicBezTo>
                  <a:lnTo>
                    <a:pt x="544" y="5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6216" y="3971"/>
              <a:ext cx="84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⑧</a:t>
              </a: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7146290" y="2286635"/>
            <a:ext cx="1057911" cy="1464310"/>
            <a:chOff x="11254" y="3065"/>
            <a:chExt cx="1666" cy="2306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25" name="Freeform 11"/>
            <p:cNvSpPr/>
            <p:nvPr/>
          </p:nvSpPr>
          <p:spPr bwMode="auto">
            <a:xfrm>
              <a:off x="11254" y="3065"/>
              <a:ext cx="1666" cy="2306"/>
            </a:xfrm>
            <a:custGeom>
              <a:avLst/>
              <a:gdLst>
                <a:gd name="T0" fmla="*/ 544 w 544"/>
                <a:gd name="T1" fmla="*/ 752 h 752"/>
                <a:gd name="T2" fmla="*/ 235 w 544"/>
                <a:gd name="T3" fmla="*/ 0 h 752"/>
                <a:gd name="T4" fmla="*/ 5 w 544"/>
                <a:gd name="T5" fmla="*/ 231 h 752"/>
                <a:gd name="T6" fmla="*/ 130 w 544"/>
                <a:gd name="T7" fmla="*/ 413 h 752"/>
                <a:gd name="T8" fmla="*/ 0 w 544"/>
                <a:gd name="T9" fmla="*/ 527 h 752"/>
                <a:gd name="T10" fmla="*/ 174 w 544"/>
                <a:gd name="T11" fmla="*/ 517 h 752"/>
                <a:gd name="T12" fmla="*/ 218 w 544"/>
                <a:gd name="T13" fmla="*/ 752 h 752"/>
                <a:gd name="T14" fmla="*/ 544 w 544"/>
                <a:gd name="T15" fmla="*/ 752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4" h="752">
                  <a:moveTo>
                    <a:pt x="544" y="752"/>
                  </a:moveTo>
                  <a:cubicBezTo>
                    <a:pt x="536" y="461"/>
                    <a:pt x="420" y="198"/>
                    <a:pt x="235" y="0"/>
                  </a:cubicBezTo>
                  <a:cubicBezTo>
                    <a:pt x="5" y="231"/>
                    <a:pt x="5" y="231"/>
                    <a:pt x="5" y="231"/>
                  </a:cubicBezTo>
                  <a:cubicBezTo>
                    <a:pt x="54" y="285"/>
                    <a:pt x="97" y="346"/>
                    <a:pt x="130" y="413"/>
                  </a:cubicBezTo>
                  <a:cubicBezTo>
                    <a:pt x="0" y="527"/>
                    <a:pt x="0" y="527"/>
                    <a:pt x="0" y="527"/>
                  </a:cubicBezTo>
                  <a:cubicBezTo>
                    <a:pt x="174" y="517"/>
                    <a:pt x="174" y="517"/>
                    <a:pt x="174" y="517"/>
                  </a:cubicBezTo>
                  <a:cubicBezTo>
                    <a:pt x="200" y="591"/>
                    <a:pt x="215" y="670"/>
                    <a:pt x="218" y="752"/>
                  </a:cubicBezTo>
                  <a:lnTo>
                    <a:pt x="544" y="7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11798" y="3971"/>
              <a:ext cx="84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③</a:t>
              </a: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3755391" y="3884295"/>
            <a:ext cx="1056640" cy="1454150"/>
            <a:chOff x="5914" y="5581"/>
            <a:chExt cx="1664" cy="2290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5" name="Freeform 7"/>
            <p:cNvSpPr/>
            <p:nvPr/>
          </p:nvSpPr>
          <p:spPr bwMode="auto">
            <a:xfrm>
              <a:off x="5914" y="5581"/>
              <a:ext cx="1664" cy="2291"/>
            </a:xfrm>
            <a:custGeom>
              <a:avLst/>
              <a:gdLst>
                <a:gd name="T0" fmla="*/ 402 w 543"/>
                <a:gd name="T1" fmla="*/ 308 h 747"/>
                <a:gd name="T2" fmla="*/ 535 w 543"/>
                <a:gd name="T3" fmla="*/ 192 h 747"/>
                <a:gd name="T4" fmla="*/ 361 w 543"/>
                <a:gd name="T5" fmla="*/ 203 h 747"/>
                <a:gd name="T6" fmla="*/ 326 w 543"/>
                <a:gd name="T7" fmla="*/ 0 h 747"/>
                <a:gd name="T8" fmla="*/ 0 w 543"/>
                <a:gd name="T9" fmla="*/ 0 h 747"/>
                <a:gd name="T10" fmla="*/ 312 w 543"/>
                <a:gd name="T11" fmla="*/ 747 h 747"/>
                <a:gd name="T12" fmla="*/ 543 w 543"/>
                <a:gd name="T13" fmla="*/ 517 h 747"/>
                <a:gd name="T14" fmla="*/ 402 w 543"/>
                <a:gd name="T15" fmla="*/ 308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3" h="747">
                  <a:moveTo>
                    <a:pt x="402" y="308"/>
                  </a:moveTo>
                  <a:cubicBezTo>
                    <a:pt x="535" y="192"/>
                    <a:pt x="535" y="192"/>
                    <a:pt x="535" y="192"/>
                  </a:cubicBezTo>
                  <a:cubicBezTo>
                    <a:pt x="361" y="203"/>
                    <a:pt x="361" y="203"/>
                    <a:pt x="361" y="203"/>
                  </a:cubicBezTo>
                  <a:cubicBezTo>
                    <a:pt x="342" y="138"/>
                    <a:pt x="329" y="70"/>
                    <a:pt x="3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289"/>
                    <a:pt x="127" y="551"/>
                    <a:pt x="312" y="747"/>
                  </a:cubicBezTo>
                  <a:cubicBezTo>
                    <a:pt x="543" y="517"/>
                    <a:pt x="543" y="517"/>
                    <a:pt x="543" y="517"/>
                  </a:cubicBezTo>
                  <a:cubicBezTo>
                    <a:pt x="486" y="455"/>
                    <a:pt x="438" y="385"/>
                    <a:pt x="402" y="3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6228" y="6233"/>
              <a:ext cx="84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⑦</a:t>
              </a: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7146289" y="3884295"/>
            <a:ext cx="1055371" cy="1454150"/>
            <a:chOff x="11254" y="5581"/>
            <a:chExt cx="1662" cy="2290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8" name="Freeform 10"/>
            <p:cNvSpPr/>
            <p:nvPr/>
          </p:nvSpPr>
          <p:spPr bwMode="auto">
            <a:xfrm>
              <a:off x="11254" y="5581"/>
              <a:ext cx="1663" cy="2291"/>
            </a:xfrm>
            <a:custGeom>
              <a:avLst/>
              <a:gdLst>
                <a:gd name="T0" fmla="*/ 217 w 543"/>
                <a:gd name="T1" fmla="*/ 0 h 747"/>
                <a:gd name="T2" fmla="*/ 180 w 543"/>
                <a:gd name="T3" fmla="*/ 210 h 747"/>
                <a:gd name="T4" fmla="*/ 6 w 543"/>
                <a:gd name="T5" fmla="*/ 199 h 747"/>
                <a:gd name="T6" fmla="*/ 138 w 543"/>
                <a:gd name="T7" fmla="*/ 315 h 747"/>
                <a:gd name="T8" fmla="*/ 0 w 543"/>
                <a:gd name="T9" fmla="*/ 517 h 747"/>
                <a:gd name="T10" fmla="*/ 231 w 543"/>
                <a:gd name="T11" fmla="*/ 747 h 747"/>
                <a:gd name="T12" fmla="*/ 543 w 543"/>
                <a:gd name="T13" fmla="*/ 0 h 747"/>
                <a:gd name="T14" fmla="*/ 217 w 543"/>
                <a:gd name="T15" fmla="*/ 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3" h="747">
                  <a:moveTo>
                    <a:pt x="217" y="0"/>
                  </a:moveTo>
                  <a:cubicBezTo>
                    <a:pt x="214" y="73"/>
                    <a:pt x="201" y="143"/>
                    <a:pt x="180" y="210"/>
                  </a:cubicBezTo>
                  <a:cubicBezTo>
                    <a:pt x="6" y="199"/>
                    <a:pt x="6" y="199"/>
                    <a:pt x="6" y="199"/>
                  </a:cubicBezTo>
                  <a:cubicBezTo>
                    <a:pt x="138" y="315"/>
                    <a:pt x="138" y="315"/>
                    <a:pt x="138" y="315"/>
                  </a:cubicBezTo>
                  <a:cubicBezTo>
                    <a:pt x="102" y="389"/>
                    <a:pt x="56" y="457"/>
                    <a:pt x="0" y="517"/>
                  </a:cubicBezTo>
                  <a:cubicBezTo>
                    <a:pt x="231" y="747"/>
                    <a:pt x="231" y="747"/>
                    <a:pt x="231" y="747"/>
                  </a:cubicBezTo>
                  <a:cubicBezTo>
                    <a:pt x="417" y="551"/>
                    <a:pt x="534" y="289"/>
                    <a:pt x="543" y="0"/>
                  </a:cubicBezTo>
                  <a:lnTo>
                    <a:pt x="2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91440" rIns="182880" bIns="91440" numCol="1" anchor="t" anchorCtr="0" compatLnSpc="1"/>
            <a:lstStyle/>
            <a:p>
              <a:endParaRPr lang="en-US">
                <a:solidFill>
                  <a:srgbClr val="3F3F3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11810" y="6233"/>
              <a:ext cx="84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④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4" name="圆角矩形 13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产品详情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71726"/>
            </a:gs>
            <a:gs pos="93000">
              <a:srgbClr val="C1001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flipH="1">
            <a:off x="0" y="257493"/>
            <a:ext cx="5943600" cy="6600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62" h="10405">
                <a:moveTo>
                  <a:pt x="0" y="5197"/>
                </a:moveTo>
                <a:cubicBezTo>
                  <a:pt x="-89" y="2280"/>
                  <a:pt x="2581" y="-71"/>
                  <a:pt x="5196" y="0"/>
                </a:cubicBezTo>
                <a:cubicBezTo>
                  <a:pt x="6898" y="-103"/>
                  <a:pt x="8692" y="1102"/>
                  <a:pt x="9360" y="2089"/>
                </a:cubicBezTo>
                <a:lnTo>
                  <a:pt x="9360" y="8305"/>
                </a:lnTo>
                <a:cubicBezTo>
                  <a:pt x="8581" y="9503"/>
                  <a:pt x="6640" y="10476"/>
                  <a:pt x="5196" y="10394"/>
                </a:cubicBezTo>
                <a:cubicBezTo>
                  <a:pt x="2280" y="10484"/>
                  <a:pt x="-71" y="7813"/>
                  <a:pt x="0" y="5197"/>
                </a:cubicBezTo>
                <a:close/>
              </a:path>
            </a:pathLst>
          </a:custGeom>
          <a:solidFill>
            <a:srgbClr val="D61E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 flipH="1">
            <a:off x="181611" y="1119823"/>
            <a:ext cx="4919980" cy="4921250"/>
          </a:xfrm>
          <a:prstGeom prst="ellipse">
            <a:avLst/>
          </a:prstGeom>
          <a:solidFill>
            <a:srgbClr val="E0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bb14032e6a4b4905">
            <a:lum bright="-6000" contrast="12000"/>
          </a:blip>
          <a:stretch>
            <a:fillRect/>
          </a:stretch>
        </p:blipFill>
        <p:spPr>
          <a:xfrm flipH="1">
            <a:off x="607695" y="1612267"/>
            <a:ext cx="4281171" cy="3936365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 flipH="1">
            <a:off x="291466" y="4768850"/>
            <a:ext cx="779780" cy="779780"/>
          </a:xfrm>
          <a:prstGeom prst="ellipse">
            <a:avLst/>
          </a:prstGeom>
          <a:gradFill>
            <a:gsLst>
              <a:gs pos="23000">
                <a:srgbClr val="E01F2D"/>
              </a:gs>
              <a:gs pos="100000">
                <a:srgbClr val="E01F2D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任意多边形 5"/>
          <p:cNvSpPr/>
          <p:nvPr/>
        </p:nvSpPr>
        <p:spPr>
          <a:xfrm flipH="1">
            <a:off x="6257925" y="0"/>
            <a:ext cx="5934275" cy="304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45" h="4800">
                <a:moveTo>
                  <a:pt x="9345" y="0"/>
                </a:moveTo>
                <a:cubicBezTo>
                  <a:pt x="9309" y="2504"/>
                  <a:pt x="6688" y="4943"/>
                  <a:pt x="4175" y="4794"/>
                </a:cubicBezTo>
                <a:cubicBezTo>
                  <a:pt x="2464" y="4880"/>
                  <a:pt x="712" y="3729"/>
                  <a:pt x="0" y="2684"/>
                </a:cubicBezTo>
                <a:lnTo>
                  <a:pt x="0" y="0"/>
                </a:lnTo>
                <a:lnTo>
                  <a:pt x="9345" y="0"/>
                </a:lnTo>
                <a:close/>
              </a:path>
            </a:pathLst>
          </a:custGeom>
          <a:gradFill>
            <a:gsLst>
              <a:gs pos="51000">
                <a:srgbClr val="E01F2D"/>
              </a:gs>
              <a:gs pos="90000">
                <a:srgbClr val="D61E28"/>
              </a:gs>
              <a:gs pos="9000">
                <a:srgbClr val="E01F2D">
                  <a:alpha val="0"/>
                </a:srgbClr>
              </a:gs>
              <a:gs pos="100000">
                <a:srgbClr val="E01F2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3" name="图片 12" descr="5"/>
          <p:cNvPicPr>
            <a:picLocks noChangeAspect="1"/>
          </p:cNvPicPr>
          <p:nvPr/>
        </p:nvPicPr>
        <p:blipFill>
          <a:blip r:embed="R04dced8477e94071">
            <a:lum bright="-6000" contrast="12000"/>
          </a:blip>
          <a:stretch>
            <a:fillRect/>
          </a:stretch>
        </p:blipFill>
        <p:spPr>
          <a:xfrm>
            <a:off x="6941821" y="5548630"/>
            <a:ext cx="4655185" cy="13093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59561" y="2796540"/>
            <a:ext cx="21647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03</a:t>
            </a:r>
            <a:endParaRPr lang="zh-CN" altLang="en-US" sz="7200" b="1" dirty="0">
              <a:gradFill>
                <a:gsLst>
                  <a:gs pos="39000">
                    <a:srgbClr val="FFEDD7"/>
                  </a:gs>
                  <a:gs pos="100000">
                    <a:srgbClr val="FFD6AD"/>
                  </a:gs>
                </a:gsLst>
                <a:lin ang="5400000" scaled="0"/>
              </a:gradFill>
              <a:latin typeface="Impact" pitchFamily="34" charset="0"/>
              <a:ea typeface="阿里巴巴普惠体 Medium"/>
              <a:cs typeface="阿里巴巴普惠体 Medium"/>
              <a:sym typeface="Arial"/>
            </a:endParaRPr>
          </a:p>
          <a:p>
            <a:pPr algn="ctr"/>
            <a:r>
              <a:rPr lang="en-US" altLang="zh-CN" sz="24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Part  three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613400" y="2248535"/>
            <a:ext cx="4392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 b="1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dirty="0">
                <a:sym typeface="Arial"/>
              </a:rPr>
              <a:t>购买方式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02300" y="3598546"/>
            <a:ext cx="5984240" cy="11726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The template is well-designed, all materials of the template can be freely edited, 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replaced and moved.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  <p:bldP spid="14" grpId="0" bldLvl="0" animBg="1"/>
      <p:bldP spid="6" grpId="0" bldLvl="0" animBg="1"/>
      <p:bldP spid="2" grpId="0"/>
      <p:bldP spid="17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077595" y="3075940"/>
            <a:ext cx="1610995" cy="1610360"/>
            <a:chOff x="1874" y="4149"/>
            <a:chExt cx="2537" cy="2536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4" name="Oval 3"/>
            <p:cNvSpPr/>
            <p:nvPr/>
          </p:nvSpPr>
          <p:spPr>
            <a:xfrm>
              <a:off x="1874" y="4149"/>
              <a:ext cx="2536" cy="25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874" y="5127"/>
              <a:ext cx="2537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279889" y="3075940"/>
            <a:ext cx="1620520" cy="1610360"/>
            <a:chOff x="14791" y="4149"/>
            <a:chExt cx="2552" cy="2536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5" name="Oval 4"/>
            <p:cNvSpPr/>
            <p:nvPr/>
          </p:nvSpPr>
          <p:spPr>
            <a:xfrm>
              <a:off x="14791" y="4149"/>
              <a:ext cx="2536" cy="25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4806" y="5110"/>
              <a:ext cx="2537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001520" y="1672591"/>
            <a:ext cx="8189595" cy="2942590"/>
            <a:chOff x="3329" y="1939"/>
            <a:chExt cx="12897" cy="4634"/>
          </a:xfrm>
        </p:grpSpPr>
        <p:sp>
          <p:nvSpPr>
            <p:cNvPr id="17" name="Arc 16"/>
            <p:cNvSpPr/>
            <p:nvPr/>
          </p:nvSpPr>
          <p:spPr>
            <a:xfrm>
              <a:off x="3329" y="2280"/>
              <a:ext cx="12897" cy="4293"/>
            </a:xfrm>
            <a:prstGeom prst="arc">
              <a:avLst>
                <a:gd name="adj1" fmla="val 10951277"/>
                <a:gd name="adj2" fmla="val 21465256"/>
              </a:avLst>
            </a:prstGeom>
            <a:ln w="25400">
              <a:gradFill>
                <a:gsLst>
                  <a:gs pos="0">
                    <a:srgbClr val="C10015"/>
                  </a:gs>
                  <a:gs pos="100000">
                    <a:srgbClr val="E01F2D"/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7516" y="1939"/>
              <a:ext cx="4449" cy="839"/>
              <a:chOff x="7516" y="1939"/>
              <a:chExt cx="4449" cy="839"/>
            </a:xfrm>
          </p:grpSpPr>
          <p:sp>
            <p:nvSpPr>
              <p:cNvPr id="34" name="Rectangle: Rounded Corners 33"/>
              <p:cNvSpPr/>
              <p:nvPr/>
            </p:nvSpPr>
            <p:spPr>
              <a:xfrm>
                <a:off x="7516" y="1939"/>
                <a:ext cx="4449" cy="839"/>
              </a:xfrm>
              <a:prstGeom prst="roundRect">
                <a:avLst/>
              </a:prstGeom>
              <a:gradFill>
                <a:gsLst>
                  <a:gs pos="0">
                    <a:srgbClr val="C10015"/>
                  </a:gs>
                  <a:gs pos="69000">
                    <a:srgbClr val="E01F2D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8472" y="2068"/>
                <a:ext cx="253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点此编辑文本</a:t>
                </a: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2481580" y="2507617"/>
            <a:ext cx="6955155" cy="1423035"/>
            <a:chOff x="4085" y="3254"/>
            <a:chExt cx="10953" cy="2241"/>
          </a:xfrm>
        </p:grpSpPr>
        <p:sp>
          <p:nvSpPr>
            <p:cNvPr id="12" name="Arc 11"/>
            <p:cNvSpPr/>
            <p:nvPr/>
          </p:nvSpPr>
          <p:spPr>
            <a:xfrm>
              <a:off x="4085" y="3595"/>
              <a:ext cx="10953" cy="1900"/>
            </a:xfrm>
            <a:prstGeom prst="arc">
              <a:avLst>
                <a:gd name="adj1" fmla="val 10795226"/>
                <a:gd name="adj2" fmla="val 0"/>
              </a:avLst>
            </a:prstGeom>
            <a:ln w="25400">
              <a:gradFill>
                <a:gsLst>
                  <a:gs pos="0">
                    <a:srgbClr val="C10015"/>
                  </a:gs>
                  <a:gs pos="100000">
                    <a:srgbClr val="E01F2D"/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7516" y="3254"/>
              <a:ext cx="4449" cy="839"/>
              <a:chOff x="7516" y="3254"/>
              <a:chExt cx="4449" cy="839"/>
            </a:xfrm>
          </p:grpSpPr>
          <p:sp>
            <p:nvSpPr>
              <p:cNvPr id="31" name="Rectangle: Rounded Corners 30"/>
              <p:cNvSpPr/>
              <p:nvPr/>
            </p:nvSpPr>
            <p:spPr>
              <a:xfrm>
                <a:off x="7516" y="3254"/>
                <a:ext cx="4449" cy="839"/>
              </a:xfrm>
              <a:prstGeom prst="roundRect">
                <a:avLst/>
              </a:prstGeom>
              <a:gradFill>
                <a:gsLst>
                  <a:gs pos="0">
                    <a:srgbClr val="C10015"/>
                  </a:gs>
                  <a:gs pos="69000">
                    <a:srgbClr val="E01F2D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509" y="3383"/>
                <a:ext cx="253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点此编辑文本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2687955" y="3613151"/>
            <a:ext cx="6601460" cy="532765"/>
            <a:chOff x="4410" y="4995"/>
            <a:chExt cx="10396" cy="839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4410" y="5436"/>
              <a:ext cx="10396" cy="0"/>
            </a:xfrm>
            <a:prstGeom prst="line">
              <a:avLst/>
            </a:prstGeom>
            <a:ln w="25400">
              <a:gradFill>
                <a:gsLst>
                  <a:gs pos="0">
                    <a:srgbClr val="C10015"/>
                  </a:gs>
                  <a:gs pos="100000">
                    <a:srgbClr val="E01F2D"/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7516" y="4995"/>
              <a:ext cx="4449" cy="839"/>
              <a:chOff x="7516" y="4995"/>
              <a:chExt cx="4449" cy="839"/>
            </a:xfrm>
          </p:grpSpPr>
          <p:sp>
            <p:nvSpPr>
              <p:cNvPr id="30" name="Rectangle: Rounded Corners 29"/>
              <p:cNvSpPr/>
              <p:nvPr/>
            </p:nvSpPr>
            <p:spPr>
              <a:xfrm>
                <a:off x="7516" y="4995"/>
                <a:ext cx="4449" cy="839"/>
              </a:xfrm>
              <a:prstGeom prst="roundRect">
                <a:avLst/>
              </a:prstGeom>
              <a:gradFill>
                <a:gsLst>
                  <a:gs pos="0">
                    <a:srgbClr val="C10015"/>
                  </a:gs>
                  <a:gs pos="69000">
                    <a:srgbClr val="E01F2D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472" y="5146"/>
                <a:ext cx="253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点此编辑文本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2390775" y="3924302"/>
            <a:ext cx="7148831" cy="1333500"/>
            <a:chOff x="3942" y="5485"/>
            <a:chExt cx="11258" cy="2100"/>
          </a:xfrm>
        </p:grpSpPr>
        <p:sp>
          <p:nvSpPr>
            <p:cNvPr id="16" name="Arc 15"/>
            <p:cNvSpPr/>
            <p:nvPr/>
          </p:nvSpPr>
          <p:spPr>
            <a:xfrm rot="10800000">
              <a:off x="3942" y="5485"/>
              <a:ext cx="11258" cy="1766"/>
            </a:xfrm>
            <a:prstGeom prst="arc">
              <a:avLst>
                <a:gd name="adj1" fmla="val 10795226"/>
                <a:gd name="adj2" fmla="val 0"/>
              </a:avLst>
            </a:prstGeom>
            <a:ln w="25400">
              <a:gradFill>
                <a:gsLst>
                  <a:gs pos="0">
                    <a:srgbClr val="C10015"/>
                  </a:gs>
                  <a:gs pos="100000">
                    <a:srgbClr val="E01F2D"/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516" y="6746"/>
              <a:ext cx="4449" cy="839"/>
              <a:chOff x="7516" y="6746"/>
              <a:chExt cx="4449" cy="839"/>
            </a:xfrm>
          </p:grpSpPr>
          <p:sp>
            <p:nvSpPr>
              <p:cNvPr id="32" name="Rectangle: Rounded Corners 31"/>
              <p:cNvSpPr/>
              <p:nvPr/>
            </p:nvSpPr>
            <p:spPr>
              <a:xfrm>
                <a:off x="7516" y="6746"/>
                <a:ext cx="4449" cy="839"/>
              </a:xfrm>
              <a:prstGeom prst="roundRect">
                <a:avLst/>
              </a:prstGeom>
              <a:gradFill>
                <a:gsLst>
                  <a:gs pos="0">
                    <a:srgbClr val="C10015"/>
                  </a:gs>
                  <a:gs pos="69000">
                    <a:srgbClr val="E01F2D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8509" y="6876"/>
                <a:ext cx="253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点此编辑文本</a:t>
                </a: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001520" y="3147061"/>
            <a:ext cx="8189595" cy="2960370"/>
            <a:chOff x="3329" y="4261"/>
            <a:chExt cx="12897" cy="4662"/>
          </a:xfrm>
        </p:grpSpPr>
        <p:sp>
          <p:nvSpPr>
            <p:cNvPr id="15" name="Arc 14"/>
            <p:cNvSpPr/>
            <p:nvPr/>
          </p:nvSpPr>
          <p:spPr>
            <a:xfrm rot="10800000">
              <a:off x="3329" y="4261"/>
              <a:ext cx="12897" cy="4292"/>
            </a:xfrm>
            <a:prstGeom prst="arc">
              <a:avLst>
                <a:gd name="adj1" fmla="val 10932148"/>
                <a:gd name="adj2" fmla="val 21465256"/>
              </a:avLst>
            </a:prstGeom>
            <a:ln w="25400">
              <a:gradFill>
                <a:gsLst>
                  <a:gs pos="0">
                    <a:srgbClr val="C10015"/>
                  </a:gs>
                  <a:gs pos="100000">
                    <a:srgbClr val="E01F2D"/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516" y="8084"/>
              <a:ext cx="4449" cy="839"/>
              <a:chOff x="7516" y="8084"/>
              <a:chExt cx="4449" cy="839"/>
            </a:xfrm>
          </p:grpSpPr>
          <p:sp>
            <p:nvSpPr>
              <p:cNvPr id="33" name="Rectangle: Rounded Corners 32"/>
              <p:cNvSpPr/>
              <p:nvPr/>
            </p:nvSpPr>
            <p:spPr>
              <a:xfrm>
                <a:off x="7516" y="8084"/>
                <a:ext cx="4449" cy="839"/>
              </a:xfrm>
              <a:prstGeom prst="roundRect">
                <a:avLst/>
              </a:prstGeom>
              <a:gradFill>
                <a:gsLst>
                  <a:gs pos="0">
                    <a:srgbClr val="C10015"/>
                  </a:gs>
                  <a:gs pos="69000">
                    <a:srgbClr val="E01F2D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8509" y="8213"/>
                <a:ext cx="253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点此编辑文本</a:t>
                </a: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6" name="圆角矩形 5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03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购买方式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62500" y="1405255"/>
            <a:ext cx="2660651" cy="4013200"/>
            <a:chOff x="14405" y="5352"/>
            <a:chExt cx="9580" cy="14448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21" name="Freeform 20"/>
            <p:cNvSpPr>
              <a:spLocks noEditPoints="1"/>
            </p:cNvSpPr>
            <p:nvPr/>
          </p:nvSpPr>
          <p:spPr bwMode="auto">
            <a:xfrm>
              <a:off x="14405" y="5352"/>
              <a:ext cx="9580" cy="11508"/>
            </a:xfrm>
            <a:custGeom>
              <a:avLst/>
              <a:gdLst>
                <a:gd name="T0" fmla="*/ 1916 w 3832"/>
                <a:gd name="T1" fmla="*/ 0 h 4603"/>
                <a:gd name="T2" fmla="*/ 0 w 3832"/>
                <a:gd name="T3" fmla="*/ 1100 h 4603"/>
                <a:gd name="T4" fmla="*/ 1125 w 3832"/>
                <a:gd name="T5" fmla="*/ 4603 h 4603"/>
                <a:gd name="T6" fmla="*/ 2707 w 3832"/>
                <a:gd name="T7" fmla="*/ 4603 h 4603"/>
                <a:gd name="T8" fmla="*/ 3832 w 3832"/>
                <a:gd name="T9" fmla="*/ 1100 h 4603"/>
                <a:gd name="T10" fmla="*/ 1916 w 3832"/>
                <a:gd name="T11" fmla="*/ 0 h 4603"/>
                <a:gd name="T12" fmla="*/ 2627 w 3832"/>
                <a:gd name="T13" fmla="*/ 4506 h 4603"/>
                <a:gd name="T14" fmla="*/ 1205 w 3832"/>
                <a:gd name="T15" fmla="*/ 4506 h 4603"/>
                <a:gd name="T16" fmla="*/ 104 w 3832"/>
                <a:gd name="T17" fmla="*/ 1148 h 4603"/>
                <a:gd name="T18" fmla="*/ 1916 w 3832"/>
                <a:gd name="T19" fmla="*/ 104 h 4603"/>
                <a:gd name="T20" fmla="*/ 3727 w 3832"/>
                <a:gd name="T21" fmla="*/ 1148 h 4603"/>
                <a:gd name="T22" fmla="*/ 2627 w 3832"/>
                <a:gd name="T23" fmla="*/ 4506 h 4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32" h="4603">
                  <a:moveTo>
                    <a:pt x="1916" y="0"/>
                  </a:moveTo>
                  <a:lnTo>
                    <a:pt x="0" y="1100"/>
                  </a:lnTo>
                  <a:lnTo>
                    <a:pt x="1125" y="4603"/>
                  </a:lnTo>
                  <a:lnTo>
                    <a:pt x="2707" y="4603"/>
                  </a:lnTo>
                  <a:lnTo>
                    <a:pt x="3832" y="1100"/>
                  </a:lnTo>
                  <a:lnTo>
                    <a:pt x="1916" y="0"/>
                  </a:lnTo>
                  <a:close/>
                  <a:moveTo>
                    <a:pt x="2627" y="4506"/>
                  </a:moveTo>
                  <a:lnTo>
                    <a:pt x="1205" y="4506"/>
                  </a:lnTo>
                  <a:lnTo>
                    <a:pt x="104" y="1148"/>
                  </a:lnTo>
                  <a:lnTo>
                    <a:pt x="1916" y="104"/>
                  </a:lnTo>
                  <a:lnTo>
                    <a:pt x="3727" y="1148"/>
                  </a:lnTo>
                  <a:lnTo>
                    <a:pt x="2627" y="450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7203" y="17155"/>
              <a:ext cx="3980" cy="2645"/>
              <a:chOff x="10923588" y="10893425"/>
              <a:chExt cx="2527300" cy="1679575"/>
            </a:xfrm>
            <a:grpFill/>
          </p:grpSpPr>
          <p:sp>
            <p:nvSpPr>
              <p:cNvPr id="22" name="Freeform 21"/>
              <p:cNvSpPr/>
              <p:nvPr/>
            </p:nvSpPr>
            <p:spPr bwMode="auto">
              <a:xfrm>
                <a:off x="10923588" y="11642725"/>
                <a:ext cx="2527300" cy="930275"/>
              </a:xfrm>
              <a:custGeom>
                <a:avLst/>
                <a:gdLst>
                  <a:gd name="T0" fmla="*/ 0 w 1592"/>
                  <a:gd name="T1" fmla="*/ 0 h 586"/>
                  <a:gd name="T2" fmla="*/ 0 w 1592"/>
                  <a:gd name="T3" fmla="*/ 128 h 586"/>
                  <a:gd name="T4" fmla="*/ 797 w 1592"/>
                  <a:gd name="T5" fmla="*/ 586 h 586"/>
                  <a:gd name="T6" fmla="*/ 1592 w 1592"/>
                  <a:gd name="T7" fmla="*/ 128 h 586"/>
                  <a:gd name="T8" fmla="*/ 1592 w 1592"/>
                  <a:gd name="T9" fmla="*/ 0 h 586"/>
                  <a:gd name="T10" fmla="*/ 0 w 1592"/>
                  <a:gd name="T11" fmla="*/ 0 h 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92" h="586">
                    <a:moveTo>
                      <a:pt x="0" y="0"/>
                    </a:moveTo>
                    <a:lnTo>
                      <a:pt x="0" y="128"/>
                    </a:lnTo>
                    <a:lnTo>
                      <a:pt x="797" y="586"/>
                    </a:lnTo>
                    <a:lnTo>
                      <a:pt x="1592" y="128"/>
                    </a:lnTo>
                    <a:lnTo>
                      <a:pt x="15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10923588" y="10893425"/>
                <a:ext cx="2527300" cy="2841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24" name="Rectangle 23"/>
              <p:cNvSpPr>
                <a:spLocks noChangeArrowheads="1"/>
              </p:cNvSpPr>
              <p:nvPr/>
            </p:nvSpPr>
            <p:spPr bwMode="auto">
              <a:xfrm>
                <a:off x="10923588" y="11269662"/>
                <a:ext cx="2527300" cy="2841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  <p:sp>
          <p:nvSpPr>
            <p:cNvPr id="25" name="Freeform 24"/>
            <p:cNvSpPr/>
            <p:nvPr/>
          </p:nvSpPr>
          <p:spPr bwMode="auto">
            <a:xfrm>
              <a:off x="16378" y="10887"/>
              <a:ext cx="5650" cy="5420"/>
            </a:xfrm>
            <a:custGeom>
              <a:avLst/>
              <a:gdLst>
                <a:gd name="T0" fmla="*/ 1129 w 2260"/>
                <a:gd name="T1" fmla="*/ 0 h 2168"/>
                <a:gd name="T2" fmla="*/ 0 w 2260"/>
                <a:gd name="T3" fmla="*/ 654 h 2168"/>
                <a:gd name="T4" fmla="*/ 474 w 2260"/>
                <a:gd name="T5" fmla="*/ 2168 h 2168"/>
                <a:gd name="T6" fmla="*/ 1131 w 2260"/>
                <a:gd name="T7" fmla="*/ 2168 h 2168"/>
                <a:gd name="T8" fmla="*/ 1786 w 2260"/>
                <a:gd name="T9" fmla="*/ 2168 h 2168"/>
                <a:gd name="T10" fmla="*/ 2260 w 2260"/>
                <a:gd name="T11" fmla="*/ 652 h 2168"/>
                <a:gd name="T12" fmla="*/ 1129 w 2260"/>
                <a:gd name="T13" fmla="*/ 0 h 2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0" h="2168">
                  <a:moveTo>
                    <a:pt x="1129" y="0"/>
                  </a:moveTo>
                  <a:lnTo>
                    <a:pt x="0" y="654"/>
                  </a:lnTo>
                  <a:lnTo>
                    <a:pt x="474" y="2168"/>
                  </a:lnTo>
                  <a:lnTo>
                    <a:pt x="1131" y="2168"/>
                  </a:lnTo>
                  <a:lnTo>
                    <a:pt x="1786" y="2168"/>
                  </a:lnTo>
                  <a:lnTo>
                    <a:pt x="2260" y="652"/>
                  </a:lnTo>
                  <a:lnTo>
                    <a:pt x="11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15298" y="14380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5498" y="14580"/>
              <a:ext cx="0" cy="0"/>
            </a:xfrm>
            <a:prstGeom prst="line">
              <a:avLst/>
            </a:prstGeom>
            <a:grpFill/>
            <a:ln w="12700" cap="flat">
              <a:solidFill>
                <a:srgbClr val="00AEEF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17965" y="12945"/>
              <a:ext cx="2480" cy="3363"/>
            </a:xfrm>
            <a:custGeom>
              <a:avLst/>
              <a:gdLst>
                <a:gd name="T0" fmla="*/ 992 w 992"/>
                <a:gd name="T1" fmla="*/ 0 h 1345"/>
                <a:gd name="T2" fmla="*/ 496 w 992"/>
                <a:gd name="T3" fmla="*/ 285 h 1345"/>
                <a:gd name="T4" fmla="*/ 0 w 992"/>
                <a:gd name="T5" fmla="*/ 0 h 1345"/>
                <a:gd name="T6" fmla="*/ 0 w 992"/>
                <a:gd name="T7" fmla="*/ 265 h 1345"/>
                <a:gd name="T8" fmla="*/ 397 w 992"/>
                <a:gd name="T9" fmla="*/ 494 h 1345"/>
                <a:gd name="T10" fmla="*/ 397 w 992"/>
                <a:gd name="T11" fmla="*/ 1345 h 1345"/>
                <a:gd name="T12" fmla="*/ 592 w 992"/>
                <a:gd name="T13" fmla="*/ 1345 h 1345"/>
                <a:gd name="T14" fmla="*/ 592 w 992"/>
                <a:gd name="T15" fmla="*/ 494 h 1345"/>
                <a:gd name="T16" fmla="*/ 992 w 992"/>
                <a:gd name="T17" fmla="*/ 265 h 1345"/>
                <a:gd name="T18" fmla="*/ 992 w 992"/>
                <a:gd name="T19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2" h="1345">
                  <a:moveTo>
                    <a:pt x="992" y="0"/>
                  </a:moveTo>
                  <a:lnTo>
                    <a:pt x="496" y="285"/>
                  </a:lnTo>
                  <a:lnTo>
                    <a:pt x="0" y="0"/>
                  </a:lnTo>
                  <a:lnTo>
                    <a:pt x="0" y="265"/>
                  </a:lnTo>
                  <a:lnTo>
                    <a:pt x="397" y="494"/>
                  </a:lnTo>
                  <a:lnTo>
                    <a:pt x="397" y="1345"/>
                  </a:lnTo>
                  <a:lnTo>
                    <a:pt x="592" y="1345"/>
                  </a:lnTo>
                  <a:lnTo>
                    <a:pt x="592" y="494"/>
                  </a:lnTo>
                  <a:lnTo>
                    <a:pt x="992" y="265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9" name="Freeform 28"/>
            <p:cNvSpPr/>
            <p:nvPr/>
          </p:nvSpPr>
          <p:spPr bwMode="auto">
            <a:xfrm>
              <a:off x="19260" y="6020"/>
              <a:ext cx="4098" cy="4678"/>
            </a:xfrm>
            <a:custGeom>
              <a:avLst/>
              <a:gdLst>
                <a:gd name="T0" fmla="*/ 1639 w 1639"/>
                <a:gd name="T1" fmla="*/ 911 h 1871"/>
                <a:gd name="T2" fmla="*/ 0 w 1639"/>
                <a:gd name="T3" fmla="*/ 0 h 1871"/>
                <a:gd name="T4" fmla="*/ 0 w 1639"/>
                <a:gd name="T5" fmla="*/ 1871 h 1871"/>
                <a:gd name="T6" fmla="*/ 1639 w 1639"/>
                <a:gd name="T7" fmla="*/ 911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9" h="1871">
                  <a:moveTo>
                    <a:pt x="1639" y="911"/>
                  </a:moveTo>
                  <a:lnTo>
                    <a:pt x="0" y="0"/>
                  </a:lnTo>
                  <a:lnTo>
                    <a:pt x="0" y="1871"/>
                  </a:lnTo>
                  <a:lnTo>
                    <a:pt x="1639" y="9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14998" y="8432"/>
              <a:ext cx="4068" cy="3960"/>
            </a:xfrm>
            <a:custGeom>
              <a:avLst/>
              <a:gdLst>
                <a:gd name="T0" fmla="*/ 0 w 1627"/>
                <a:gd name="T1" fmla="*/ 0 h 1584"/>
                <a:gd name="T2" fmla="*/ 536 w 1627"/>
                <a:gd name="T3" fmla="*/ 1584 h 1584"/>
                <a:gd name="T4" fmla="*/ 1627 w 1627"/>
                <a:gd name="T5" fmla="*/ 952 h 1584"/>
                <a:gd name="T6" fmla="*/ 0 w 1627"/>
                <a:gd name="T7" fmla="*/ 0 h 1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27" h="1584">
                  <a:moveTo>
                    <a:pt x="0" y="0"/>
                  </a:moveTo>
                  <a:lnTo>
                    <a:pt x="536" y="1584"/>
                  </a:lnTo>
                  <a:lnTo>
                    <a:pt x="1627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15038" y="6030"/>
              <a:ext cx="4088" cy="4663"/>
            </a:xfrm>
            <a:custGeom>
              <a:avLst/>
              <a:gdLst>
                <a:gd name="T0" fmla="*/ 1635 w 1635"/>
                <a:gd name="T1" fmla="*/ 1865 h 1865"/>
                <a:gd name="T2" fmla="*/ 1635 w 1635"/>
                <a:gd name="T3" fmla="*/ 0 h 1865"/>
                <a:gd name="T4" fmla="*/ 0 w 1635"/>
                <a:gd name="T5" fmla="*/ 909 h 1865"/>
                <a:gd name="T6" fmla="*/ 1635 w 1635"/>
                <a:gd name="T7" fmla="*/ 1865 h 1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5" h="1865">
                  <a:moveTo>
                    <a:pt x="1635" y="1865"/>
                  </a:moveTo>
                  <a:lnTo>
                    <a:pt x="1635" y="0"/>
                  </a:lnTo>
                  <a:lnTo>
                    <a:pt x="0" y="909"/>
                  </a:lnTo>
                  <a:lnTo>
                    <a:pt x="1635" y="18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9330" y="8417"/>
              <a:ext cx="4083" cy="3975"/>
            </a:xfrm>
            <a:custGeom>
              <a:avLst/>
              <a:gdLst>
                <a:gd name="T0" fmla="*/ 1095 w 1633"/>
                <a:gd name="T1" fmla="*/ 1590 h 1590"/>
                <a:gd name="T2" fmla="*/ 1633 w 1633"/>
                <a:gd name="T3" fmla="*/ 0 h 1590"/>
                <a:gd name="T4" fmla="*/ 0 w 1633"/>
                <a:gd name="T5" fmla="*/ 958 h 1590"/>
                <a:gd name="T6" fmla="*/ 1095 w 1633"/>
                <a:gd name="T7" fmla="*/ 1590 h 1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3" h="1590">
                  <a:moveTo>
                    <a:pt x="1095" y="1590"/>
                  </a:moveTo>
                  <a:lnTo>
                    <a:pt x="1633" y="0"/>
                  </a:lnTo>
                  <a:lnTo>
                    <a:pt x="0" y="958"/>
                  </a:lnTo>
                  <a:lnTo>
                    <a:pt x="1095" y="159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8236585" y="1448435"/>
            <a:ext cx="2703195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02.</a:t>
            </a: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。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1554481" y="1569087"/>
            <a:ext cx="270319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01.</a:t>
            </a: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7921625" y="3517901"/>
            <a:ext cx="2703195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04.</a:t>
            </a: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。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1412876" y="3649346"/>
            <a:ext cx="270319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03.</a:t>
            </a:r>
            <a:r>
              <a:rPr lang="zh-CN" altLang="en-US" sz="16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ctr">
              <a:lnSpc>
                <a:spcPct val="130000"/>
              </a:lnSpc>
            </a:pPr>
            <a:r>
              <a:rPr lang="zh-CN" altLang="en-US" sz="12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2073759" y="5692546"/>
            <a:ext cx="8044156" cy="60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在此输入详细文字介绍和详细信息，在此输入详细文字介绍和详细信息。在此输入详细文字介绍和详细信息，在此输入详细文字介绍和详细信息。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6" name="圆角矩形 5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03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购买方式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  <p:bldP spid="118" grpId="0"/>
      <p:bldP spid="119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2800" y="1588135"/>
            <a:ext cx="5486400" cy="5269230"/>
            <a:chOff x="5280" y="2501"/>
            <a:chExt cx="8640" cy="8298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1033" name="Freeform 9"/>
            <p:cNvSpPr/>
            <p:nvPr/>
          </p:nvSpPr>
          <p:spPr bwMode="auto">
            <a:xfrm>
              <a:off x="5853" y="2853"/>
              <a:ext cx="7500" cy="7947"/>
            </a:xfrm>
            <a:custGeom>
              <a:avLst/>
              <a:gdLst>
                <a:gd name="connsiteX0" fmla="*/ 2953 w 10000"/>
                <a:gd name="connsiteY0" fmla="*/ 1410 h 9051"/>
                <a:gd name="connsiteX1" fmla="*/ 3446 w 10000"/>
                <a:gd name="connsiteY1" fmla="*/ 1622 h 9051"/>
                <a:gd name="connsiteX2" fmla="*/ 3451 w 10000"/>
                <a:gd name="connsiteY2" fmla="*/ 1622 h 9051"/>
                <a:gd name="connsiteX3" fmla="*/ 3455 w 10000"/>
                <a:gd name="connsiteY3" fmla="*/ 1625 h 9051"/>
                <a:gd name="connsiteX4" fmla="*/ 3835 w 10000"/>
                <a:gd name="connsiteY4" fmla="*/ 1897 h 9051"/>
                <a:gd name="connsiteX5" fmla="*/ 3885 w 10000"/>
                <a:gd name="connsiteY5" fmla="*/ 1957 h 9051"/>
                <a:gd name="connsiteX6" fmla="*/ 3890 w 10000"/>
                <a:gd name="connsiteY6" fmla="*/ 1957 h 9051"/>
                <a:gd name="connsiteX7" fmla="*/ 4337 w 10000"/>
                <a:gd name="connsiteY7" fmla="*/ 2704 h 9051"/>
                <a:gd name="connsiteX8" fmla="*/ 4342 w 10000"/>
                <a:gd name="connsiteY8" fmla="*/ 2718 h 9051"/>
                <a:gd name="connsiteX9" fmla="*/ 4414 w 10000"/>
                <a:gd name="connsiteY9" fmla="*/ 2919 h 9051"/>
                <a:gd name="connsiteX10" fmla="*/ 4414 w 10000"/>
                <a:gd name="connsiteY10" fmla="*/ 2919 h 9051"/>
                <a:gd name="connsiteX11" fmla="*/ 4763 w 10000"/>
                <a:gd name="connsiteY11" fmla="*/ 4217 h 9051"/>
                <a:gd name="connsiteX12" fmla="*/ 4853 w 10000"/>
                <a:gd name="connsiteY12" fmla="*/ 4756 h 9051"/>
                <a:gd name="connsiteX13" fmla="*/ 4996 w 10000"/>
                <a:gd name="connsiteY13" fmla="*/ 0 h 9051"/>
                <a:gd name="connsiteX14" fmla="*/ 5152 w 10000"/>
                <a:gd name="connsiteY14" fmla="*/ 4756 h 9051"/>
                <a:gd name="connsiteX15" fmla="*/ 5242 w 10000"/>
                <a:gd name="connsiteY15" fmla="*/ 4217 h 9051"/>
                <a:gd name="connsiteX16" fmla="*/ 5590 w 10000"/>
                <a:gd name="connsiteY16" fmla="*/ 2919 h 9051"/>
                <a:gd name="connsiteX17" fmla="*/ 5590 w 10000"/>
                <a:gd name="connsiteY17" fmla="*/ 2919 h 9051"/>
                <a:gd name="connsiteX18" fmla="*/ 5663 w 10000"/>
                <a:gd name="connsiteY18" fmla="*/ 2718 h 9051"/>
                <a:gd name="connsiteX19" fmla="*/ 5667 w 10000"/>
                <a:gd name="connsiteY19" fmla="*/ 2704 h 9051"/>
                <a:gd name="connsiteX20" fmla="*/ 6115 w 10000"/>
                <a:gd name="connsiteY20" fmla="*/ 1957 h 9051"/>
                <a:gd name="connsiteX21" fmla="*/ 6115 w 10000"/>
                <a:gd name="connsiteY21" fmla="*/ 1957 h 9051"/>
                <a:gd name="connsiteX22" fmla="*/ 6119 w 10000"/>
                <a:gd name="connsiteY22" fmla="*/ 1953 h 9051"/>
                <a:gd name="connsiteX23" fmla="*/ 6128 w 10000"/>
                <a:gd name="connsiteY23" fmla="*/ 1939 h 9051"/>
                <a:gd name="connsiteX24" fmla="*/ 6169 w 10000"/>
                <a:gd name="connsiteY24" fmla="*/ 1897 h 9051"/>
                <a:gd name="connsiteX25" fmla="*/ 7051 w 10000"/>
                <a:gd name="connsiteY25" fmla="*/ 1410 h 9051"/>
                <a:gd name="connsiteX26" fmla="*/ 7056 w 10000"/>
                <a:gd name="connsiteY26" fmla="*/ 1410 h 9051"/>
                <a:gd name="connsiteX27" fmla="*/ 7399 w 10000"/>
                <a:gd name="connsiteY27" fmla="*/ 1361 h 9051"/>
                <a:gd name="connsiteX28" fmla="*/ 7417 w 10000"/>
                <a:gd name="connsiteY28" fmla="*/ 1361 h 9051"/>
                <a:gd name="connsiteX29" fmla="*/ 7544 w 10000"/>
                <a:gd name="connsiteY29" fmla="*/ 1354 h 9051"/>
                <a:gd name="connsiteX30" fmla="*/ 8824 w 10000"/>
                <a:gd name="connsiteY30" fmla="*/ 698 h 9051"/>
                <a:gd name="connsiteX31" fmla="*/ 7562 w 10000"/>
                <a:gd name="connsiteY31" fmla="*/ 1424 h 9051"/>
                <a:gd name="connsiteX32" fmla="*/ 7558 w 10000"/>
                <a:gd name="connsiteY32" fmla="*/ 1424 h 9051"/>
                <a:gd name="connsiteX33" fmla="*/ 7553 w 10000"/>
                <a:gd name="connsiteY33" fmla="*/ 1424 h 9051"/>
                <a:gd name="connsiteX34" fmla="*/ 7540 w 10000"/>
                <a:gd name="connsiteY34" fmla="*/ 1428 h 9051"/>
                <a:gd name="connsiteX35" fmla="*/ 7531 w 10000"/>
                <a:gd name="connsiteY35" fmla="*/ 1428 h 9051"/>
                <a:gd name="connsiteX36" fmla="*/ 7526 w 10000"/>
                <a:gd name="connsiteY36" fmla="*/ 1428 h 9051"/>
                <a:gd name="connsiteX37" fmla="*/ 7521 w 10000"/>
                <a:gd name="connsiteY37" fmla="*/ 1428 h 9051"/>
                <a:gd name="connsiteX38" fmla="*/ 7517 w 10000"/>
                <a:gd name="connsiteY38" fmla="*/ 1428 h 9051"/>
                <a:gd name="connsiteX39" fmla="*/ 7508 w 10000"/>
                <a:gd name="connsiteY39" fmla="*/ 1431 h 9051"/>
                <a:gd name="connsiteX40" fmla="*/ 7503 w 10000"/>
                <a:gd name="connsiteY40" fmla="*/ 1431 h 9051"/>
                <a:gd name="connsiteX41" fmla="*/ 7422 w 10000"/>
                <a:gd name="connsiteY41" fmla="*/ 1442 h 9051"/>
                <a:gd name="connsiteX42" fmla="*/ 6232 w 10000"/>
                <a:gd name="connsiteY42" fmla="*/ 2016 h 9051"/>
                <a:gd name="connsiteX43" fmla="*/ 5753 w 10000"/>
                <a:gd name="connsiteY43" fmla="*/ 2951 h 9051"/>
                <a:gd name="connsiteX44" fmla="*/ 5355 w 10000"/>
                <a:gd name="connsiteY44" fmla="*/ 4799 h 9051"/>
                <a:gd name="connsiteX45" fmla="*/ 6395 w 10000"/>
                <a:gd name="connsiteY45" fmla="*/ 3177 h 9051"/>
                <a:gd name="connsiteX46" fmla="*/ 6395 w 10000"/>
                <a:gd name="connsiteY46" fmla="*/ 3177 h 9051"/>
                <a:gd name="connsiteX47" fmla="*/ 6400 w 10000"/>
                <a:gd name="connsiteY47" fmla="*/ 3173 h 9051"/>
                <a:gd name="connsiteX48" fmla="*/ 6563 w 10000"/>
                <a:gd name="connsiteY48" fmla="*/ 3071 h 9051"/>
                <a:gd name="connsiteX49" fmla="*/ 7065 w 10000"/>
                <a:gd name="connsiteY49" fmla="*/ 2849 h 9051"/>
                <a:gd name="connsiteX50" fmla="*/ 7983 w 10000"/>
                <a:gd name="connsiteY50" fmla="*/ 2824 h 9051"/>
                <a:gd name="connsiteX51" fmla="*/ 7983 w 10000"/>
                <a:gd name="connsiteY51" fmla="*/ 2824 h 9051"/>
                <a:gd name="connsiteX52" fmla="*/ 8024 w 10000"/>
                <a:gd name="connsiteY52" fmla="*/ 2831 h 9051"/>
                <a:gd name="connsiteX53" fmla="*/ 10000 w 10000"/>
                <a:gd name="connsiteY53" fmla="*/ 2464 h 9051"/>
                <a:gd name="connsiteX54" fmla="*/ 8114 w 10000"/>
                <a:gd name="connsiteY54" fmla="*/ 2919 h 9051"/>
                <a:gd name="connsiteX55" fmla="*/ 8005 w 10000"/>
                <a:gd name="connsiteY55" fmla="*/ 2905 h 9051"/>
                <a:gd name="connsiteX56" fmla="*/ 7965 w 10000"/>
                <a:gd name="connsiteY56" fmla="*/ 2898 h 9051"/>
                <a:gd name="connsiteX57" fmla="*/ 7155 w 10000"/>
                <a:gd name="connsiteY57" fmla="*/ 2937 h 9051"/>
                <a:gd name="connsiteX58" fmla="*/ 6630 w 10000"/>
                <a:gd name="connsiteY58" fmla="*/ 3152 h 9051"/>
                <a:gd name="connsiteX59" fmla="*/ 6481 w 10000"/>
                <a:gd name="connsiteY59" fmla="*/ 3251 h 9051"/>
                <a:gd name="connsiteX60" fmla="*/ 5473 w 10000"/>
                <a:gd name="connsiteY60" fmla="*/ 5303 h 9051"/>
                <a:gd name="connsiteX61" fmla="*/ 5427 w 10000"/>
                <a:gd name="connsiteY61" fmla="*/ 6304 h 9051"/>
                <a:gd name="connsiteX62" fmla="*/ 6811 w 10000"/>
                <a:gd name="connsiteY62" fmla="*/ 4079 h 9051"/>
                <a:gd name="connsiteX63" fmla="*/ 6870 w 10000"/>
                <a:gd name="connsiteY63" fmla="*/ 4037 h 9051"/>
                <a:gd name="connsiteX64" fmla="*/ 6870 w 10000"/>
                <a:gd name="connsiteY64" fmla="*/ 4037 h 9051"/>
                <a:gd name="connsiteX65" fmla="*/ 9091 w 10000"/>
                <a:gd name="connsiteY65" fmla="*/ 3755 h 9051"/>
                <a:gd name="connsiteX66" fmla="*/ 6979 w 10000"/>
                <a:gd name="connsiteY66" fmla="*/ 4118 h 9051"/>
                <a:gd name="connsiteX67" fmla="*/ 6974 w 10000"/>
                <a:gd name="connsiteY67" fmla="*/ 4122 h 9051"/>
                <a:gd name="connsiteX68" fmla="*/ 6938 w 10000"/>
                <a:gd name="connsiteY68" fmla="*/ 4160 h 9051"/>
                <a:gd name="connsiteX69" fmla="*/ 5785 w 10000"/>
                <a:gd name="connsiteY69" fmla="*/ 8148 h 9051"/>
                <a:gd name="connsiteX70" fmla="*/ 6160 w 10000"/>
                <a:gd name="connsiteY70" fmla="*/ 9051 h 9051"/>
                <a:gd name="connsiteX71" fmla="*/ 3844 w 10000"/>
                <a:gd name="connsiteY71" fmla="*/ 9051 h 9051"/>
                <a:gd name="connsiteX72" fmla="*/ 4215 w 10000"/>
                <a:gd name="connsiteY72" fmla="*/ 8148 h 9051"/>
                <a:gd name="connsiteX73" fmla="*/ 3066 w 10000"/>
                <a:gd name="connsiteY73" fmla="*/ 4160 h 9051"/>
                <a:gd name="connsiteX74" fmla="*/ 3057 w 10000"/>
                <a:gd name="connsiteY74" fmla="*/ 4150 h 9051"/>
                <a:gd name="connsiteX75" fmla="*/ 3048 w 10000"/>
                <a:gd name="connsiteY75" fmla="*/ 4143 h 9051"/>
                <a:gd name="connsiteX76" fmla="*/ 3035 w 10000"/>
                <a:gd name="connsiteY76" fmla="*/ 4129 h 9051"/>
                <a:gd name="connsiteX77" fmla="*/ 3026 w 10000"/>
                <a:gd name="connsiteY77" fmla="*/ 4122 h 9051"/>
                <a:gd name="connsiteX78" fmla="*/ 3021 w 10000"/>
                <a:gd name="connsiteY78" fmla="*/ 4118 h 9051"/>
                <a:gd name="connsiteX79" fmla="*/ 914 w 10000"/>
                <a:gd name="connsiteY79" fmla="*/ 3755 h 9051"/>
                <a:gd name="connsiteX80" fmla="*/ 3130 w 10000"/>
                <a:gd name="connsiteY80" fmla="*/ 4033 h 9051"/>
                <a:gd name="connsiteX81" fmla="*/ 3130 w 10000"/>
                <a:gd name="connsiteY81" fmla="*/ 4033 h 9051"/>
                <a:gd name="connsiteX82" fmla="*/ 3134 w 10000"/>
                <a:gd name="connsiteY82" fmla="*/ 4037 h 9051"/>
                <a:gd name="connsiteX83" fmla="*/ 3134 w 10000"/>
                <a:gd name="connsiteY83" fmla="*/ 4037 h 9051"/>
                <a:gd name="connsiteX84" fmla="*/ 3180 w 10000"/>
                <a:gd name="connsiteY84" fmla="*/ 4072 h 9051"/>
                <a:gd name="connsiteX85" fmla="*/ 3180 w 10000"/>
                <a:gd name="connsiteY85" fmla="*/ 4072 h 9051"/>
                <a:gd name="connsiteX86" fmla="*/ 3189 w 10000"/>
                <a:gd name="connsiteY86" fmla="*/ 4079 h 9051"/>
                <a:gd name="connsiteX87" fmla="*/ 4573 w 10000"/>
                <a:gd name="connsiteY87" fmla="*/ 6304 h 9051"/>
                <a:gd name="connsiteX88" fmla="*/ 4532 w 10000"/>
                <a:gd name="connsiteY88" fmla="*/ 5303 h 9051"/>
                <a:gd name="connsiteX89" fmla="*/ 3523 w 10000"/>
                <a:gd name="connsiteY89" fmla="*/ 3251 h 9051"/>
                <a:gd name="connsiteX90" fmla="*/ 3370 w 10000"/>
                <a:gd name="connsiteY90" fmla="*/ 3152 h 9051"/>
                <a:gd name="connsiteX91" fmla="*/ 2845 w 10000"/>
                <a:gd name="connsiteY91" fmla="*/ 2937 h 9051"/>
                <a:gd name="connsiteX92" fmla="*/ 2035 w 10000"/>
                <a:gd name="connsiteY92" fmla="*/ 2898 h 9051"/>
                <a:gd name="connsiteX93" fmla="*/ 1999 w 10000"/>
                <a:gd name="connsiteY93" fmla="*/ 2905 h 9051"/>
                <a:gd name="connsiteX94" fmla="*/ 1891 w 10000"/>
                <a:gd name="connsiteY94" fmla="*/ 2919 h 9051"/>
                <a:gd name="connsiteX95" fmla="*/ 0 w 10000"/>
                <a:gd name="connsiteY95" fmla="*/ 2464 h 9051"/>
                <a:gd name="connsiteX96" fmla="*/ 1981 w 10000"/>
                <a:gd name="connsiteY96" fmla="*/ 2831 h 9051"/>
                <a:gd name="connsiteX97" fmla="*/ 2017 w 10000"/>
                <a:gd name="connsiteY97" fmla="*/ 2824 h 9051"/>
                <a:gd name="connsiteX98" fmla="*/ 2022 w 10000"/>
                <a:gd name="connsiteY98" fmla="*/ 2824 h 9051"/>
                <a:gd name="connsiteX99" fmla="*/ 2022 w 10000"/>
                <a:gd name="connsiteY99" fmla="*/ 2824 h 9051"/>
                <a:gd name="connsiteX100" fmla="*/ 2935 w 10000"/>
                <a:gd name="connsiteY100" fmla="*/ 2849 h 9051"/>
                <a:gd name="connsiteX101" fmla="*/ 3442 w 10000"/>
                <a:gd name="connsiteY101" fmla="*/ 3071 h 9051"/>
                <a:gd name="connsiteX102" fmla="*/ 3605 w 10000"/>
                <a:gd name="connsiteY102" fmla="*/ 3173 h 9051"/>
                <a:gd name="connsiteX103" fmla="*/ 3609 w 10000"/>
                <a:gd name="connsiteY103" fmla="*/ 3177 h 9051"/>
                <a:gd name="connsiteX104" fmla="*/ 3609 w 10000"/>
                <a:gd name="connsiteY104" fmla="*/ 3177 h 9051"/>
                <a:gd name="connsiteX105" fmla="*/ 4649 w 10000"/>
                <a:gd name="connsiteY105" fmla="*/ 4799 h 9051"/>
                <a:gd name="connsiteX106" fmla="*/ 4251 w 10000"/>
                <a:gd name="connsiteY106" fmla="*/ 2951 h 9051"/>
                <a:gd name="connsiteX107" fmla="*/ 3772 w 10000"/>
                <a:gd name="connsiteY107" fmla="*/ 2016 h 9051"/>
                <a:gd name="connsiteX108" fmla="*/ 3379 w 10000"/>
                <a:gd name="connsiteY108" fmla="*/ 1699 h 9051"/>
                <a:gd name="connsiteX109" fmla="*/ 2583 w 10000"/>
                <a:gd name="connsiteY109" fmla="*/ 1442 h 9051"/>
                <a:gd name="connsiteX110" fmla="*/ 2492 w 10000"/>
                <a:gd name="connsiteY110" fmla="*/ 1431 h 9051"/>
                <a:gd name="connsiteX111" fmla="*/ 2488 w 10000"/>
                <a:gd name="connsiteY111" fmla="*/ 1428 h 9051"/>
                <a:gd name="connsiteX112" fmla="*/ 2474 w 10000"/>
                <a:gd name="connsiteY112" fmla="*/ 1428 h 9051"/>
                <a:gd name="connsiteX113" fmla="*/ 2465 w 10000"/>
                <a:gd name="connsiteY113" fmla="*/ 1428 h 9051"/>
                <a:gd name="connsiteX114" fmla="*/ 2460 w 10000"/>
                <a:gd name="connsiteY114" fmla="*/ 1428 h 9051"/>
                <a:gd name="connsiteX115" fmla="*/ 2460 w 10000"/>
                <a:gd name="connsiteY115" fmla="*/ 1424 h 9051"/>
                <a:gd name="connsiteX116" fmla="*/ 2447 w 10000"/>
                <a:gd name="connsiteY116" fmla="*/ 1424 h 9051"/>
                <a:gd name="connsiteX117" fmla="*/ 2442 w 10000"/>
                <a:gd name="connsiteY117" fmla="*/ 1424 h 9051"/>
                <a:gd name="connsiteX118" fmla="*/ 2442 w 10000"/>
                <a:gd name="connsiteY118" fmla="*/ 1424 h 9051"/>
                <a:gd name="connsiteX119" fmla="*/ 1180 w 10000"/>
                <a:gd name="connsiteY119" fmla="*/ 698 h 9051"/>
                <a:gd name="connsiteX120" fmla="*/ 2456 w 10000"/>
                <a:gd name="connsiteY120" fmla="*/ 1354 h 9051"/>
                <a:gd name="connsiteX121" fmla="*/ 2587 w 10000"/>
                <a:gd name="connsiteY121" fmla="*/ 1361 h 9051"/>
                <a:gd name="connsiteX122" fmla="*/ 2601 w 10000"/>
                <a:gd name="connsiteY122" fmla="*/ 1361 h 9051"/>
                <a:gd name="connsiteX123" fmla="*/ 2949 w 10000"/>
                <a:gd name="connsiteY123" fmla="*/ 1410 h 9051"/>
                <a:gd name="connsiteX124" fmla="*/ 2953 w 10000"/>
                <a:gd name="connsiteY124" fmla="*/ 1410 h 9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10000" h="9051">
                  <a:moveTo>
                    <a:pt x="2953" y="1410"/>
                  </a:moveTo>
                  <a:cubicBezTo>
                    <a:pt x="3121" y="1456"/>
                    <a:pt x="3288" y="1526"/>
                    <a:pt x="3446" y="1622"/>
                  </a:cubicBezTo>
                  <a:lnTo>
                    <a:pt x="3451" y="1622"/>
                  </a:lnTo>
                  <a:lnTo>
                    <a:pt x="3455" y="1625"/>
                  </a:lnTo>
                  <a:cubicBezTo>
                    <a:pt x="3582" y="1699"/>
                    <a:pt x="3709" y="1791"/>
                    <a:pt x="3835" y="1897"/>
                  </a:cubicBezTo>
                  <a:cubicBezTo>
                    <a:pt x="3853" y="1918"/>
                    <a:pt x="3867" y="1935"/>
                    <a:pt x="3885" y="1957"/>
                  </a:cubicBezTo>
                  <a:lnTo>
                    <a:pt x="3890" y="1957"/>
                  </a:lnTo>
                  <a:cubicBezTo>
                    <a:pt x="4102" y="2200"/>
                    <a:pt x="4251" y="2450"/>
                    <a:pt x="4337" y="2704"/>
                  </a:cubicBezTo>
                  <a:cubicBezTo>
                    <a:pt x="4337" y="2708"/>
                    <a:pt x="4337" y="2711"/>
                    <a:pt x="4342" y="2718"/>
                  </a:cubicBezTo>
                  <a:cubicBezTo>
                    <a:pt x="4365" y="2785"/>
                    <a:pt x="4387" y="2852"/>
                    <a:pt x="4414" y="2919"/>
                  </a:cubicBezTo>
                  <a:lnTo>
                    <a:pt x="4414" y="2919"/>
                  </a:lnTo>
                  <a:cubicBezTo>
                    <a:pt x="4582" y="3409"/>
                    <a:pt x="4699" y="3839"/>
                    <a:pt x="4763" y="4217"/>
                  </a:cubicBezTo>
                  <a:lnTo>
                    <a:pt x="4853" y="4756"/>
                  </a:lnTo>
                  <a:cubicBezTo>
                    <a:pt x="4901" y="3171"/>
                    <a:pt x="4948" y="1585"/>
                    <a:pt x="4996" y="0"/>
                  </a:cubicBezTo>
                  <a:lnTo>
                    <a:pt x="5152" y="4756"/>
                  </a:lnTo>
                  <a:lnTo>
                    <a:pt x="5242" y="4217"/>
                  </a:lnTo>
                  <a:cubicBezTo>
                    <a:pt x="5305" y="3839"/>
                    <a:pt x="5423" y="3409"/>
                    <a:pt x="5590" y="2919"/>
                  </a:cubicBezTo>
                  <a:lnTo>
                    <a:pt x="5590" y="2919"/>
                  </a:lnTo>
                  <a:cubicBezTo>
                    <a:pt x="5613" y="2852"/>
                    <a:pt x="5635" y="2785"/>
                    <a:pt x="5663" y="2718"/>
                  </a:cubicBezTo>
                  <a:cubicBezTo>
                    <a:pt x="5663" y="2711"/>
                    <a:pt x="5667" y="2708"/>
                    <a:pt x="5667" y="2704"/>
                  </a:cubicBezTo>
                  <a:cubicBezTo>
                    <a:pt x="5753" y="2450"/>
                    <a:pt x="5902" y="2200"/>
                    <a:pt x="6115" y="1957"/>
                  </a:cubicBezTo>
                  <a:lnTo>
                    <a:pt x="6115" y="1957"/>
                  </a:lnTo>
                  <a:cubicBezTo>
                    <a:pt x="6115" y="1957"/>
                    <a:pt x="6119" y="1957"/>
                    <a:pt x="6119" y="1953"/>
                  </a:cubicBezTo>
                  <a:cubicBezTo>
                    <a:pt x="6124" y="1949"/>
                    <a:pt x="6124" y="1946"/>
                    <a:pt x="6128" y="1939"/>
                  </a:cubicBezTo>
                  <a:lnTo>
                    <a:pt x="6169" y="1897"/>
                  </a:lnTo>
                  <a:cubicBezTo>
                    <a:pt x="6450" y="1657"/>
                    <a:pt x="6744" y="1495"/>
                    <a:pt x="7051" y="1410"/>
                  </a:cubicBezTo>
                  <a:lnTo>
                    <a:pt x="7056" y="1410"/>
                  </a:lnTo>
                  <a:cubicBezTo>
                    <a:pt x="7173" y="1378"/>
                    <a:pt x="7291" y="1361"/>
                    <a:pt x="7399" y="1361"/>
                  </a:cubicBezTo>
                  <a:lnTo>
                    <a:pt x="7417" y="1361"/>
                  </a:lnTo>
                  <a:cubicBezTo>
                    <a:pt x="7458" y="1357"/>
                    <a:pt x="7503" y="1357"/>
                    <a:pt x="7544" y="1354"/>
                  </a:cubicBezTo>
                  <a:cubicBezTo>
                    <a:pt x="8064" y="1315"/>
                    <a:pt x="8489" y="1096"/>
                    <a:pt x="8824" y="698"/>
                  </a:cubicBezTo>
                  <a:cubicBezTo>
                    <a:pt x="8598" y="1107"/>
                    <a:pt x="8177" y="1350"/>
                    <a:pt x="7562" y="1424"/>
                  </a:cubicBezTo>
                  <a:lnTo>
                    <a:pt x="7558" y="1424"/>
                  </a:lnTo>
                  <a:lnTo>
                    <a:pt x="7553" y="1424"/>
                  </a:lnTo>
                  <a:cubicBezTo>
                    <a:pt x="7549" y="1424"/>
                    <a:pt x="7544" y="1424"/>
                    <a:pt x="7540" y="1428"/>
                  </a:cubicBezTo>
                  <a:lnTo>
                    <a:pt x="7531" y="1428"/>
                  </a:lnTo>
                  <a:lnTo>
                    <a:pt x="7526" y="1428"/>
                  </a:lnTo>
                  <a:lnTo>
                    <a:pt x="7521" y="1428"/>
                  </a:lnTo>
                  <a:lnTo>
                    <a:pt x="7517" y="1428"/>
                  </a:lnTo>
                  <a:lnTo>
                    <a:pt x="7508" y="1431"/>
                  </a:lnTo>
                  <a:lnTo>
                    <a:pt x="7503" y="1431"/>
                  </a:lnTo>
                  <a:cubicBezTo>
                    <a:pt x="7476" y="1435"/>
                    <a:pt x="7449" y="1435"/>
                    <a:pt x="7422" y="1442"/>
                  </a:cubicBezTo>
                  <a:cubicBezTo>
                    <a:pt x="6906" y="1509"/>
                    <a:pt x="6508" y="1703"/>
                    <a:pt x="6232" y="2016"/>
                  </a:cubicBezTo>
                  <a:cubicBezTo>
                    <a:pt x="6047" y="2256"/>
                    <a:pt x="5889" y="2567"/>
                    <a:pt x="5753" y="2951"/>
                  </a:cubicBezTo>
                  <a:cubicBezTo>
                    <a:pt x="5577" y="3448"/>
                    <a:pt x="5445" y="4062"/>
                    <a:pt x="5355" y="4799"/>
                  </a:cubicBezTo>
                  <a:cubicBezTo>
                    <a:pt x="5522" y="4076"/>
                    <a:pt x="5871" y="3533"/>
                    <a:pt x="6395" y="3177"/>
                  </a:cubicBezTo>
                  <a:lnTo>
                    <a:pt x="6395" y="3177"/>
                  </a:lnTo>
                  <a:cubicBezTo>
                    <a:pt x="6395" y="3173"/>
                    <a:pt x="6400" y="3173"/>
                    <a:pt x="6400" y="3173"/>
                  </a:cubicBezTo>
                  <a:cubicBezTo>
                    <a:pt x="6450" y="3138"/>
                    <a:pt x="6504" y="3102"/>
                    <a:pt x="6563" y="3071"/>
                  </a:cubicBezTo>
                  <a:cubicBezTo>
                    <a:pt x="6716" y="2983"/>
                    <a:pt x="6884" y="2909"/>
                    <a:pt x="7065" y="2849"/>
                  </a:cubicBezTo>
                  <a:cubicBezTo>
                    <a:pt x="7295" y="2778"/>
                    <a:pt x="7603" y="2771"/>
                    <a:pt x="7983" y="2824"/>
                  </a:cubicBezTo>
                  <a:lnTo>
                    <a:pt x="7983" y="2824"/>
                  </a:lnTo>
                  <a:cubicBezTo>
                    <a:pt x="7996" y="2827"/>
                    <a:pt x="8010" y="2827"/>
                    <a:pt x="8024" y="2831"/>
                  </a:cubicBezTo>
                  <a:cubicBezTo>
                    <a:pt x="8797" y="2926"/>
                    <a:pt x="9457" y="2803"/>
                    <a:pt x="10000" y="2464"/>
                  </a:cubicBezTo>
                  <a:cubicBezTo>
                    <a:pt x="9512" y="2859"/>
                    <a:pt x="8878" y="3011"/>
                    <a:pt x="8114" y="2919"/>
                  </a:cubicBezTo>
                  <a:cubicBezTo>
                    <a:pt x="8078" y="2912"/>
                    <a:pt x="8042" y="2909"/>
                    <a:pt x="8005" y="2905"/>
                  </a:cubicBezTo>
                  <a:cubicBezTo>
                    <a:pt x="7992" y="2901"/>
                    <a:pt x="7978" y="2901"/>
                    <a:pt x="7965" y="2898"/>
                  </a:cubicBezTo>
                  <a:cubicBezTo>
                    <a:pt x="7635" y="2863"/>
                    <a:pt x="7363" y="2873"/>
                    <a:pt x="7155" y="2937"/>
                  </a:cubicBezTo>
                  <a:cubicBezTo>
                    <a:pt x="6965" y="2990"/>
                    <a:pt x="6789" y="3064"/>
                    <a:pt x="6630" y="3152"/>
                  </a:cubicBezTo>
                  <a:cubicBezTo>
                    <a:pt x="6581" y="3184"/>
                    <a:pt x="6526" y="3215"/>
                    <a:pt x="6481" y="3251"/>
                  </a:cubicBezTo>
                  <a:cubicBezTo>
                    <a:pt x="5889" y="3656"/>
                    <a:pt x="5550" y="4340"/>
                    <a:pt x="5473" y="5303"/>
                  </a:cubicBezTo>
                  <a:cubicBezTo>
                    <a:pt x="5400" y="5662"/>
                    <a:pt x="5387" y="5997"/>
                    <a:pt x="5427" y="6304"/>
                  </a:cubicBezTo>
                  <a:cubicBezTo>
                    <a:pt x="5717" y="5324"/>
                    <a:pt x="6178" y="4583"/>
                    <a:pt x="6811" y="4079"/>
                  </a:cubicBezTo>
                  <a:cubicBezTo>
                    <a:pt x="6829" y="4065"/>
                    <a:pt x="6852" y="4051"/>
                    <a:pt x="6870" y="4037"/>
                  </a:cubicBezTo>
                  <a:lnTo>
                    <a:pt x="6870" y="4037"/>
                  </a:lnTo>
                  <a:cubicBezTo>
                    <a:pt x="7494" y="3571"/>
                    <a:pt x="8236" y="3476"/>
                    <a:pt x="9091" y="3755"/>
                  </a:cubicBezTo>
                  <a:cubicBezTo>
                    <a:pt x="8204" y="3547"/>
                    <a:pt x="7499" y="3670"/>
                    <a:pt x="6979" y="4118"/>
                  </a:cubicBezTo>
                  <a:cubicBezTo>
                    <a:pt x="6979" y="4122"/>
                    <a:pt x="6979" y="4122"/>
                    <a:pt x="6974" y="4122"/>
                  </a:cubicBezTo>
                  <a:cubicBezTo>
                    <a:pt x="6961" y="4136"/>
                    <a:pt x="6947" y="4146"/>
                    <a:pt x="6938" y="4160"/>
                  </a:cubicBezTo>
                  <a:cubicBezTo>
                    <a:pt x="5699" y="5313"/>
                    <a:pt x="5319" y="6643"/>
                    <a:pt x="5785" y="8148"/>
                  </a:cubicBezTo>
                  <a:cubicBezTo>
                    <a:pt x="5880" y="8445"/>
                    <a:pt x="6002" y="8744"/>
                    <a:pt x="6160" y="9051"/>
                  </a:cubicBezTo>
                  <a:lnTo>
                    <a:pt x="3844" y="9051"/>
                  </a:lnTo>
                  <a:cubicBezTo>
                    <a:pt x="4003" y="8744"/>
                    <a:pt x="4125" y="8445"/>
                    <a:pt x="4215" y="8148"/>
                  </a:cubicBezTo>
                  <a:cubicBezTo>
                    <a:pt x="4686" y="6643"/>
                    <a:pt x="4301" y="5313"/>
                    <a:pt x="3066" y="4160"/>
                  </a:cubicBezTo>
                  <a:lnTo>
                    <a:pt x="3057" y="4150"/>
                  </a:lnTo>
                  <a:cubicBezTo>
                    <a:pt x="3053" y="4146"/>
                    <a:pt x="3053" y="4143"/>
                    <a:pt x="3048" y="4143"/>
                  </a:cubicBezTo>
                  <a:lnTo>
                    <a:pt x="3035" y="4129"/>
                  </a:lnTo>
                  <a:cubicBezTo>
                    <a:pt x="3030" y="4125"/>
                    <a:pt x="3030" y="4125"/>
                    <a:pt x="3026" y="4122"/>
                  </a:cubicBezTo>
                  <a:lnTo>
                    <a:pt x="3021" y="4118"/>
                  </a:lnTo>
                  <a:cubicBezTo>
                    <a:pt x="2506" y="3670"/>
                    <a:pt x="1800" y="3547"/>
                    <a:pt x="914" y="3755"/>
                  </a:cubicBezTo>
                  <a:cubicBezTo>
                    <a:pt x="1768" y="3480"/>
                    <a:pt x="2506" y="3571"/>
                    <a:pt x="3130" y="4033"/>
                  </a:cubicBezTo>
                  <a:lnTo>
                    <a:pt x="3130" y="4033"/>
                  </a:lnTo>
                  <a:lnTo>
                    <a:pt x="3134" y="4037"/>
                  </a:lnTo>
                  <a:lnTo>
                    <a:pt x="3134" y="4037"/>
                  </a:lnTo>
                  <a:cubicBezTo>
                    <a:pt x="3148" y="4047"/>
                    <a:pt x="3161" y="4062"/>
                    <a:pt x="3180" y="4072"/>
                  </a:cubicBezTo>
                  <a:lnTo>
                    <a:pt x="3180" y="4072"/>
                  </a:lnTo>
                  <a:cubicBezTo>
                    <a:pt x="3184" y="4076"/>
                    <a:pt x="3184" y="4079"/>
                    <a:pt x="3189" y="4079"/>
                  </a:cubicBezTo>
                  <a:cubicBezTo>
                    <a:pt x="3826" y="4583"/>
                    <a:pt x="4288" y="5324"/>
                    <a:pt x="4573" y="6304"/>
                  </a:cubicBezTo>
                  <a:cubicBezTo>
                    <a:pt x="4618" y="5997"/>
                    <a:pt x="4604" y="5662"/>
                    <a:pt x="4532" y="5303"/>
                  </a:cubicBezTo>
                  <a:cubicBezTo>
                    <a:pt x="4450" y="4340"/>
                    <a:pt x="4116" y="3656"/>
                    <a:pt x="3523" y="3251"/>
                  </a:cubicBezTo>
                  <a:cubicBezTo>
                    <a:pt x="3474" y="3215"/>
                    <a:pt x="3424" y="3184"/>
                    <a:pt x="3370" y="3152"/>
                  </a:cubicBezTo>
                  <a:cubicBezTo>
                    <a:pt x="3211" y="3064"/>
                    <a:pt x="3039" y="2990"/>
                    <a:pt x="2845" y="2937"/>
                  </a:cubicBezTo>
                  <a:cubicBezTo>
                    <a:pt x="2637" y="2873"/>
                    <a:pt x="2365" y="2863"/>
                    <a:pt x="2035" y="2898"/>
                  </a:cubicBezTo>
                  <a:cubicBezTo>
                    <a:pt x="2022" y="2901"/>
                    <a:pt x="2013" y="2901"/>
                    <a:pt x="1999" y="2905"/>
                  </a:cubicBezTo>
                  <a:cubicBezTo>
                    <a:pt x="1963" y="2909"/>
                    <a:pt x="1927" y="2912"/>
                    <a:pt x="1891" y="2919"/>
                  </a:cubicBezTo>
                  <a:cubicBezTo>
                    <a:pt x="1122" y="3011"/>
                    <a:pt x="493" y="2859"/>
                    <a:pt x="0" y="2464"/>
                  </a:cubicBezTo>
                  <a:cubicBezTo>
                    <a:pt x="543" y="2803"/>
                    <a:pt x="1203" y="2926"/>
                    <a:pt x="1981" y="2831"/>
                  </a:cubicBezTo>
                  <a:cubicBezTo>
                    <a:pt x="1995" y="2827"/>
                    <a:pt x="2008" y="2827"/>
                    <a:pt x="2017" y="2824"/>
                  </a:cubicBezTo>
                  <a:lnTo>
                    <a:pt x="2022" y="2824"/>
                  </a:lnTo>
                  <a:lnTo>
                    <a:pt x="2022" y="2824"/>
                  </a:lnTo>
                  <a:cubicBezTo>
                    <a:pt x="2402" y="2771"/>
                    <a:pt x="2705" y="2778"/>
                    <a:pt x="2935" y="2849"/>
                  </a:cubicBezTo>
                  <a:cubicBezTo>
                    <a:pt x="3121" y="2909"/>
                    <a:pt x="3288" y="2983"/>
                    <a:pt x="3442" y="3071"/>
                  </a:cubicBezTo>
                  <a:cubicBezTo>
                    <a:pt x="3501" y="3102"/>
                    <a:pt x="3555" y="3138"/>
                    <a:pt x="3605" y="3173"/>
                  </a:cubicBezTo>
                  <a:cubicBezTo>
                    <a:pt x="3605" y="3173"/>
                    <a:pt x="3609" y="3173"/>
                    <a:pt x="3609" y="3177"/>
                  </a:cubicBezTo>
                  <a:lnTo>
                    <a:pt x="3609" y="3177"/>
                  </a:lnTo>
                  <a:cubicBezTo>
                    <a:pt x="4134" y="3533"/>
                    <a:pt x="4478" y="4076"/>
                    <a:pt x="4649" y="4799"/>
                  </a:cubicBezTo>
                  <a:cubicBezTo>
                    <a:pt x="4559" y="4062"/>
                    <a:pt x="4423" y="3448"/>
                    <a:pt x="4251" y="2951"/>
                  </a:cubicBezTo>
                  <a:cubicBezTo>
                    <a:pt x="4116" y="2567"/>
                    <a:pt x="3957" y="2256"/>
                    <a:pt x="3772" y="2016"/>
                  </a:cubicBezTo>
                  <a:cubicBezTo>
                    <a:pt x="3659" y="1890"/>
                    <a:pt x="3528" y="1784"/>
                    <a:pt x="3379" y="1699"/>
                  </a:cubicBezTo>
                  <a:cubicBezTo>
                    <a:pt x="3157" y="1569"/>
                    <a:pt x="2890" y="1480"/>
                    <a:pt x="2583" y="1442"/>
                  </a:cubicBezTo>
                  <a:cubicBezTo>
                    <a:pt x="2551" y="1435"/>
                    <a:pt x="2524" y="1431"/>
                    <a:pt x="2492" y="1431"/>
                  </a:cubicBezTo>
                  <a:lnTo>
                    <a:pt x="2488" y="1428"/>
                  </a:lnTo>
                  <a:lnTo>
                    <a:pt x="2474" y="1428"/>
                  </a:lnTo>
                  <a:lnTo>
                    <a:pt x="2465" y="1428"/>
                  </a:lnTo>
                  <a:lnTo>
                    <a:pt x="2460" y="1428"/>
                  </a:lnTo>
                  <a:lnTo>
                    <a:pt x="2460" y="1424"/>
                  </a:lnTo>
                  <a:lnTo>
                    <a:pt x="2447" y="1424"/>
                  </a:lnTo>
                  <a:lnTo>
                    <a:pt x="2442" y="1424"/>
                  </a:lnTo>
                  <a:lnTo>
                    <a:pt x="2442" y="1424"/>
                  </a:lnTo>
                  <a:cubicBezTo>
                    <a:pt x="1823" y="1350"/>
                    <a:pt x="1407" y="1107"/>
                    <a:pt x="1180" y="698"/>
                  </a:cubicBezTo>
                  <a:cubicBezTo>
                    <a:pt x="1511" y="1096"/>
                    <a:pt x="1940" y="1315"/>
                    <a:pt x="2456" y="1354"/>
                  </a:cubicBezTo>
                  <a:cubicBezTo>
                    <a:pt x="2501" y="1357"/>
                    <a:pt x="2542" y="1357"/>
                    <a:pt x="2587" y="1361"/>
                  </a:cubicBezTo>
                  <a:lnTo>
                    <a:pt x="2601" y="1361"/>
                  </a:lnTo>
                  <a:cubicBezTo>
                    <a:pt x="2714" y="1361"/>
                    <a:pt x="2827" y="1378"/>
                    <a:pt x="2949" y="1410"/>
                  </a:cubicBezTo>
                  <a:lnTo>
                    <a:pt x="2953" y="14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4" name="Teardrop 63"/>
            <p:cNvSpPr/>
            <p:nvPr/>
          </p:nvSpPr>
          <p:spPr>
            <a:xfrm>
              <a:off x="8632" y="2501"/>
              <a:ext cx="1935" cy="1935"/>
            </a:xfrm>
            <a:prstGeom prst="teardrop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335" dirty="0">
                <a:solidFill>
                  <a:srgbClr val="FFC000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6" name="Teardrop 65"/>
            <p:cNvSpPr/>
            <p:nvPr/>
          </p:nvSpPr>
          <p:spPr>
            <a:xfrm flipH="1">
              <a:off x="11535" y="3007"/>
              <a:ext cx="1429" cy="1429"/>
            </a:xfrm>
            <a:prstGeom prst="teardrop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265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9" name="Teardrop 68"/>
            <p:cNvSpPr/>
            <p:nvPr/>
          </p:nvSpPr>
          <p:spPr>
            <a:xfrm>
              <a:off x="5280" y="4410"/>
              <a:ext cx="1282" cy="1282"/>
            </a:xfrm>
            <a:prstGeom prst="teardrop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3335" dirty="0">
                <a:solidFill>
                  <a:srgbClr val="92D050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72" name="Teardrop 71"/>
            <p:cNvSpPr/>
            <p:nvPr/>
          </p:nvSpPr>
          <p:spPr>
            <a:xfrm>
              <a:off x="6334" y="3007"/>
              <a:ext cx="1429" cy="1429"/>
            </a:xfrm>
            <a:prstGeom prst="teardrop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35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73" name="Teardrop 72"/>
            <p:cNvSpPr/>
            <p:nvPr/>
          </p:nvSpPr>
          <p:spPr>
            <a:xfrm flipH="1">
              <a:off x="12638" y="4490"/>
              <a:ext cx="1282" cy="1282"/>
            </a:xfrm>
            <a:prstGeom prst="teardrop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3200" dirty="0">
                <a:solidFill>
                  <a:srgbClr val="9DDFBE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74" name="Teardrop 73"/>
            <p:cNvSpPr/>
            <p:nvPr/>
          </p:nvSpPr>
          <p:spPr>
            <a:xfrm>
              <a:off x="6272" y="5692"/>
              <a:ext cx="992" cy="992"/>
            </a:xfrm>
            <a:prstGeom prst="teardrop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/>
            <a:lstStyle/>
            <a:p>
              <a:pPr algn="ctr"/>
              <a:endParaRPr lang="en-US" sz="2400" dirty="0">
                <a:solidFill>
                  <a:srgbClr val="00B050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75" name="Teardrop 74"/>
            <p:cNvSpPr/>
            <p:nvPr/>
          </p:nvSpPr>
          <p:spPr>
            <a:xfrm flipH="1">
              <a:off x="11973" y="5692"/>
              <a:ext cx="992" cy="992"/>
            </a:xfrm>
            <a:prstGeom prst="teardrop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/>
            <a:lstStyle/>
            <a:p>
              <a:pPr algn="ctr"/>
              <a:endParaRPr lang="en-US" sz="2400" dirty="0">
                <a:solidFill>
                  <a:srgbClr val="FF66F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30" name="Freeform 45"/>
          <p:cNvSpPr>
            <a:spLocks noEditPoints="1"/>
          </p:cNvSpPr>
          <p:nvPr/>
        </p:nvSpPr>
        <p:spPr bwMode="auto">
          <a:xfrm>
            <a:off x="6931533" y="5426757"/>
            <a:ext cx="552803" cy="552803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1" name="Freeform 45"/>
          <p:cNvSpPr>
            <a:spLocks noEditPoints="1"/>
          </p:cNvSpPr>
          <p:nvPr/>
        </p:nvSpPr>
        <p:spPr bwMode="auto">
          <a:xfrm>
            <a:off x="4929852" y="5426639"/>
            <a:ext cx="552803" cy="552803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602857" y="5308601"/>
            <a:ext cx="346773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b="1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  <a:endParaRPr lang="zh-CN" altLang="en-US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1263651" y="5308601"/>
            <a:ext cx="346773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b="1">
                <a:solidFill>
                  <a:srgbClr val="C10015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  <a:endParaRPr lang="zh-CN" altLang="en-US">
              <a:solidFill>
                <a:srgbClr val="C10015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在此输入详细文字介绍和详细信息，在此输入详细文字介绍和详细信息。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6" name="圆角矩形 5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03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购买方式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1" grpId="0" bldLvl="0" animBg="1"/>
      <p:bldP spid="112" grpId="0"/>
      <p:bldP spid="1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71726"/>
            </a:gs>
            <a:gs pos="93000">
              <a:srgbClr val="C1001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flipH="1">
            <a:off x="0" y="257493"/>
            <a:ext cx="5943600" cy="6600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62" h="10405">
                <a:moveTo>
                  <a:pt x="0" y="5197"/>
                </a:moveTo>
                <a:cubicBezTo>
                  <a:pt x="-89" y="2280"/>
                  <a:pt x="2581" y="-71"/>
                  <a:pt x="5196" y="0"/>
                </a:cubicBezTo>
                <a:cubicBezTo>
                  <a:pt x="6898" y="-103"/>
                  <a:pt x="8692" y="1102"/>
                  <a:pt x="9360" y="2089"/>
                </a:cubicBezTo>
                <a:lnTo>
                  <a:pt x="9360" y="8305"/>
                </a:lnTo>
                <a:cubicBezTo>
                  <a:pt x="8581" y="9503"/>
                  <a:pt x="6640" y="10476"/>
                  <a:pt x="5196" y="10394"/>
                </a:cubicBezTo>
                <a:cubicBezTo>
                  <a:pt x="2280" y="10484"/>
                  <a:pt x="-71" y="7813"/>
                  <a:pt x="0" y="5197"/>
                </a:cubicBezTo>
                <a:close/>
              </a:path>
            </a:pathLst>
          </a:custGeom>
          <a:solidFill>
            <a:srgbClr val="D61E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 flipH="1">
            <a:off x="181611" y="1119823"/>
            <a:ext cx="4919980" cy="4921250"/>
          </a:xfrm>
          <a:prstGeom prst="ellipse">
            <a:avLst/>
          </a:prstGeom>
          <a:solidFill>
            <a:srgbClr val="E0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9d5b358403c74030">
            <a:lum bright="-6000" contrast="12000"/>
          </a:blip>
          <a:stretch>
            <a:fillRect/>
          </a:stretch>
        </p:blipFill>
        <p:spPr>
          <a:xfrm flipH="1">
            <a:off x="607695" y="1612267"/>
            <a:ext cx="4281171" cy="3936365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 flipH="1">
            <a:off x="291466" y="4768850"/>
            <a:ext cx="779780" cy="779780"/>
          </a:xfrm>
          <a:prstGeom prst="ellipse">
            <a:avLst/>
          </a:prstGeom>
          <a:gradFill>
            <a:gsLst>
              <a:gs pos="23000">
                <a:srgbClr val="E01F2D"/>
              </a:gs>
              <a:gs pos="100000">
                <a:srgbClr val="E01F2D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任意多边形 5"/>
          <p:cNvSpPr/>
          <p:nvPr/>
        </p:nvSpPr>
        <p:spPr>
          <a:xfrm flipH="1">
            <a:off x="6257925" y="0"/>
            <a:ext cx="5934275" cy="304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45" h="4800">
                <a:moveTo>
                  <a:pt x="9345" y="0"/>
                </a:moveTo>
                <a:cubicBezTo>
                  <a:pt x="9309" y="2504"/>
                  <a:pt x="6688" y="4943"/>
                  <a:pt x="4175" y="4794"/>
                </a:cubicBezTo>
                <a:cubicBezTo>
                  <a:pt x="2464" y="4880"/>
                  <a:pt x="712" y="3729"/>
                  <a:pt x="0" y="2684"/>
                </a:cubicBezTo>
                <a:lnTo>
                  <a:pt x="0" y="0"/>
                </a:lnTo>
                <a:lnTo>
                  <a:pt x="9345" y="0"/>
                </a:lnTo>
                <a:close/>
              </a:path>
            </a:pathLst>
          </a:custGeom>
          <a:gradFill>
            <a:gsLst>
              <a:gs pos="51000">
                <a:srgbClr val="E01F2D"/>
              </a:gs>
              <a:gs pos="90000">
                <a:srgbClr val="D61E28"/>
              </a:gs>
              <a:gs pos="9000">
                <a:srgbClr val="E01F2D">
                  <a:alpha val="0"/>
                </a:srgbClr>
              </a:gs>
              <a:gs pos="100000">
                <a:srgbClr val="E01F2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3" name="图片 12" descr="5"/>
          <p:cNvPicPr>
            <a:picLocks noChangeAspect="1"/>
          </p:cNvPicPr>
          <p:nvPr/>
        </p:nvPicPr>
        <p:blipFill>
          <a:blip r:embed="R5266cd94f458487b">
            <a:lum bright="-6000" contrast="12000"/>
          </a:blip>
          <a:stretch>
            <a:fillRect/>
          </a:stretch>
        </p:blipFill>
        <p:spPr>
          <a:xfrm>
            <a:off x="6941821" y="5548630"/>
            <a:ext cx="4655185" cy="13093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59561" y="2796540"/>
            <a:ext cx="21647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04</a:t>
            </a:r>
            <a:endParaRPr lang="zh-CN" altLang="en-US" sz="7200" b="1" dirty="0">
              <a:gradFill>
                <a:gsLst>
                  <a:gs pos="39000">
                    <a:srgbClr val="FFEDD7"/>
                  </a:gs>
                  <a:gs pos="100000">
                    <a:srgbClr val="FFD6AD"/>
                  </a:gs>
                </a:gsLst>
                <a:lin ang="5400000" scaled="0"/>
              </a:gradFill>
              <a:latin typeface="Impact" pitchFamily="34" charset="0"/>
              <a:ea typeface="阿里巴巴普惠体 Medium"/>
              <a:cs typeface="阿里巴巴普惠体 Medium"/>
              <a:sym typeface="Arial"/>
            </a:endParaRPr>
          </a:p>
          <a:p>
            <a:pPr algn="ctr"/>
            <a:r>
              <a:rPr lang="en-US" altLang="zh-CN" sz="24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Impact" pitchFamily="34" charset="0"/>
                <a:ea typeface="阿里巴巴普惠体 Medium"/>
                <a:cs typeface="阿里巴巴普惠体 Medium"/>
                <a:sym typeface="Arial"/>
              </a:rPr>
              <a:t>Part  four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613400" y="2248535"/>
            <a:ext cx="4392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 b="1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 dirty="0">
                <a:sym typeface="Arial"/>
              </a:rPr>
              <a:t>更多产品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02300" y="3598546"/>
            <a:ext cx="5984240" cy="11726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The template is well-designed, all materials of the template can be freely edited, 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replaced and moved.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  <p:bldP spid="14" grpId="0" bldLvl="0" animBg="1"/>
      <p:bldP spid="6" grpId="0" bldLvl="0" animBg="1"/>
      <p:bldP spid="2" grpId="0"/>
      <p:bldP spid="17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19855" y="1516382"/>
            <a:ext cx="4352291" cy="4799965"/>
            <a:chOff x="6367" y="2622"/>
            <a:chExt cx="6854" cy="7559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120" name="Freeform 5"/>
            <p:cNvSpPr/>
            <p:nvPr/>
          </p:nvSpPr>
          <p:spPr bwMode="auto">
            <a:xfrm>
              <a:off x="8545" y="6717"/>
              <a:ext cx="2690" cy="3464"/>
            </a:xfrm>
            <a:custGeom>
              <a:avLst/>
              <a:gdLst>
                <a:gd name="T0" fmla="*/ 0 w 130"/>
                <a:gd name="T1" fmla="*/ 3 h 216"/>
                <a:gd name="T2" fmla="*/ 44 w 130"/>
                <a:gd name="T3" fmla="*/ 61 h 216"/>
                <a:gd name="T4" fmla="*/ 36 w 130"/>
                <a:gd name="T5" fmla="*/ 216 h 216"/>
                <a:gd name="T6" fmla="*/ 93 w 130"/>
                <a:gd name="T7" fmla="*/ 216 h 216"/>
                <a:gd name="T8" fmla="*/ 83 w 130"/>
                <a:gd name="T9" fmla="*/ 63 h 216"/>
                <a:gd name="T10" fmla="*/ 130 w 130"/>
                <a:gd name="T11" fmla="*/ 2 h 216"/>
                <a:gd name="T12" fmla="*/ 64 w 130"/>
                <a:gd name="T13" fmla="*/ 52 h 216"/>
                <a:gd name="T14" fmla="*/ 0 w 130"/>
                <a:gd name="T15" fmla="*/ 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" h="216">
                  <a:moveTo>
                    <a:pt x="0" y="3"/>
                  </a:moveTo>
                  <a:cubicBezTo>
                    <a:pt x="0" y="3"/>
                    <a:pt x="34" y="33"/>
                    <a:pt x="44" y="61"/>
                  </a:cubicBezTo>
                  <a:cubicBezTo>
                    <a:pt x="64" y="112"/>
                    <a:pt x="52" y="171"/>
                    <a:pt x="36" y="216"/>
                  </a:cubicBezTo>
                  <a:cubicBezTo>
                    <a:pt x="93" y="216"/>
                    <a:pt x="93" y="216"/>
                    <a:pt x="93" y="216"/>
                  </a:cubicBezTo>
                  <a:cubicBezTo>
                    <a:pt x="93" y="216"/>
                    <a:pt x="64" y="121"/>
                    <a:pt x="83" y="63"/>
                  </a:cubicBezTo>
                  <a:cubicBezTo>
                    <a:pt x="101" y="9"/>
                    <a:pt x="130" y="2"/>
                    <a:pt x="130" y="2"/>
                  </a:cubicBezTo>
                  <a:cubicBezTo>
                    <a:pt x="130" y="2"/>
                    <a:pt x="98" y="0"/>
                    <a:pt x="64" y="52"/>
                  </a:cubicBezTo>
                  <a:cubicBezTo>
                    <a:pt x="64" y="52"/>
                    <a:pt x="34" y="15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1" name="Oval 6"/>
            <p:cNvSpPr>
              <a:spLocks noChangeArrowheads="1"/>
            </p:cNvSpPr>
            <p:nvPr/>
          </p:nvSpPr>
          <p:spPr bwMode="auto">
            <a:xfrm>
              <a:off x="9560" y="6778"/>
              <a:ext cx="573" cy="59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2" name="Freeform 7"/>
            <p:cNvSpPr/>
            <p:nvPr/>
          </p:nvSpPr>
          <p:spPr bwMode="auto">
            <a:xfrm>
              <a:off x="10567" y="6613"/>
              <a:ext cx="2655" cy="1588"/>
            </a:xfrm>
            <a:custGeom>
              <a:avLst/>
              <a:gdLst>
                <a:gd name="T0" fmla="*/ 60 w 128"/>
                <a:gd name="T1" fmla="*/ 7 h 77"/>
                <a:gd name="T2" fmla="*/ 128 w 128"/>
                <a:gd name="T3" fmla="*/ 16 h 77"/>
                <a:gd name="T4" fmla="*/ 64 w 128"/>
                <a:gd name="T5" fmla="*/ 60 h 77"/>
                <a:gd name="T6" fmla="*/ 0 w 128"/>
                <a:gd name="T7" fmla="*/ 54 h 77"/>
                <a:gd name="T8" fmla="*/ 60 w 128"/>
                <a:gd name="T9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77">
                  <a:moveTo>
                    <a:pt x="60" y="7"/>
                  </a:moveTo>
                  <a:cubicBezTo>
                    <a:pt x="93" y="0"/>
                    <a:pt x="128" y="16"/>
                    <a:pt x="128" y="16"/>
                  </a:cubicBezTo>
                  <a:cubicBezTo>
                    <a:pt x="110" y="23"/>
                    <a:pt x="94" y="48"/>
                    <a:pt x="64" y="60"/>
                  </a:cubicBezTo>
                  <a:cubicBezTo>
                    <a:pt x="19" y="77"/>
                    <a:pt x="0" y="54"/>
                    <a:pt x="0" y="54"/>
                  </a:cubicBezTo>
                  <a:cubicBezTo>
                    <a:pt x="5" y="40"/>
                    <a:pt x="20" y="16"/>
                    <a:pt x="6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3" name="Freeform 8"/>
            <p:cNvSpPr/>
            <p:nvPr/>
          </p:nvSpPr>
          <p:spPr bwMode="auto">
            <a:xfrm>
              <a:off x="6705" y="6587"/>
              <a:ext cx="2482" cy="1632"/>
            </a:xfrm>
            <a:custGeom>
              <a:avLst/>
              <a:gdLst>
                <a:gd name="T0" fmla="*/ 41 w 120"/>
                <a:gd name="T1" fmla="*/ 56 h 79"/>
                <a:gd name="T2" fmla="*/ 0 w 120"/>
                <a:gd name="T3" fmla="*/ 0 h 79"/>
                <a:gd name="T4" fmla="*/ 76 w 120"/>
                <a:gd name="T5" fmla="*/ 17 h 79"/>
                <a:gd name="T6" fmla="*/ 116 w 120"/>
                <a:gd name="T7" fmla="*/ 67 h 79"/>
                <a:gd name="T8" fmla="*/ 41 w 120"/>
                <a:gd name="T9" fmla="*/ 5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79">
                  <a:moveTo>
                    <a:pt x="41" y="56"/>
                  </a:moveTo>
                  <a:cubicBezTo>
                    <a:pt x="13" y="37"/>
                    <a:pt x="0" y="0"/>
                    <a:pt x="0" y="0"/>
                  </a:cubicBezTo>
                  <a:cubicBezTo>
                    <a:pt x="17" y="9"/>
                    <a:pt x="47" y="3"/>
                    <a:pt x="76" y="17"/>
                  </a:cubicBezTo>
                  <a:cubicBezTo>
                    <a:pt x="120" y="38"/>
                    <a:pt x="116" y="67"/>
                    <a:pt x="116" y="67"/>
                  </a:cubicBezTo>
                  <a:cubicBezTo>
                    <a:pt x="102" y="73"/>
                    <a:pt x="74" y="79"/>
                    <a:pt x="41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4" name="Freeform 9"/>
            <p:cNvSpPr/>
            <p:nvPr/>
          </p:nvSpPr>
          <p:spPr bwMode="auto">
            <a:xfrm>
              <a:off x="11582" y="5433"/>
              <a:ext cx="1614" cy="1215"/>
            </a:xfrm>
            <a:custGeom>
              <a:avLst/>
              <a:gdLst>
                <a:gd name="T0" fmla="*/ 33 w 78"/>
                <a:gd name="T1" fmla="*/ 9 h 59"/>
                <a:gd name="T2" fmla="*/ 78 w 78"/>
                <a:gd name="T3" fmla="*/ 7 h 59"/>
                <a:gd name="T4" fmla="*/ 42 w 78"/>
                <a:gd name="T5" fmla="*/ 43 h 59"/>
                <a:gd name="T6" fmla="*/ 0 w 78"/>
                <a:gd name="T7" fmla="*/ 47 h 59"/>
                <a:gd name="T8" fmla="*/ 33 w 78"/>
                <a:gd name="T9" fmla="*/ 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9">
                  <a:moveTo>
                    <a:pt x="33" y="9"/>
                  </a:moveTo>
                  <a:cubicBezTo>
                    <a:pt x="53" y="0"/>
                    <a:pt x="78" y="7"/>
                    <a:pt x="78" y="7"/>
                  </a:cubicBezTo>
                  <a:cubicBezTo>
                    <a:pt x="67" y="13"/>
                    <a:pt x="60" y="31"/>
                    <a:pt x="42" y="43"/>
                  </a:cubicBezTo>
                  <a:cubicBezTo>
                    <a:pt x="14" y="59"/>
                    <a:pt x="0" y="47"/>
                    <a:pt x="0" y="47"/>
                  </a:cubicBezTo>
                  <a:cubicBezTo>
                    <a:pt x="1" y="37"/>
                    <a:pt x="8" y="20"/>
                    <a:pt x="33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5" name="Freeform 10"/>
            <p:cNvSpPr/>
            <p:nvPr/>
          </p:nvSpPr>
          <p:spPr bwMode="auto">
            <a:xfrm>
              <a:off x="6367" y="5373"/>
              <a:ext cx="1597" cy="1180"/>
            </a:xfrm>
            <a:custGeom>
              <a:avLst/>
              <a:gdLst>
                <a:gd name="T0" fmla="*/ 23 w 77"/>
                <a:gd name="T1" fmla="*/ 40 h 57"/>
                <a:gd name="T2" fmla="*/ 0 w 77"/>
                <a:gd name="T3" fmla="*/ 0 h 57"/>
                <a:gd name="T4" fmla="*/ 49 w 77"/>
                <a:gd name="T5" fmla="*/ 16 h 57"/>
                <a:gd name="T6" fmla="*/ 72 w 77"/>
                <a:gd name="T7" fmla="*/ 52 h 57"/>
                <a:gd name="T8" fmla="*/ 23 w 77"/>
                <a:gd name="T9" fmla="*/ 4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57">
                  <a:moveTo>
                    <a:pt x="23" y="40"/>
                  </a:moveTo>
                  <a:cubicBezTo>
                    <a:pt x="6" y="25"/>
                    <a:pt x="0" y="0"/>
                    <a:pt x="0" y="0"/>
                  </a:cubicBezTo>
                  <a:cubicBezTo>
                    <a:pt x="11" y="7"/>
                    <a:pt x="31" y="5"/>
                    <a:pt x="49" y="16"/>
                  </a:cubicBezTo>
                  <a:cubicBezTo>
                    <a:pt x="77" y="33"/>
                    <a:pt x="72" y="52"/>
                    <a:pt x="72" y="52"/>
                  </a:cubicBezTo>
                  <a:cubicBezTo>
                    <a:pt x="63" y="55"/>
                    <a:pt x="44" y="57"/>
                    <a:pt x="23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6" name="Freeform 11"/>
            <p:cNvSpPr/>
            <p:nvPr/>
          </p:nvSpPr>
          <p:spPr bwMode="auto">
            <a:xfrm>
              <a:off x="9144" y="2665"/>
              <a:ext cx="598" cy="1302"/>
            </a:xfrm>
            <a:custGeom>
              <a:avLst/>
              <a:gdLst>
                <a:gd name="T0" fmla="*/ 1 w 29"/>
                <a:gd name="T1" fmla="*/ 31 h 63"/>
                <a:gd name="T2" fmla="*/ 11 w 29"/>
                <a:gd name="T3" fmla="*/ 0 h 63"/>
                <a:gd name="T4" fmla="*/ 25 w 29"/>
                <a:gd name="T5" fmla="*/ 34 h 63"/>
                <a:gd name="T6" fmla="*/ 17 w 29"/>
                <a:gd name="T7" fmla="*/ 63 h 63"/>
                <a:gd name="T8" fmla="*/ 1 w 29"/>
                <a:gd name="T9" fmla="*/ 3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63">
                  <a:moveTo>
                    <a:pt x="1" y="31"/>
                  </a:moveTo>
                  <a:cubicBezTo>
                    <a:pt x="0" y="15"/>
                    <a:pt x="11" y="0"/>
                    <a:pt x="11" y="0"/>
                  </a:cubicBezTo>
                  <a:cubicBezTo>
                    <a:pt x="12" y="9"/>
                    <a:pt x="23" y="19"/>
                    <a:pt x="25" y="34"/>
                  </a:cubicBezTo>
                  <a:cubicBezTo>
                    <a:pt x="29" y="57"/>
                    <a:pt x="17" y="63"/>
                    <a:pt x="17" y="63"/>
                  </a:cubicBezTo>
                  <a:cubicBezTo>
                    <a:pt x="11" y="60"/>
                    <a:pt x="1" y="51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7" name="Freeform 12"/>
            <p:cNvSpPr/>
            <p:nvPr/>
          </p:nvSpPr>
          <p:spPr bwMode="auto">
            <a:xfrm>
              <a:off x="7738" y="3490"/>
              <a:ext cx="512" cy="789"/>
            </a:xfrm>
            <a:custGeom>
              <a:avLst/>
              <a:gdLst>
                <a:gd name="T0" fmla="*/ 3 w 25"/>
                <a:gd name="T1" fmla="*/ 21 h 38"/>
                <a:gd name="T2" fmla="*/ 4 w 25"/>
                <a:gd name="T3" fmla="*/ 0 h 38"/>
                <a:gd name="T4" fmla="*/ 19 w 25"/>
                <a:gd name="T5" fmla="*/ 19 h 38"/>
                <a:gd name="T6" fmla="*/ 19 w 25"/>
                <a:gd name="T7" fmla="*/ 38 h 38"/>
                <a:gd name="T8" fmla="*/ 3 w 25"/>
                <a:gd name="T9" fmla="*/ 2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8">
                  <a:moveTo>
                    <a:pt x="3" y="21"/>
                  </a:moveTo>
                  <a:cubicBezTo>
                    <a:pt x="0" y="11"/>
                    <a:pt x="4" y="0"/>
                    <a:pt x="4" y="0"/>
                  </a:cubicBezTo>
                  <a:cubicBezTo>
                    <a:pt x="7" y="5"/>
                    <a:pt x="15" y="10"/>
                    <a:pt x="19" y="19"/>
                  </a:cubicBezTo>
                  <a:cubicBezTo>
                    <a:pt x="25" y="32"/>
                    <a:pt x="19" y="38"/>
                    <a:pt x="19" y="38"/>
                  </a:cubicBezTo>
                  <a:cubicBezTo>
                    <a:pt x="14" y="37"/>
                    <a:pt x="7" y="33"/>
                    <a:pt x="3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8" name="Freeform 13"/>
            <p:cNvSpPr/>
            <p:nvPr/>
          </p:nvSpPr>
          <p:spPr bwMode="auto">
            <a:xfrm>
              <a:off x="11669" y="3533"/>
              <a:ext cx="573" cy="703"/>
            </a:xfrm>
            <a:custGeom>
              <a:avLst/>
              <a:gdLst>
                <a:gd name="T0" fmla="*/ 9 w 28"/>
                <a:gd name="T1" fmla="*/ 9 h 34"/>
                <a:gd name="T2" fmla="*/ 28 w 28"/>
                <a:gd name="T3" fmla="*/ 0 h 34"/>
                <a:gd name="T4" fmla="*/ 19 w 28"/>
                <a:gd name="T5" fmla="*/ 22 h 34"/>
                <a:gd name="T6" fmla="*/ 2 w 28"/>
                <a:gd name="T7" fmla="*/ 31 h 34"/>
                <a:gd name="T8" fmla="*/ 9 w 28"/>
                <a:gd name="T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9" y="9"/>
                  </a:moveTo>
                  <a:cubicBezTo>
                    <a:pt x="17" y="2"/>
                    <a:pt x="28" y="0"/>
                    <a:pt x="28" y="0"/>
                  </a:cubicBezTo>
                  <a:cubicBezTo>
                    <a:pt x="25" y="5"/>
                    <a:pt x="25" y="14"/>
                    <a:pt x="19" y="22"/>
                  </a:cubicBezTo>
                  <a:cubicBezTo>
                    <a:pt x="10" y="34"/>
                    <a:pt x="2" y="31"/>
                    <a:pt x="2" y="31"/>
                  </a:cubicBezTo>
                  <a:cubicBezTo>
                    <a:pt x="1" y="27"/>
                    <a:pt x="0" y="18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9" name="Freeform 14"/>
            <p:cNvSpPr/>
            <p:nvPr/>
          </p:nvSpPr>
          <p:spPr bwMode="auto">
            <a:xfrm>
              <a:off x="10220" y="2622"/>
              <a:ext cx="703" cy="1223"/>
            </a:xfrm>
            <a:custGeom>
              <a:avLst/>
              <a:gdLst>
                <a:gd name="T0" fmla="*/ 8 w 34"/>
                <a:gd name="T1" fmla="*/ 23 h 59"/>
                <a:gd name="T2" fmla="*/ 32 w 34"/>
                <a:gd name="T3" fmla="*/ 0 h 59"/>
                <a:gd name="T4" fmla="*/ 29 w 34"/>
                <a:gd name="T5" fmla="*/ 37 h 59"/>
                <a:gd name="T6" fmla="*/ 8 w 34"/>
                <a:gd name="T7" fmla="*/ 59 h 59"/>
                <a:gd name="T8" fmla="*/ 8 w 34"/>
                <a:gd name="T9" fmla="*/ 2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9">
                  <a:moveTo>
                    <a:pt x="8" y="23"/>
                  </a:moveTo>
                  <a:cubicBezTo>
                    <a:pt x="15" y="8"/>
                    <a:pt x="32" y="0"/>
                    <a:pt x="32" y="0"/>
                  </a:cubicBezTo>
                  <a:cubicBezTo>
                    <a:pt x="29" y="8"/>
                    <a:pt x="34" y="22"/>
                    <a:pt x="29" y="37"/>
                  </a:cubicBezTo>
                  <a:cubicBezTo>
                    <a:pt x="22" y="58"/>
                    <a:pt x="8" y="59"/>
                    <a:pt x="8" y="59"/>
                  </a:cubicBezTo>
                  <a:cubicBezTo>
                    <a:pt x="4" y="53"/>
                    <a:pt x="0" y="40"/>
                    <a:pt x="8" y="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0" name="Freeform 15"/>
            <p:cNvSpPr/>
            <p:nvPr/>
          </p:nvSpPr>
          <p:spPr bwMode="auto">
            <a:xfrm>
              <a:off x="7530" y="4297"/>
              <a:ext cx="1883" cy="2438"/>
            </a:xfrm>
            <a:custGeom>
              <a:avLst/>
              <a:gdLst>
                <a:gd name="T0" fmla="*/ 14 w 91"/>
                <a:gd name="T1" fmla="*/ 69 h 118"/>
                <a:gd name="T2" fmla="*/ 9 w 91"/>
                <a:gd name="T3" fmla="*/ 0 h 118"/>
                <a:gd name="T4" fmla="*/ 65 w 91"/>
                <a:gd name="T5" fmla="*/ 54 h 118"/>
                <a:gd name="T6" fmla="*/ 72 w 91"/>
                <a:gd name="T7" fmla="*/ 118 h 118"/>
                <a:gd name="T8" fmla="*/ 14 w 91"/>
                <a:gd name="T9" fmla="*/ 6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18">
                  <a:moveTo>
                    <a:pt x="14" y="69"/>
                  </a:moveTo>
                  <a:cubicBezTo>
                    <a:pt x="0" y="38"/>
                    <a:pt x="9" y="0"/>
                    <a:pt x="9" y="0"/>
                  </a:cubicBezTo>
                  <a:cubicBezTo>
                    <a:pt x="19" y="16"/>
                    <a:pt x="47" y="27"/>
                    <a:pt x="65" y="54"/>
                  </a:cubicBezTo>
                  <a:cubicBezTo>
                    <a:pt x="91" y="95"/>
                    <a:pt x="72" y="118"/>
                    <a:pt x="72" y="118"/>
                  </a:cubicBezTo>
                  <a:cubicBezTo>
                    <a:pt x="58" y="116"/>
                    <a:pt x="31" y="106"/>
                    <a:pt x="14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1" name="Freeform 16"/>
            <p:cNvSpPr/>
            <p:nvPr/>
          </p:nvSpPr>
          <p:spPr bwMode="auto">
            <a:xfrm>
              <a:off x="8337" y="3056"/>
              <a:ext cx="972" cy="1857"/>
            </a:xfrm>
            <a:custGeom>
              <a:avLst/>
              <a:gdLst>
                <a:gd name="T0" fmla="*/ 3 w 47"/>
                <a:gd name="T1" fmla="*/ 46 h 90"/>
                <a:gd name="T2" fmla="*/ 14 w 47"/>
                <a:gd name="T3" fmla="*/ 0 h 90"/>
                <a:gd name="T4" fmla="*/ 39 w 47"/>
                <a:gd name="T5" fmla="*/ 47 h 90"/>
                <a:gd name="T6" fmla="*/ 30 w 47"/>
                <a:gd name="T7" fmla="*/ 90 h 90"/>
                <a:gd name="T8" fmla="*/ 3 w 47"/>
                <a:gd name="T9" fmla="*/ 4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90">
                  <a:moveTo>
                    <a:pt x="3" y="46"/>
                  </a:moveTo>
                  <a:cubicBezTo>
                    <a:pt x="0" y="23"/>
                    <a:pt x="14" y="0"/>
                    <a:pt x="14" y="0"/>
                  </a:cubicBezTo>
                  <a:cubicBezTo>
                    <a:pt x="17" y="13"/>
                    <a:pt x="33" y="25"/>
                    <a:pt x="39" y="47"/>
                  </a:cubicBezTo>
                  <a:cubicBezTo>
                    <a:pt x="47" y="79"/>
                    <a:pt x="30" y="90"/>
                    <a:pt x="30" y="90"/>
                  </a:cubicBezTo>
                  <a:cubicBezTo>
                    <a:pt x="21" y="85"/>
                    <a:pt x="6" y="73"/>
                    <a:pt x="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2" name="Freeform 17"/>
            <p:cNvSpPr/>
            <p:nvPr/>
          </p:nvSpPr>
          <p:spPr bwMode="auto">
            <a:xfrm>
              <a:off x="10532" y="3116"/>
              <a:ext cx="1154" cy="1658"/>
            </a:xfrm>
            <a:custGeom>
              <a:avLst/>
              <a:gdLst>
                <a:gd name="T0" fmla="*/ 17 w 56"/>
                <a:gd name="T1" fmla="*/ 26 h 80"/>
                <a:gd name="T2" fmla="*/ 56 w 56"/>
                <a:gd name="T3" fmla="*/ 0 h 80"/>
                <a:gd name="T4" fmla="*/ 42 w 56"/>
                <a:gd name="T5" fmla="*/ 51 h 80"/>
                <a:gd name="T6" fmla="*/ 7 w 56"/>
                <a:gd name="T7" fmla="*/ 76 h 80"/>
                <a:gd name="T8" fmla="*/ 17 w 56"/>
                <a:gd name="T9" fmla="*/ 2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80">
                  <a:moveTo>
                    <a:pt x="17" y="26"/>
                  </a:moveTo>
                  <a:cubicBezTo>
                    <a:pt x="31" y="7"/>
                    <a:pt x="56" y="0"/>
                    <a:pt x="56" y="0"/>
                  </a:cubicBezTo>
                  <a:cubicBezTo>
                    <a:pt x="50" y="11"/>
                    <a:pt x="53" y="31"/>
                    <a:pt x="42" y="51"/>
                  </a:cubicBezTo>
                  <a:cubicBezTo>
                    <a:pt x="27" y="80"/>
                    <a:pt x="7" y="76"/>
                    <a:pt x="7" y="76"/>
                  </a:cubicBezTo>
                  <a:cubicBezTo>
                    <a:pt x="4" y="67"/>
                    <a:pt x="0" y="48"/>
                    <a:pt x="17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3" name="Freeform 18"/>
            <p:cNvSpPr/>
            <p:nvPr/>
          </p:nvSpPr>
          <p:spPr bwMode="auto">
            <a:xfrm>
              <a:off x="10402" y="4314"/>
              <a:ext cx="1761" cy="2377"/>
            </a:xfrm>
            <a:custGeom>
              <a:avLst/>
              <a:gdLst>
                <a:gd name="T0" fmla="*/ 25 w 85"/>
                <a:gd name="T1" fmla="*/ 35 h 115"/>
                <a:gd name="T2" fmla="*/ 85 w 85"/>
                <a:gd name="T3" fmla="*/ 0 h 115"/>
                <a:gd name="T4" fmla="*/ 61 w 85"/>
                <a:gd name="T5" fmla="*/ 74 h 115"/>
                <a:gd name="T6" fmla="*/ 8 w 85"/>
                <a:gd name="T7" fmla="*/ 109 h 115"/>
                <a:gd name="T8" fmla="*/ 25 w 85"/>
                <a:gd name="T9" fmla="*/ 3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15">
                  <a:moveTo>
                    <a:pt x="25" y="35"/>
                  </a:moveTo>
                  <a:cubicBezTo>
                    <a:pt x="47" y="9"/>
                    <a:pt x="85" y="0"/>
                    <a:pt x="85" y="0"/>
                  </a:cubicBezTo>
                  <a:cubicBezTo>
                    <a:pt x="75" y="16"/>
                    <a:pt x="78" y="46"/>
                    <a:pt x="61" y="74"/>
                  </a:cubicBezTo>
                  <a:cubicBezTo>
                    <a:pt x="36" y="115"/>
                    <a:pt x="8" y="109"/>
                    <a:pt x="8" y="109"/>
                  </a:cubicBezTo>
                  <a:cubicBezTo>
                    <a:pt x="3" y="95"/>
                    <a:pt x="0" y="67"/>
                    <a:pt x="25" y="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4" name="Freeform 19"/>
            <p:cNvSpPr/>
            <p:nvPr/>
          </p:nvSpPr>
          <p:spPr bwMode="auto">
            <a:xfrm>
              <a:off x="6827" y="4401"/>
              <a:ext cx="781" cy="1050"/>
            </a:xfrm>
            <a:custGeom>
              <a:avLst/>
              <a:gdLst>
                <a:gd name="T0" fmla="*/ 6 w 38"/>
                <a:gd name="T1" fmla="*/ 29 h 51"/>
                <a:gd name="T2" fmla="*/ 4 w 38"/>
                <a:gd name="T3" fmla="*/ 0 h 51"/>
                <a:gd name="T4" fmla="*/ 28 w 38"/>
                <a:gd name="T5" fmla="*/ 24 h 51"/>
                <a:gd name="T6" fmla="*/ 30 w 38"/>
                <a:gd name="T7" fmla="*/ 51 h 51"/>
                <a:gd name="T8" fmla="*/ 6 w 38"/>
                <a:gd name="T9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51">
                  <a:moveTo>
                    <a:pt x="6" y="29"/>
                  </a:moveTo>
                  <a:cubicBezTo>
                    <a:pt x="0" y="16"/>
                    <a:pt x="4" y="0"/>
                    <a:pt x="4" y="0"/>
                  </a:cubicBezTo>
                  <a:cubicBezTo>
                    <a:pt x="9" y="7"/>
                    <a:pt x="20" y="12"/>
                    <a:pt x="28" y="24"/>
                  </a:cubicBezTo>
                  <a:cubicBezTo>
                    <a:pt x="38" y="41"/>
                    <a:pt x="30" y="51"/>
                    <a:pt x="30" y="51"/>
                  </a:cubicBezTo>
                  <a:cubicBezTo>
                    <a:pt x="24" y="49"/>
                    <a:pt x="13" y="45"/>
                    <a:pt x="6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5" name="Freeform 20"/>
            <p:cNvSpPr/>
            <p:nvPr/>
          </p:nvSpPr>
          <p:spPr bwMode="auto">
            <a:xfrm>
              <a:off x="12120" y="4644"/>
              <a:ext cx="929" cy="867"/>
            </a:xfrm>
            <a:custGeom>
              <a:avLst/>
              <a:gdLst>
                <a:gd name="T0" fmla="*/ 16 w 45"/>
                <a:gd name="T1" fmla="*/ 8 h 42"/>
                <a:gd name="T2" fmla="*/ 45 w 45"/>
                <a:gd name="T3" fmla="*/ 1 h 42"/>
                <a:gd name="T4" fmla="*/ 26 w 45"/>
                <a:gd name="T5" fmla="*/ 28 h 42"/>
                <a:gd name="T6" fmla="*/ 0 w 45"/>
                <a:gd name="T7" fmla="*/ 35 h 42"/>
                <a:gd name="T8" fmla="*/ 16 w 45"/>
                <a:gd name="T9" fmla="*/ 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42">
                  <a:moveTo>
                    <a:pt x="16" y="8"/>
                  </a:moveTo>
                  <a:cubicBezTo>
                    <a:pt x="28" y="0"/>
                    <a:pt x="45" y="1"/>
                    <a:pt x="45" y="1"/>
                  </a:cubicBezTo>
                  <a:cubicBezTo>
                    <a:pt x="39" y="6"/>
                    <a:pt x="36" y="19"/>
                    <a:pt x="26" y="28"/>
                  </a:cubicBezTo>
                  <a:cubicBezTo>
                    <a:pt x="11" y="42"/>
                    <a:pt x="0" y="35"/>
                    <a:pt x="0" y="35"/>
                  </a:cubicBezTo>
                  <a:cubicBezTo>
                    <a:pt x="0" y="29"/>
                    <a:pt x="2" y="17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6" name="Freeform 21"/>
            <p:cNvSpPr/>
            <p:nvPr/>
          </p:nvSpPr>
          <p:spPr bwMode="auto">
            <a:xfrm>
              <a:off x="9222" y="3759"/>
              <a:ext cx="1180" cy="2750"/>
            </a:xfrm>
            <a:custGeom>
              <a:avLst/>
              <a:gdLst>
                <a:gd name="T0" fmla="*/ 39 w 57"/>
                <a:gd name="T1" fmla="*/ 0 h 133"/>
                <a:gd name="T2" fmla="*/ 6 w 57"/>
                <a:gd name="T3" fmla="*/ 61 h 133"/>
                <a:gd name="T4" fmla="*/ 29 w 57"/>
                <a:gd name="T5" fmla="*/ 133 h 133"/>
                <a:gd name="T6" fmla="*/ 57 w 57"/>
                <a:gd name="T7" fmla="*/ 75 h 133"/>
                <a:gd name="T8" fmla="*/ 39 w 57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33">
                  <a:moveTo>
                    <a:pt x="39" y="0"/>
                  </a:moveTo>
                  <a:cubicBezTo>
                    <a:pt x="39" y="0"/>
                    <a:pt x="11" y="27"/>
                    <a:pt x="6" y="61"/>
                  </a:cubicBezTo>
                  <a:cubicBezTo>
                    <a:pt x="0" y="101"/>
                    <a:pt x="18" y="123"/>
                    <a:pt x="29" y="133"/>
                  </a:cubicBezTo>
                  <a:cubicBezTo>
                    <a:pt x="29" y="133"/>
                    <a:pt x="57" y="124"/>
                    <a:pt x="57" y="75"/>
                  </a:cubicBezTo>
                  <a:cubicBezTo>
                    <a:pt x="57" y="43"/>
                    <a:pt x="39" y="19"/>
                    <a:pt x="3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118" name="文本框 117"/>
          <p:cNvSpPr txBox="1"/>
          <p:nvPr/>
        </p:nvSpPr>
        <p:spPr>
          <a:xfrm>
            <a:off x="8536941" y="1964056"/>
            <a:ext cx="289115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536941" y="3761741"/>
            <a:ext cx="289115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在此输入详细文字介绍和详细信息，</a:t>
            </a:r>
          </a:p>
          <a:p>
            <a:pPr algn="ctr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73785" y="3801111"/>
            <a:ext cx="289115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73785" y="1964056"/>
            <a:ext cx="2891155" cy="101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点此编辑标题</a:t>
            </a: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  <a:p>
            <a:pPr algn="l">
              <a:lnSpc>
                <a:spcPct val="130000"/>
              </a:lnSpc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在此输入详细文字介绍和详细信息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7" name="圆角矩形 6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04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更多产品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/>
        </p:nvGrpSpPr>
        <p:grpSpPr>
          <a:xfrm>
            <a:off x="1720852" y="1590675"/>
            <a:ext cx="2623185" cy="1085850"/>
            <a:chOff x="2710" y="2505"/>
            <a:chExt cx="4131" cy="1710"/>
          </a:xfrm>
        </p:grpSpPr>
        <p:sp>
          <p:nvSpPr>
            <p:cNvPr id="3" name="išľíďè"/>
            <p:cNvSpPr/>
            <p:nvPr/>
          </p:nvSpPr>
          <p:spPr bwMode="auto">
            <a:xfrm>
              <a:off x="2710" y="3166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1" name="iSlíďè"/>
            <p:cNvSpPr txBox="1"/>
            <p:nvPr/>
          </p:nvSpPr>
          <p:spPr bwMode="auto">
            <a:xfrm>
              <a:off x="2710" y="2505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075057" y="3104515"/>
            <a:ext cx="2623185" cy="1085850"/>
            <a:chOff x="1693" y="4889"/>
            <a:chExt cx="4131" cy="1710"/>
          </a:xfrm>
        </p:grpSpPr>
        <p:sp>
          <p:nvSpPr>
            <p:cNvPr id="22" name="išľíďè"/>
            <p:cNvSpPr/>
            <p:nvPr/>
          </p:nvSpPr>
          <p:spPr bwMode="auto">
            <a:xfrm>
              <a:off x="1693" y="5550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3" name="iSlíďè"/>
            <p:cNvSpPr txBox="1"/>
            <p:nvPr/>
          </p:nvSpPr>
          <p:spPr bwMode="auto">
            <a:xfrm>
              <a:off x="1693" y="4889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723392" y="4577080"/>
            <a:ext cx="2623185" cy="1085850"/>
            <a:chOff x="2714" y="7208"/>
            <a:chExt cx="4131" cy="1710"/>
          </a:xfrm>
        </p:grpSpPr>
        <p:sp>
          <p:nvSpPr>
            <p:cNvPr id="24" name="išľíďè"/>
            <p:cNvSpPr/>
            <p:nvPr/>
          </p:nvSpPr>
          <p:spPr bwMode="auto">
            <a:xfrm>
              <a:off x="2714" y="7869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5" name="iSlíďè"/>
            <p:cNvSpPr txBox="1"/>
            <p:nvPr/>
          </p:nvSpPr>
          <p:spPr bwMode="auto">
            <a:xfrm>
              <a:off x="2714" y="7208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8002272" y="2272030"/>
            <a:ext cx="2623185" cy="1085850"/>
            <a:chOff x="12602" y="3578"/>
            <a:chExt cx="4131" cy="1710"/>
          </a:xfrm>
        </p:grpSpPr>
        <p:sp>
          <p:nvSpPr>
            <p:cNvPr id="26" name="išľíďè"/>
            <p:cNvSpPr/>
            <p:nvPr/>
          </p:nvSpPr>
          <p:spPr bwMode="auto">
            <a:xfrm>
              <a:off x="12602" y="4239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7" name="iSlíďè"/>
            <p:cNvSpPr txBox="1"/>
            <p:nvPr/>
          </p:nvSpPr>
          <p:spPr bwMode="auto">
            <a:xfrm>
              <a:off x="12602" y="3578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001001" y="3785237"/>
            <a:ext cx="2623185" cy="1085215"/>
            <a:chOff x="12600" y="5961"/>
            <a:chExt cx="4131" cy="1709"/>
          </a:xfrm>
        </p:grpSpPr>
        <p:sp>
          <p:nvSpPr>
            <p:cNvPr id="28" name="išľíďè"/>
            <p:cNvSpPr/>
            <p:nvPr/>
          </p:nvSpPr>
          <p:spPr bwMode="auto">
            <a:xfrm>
              <a:off x="12600" y="6621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9" name="iSlíďè"/>
            <p:cNvSpPr txBox="1"/>
            <p:nvPr/>
          </p:nvSpPr>
          <p:spPr bwMode="auto">
            <a:xfrm>
              <a:off x="12600" y="5961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064001" y="1123950"/>
            <a:ext cx="3632835" cy="5734050"/>
            <a:chOff x="6400" y="1770"/>
            <a:chExt cx="5721" cy="9030"/>
          </a:xfrm>
        </p:grpSpPr>
        <p:sp>
          <p:nvSpPr>
            <p:cNvPr id="4" name="Freeform: Shape 2"/>
            <p:cNvSpPr/>
            <p:nvPr/>
          </p:nvSpPr>
          <p:spPr bwMode="auto">
            <a:xfrm>
              <a:off x="8920" y="1770"/>
              <a:ext cx="675" cy="9030"/>
            </a:xfrm>
            <a:custGeom>
              <a:avLst/>
              <a:gdLst>
                <a:gd name="T0" fmla="*/ 167 w 167"/>
                <a:gd name="T1" fmla="*/ 145 h 3240"/>
                <a:gd name="T2" fmla="*/ 84 w 167"/>
                <a:gd name="T3" fmla="*/ 0 h 3240"/>
                <a:gd name="T4" fmla="*/ 0 w 167"/>
                <a:gd name="T5" fmla="*/ 145 h 3240"/>
                <a:gd name="T6" fmla="*/ 60 w 167"/>
                <a:gd name="T7" fmla="*/ 145 h 3240"/>
                <a:gd name="T8" fmla="*/ 60 w 167"/>
                <a:gd name="T9" fmla="*/ 3240 h 3240"/>
                <a:gd name="T10" fmla="*/ 108 w 167"/>
                <a:gd name="T11" fmla="*/ 3240 h 3240"/>
                <a:gd name="T12" fmla="*/ 108 w 167"/>
                <a:gd name="T13" fmla="*/ 145 h 3240"/>
                <a:gd name="T14" fmla="*/ 167 w 167"/>
                <a:gd name="T15" fmla="*/ 145 h 3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7" h="3240">
                  <a:moveTo>
                    <a:pt x="167" y="145"/>
                  </a:moveTo>
                  <a:lnTo>
                    <a:pt x="84" y="0"/>
                  </a:lnTo>
                  <a:lnTo>
                    <a:pt x="0" y="145"/>
                  </a:lnTo>
                  <a:lnTo>
                    <a:pt x="60" y="145"/>
                  </a:lnTo>
                  <a:lnTo>
                    <a:pt x="60" y="3240"/>
                  </a:lnTo>
                  <a:lnTo>
                    <a:pt x="108" y="3240"/>
                  </a:lnTo>
                  <a:lnTo>
                    <a:pt x="108" y="145"/>
                  </a:lnTo>
                  <a:lnTo>
                    <a:pt x="167" y="145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 w="0"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5" name="Oval 7"/>
            <p:cNvSpPr/>
            <p:nvPr/>
          </p:nvSpPr>
          <p:spPr bwMode="auto">
            <a:xfrm>
              <a:off x="6400" y="2964"/>
              <a:ext cx="5721" cy="5726"/>
            </a:xfrm>
            <a:prstGeom prst="ellipse">
              <a:avLst/>
            </a:prstGeom>
            <a:noFill/>
            <a:ln w="6350" cap="flat">
              <a:gradFill>
                <a:gsLst>
                  <a:gs pos="0">
                    <a:srgbClr val="C10015"/>
                  </a:gs>
                  <a:gs pos="100000">
                    <a:srgbClr val="E01F2D"/>
                  </a:gs>
                </a:gsLst>
                <a:lin ang="5400000" scaled="1"/>
              </a:gra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" name="TextBox 8"/>
            <p:cNvSpPr txBox="1"/>
            <p:nvPr/>
          </p:nvSpPr>
          <p:spPr>
            <a:xfrm>
              <a:off x="9481" y="7431"/>
              <a:ext cx="859" cy="889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97500"/>
            </a:bodyPr>
            <a:lstStyle/>
            <a:p>
              <a:pPr algn="ctr"/>
              <a:r>
                <a:rPr lang="en-US" sz="3065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</p:txBody>
        </p:sp>
        <p:sp>
          <p:nvSpPr>
            <p:cNvPr id="7" name="TextBox 9"/>
            <p:cNvSpPr txBox="1"/>
            <p:nvPr/>
          </p:nvSpPr>
          <p:spPr>
            <a:xfrm>
              <a:off x="8063" y="6423"/>
              <a:ext cx="935" cy="888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97500"/>
            </a:bodyPr>
            <a:lstStyle/>
            <a:p>
              <a:pPr algn="ctr"/>
              <a:r>
                <a:rPr lang="en-US" sz="3065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</p:txBody>
        </p:sp>
        <p:sp>
          <p:nvSpPr>
            <p:cNvPr id="8" name="TextBox 10"/>
            <p:cNvSpPr txBox="1"/>
            <p:nvPr/>
          </p:nvSpPr>
          <p:spPr>
            <a:xfrm>
              <a:off x="9414" y="5357"/>
              <a:ext cx="977" cy="888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97500"/>
            </a:bodyPr>
            <a:lstStyle/>
            <a:p>
              <a:pPr algn="ctr"/>
              <a:r>
                <a:rPr lang="en-US" sz="3065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03</a:t>
              </a:r>
            </a:p>
          </p:txBody>
        </p:sp>
        <p:sp>
          <p:nvSpPr>
            <p:cNvPr id="9" name="TextBox 11"/>
            <p:cNvSpPr txBox="1"/>
            <p:nvPr/>
          </p:nvSpPr>
          <p:spPr>
            <a:xfrm>
              <a:off x="8073" y="4265"/>
              <a:ext cx="934" cy="889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97500"/>
            </a:bodyPr>
            <a:lstStyle/>
            <a:p>
              <a:pPr algn="ctr"/>
              <a:r>
                <a:rPr lang="en-US" sz="3065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04</a:t>
              </a:r>
            </a:p>
          </p:txBody>
        </p:sp>
        <p:sp>
          <p:nvSpPr>
            <p:cNvPr id="10" name="TextBox 12"/>
            <p:cNvSpPr txBox="1"/>
            <p:nvPr/>
          </p:nvSpPr>
          <p:spPr>
            <a:xfrm>
              <a:off x="9414" y="3263"/>
              <a:ext cx="977" cy="889"/>
            </a:xfrm>
            <a:prstGeom prst="rect">
              <a:avLst/>
            </a:prstGeom>
            <a:noFill/>
            <a:effectLst/>
          </p:spPr>
          <p:txBody>
            <a:bodyPr wrap="none">
              <a:normAutofit fontScale="97500"/>
            </a:bodyPr>
            <a:lstStyle/>
            <a:p>
              <a:pPr algn="ctr"/>
              <a:r>
                <a:rPr lang="en-US" sz="3065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05</a:t>
              </a:r>
            </a:p>
          </p:txBody>
        </p:sp>
        <p:sp>
          <p:nvSpPr>
            <p:cNvPr id="11" name="Freeform: Shape 29"/>
            <p:cNvSpPr/>
            <p:nvPr/>
          </p:nvSpPr>
          <p:spPr bwMode="auto">
            <a:xfrm>
              <a:off x="9263" y="4230"/>
              <a:ext cx="2613" cy="1069"/>
            </a:xfrm>
            <a:custGeom>
              <a:avLst/>
              <a:gdLst>
                <a:gd name="T0" fmla="*/ 0 w 390"/>
                <a:gd name="T1" fmla="*/ 159 h 159"/>
                <a:gd name="T2" fmla="*/ 390 w 390"/>
                <a:gd name="T3" fmla="*/ 159 h 159"/>
                <a:gd name="T4" fmla="*/ 318 w 390"/>
                <a:gd name="T5" fmla="*/ 0 h 159"/>
                <a:gd name="T6" fmla="*/ 0 w 390"/>
                <a:gd name="T7" fmla="*/ 0 h 159"/>
                <a:gd name="T8" fmla="*/ 0 w 390"/>
                <a:gd name="T9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" h="159">
                  <a:moveTo>
                    <a:pt x="0" y="159"/>
                  </a:moveTo>
                  <a:cubicBezTo>
                    <a:pt x="390" y="159"/>
                    <a:pt x="390" y="159"/>
                    <a:pt x="390" y="159"/>
                  </a:cubicBezTo>
                  <a:cubicBezTo>
                    <a:pt x="378" y="100"/>
                    <a:pt x="353" y="46"/>
                    <a:pt x="31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9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3" name="Freeform: Shape 38"/>
            <p:cNvSpPr/>
            <p:nvPr/>
          </p:nvSpPr>
          <p:spPr bwMode="auto">
            <a:xfrm>
              <a:off x="9263" y="6363"/>
              <a:ext cx="2613" cy="1068"/>
            </a:xfrm>
            <a:custGeom>
              <a:avLst/>
              <a:gdLst>
                <a:gd name="T0" fmla="*/ 0 w 390"/>
                <a:gd name="T1" fmla="*/ 159 h 159"/>
                <a:gd name="T2" fmla="*/ 318 w 390"/>
                <a:gd name="T3" fmla="*/ 159 h 159"/>
                <a:gd name="T4" fmla="*/ 390 w 390"/>
                <a:gd name="T5" fmla="*/ 0 h 159"/>
                <a:gd name="T6" fmla="*/ 0 w 390"/>
                <a:gd name="T7" fmla="*/ 0 h 159"/>
                <a:gd name="T8" fmla="*/ 0 w 390"/>
                <a:gd name="T9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0" h="159">
                  <a:moveTo>
                    <a:pt x="0" y="159"/>
                  </a:moveTo>
                  <a:cubicBezTo>
                    <a:pt x="318" y="159"/>
                    <a:pt x="318" y="159"/>
                    <a:pt x="318" y="159"/>
                  </a:cubicBezTo>
                  <a:cubicBezTo>
                    <a:pt x="353" y="113"/>
                    <a:pt x="378" y="59"/>
                    <a:pt x="39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9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5" name="Freeform: Shape 47"/>
            <p:cNvSpPr/>
            <p:nvPr/>
          </p:nvSpPr>
          <p:spPr bwMode="auto">
            <a:xfrm>
              <a:off x="7130" y="3166"/>
              <a:ext cx="2133" cy="1064"/>
            </a:xfrm>
            <a:custGeom>
              <a:avLst/>
              <a:gdLst>
                <a:gd name="T0" fmla="*/ 0 w 318"/>
                <a:gd name="T1" fmla="*/ 159 h 159"/>
                <a:gd name="T2" fmla="*/ 318 w 318"/>
                <a:gd name="T3" fmla="*/ 159 h 159"/>
                <a:gd name="T4" fmla="*/ 318 w 318"/>
                <a:gd name="T5" fmla="*/ 0 h 159"/>
                <a:gd name="T6" fmla="*/ 0 w 318"/>
                <a:gd name="T7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59">
                  <a:moveTo>
                    <a:pt x="0" y="159"/>
                  </a:moveTo>
                  <a:cubicBezTo>
                    <a:pt x="318" y="159"/>
                    <a:pt x="318" y="159"/>
                    <a:pt x="318" y="159"/>
                  </a:cubicBezTo>
                  <a:cubicBezTo>
                    <a:pt x="318" y="0"/>
                    <a:pt x="318" y="0"/>
                    <a:pt x="318" y="0"/>
                  </a:cubicBezTo>
                  <a:cubicBezTo>
                    <a:pt x="188" y="0"/>
                    <a:pt x="73" y="62"/>
                    <a:pt x="0" y="159"/>
                  </a:cubicBez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7" name="Freeform: Shape 63"/>
            <p:cNvSpPr/>
            <p:nvPr/>
          </p:nvSpPr>
          <p:spPr bwMode="auto">
            <a:xfrm>
              <a:off x="6602" y="5299"/>
              <a:ext cx="2661" cy="1064"/>
            </a:xfrm>
            <a:custGeom>
              <a:avLst/>
              <a:gdLst>
                <a:gd name="T0" fmla="*/ 397 w 397"/>
                <a:gd name="T1" fmla="*/ 0 h 159"/>
                <a:gd name="T2" fmla="*/ 8 w 397"/>
                <a:gd name="T3" fmla="*/ 0 h 159"/>
                <a:gd name="T4" fmla="*/ 0 w 397"/>
                <a:gd name="T5" fmla="*/ 79 h 159"/>
                <a:gd name="T6" fmla="*/ 8 w 397"/>
                <a:gd name="T7" fmla="*/ 159 h 159"/>
                <a:gd name="T8" fmla="*/ 397 w 397"/>
                <a:gd name="T9" fmla="*/ 159 h 159"/>
                <a:gd name="T10" fmla="*/ 397 w 397"/>
                <a:gd name="T1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7" h="159">
                  <a:moveTo>
                    <a:pt x="397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26"/>
                    <a:pt x="0" y="52"/>
                    <a:pt x="0" y="79"/>
                  </a:cubicBezTo>
                  <a:cubicBezTo>
                    <a:pt x="0" y="107"/>
                    <a:pt x="3" y="133"/>
                    <a:pt x="8" y="159"/>
                  </a:cubicBezTo>
                  <a:cubicBezTo>
                    <a:pt x="397" y="159"/>
                    <a:pt x="397" y="159"/>
                    <a:pt x="397" y="159"/>
                  </a:cubicBezTo>
                  <a:lnTo>
                    <a:pt x="397" y="0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9" name="Freeform: Shape 68"/>
            <p:cNvSpPr/>
            <p:nvPr/>
          </p:nvSpPr>
          <p:spPr bwMode="auto">
            <a:xfrm>
              <a:off x="7130" y="7431"/>
              <a:ext cx="2133" cy="1065"/>
            </a:xfrm>
            <a:custGeom>
              <a:avLst/>
              <a:gdLst>
                <a:gd name="T0" fmla="*/ 0 w 318"/>
                <a:gd name="T1" fmla="*/ 0 h 159"/>
                <a:gd name="T2" fmla="*/ 318 w 318"/>
                <a:gd name="T3" fmla="*/ 159 h 159"/>
                <a:gd name="T4" fmla="*/ 318 w 318"/>
                <a:gd name="T5" fmla="*/ 0 h 159"/>
                <a:gd name="T6" fmla="*/ 0 w 318"/>
                <a:gd name="T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59">
                  <a:moveTo>
                    <a:pt x="0" y="0"/>
                  </a:moveTo>
                  <a:cubicBezTo>
                    <a:pt x="73" y="96"/>
                    <a:pt x="188" y="159"/>
                    <a:pt x="318" y="159"/>
                  </a:cubicBezTo>
                  <a:cubicBezTo>
                    <a:pt x="318" y="0"/>
                    <a:pt x="318" y="0"/>
                    <a:pt x="318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743" y="3578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文本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595" y="4523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文本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595" y="6656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文本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319" y="5586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文本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62" y="7649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文本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4" name="圆角矩形 13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04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更多产品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 rot="14469289">
            <a:off x="4611425" y="1583035"/>
            <a:ext cx="445051" cy="2227471"/>
            <a:chOff x="2117759" y="1650038"/>
            <a:chExt cx="333788" cy="1670603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33" name="Rounded Rectangle 32"/>
            <p:cNvSpPr/>
            <p:nvPr/>
          </p:nvSpPr>
          <p:spPr>
            <a:xfrm>
              <a:off x="2184756" y="1765252"/>
              <a:ext cx="199794" cy="15553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2117759" y="1650038"/>
              <a:ext cx="333788" cy="333788"/>
              <a:chOff x="2786183" y="1189182"/>
              <a:chExt cx="921712" cy="921712"/>
            </a:xfrm>
            <a:grpFill/>
          </p:grpSpPr>
          <p:sp>
            <p:nvSpPr>
              <p:cNvPr id="35" name="Oval 34"/>
              <p:cNvSpPr/>
              <p:nvPr/>
            </p:nvSpPr>
            <p:spPr>
              <a:xfrm>
                <a:off x="2786183" y="1189182"/>
                <a:ext cx="921712" cy="9217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2878354" y="1281353"/>
                <a:ext cx="737370" cy="7373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grpSp>
        <p:nvGrpSpPr>
          <p:cNvPr id="53" name="Group 52"/>
          <p:cNvGrpSpPr/>
          <p:nvPr/>
        </p:nvGrpSpPr>
        <p:grpSpPr>
          <a:xfrm rot="10800000">
            <a:off x="4211901" y="3264792"/>
            <a:ext cx="445051" cy="2227471"/>
            <a:chOff x="1485809" y="1650038"/>
            <a:chExt cx="333788" cy="1670603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39" name="Rounded Rectangle 38"/>
            <p:cNvSpPr/>
            <p:nvPr/>
          </p:nvSpPr>
          <p:spPr>
            <a:xfrm>
              <a:off x="1552806" y="1765252"/>
              <a:ext cx="199794" cy="15553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1485809" y="1650038"/>
              <a:ext cx="333788" cy="333788"/>
              <a:chOff x="2786183" y="1189182"/>
              <a:chExt cx="921712" cy="921712"/>
            </a:xfrm>
            <a:grpFill/>
          </p:grpSpPr>
          <p:sp>
            <p:nvSpPr>
              <p:cNvPr id="41" name="Oval 40"/>
              <p:cNvSpPr/>
              <p:nvPr/>
            </p:nvSpPr>
            <p:spPr>
              <a:xfrm>
                <a:off x="2786183" y="1189182"/>
                <a:ext cx="921712" cy="9217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78354" y="1281353"/>
                <a:ext cx="737370" cy="7373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grpSp>
        <p:nvGrpSpPr>
          <p:cNvPr id="11" name="Group 63"/>
          <p:cNvGrpSpPr/>
          <p:nvPr/>
        </p:nvGrpSpPr>
        <p:grpSpPr>
          <a:xfrm rot="7518191">
            <a:off x="5410945" y="4345676"/>
            <a:ext cx="445051" cy="2227471"/>
            <a:chOff x="760548" y="1650038"/>
            <a:chExt cx="333788" cy="1670603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43" name="Rounded Rectangle 42"/>
            <p:cNvSpPr/>
            <p:nvPr/>
          </p:nvSpPr>
          <p:spPr>
            <a:xfrm>
              <a:off x="827545" y="1765252"/>
              <a:ext cx="199794" cy="15553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760548" y="1650038"/>
              <a:ext cx="333788" cy="333788"/>
              <a:chOff x="2786183" y="1189182"/>
              <a:chExt cx="921712" cy="921712"/>
            </a:xfrm>
            <a:grpFill/>
          </p:grpSpPr>
          <p:sp>
            <p:nvSpPr>
              <p:cNvPr id="45" name="Oval 44"/>
              <p:cNvSpPr/>
              <p:nvPr/>
            </p:nvSpPr>
            <p:spPr>
              <a:xfrm>
                <a:off x="2786183" y="1189182"/>
                <a:ext cx="921712" cy="9217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2878354" y="1281353"/>
                <a:ext cx="737370" cy="7373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grpSp>
        <p:nvGrpSpPr>
          <p:cNvPr id="51" name="Group 50"/>
          <p:cNvGrpSpPr/>
          <p:nvPr/>
        </p:nvGrpSpPr>
        <p:grpSpPr>
          <a:xfrm rot="3647897">
            <a:off x="7078565" y="3897791"/>
            <a:ext cx="445051" cy="2227471"/>
            <a:chOff x="2648116" y="1650038"/>
            <a:chExt cx="333788" cy="1670603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47" name="Rounded Rectangle 46"/>
            <p:cNvSpPr/>
            <p:nvPr/>
          </p:nvSpPr>
          <p:spPr>
            <a:xfrm>
              <a:off x="2715113" y="1765252"/>
              <a:ext cx="199794" cy="15553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2648116" y="1650038"/>
              <a:ext cx="333788" cy="333788"/>
              <a:chOff x="2786183" y="1189182"/>
              <a:chExt cx="921712" cy="921712"/>
            </a:xfrm>
            <a:grpFill/>
          </p:grpSpPr>
          <p:sp>
            <p:nvSpPr>
              <p:cNvPr id="49" name="Oval 48"/>
              <p:cNvSpPr/>
              <p:nvPr/>
            </p:nvSpPr>
            <p:spPr>
              <a:xfrm>
                <a:off x="2786183" y="1189182"/>
                <a:ext cx="921712" cy="9217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78354" y="1281353"/>
                <a:ext cx="737370" cy="7373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grpSp>
        <p:nvGrpSpPr>
          <p:cNvPr id="58" name="Group 57"/>
          <p:cNvGrpSpPr/>
          <p:nvPr/>
        </p:nvGrpSpPr>
        <p:grpSpPr>
          <a:xfrm>
            <a:off x="7514701" y="2219096"/>
            <a:ext cx="445051" cy="2227471"/>
            <a:chOff x="5982866" y="1650038"/>
            <a:chExt cx="333788" cy="1670603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54" name="Rounded Rectangle 53"/>
            <p:cNvSpPr/>
            <p:nvPr/>
          </p:nvSpPr>
          <p:spPr>
            <a:xfrm>
              <a:off x="6049863" y="1765252"/>
              <a:ext cx="199794" cy="15553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55" name="Group 54"/>
            <p:cNvGrpSpPr/>
            <p:nvPr/>
          </p:nvGrpSpPr>
          <p:grpSpPr>
            <a:xfrm>
              <a:off x="5982866" y="1650038"/>
              <a:ext cx="333788" cy="333788"/>
              <a:chOff x="2786183" y="1189182"/>
              <a:chExt cx="921712" cy="921712"/>
            </a:xfrm>
            <a:grpFill/>
          </p:grpSpPr>
          <p:sp>
            <p:nvSpPr>
              <p:cNvPr id="56" name="Oval 55"/>
              <p:cNvSpPr/>
              <p:nvPr/>
            </p:nvSpPr>
            <p:spPr>
              <a:xfrm>
                <a:off x="2786183" y="1189182"/>
                <a:ext cx="921712" cy="9217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2878354" y="1281353"/>
                <a:ext cx="737370" cy="7373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 rot="18356643">
            <a:off x="6341909" y="1145243"/>
            <a:ext cx="445051" cy="2227471"/>
            <a:chOff x="5982866" y="1650038"/>
            <a:chExt cx="333788" cy="1670603"/>
          </a:xfrm>
        </p:grpSpPr>
        <p:sp>
          <p:nvSpPr>
            <p:cNvPr id="60" name="Rounded Rectangle 59"/>
            <p:cNvSpPr/>
            <p:nvPr/>
          </p:nvSpPr>
          <p:spPr>
            <a:xfrm>
              <a:off x="6049863" y="1765252"/>
              <a:ext cx="199794" cy="15553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10015"/>
                </a:gs>
                <a:gs pos="69000">
                  <a:srgbClr val="E01F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5982866" y="1650038"/>
              <a:ext cx="333788" cy="333788"/>
              <a:chOff x="2786183" y="1189182"/>
              <a:chExt cx="921712" cy="921712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2786183" y="1189182"/>
                <a:ext cx="921712" cy="921712"/>
              </a:xfrm>
              <a:prstGeom prst="ellipse">
                <a:avLst/>
              </a:prstGeom>
              <a:gradFill>
                <a:gsLst>
                  <a:gs pos="0">
                    <a:srgbClr val="C10015"/>
                  </a:gs>
                  <a:gs pos="69000">
                    <a:srgbClr val="E01F2D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2878354" y="1281353"/>
                <a:ext cx="737370" cy="7373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grpSp>
        <p:nvGrpSpPr>
          <p:cNvPr id="12" name="Group 64"/>
          <p:cNvGrpSpPr/>
          <p:nvPr/>
        </p:nvGrpSpPr>
        <p:grpSpPr>
          <a:xfrm>
            <a:off x="8110740" y="2191281"/>
            <a:ext cx="2476333" cy="936016"/>
            <a:chOff x="2786183" y="1387624"/>
            <a:chExt cx="1857250" cy="702013"/>
          </a:xfrm>
        </p:grpSpPr>
        <p:sp>
          <p:nvSpPr>
            <p:cNvPr id="66" name="Text Placeholder 3"/>
            <p:cNvSpPr txBox="1"/>
            <p:nvPr/>
          </p:nvSpPr>
          <p:spPr>
            <a:xfrm>
              <a:off x="2786183" y="1604888"/>
              <a:ext cx="1857250" cy="4847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8565">
                <a:spcBef>
                  <a:spcPct val="20000"/>
                </a:spcBef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13" name="TextBox 66"/>
            <p:cNvSpPr txBox="1"/>
            <p:nvPr/>
          </p:nvSpPr>
          <p:spPr>
            <a:xfrm>
              <a:off x="2786183" y="1387624"/>
              <a:ext cx="1439234" cy="184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8381847" y="4302325"/>
            <a:ext cx="2476333" cy="936016"/>
            <a:chOff x="2786183" y="1387624"/>
            <a:chExt cx="1857250" cy="702013"/>
          </a:xfrm>
        </p:grpSpPr>
        <p:sp>
          <p:nvSpPr>
            <p:cNvPr id="75" name="Text Placeholder 3"/>
            <p:cNvSpPr txBox="1"/>
            <p:nvPr/>
          </p:nvSpPr>
          <p:spPr>
            <a:xfrm>
              <a:off x="2786183" y="1604888"/>
              <a:ext cx="1857250" cy="4847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8565">
                <a:spcBef>
                  <a:spcPct val="20000"/>
                </a:spcBef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14" name="TextBox 75"/>
            <p:cNvSpPr txBox="1"/>
            <p:nvPr/>
          </p:nvSpPr>
          <p:spPr>
            <a:xfrm>
              <a:off x="2786183" y="1387624"/>
              <a:ext cx="1439234" cy="184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15" name="Group 76"/>
          <p:cNvGrpSpPr/>
          <p:nvPr/>
        </p:nvGrpSpPr>
        <p:grpSpPr>
          <a:xfrm>
            <a:off x="1211576" y="2757677"/>
            <a:ext cx="2476333" cy="936016"/>
            <a:chOff x="2786183" y="1387624"/>
            <a:chExt cx="1857250" cy="702013"/>
          </a:xfrm>
        </p:grpSpPr>
        <p:sp>
          <p:nvSpPr>
            <p:cNvPr id="78" name="Text Placeholder 3"/>
            <p:cNvSpPr txBox="1"/>
            <p:nvPr/>
          </p:nvSpPr>
          <p:spPr>
            <a:xfrm>
              <a:off x="2786183" y="1604888"/>
              <a:ext cx="1857250" cy="4847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r" defTabSz="1218565">
                <a:spcBef>
                  <a:spcPct val="20000"/>
                </a:spcBef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204199" y="1387624"/>
              <a:ext cx="1439234" cy="184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1581948" y="4923639"/>
            <a:ext cx="2476333" cy="936016"/>
            <a:chOff x="2786183" y="1387624"/>
            <a:chExt cx="1857250" cy="702013"/>
          </a:xfrm>
        </p:grpSpPr>
        <p:sp>
          <p:nvSpPr>
            <p:cNvPr id="81" name="Text Placeholder 3"/>
            <p:cNvSpPr txBox="1"/>
            <p:nvPr/>
          </p:nvSpPr>
          <p:spPr>
            <a:xfrm>
              <a:off x="2786183" y="1604888"/>
              <a:ext cx="1857250" cy="4847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r" defTabSz="1218565">
                <a:spcBef>
                  <a:spcPct val="20000"/>
                </a:spcBef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04199" y="1387624"/>
              <a:ext cx="1439234" cy="184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887707" y="1353217"/>
            <a:ext cx="2476333" cy="936016"/>
            <a:chOff x="2786183" y="1387624"/>
            <a:chExt cx="1857250" cy="702013"/>
          </a:xfrm>
        </p:grpSpPr>
        <p:sp>
          <p:nvSpPr>
            <p:cNvPr id="84" name="Text Placeholder 3"/>
            <p:cNvSpPr txBox="1"/>
            <p:nvPr/>
          </p:nvSpPr>
          <p:spPr>
            <a:xfrm>
              <a:off x="2786183" y="1604888"/>
              <a:ext cx="1857250" cy="4847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r" defTabSz="1218565">
                <a:spcBef>
                  <a:spcPct val="20000"/>
                </a:spcBef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204199" y="1387624"/>
              <a:ext cx="1439234" cy="184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6721584" y="5618353"/>
            <a:ext cx="2476333" cy="936016"/>
            <a:chOff x="2786183" y="1387624"/>
            <a:chExt cx="1857250" cy="702013"/>
          </a:xfrm>
        </p:grpSpPr>
        <p:sp>
          <p:nvSpPr>
            <p:cNvPr id="87" name="Text Placeholder 3"/>
            <p:cNvSpPr txBox="1"/>
            <p:nvPr/>
          </p:nvSpPr>
          <p:spPr>
            <a:xfrm>
              <a:off x="2786183" y="1604888"/>
              <a:ext cx="1857250" cy="4847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18565">
                <a:spcBef>
                  <a:spcPct val="20000"/>
                </a:spcBef>
                <a:defRPr/>
              </a:pP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786183" y="1387624"/>
              <a:ext cx="1439234" cy="184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01285" y="3152141"/>
            <a:ext cx="1710691" cy="1475105"/>
            <a:chOff x="8191" y="4964"/>
            <a:chExt cx="2694" cy="2323"/>
          </a:xfr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</p:grpSpPr>
        <p:sp>
          <p:nvSpPr>
            <p:cNvPr id="32" name="Hexagon 31"/>
            <p:cNvSpPr/>
            <p:nvPr/>
          </p:nvSpPr>
          <p:spPr>
            <a:xfrm rot="19944453">
              <a:off x="8191" y="4964"/>
              <a:ext cx="2694" cy="2323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272" y="5859"/>
              <a:ext cx="2531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点此编辑文本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7" name="圆角矩形 6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04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更多产品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5"/>
          <p:cNvSpPr/>
          <p:nvPr/>
        </p:nvSpPr>
        <p:spPr bwMode="auto">
          <a:xfrm>
            <a:off x="4222642" y="1983316"/>
            <a:ext cx="3981449" cy="4874684"/>
          </a:xfrm>
          <a:custGeom>
            <a:avLst/>
            <a:gdLst>
              <a:gd name="T0" fmla="*/ 621 w 1045"/>
              <a:gd name="T1" fmla="*/ 1278 h 1279"/>
              <a:gd name="T2" fmla="*/ 493 w 1045"/>
              <a:gd name="T3" fmla="*/ 1279 h 1279"/>
              <a:gd name="T4" fmla="*/ 491 w 1045"/>
              <a:gd name="T5" fmla="*/ 1068 h 1279"/>
              <a:gd name="T6" fmla="*/ 362 w 1045"/>
              <a:gd name="T7" fmla="*/ 961 h 1279"/>
              <a:gd name="T8" fmla="*/ 239 w 1045"/>
              <a:gd name="T9" fmla="*/ 952 h 1279"/>
              <a:gd name="T10" fmla="*/ 0 w 1045"/>
              <a:gd name="T11" fmla="*/ 832 h 1279"/>
              <a:gd name="T12" fmla="*/ 322 w 1045"/>
              <a:gd name="T13" fmla="*/ 928 h 1279"/>
              <a:gd name="T14" fmla="*/ 117 w 1045"/>
              <a:gd name="T15" fmla="*/ 696 h 1279"/>
              <a:gd name="T16" fmla="*/ 430 w 1045"/>
              <a:gd name="T17" fmla="*/ 953 h 1279"/>
              <a:gd name="T18" fmla="*/ 494 w 1045"/>
              <a:gd name="T19" fmla="*/ 997 h 1279"/>
              <a:gd name="T20" fmla="*/ 494 w 1045"/>
              <a:gd name="T21" fmla="*/ 993 h 1279"/>
              <a:gd name="T22" fmla="*/ 469 w 1045"/>
              <a:gd name="T23" fmla="*/ 687 h 1279"/>
              <a:gd name="T24" fmla="*/ 248 w 1045"/>
              <a:gd name="T25" fmla="*/ 580 h 1279"/>
              <a:gd name="T26" fmla="*/ 11 w 1045"/>
              <a:gd name="T27" fmla="*/ 217 h 1279"/>
              <a:gd name="T28" fmla="*/ 275 w 1045"/>
              <a:gd name="T29" fmla="*/ 548 h 1279"/>
              <a:gd name="T30" fmla="*/ 320 w 1045"/>
              <a:gd name="T31" fmla="*/ 398 h 1279"/>
              <a:gd name="T32" fmla="*/ 316 w 1045"/>
              <a:gd name="T33" fmla="*/ 246 h 1279"/>
              <a:gd name="T34" fmla="*/ 349 w 1045"/>
              <a:gd name="T35" fmla="*/ 460 h 1279"/>
              <a:gd name="T36" fmla="*/ 328 w 1045"/>
              <a:gd name="T37" fmla="*/ 580 h 1279"/>
              <a:gd name="T38" fmla="*/ 471 w 1045"/>
              <a:gd name="T39" fmla="*/ 633 h 1279"/>
              <a:gd name="T40" fmla="*/ 547 w 1045"/>
              <a:gd name="T41" fmla="*/ 0 h 1279"/>
              <a:gd name="T42" fmla="*/ 529 w 1045"/>
              <a:gd name="T43" fmla="*/ 678 h 1279"/>
              <a:gd name="T44" fmla="*/ 576 w 1045"/>
              <a:gd name="T45" fmla="*/ 875 h 1279"/>
              <a:gd name="T46" fmla="*/ 741 w 1045"/>
              <a:gd name="T47" fmla="*/ 730 h 1279"/>
              <a:gd name="T48" fmla="*/ 809 w 1045"/>
              <a:gd name="T49" fmla="*/ 374 h 1279"/>
              <a:gd name="T50" fmla="*/ 791 w 1045"/>
              <a:gd name="T51" fmla="*/ 687 h 1279"/>
              <a:gd name="T52" fmla="*/ 903 w 1045"/>
              <a:gd name="T53" fmla="*/ 571 h 1279"/>
              <a:gd name="T54" fmla="*/ 1045 w 1045"/>
              <a:gd name="T55" fmla="*/ 321 h 1279"/>
              <a:gd name="T56" fmla="*/ 958 w 1045"/>
              <a:gd name="T57" fmla="*/ 545 h 1279"/>
              <a:gd name="T58" fmla="*/ 616 w 1045"/>
              <a:gd name="T59" fmla="*/ 966 h 1279"/>
              <a:gd name="T60" fmla="*/ 610 w 1045"/>
              <a:gd name="T61" fmla="*/ 1095 h 1279"/>
              <a:gd name="T62" fmla="*/ 939 w 1045"/>
              <a:gd name="T63" fmla="*/ 888 h 1279"/>
              <a:gd name="T64" fmla="*/ 610 w 1045"/>
              <a:gd name="T65" fmla="*/ 1140 h 1279"/>
              <a:gd name="T66" fmla="*/ 621 w 1045"/>
              <a:gd name="T67" fmla="*/ 1278 h 1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45" h="1279">
                <a:moveTo>
                  <a:pt x="621" y="1278"/>
                </a:moveTo>
                <a:cubicBezTo>
                  <a:pt x="493" y="1279"/>
                  <a:pt x="493" y="1279"/>
                  <a:pt x="493" y="1279"/>
                </a:cubicBezTo>
                <a:cubicBezTo>
                  <a:pt x="480" y="1238"/>
                  <a:pt x="485" y="1193"/>
                  <a:pt x="491" y="1068"/>
                </a:cubicBezTo>
                <a:cubicBezTo>
                  <a:pt x="453" y="1033"/>
                  <a:pt x="408" y="998"/>
                  <a:pt x="362" y="961"/>
                </a:cubicBezTo>
                <a:cubicBezTo>
                  <a:pt x="310" y="963"/>
                  <a:pt x="280" y="960"/>
                  <a:pt x="239" y="952"/>
                </a:cubicBezTo>
                <a:cubicBezTo>
                  <a:pt x="153" y="935"/>
                  <a:pt x="123" y="906"/>
                  <a:pt x="0" y="832"/>
                </a:cubicBezTo>
                <a:cubicBezTo>
                  <a:pt x="134" y="888"/>
                  <a:pt x="210" y="930"/>
                  <a:pt x="322" y="928"/>
                </a:cubicBezTo>
                <a:cubicBezTo>
                  <a:pt x="244" y="861"/>
                  <a:pt x="168" y="787"/>
                  <a:pt x="117" y="696"/>
                </a:cubicBezTo>
                <a:cubicBezTo>
                  <a:pt x="236" y="800"/>
                  <a:pt x="263" y="854"/>
                  <a:pt x="430" y="953"/>
                </a:cubicBezTo>
                <a:cubicBezTo>
                  <a:pt x="448" y="964"/>
                  <a:pt x="467" y="976"/>
                  <a:pt x="494" y="997"/>
                </a:cubicBezTo>
                <a:cubicBezTo>
                  <a:pt x="494" y="993"/>
                  <a:pt x="494" y="993"/>
                  <a:pt x="494" y="993"/>
                </a:cubicBezTo>
                <a:cubicBezTo>
                  <a:pt x="497" y="887"/>
                  <a:pt x="467" y="762"/>
                  <a:pt x="469" y="687"/>
                </a:cubicBezTo>
                <a:cubicBezTo>
                  <a:pt x="371" y="661"/>
                  <a:pt x="303" y="619"/>
                  <a:pt x="248" y="580"/>
                </a:cubicBezTo>
                <a:cubicBezTo>
                  <a:pt x="105" y="480"/>
                  <a:pt x="40" y="342"/>
                  <a:pt x="11" y="217"/>
                </a:cubicBezTo>
                <a:cubicBezTo>
                  <a:pt x="94" y="400"/>
                  <a:pt x="163" y="479"/>
                  <a:pt x="275" y="548"/>
                </a:cubicBezTo>
                <a:cubicBezTo>
                  <a:pt x="285" y="525"/>
                  <a:pt x="324" y="475"/>
                  <a:pt x="320" y="398"/>
                </a:cubicBezTo>
                <a:cubicBezTo>
                  <a:pt x="315" y="314"/>
                  <a:pt x="306" y="285"/>
                  <a:pt x="316" y="246"/>
                </a:cubicBezTo>
                <a:cubicBezTo>
                  <a:pt x="332" y="334"/>
                  <a:pt x="354" y="416"/>
                  <a:pt x="349" y="460"/>
                </a:cubicBezTo>
                <a:cubicBezTo>
                  <a:pt x="345" y="497"/>
                  <a:pt x="340" y="510"/>
                  <a:pt x="328" y="580"/>
                </a:cubicBezTo>
                <a:cubicBezTo>
                  <a:pt x="394" y="614"/>
                  <a:pt x="436" y="623"/>
                  <a:pt x="471" y="633"/>
                </a:cubicBezTo>
                <a:cubicBezTo>
                  <a:pt x="480" y="526"/>
                  <a:pt x="544" y="250"/>
                  <a:pt x="547" y="0"/>
                </a:cubicBezTo>
                <a:cubicBezTo>
                  <a:pt x="602" y="287"/>
                  <a:pt x="501" y="515"/>
                  <a:pt x="529" y="678"/>
                </a:cubicBezTo>
                <a:cubicBezTo>
                  <a:pt x="546" y="776"/>
                  <a:pt x="564" y="812"/>
                  <a:pt x="576" y="875"/>
                </a:cubicBezTo>
                <a:cubicBezTo>
                  <a:pt x="617" y="825"/>
                  <a:pt x="645" y="811"/>
                  <a:pt x="741" y="730"/>
                </a:cubicBezTo>
                <a:cubicBezTo>
                  <a:pt x="723" y="598"/>
                  <a:pt x="730" y="473"/>
                  <a:pt x="809" y="374"/>
                </a:cubicBezTo>
                <a:cubicBezTo>
                  <a:pt x="738" y="537"/>
                  <a:pt x="772" y="588"/>
                  <a:pt x="791" y="687"/>
                </a:cubicBezTo>
                <a:cubicBezTo>
                  <a:pt x="841" y="647"/>
                  <a:pt x="874" y="615"/>
                  <a:pt x="903" y="571"/>
                </a:cubicBezTo>
                <a:cubicBezTo>
                  <a:pt x="937" y="523"/>
                  <a:pt x="988" y="442"/>
                  <a:pt x="1045" y="321"/>
                </a:cubicBezTo>
                <a:cubicBezTo>
                  <a:pt x="1027" y="404"/>
                  <a:pt x="992" y="483"/>
                  <a:pt x="958" y="545"/>
                </a:cubicBezTo>
                <a:cubicBezTo>
                  <a:pt x="854" y="740"/>
                  <a:pt x="738" y="767"/>
                  <a:pt x="616" y="966"/>
                </a:cubicBezTo>
                <a:cubicBezTo>
                  <a:pt x="614" y="992"/>
                  <a:pt x="612" y="1040"/>
                  <a:pt x="610" y="1095"/>
                </a:cubicBezTo>
                <a:cubicBezTo>
                  <a:pt x="698" y="1054"/>
                  <a:pt x="845" y="1010"/>
                  <a:pt x="939" y="888"/>
                </a:cubicBezTo>
                <a:cubicBezTo>
                  <a:pt x="901" y="979"/>
                  <a:pt x="728" y="1086"/>
                  <a:pt x="610" y="1140"/>
                </a:cubicBezTo>
                <a:cubicBezTo>
                  <a:pt x="613" y="1200"/>
                  <a:pt x="625" y="1222"/>
                  <a:pt x="621" y="1278"/>
                </a:cubicBez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29" name="Freeform 6"/>
          <p:cNvSpPr/>
          <p:nvPr/>
        </p:nvSpPr>
        <p:spPr bwMode="auto">
          <a:xfrm>
            <a:off x="4008859" y="2093383"/>
            <a:ext cx="543983" cy="632884"/>
          </a:xfrm>
          <a:custGeom>
            <a:avLst/>
            <a:gdLst>
              <a:gd name="T0" fmla="*/ 128 w 257"/>
              <a:gd name="T1" fmla="*/ 0 h 299"/>
              <a:gd name="T2" fmla="*/ 192 w 257"/>
              <a:gd name="T3" fmla="*/ 38 h 299"/>
              <a:gd name="T4" fmla="*/ 257 w 257"/>
              <a:gd name="T5" fmla="*/ 76 h 299"/>
              <a:gd name="T6" fmla="*/ 257 w 257"/>
              <a:gd name="T7" fmla="*/ 150 h 299"/>
              <a:gd name="T8" fmla="*/ 257 w 257"/>
              <a:gd name="T9" fmla="*/ 224 h 299"/>
              <a:gd name="T10" fmla="*/ 192 w 257"/>
              <a:gd name="T11" fmla="*/ 261 h 299"/>
              <a:gd name="T12" fmla="*/ 128 w 257"/>
              <a:gd name="T13" fmla="*/ 299 h 299"/>
              <a:gd name="T14" fmla="*/ 63 w 257"/>
              <a:gd name="T15" fmla="*/ 261 h 299"/>
              <a:gd name="T16" fmla="*/ 0 w 257"/>
              <a:gd name="T17" fmla="*/ 224 h 299"/>
              <a:gd name="T18" fmla="*/ 0 w 257"/>
              <a:gd name="T19" fmla="*/ 150 h 299"/>
              <a:gd name="T20" fmla="*/ 0 w 257"/>
              <a:gd name="T21" fmla="*/ 76 h 299"/>
              <a:gd name="T22" fmla="*/ 63 w 257"/>
              <a:gd name="T23" fmla="*/ 38 h 299"/>
              <a:gd name="T24" fmla="*/ 128 w 257"/>
              <a:gd name="T25" fmla="*/ 0 h 299"/>
              <a:gd name="T26" fmla="*/ 128 w 257"/>
              <a:gd name="T27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7" h="299">
                <a:moveTo>
                  <a:pt x="128" y="0"/>
                </a:moveTo>
                <a:lnTo>
                  <a:pt x="192" y="38"/>
                </a:lnTo>
                <a:lnTo>
                  <a:pt x="257" y="76"/>
                </a:lnTo>
                <a:lnTo>
                  <a:pt x="257" y="150"/>
                </a:lnTo>
                <a:lnTo>
                  <a:pt x="257" y="224"/>
                </a:lnTo>
                <a:lnTo>
                  <a:pt x="192" y="261"/>
                </a:lnTo>
                <a:lnTo>
                  <a:pt x="128" y="299"/>
                </a:lnTo>
                <a:lnTo>
                  <a:pt x="63" y="261"/>
                </a:lnTo>
                <a:lnTo>
                  <a:pt x="0" y="224"/>
                </a:lnTo>
                <a:lnTo>
                  <a:pt x="0" y="150"/>
                </a:lnTo>
                <a:lnTo>
                  <a:pt x="0" y="76"/>
                </a:lnTo>
                <a:lnTo>
                  <a:pt x="63" y="38"/>
                </a:lnTo>
                <a:lnTo>
                  <a:pt x="128" y="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0" name="Freeform 7"/>
          <p:cNvSpPr/>
          <p:nvPr/>
        </p:nvSpPr>
        <p:spPr bwMode="auto">
          <a:xfrm>
            <a:off x="6002757" y="1282699"/>
            <a:ext cx="548216" cy="632884"/>
          </a:xfrm>
          <a:custGeom>
            <a:avLst/>
            <a:gdLst>
              <a:gd name="T0" fmla="*/ 129 w 259"/>
              <a:gd name="T1" fmla="*/ 0 h 299"/>
              <a:gd name="T2" fmla="*/ 194 w 259"/>
              <a:gd name="T3" fmla="*/ 38 h 299"/>
              <a:gd name="T4" fmla="*/ 259 w 259"/>
              <a:gd name="T5" fmla="*/ 74 h 299"/>
              <a:gd name="T6" fmla="*/ 259 w 259"/>
              <a:gd name="T7" fmla="*/ 149 h 299"/>
              <a:gd name="T8" fmla="*/ 259 w 259"/>
              <a:gd name="T9" fmla="*/ 223 h 299"/>
              <a:gd name="T10" fmla="*/ 194 w 259"/>
              <a:gd name="T11" fmla="*/ 261 h 299"/>
              <a:gd name="T12" fmla="*/ 129 w 259"/>
              <a:gd name="T13" fmla="*/ 299 h 299"/>
              <a:gd name="T14" fmla="*/ 64 w 259"/>
              <a:gd name="T15" fmla="*/ 261 h 299"/>
              <a:gd name="T16" fmla="*/ 0 w 259"/>
              <a:gd name="T17" fmla="*/ 223 h 299"/>
              <a:gd name="T18" fmla="*/ 0 w 259"/>
              <a:gd name="T19" fmla="*/ 149 h 299"/>
              <a:gd name="T20" fmla="*/ 0 w 259"/>
              <a:gd name="T21" fmla="*/ 74 h 299"/>
              <a:gd name="T22" fmla="*/ 64 w 259"/>
              <a:gd name="T23" fmla="*/ 38 h 299"/>
              <a:gd name="T24" fmla="*/ 129 w 259"/>
              <a:gd name="T25" fmla="*/ 0 h 299"/>
              <a:gd name="T26" fmla="*/ 129 w 259"/>
              <a:gd name="T27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9" h="299">
                <a:moveTo>
                  <a:pt x="129" y="0"/>
                </a:moveTo>
                <a:lnTo>
                  <a:pt x="194" y="38"/>
                </a:lnTo>
                <a:lnTo>
                  <a:pt x="259" y="74"/>
                </a:lnTo>
                <a:lnTo>
                  <a:pt x="259" y="149"/>
                </a:lnTo>
                <a:lnTo>
                  <a:pt x="259" y="223"/>
                </a:lnTo>
                <a:lnTo>
                  <a:pt x="194" y="261"/>
                </a:lnTo>
                <a:lnTo>
                  <a:pt x="129" y="299"/>
                </a:lnTo>
                <a:lnTo>
                  <a:pt x="64" y="261"/>
                </a:lnTo>
                <a:lnTo>
                  <a:pt x="0" y="223"/>
                </a:lnTo>
                <a:lnTo>
                  <a:pt x="0" y="149"/>
                </a:lnTo>
                <a:lnTo>
                  <a:pt x="0" y="74"/>
                </a:lnTo>
                <a:lnTo>
                  <a:pt x="64" y="38"/>
                </a:lnTo>
                <a:lnTo>
                  <a:pt x="129" y="0"/>
                </a:lnTo>
                <a:lnTo>
                  <a:pt x="129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1" name="Freeform 8"/>
          <p:cNvSpPr/>
          <p:nvPr/>
        </p:nvSpPr>
        <p:spPr bwMode="auto">
          <a:xfrm>
            <a:off x="7950094" y="2493434"/>
            <a:ext cx="543983" cy="628651"/>
          </a:xfrm>
          <a:custGeom>
            <a:avLst/>
            <a:gdLst>
              <a:gd name="T0" fmla="*/ 128 w 257"/>
              <a:gd name="T1" fmla="*/ 0 h 297"/>
              <a:gd name="T2" fmla="*/ 192 w 257"/>
              <a:gd name="T3" fmla="*/ 36 h 297"/>
              <a:gd name="T4" fmla="*/ 257 w 257"/>
              <a:gd name="T5" fmla="*/ 74 h 297"/>
              <a:gd name="T6" fmla="*/ 257 w 257"/>
              <a:gd name="T7" fmla="*/ 148 h 297"/>
              <a:gd name="T8" fmla="*/ 257 w 257"/>
              <a:gd name="T9" fmla="*/ 224 h 297"/>
              <a:gd name="T10" fmla="*/ 192 w 257"/>
              <a:gd name="T11" fmla="*/ 261 h 297"/>
              <a:gd name="T12" fmla="*/ 128 w 257"/>
              <a:gd name="T13" fmla="*/ 297 h 297"/>
              <a:gd name="T14" fmla="*/ 63 w 257"/>
              <a:gd name="T15" fmla="*/ 261 h 297"/>
              <a:gd name="T16" fmla="*/ 0 w 257"/>
              <a:gd name="T17" fmla="*/ 224 h 297"/>
              <a:gd name="T18" fmla="*/ 0 w 257"/>
              <a:gd name="T19" fmla="*/ 148 h 297"/>
              <a:gd name="T20" fmla="*/ 0 w 257"/>
              <a:gd name="T21" fmla="*/ 74 h 297"/>
              <a:gd name="T22" fmla="*/ 63 w 257"/>
              <a:gd name="T23" fmla="*/ 36 h 297"/>
              <a:gd name="T24" fmla="*/ 128 w 257"/>
              <a:gd name="T25" fmla="*/ 0 h 297"/>
              <a:gd name="T26" fmla="*/ 128 w 257"/>
              <a:gd name="T27" fmla="*/ 0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7" h="297">
                <a:moveTo>
                  <a:pt x="128" y="0"/>
                </a:moveTo>
                <a:lnTo>
                  <a:pt x="192" y="36"/>
                </a:lnTo>
                <a:lnTo>
                  <a:pt x="257" y="74"/>
                </a:lnTo>
                <a:lnTo>
                  <a:pt x="257" y="148"/>
                </a:lnTo>
                <a:lnTo>
                  <a:pt x="257" y="224"/>
                </a:lnTo>
                <a:lnTo>
                  <a:pt x="192" y="261"/>
                </a:lnTo>
                <a:lnTo>
                  <a:pt x="128" y="297"/>
                </a:lnTo>
                <a:lnTo>
                  <a:pt x="63" y="261"/>
                </a:lnTo>
                <a:lnTo>
                  <a:pt x="0" y="224"/>
                </a:lnTo>
                <a:lnTo>
                  <a:pt x="0" y="148"/>
                </a:lnTo>
                <a:lnTo>
                  <a:pt x="0" y="74"/>
                </a:lnTo>
                <a:lnTo>
                  <a:pt x="63" y="36"/>
                </a:lnTo>
                <a:lnTo>
                  <a:pt x="128" y="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2" name="Freeform 9"/>
          <p:cNvSpPr/>
          <p:nvPr/>
        </p:nvSpPr>
        <p:spPr bwMode="auto">
          <a:xfrm>
            <a:off x="7609308" y="4654550"/>
            <a:ext cx="550333" cy="632884"/>
          </a:xfrm>
          <a:custGeom>
            <a:avLst/>
            <a:gdLst>
              <a:gd name="T0" fmla="*/ 130 w 260"/>
              <a:gd name="T1" fmla="*/ 0 h 299"/>
              <a:gd name="T2" fmla="*/ 195 w 260"/>
              <a:gd name="T3" fmla="*/ 38 h 299"/>
              <a:gd name="T4" fmla="*/ 260 w 260"/>
              <a:gd name="T5" fmla="*/ 76 h 299"/>
              <a:gd name="T6" fmla="*/ 260 w 260"/>
              <a:gd name="T7" fmla="*/ 150 h 299"/>
              <a:gd name="T8" fmla="*/ 260 w 260"/>
              <a:gd name="T9" fmla="*/ 224 h 299"/>
              <a:gd name="T10" fmla="*/ 195 w 260"/>
              <a:gd name="T11" fmla="*/ 261 h 299"/>
              <a:gd name="T12" fmla="*/ 130 w 260"/>
              <a:gd name="T13" fmla="*/ 299 h 299"/>
              <a:gd name="T14" fmla="*/ 65 w 260"/>
              <a:gd name="T15" fmla="*/ 261 h 299"/>
              <a:gd name="T16" fmla="*/ 0 w 260"/>
              <a:gd name="T17" fmla="*/ 224 h 299"/>
              <a:gd name="T18" fmla="*/ 0 w 260"/>
              <a:gd name="T19" fmla="*/ 150 h 299"/>
              <a:gd name="T20" fmla="*/ 0 w 260"/>
              <a:gd name="T21" fmla="*/ 76 h 299"/>
              <a:gd name="T22" fmla="*/ 65 w 260"/>
              <a:gd name="T23" fmla="*/ 38 h 299"/>
              <a:gd name="T24" fmla="*/ 130 w 260"/>
              <a:gd name="T25" fmla="*/ 0 h 299"/>
              <a:gd name="T26" fmla="*/ 130 w 260"/>
              <a:gd name="T27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60" h="299">
                <a:moveTo>
                  <a:pt x="130" y="0"/>
                </a:moveTo>
                <a:lnTo>
                  <a:pt x="195" y="38"/>
                </a:lnTo>
                <a:lnTo>
                  <a:pt x="260" y="76"/>
                </a:lnTo>
                <a:lnTo>
                  <a:pt x="260" y="150"/>
                </a:lnTo>
                <a:lnTo>
                  <a:pt x="260" y="224"/>
                </a:lnTo>
                <a:lnTo>
                  <a:pt x="195" y="261"/>
                </a:lnTo>
                <a:lnTo>
                  <a:pt x="130" y="299"/>
                </a:lnTo>
                <a:lnTo>
                  <a:pt x="65" y="261"/>
                </a:lnTo>
                <a:lnTo>
                  <a:pt x="0" y="224"/>
                </a:lnTo>
                <a:lnTo>
                  <a:pt x="0" y="150"/>
                </a:lnTo>
                <a:lnTo>
                  <a:pt x="0" y="76"/>
                </a:lnTo>
                <a:lnTo>
                  <a:pt x="65" y="38"/>
                </a:lnTo>
                <a:lnTo>
                  <a:pt x="130" y="0"/>
                </a:lnTo>
                <a:lnTo>
                  <a:pt x="130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3" name="Freeform 10"/>
          <p:cNvSpPr/>
          <p:nvPr/>
        </p:nvSpPr>
        <p:spPr bwMode="auto">
          <a:xfrm>
            <a:off x="5128575" y="2269066"/>
            <a:ext cx="546100" cy="632884"/>
          </a:xfrm>
          <a:custGeom>
            <a:avLst/>
            <a:gdLst>
              <a:gd name="T0" fmla="*/ 128 w 258"/>
              <a:gd name="T1" fmla="*/ 0 h 299"/>
              <a:gd name="T2" fmla="*/ 193 w 258"/>
              <a:gd name="T3" fmla="*/ 38 h 299"/>
              <a:gd name="T4" fmla="*/ 258 w 258"/>
              <a:gd name="T5" fmla="*/ 76 h 299"/>
              <a:gd name="T6" fmla="*/ 258 w 258"/>
              <a:gd name="T7" fmla="*/ 150 h 299"/>
              <a:gd name="T8" fmla="*/ 258 w 258"/>
              <a:gd name="T9" fmla="*/ 223 h 299"/>
              <a:gd name="T10" fmla="*/ 193 w 258"/>
              <a:gd name="T11" fmla="*/ 261 h 299"/>
              <a:gd name="T12" fmla="*/ 128 w 258"/>
              <a:gd name="T13" fmla="*/ 299 h 299"/>
              <a:gd name="T14" fmla="*/ 63 w 258"/>
              <a:gd name="T15" fmla="*/ 261 h 299"/>
              <a:gd name="T16" fmla="*/ 0 w 258"/>
              <a:gd name="T17" fmla="*/ 223 h 299"/>
              <a:gd name="T18" fmla="*/ 0 w 258"/>
              <a:gd name="T19" fmla="*/ 150 h 299"/>
              <a:gd name="T20" fmla="*/ 0 w 258"/>
              <a:gd name="T21" fmla="*/ 76 h 299"/>
              <a:gd name="T22" fmla="*/ 63 w 258"/>
              <a:gd name="T23" fmla="*/ 38 h 299"/>
              <a:gd name="T24" fmla="*/ 128 w 258"/>
              <a:gd name="T25" fmla="*/ 0 h 299"/>
              <a:gd name="T26" fmla="*/ 128 w 258"/>
              <a:gd name="T27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8" h="299">
                <a:moveTo>
                  <a:pt x="128" y="0"/>
                </a:moveTo>
                <a:lnTo>
                  <a:pt x="193" y="38"/>
                </a:lnTo>
                <a:lnTo>
                  <a:pt x="258" y="76"/>
                </a:lnTo>
                <a:lnTo>
                  <a:pt x="258" y="150"/>
                </a:lnTo>
                <a:lnTo>
                  <a:pt x="258" y="223"/>
                </a:lnTo>
                <a:lnTo>
                  <a:pt x="193" y="261"/>
                </a:lnTo>
                <a:lnTo>
                  <a:pt x="128" y="299"/>
                </a:lnTo>
                <a:lnTo>
                  <a:pt x="63" y="261"/>
                </a:lnTo>
                <a:lnTo>
                  <a:pt x="0" y="223"/>
                </a:lnTo>
                <a:lnTo>
                  <a:pt x="0" y="150"/>
                </a:lnTo>
                <a:lnTo>
                  <a:pt x="0" y="76"/>
                </a:lnTo>
                <a:lnTo>
                  <a:pt x="63" y="38"/>
                </a:lnTo>
                <a:lnTo>
                  <a:pt x="128" y="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4" name="Freeform 11"/>
          <p:cNvSpPr/>
          <p:nvPr/>
        </p:nvSpPr>
        <p:spPr bwMode="auto">
          <a:xfrm>
            <a:off x="3919959" y="4487334"/>
            <a:ext cx="546100" cy="628651"/>
          </a:xfrm>
          <a:custGeom>
            <a:avLst/>
            <a:gdLst>
              <a:gd name="T0" fmla="*/ 130 w 258"/>
              <a:gd name="T1" fmla="*/ 0 h 297"/>
              <a:gd name="T2" fmla="*/ 193 w 258"/>
              <a:gd name="T3" fmla="*/ 36 h 297"/>
              <a:gd name="T4" fmla="*/ 258 w 258"/>
              <a:gd name="T5" fmla="*/ 74 h 297"/>
              <a:gd name="T6" fmla="*/ 258 w 258"/>
              <a:gd name="T7" fmla="*/ 148 h 297"/>
              <a:gd name="T8" fmla="*/ 258 w 258"/>
              <a:gd name="T9" fmla="*/ 223 h 297"/>
              <a:gd name="T10" fmla="*/ 193 w 258"/>
              <a:gd name="T11" fmla="*/ 261 h 297"/>
              <a:gd name="T12" fmla="*/ 130 w 258"/>
              <a:gd name="T13" fmla="*/ 297 h 297"/>
              <a:gd name="T14" fmla="*/ 65 w 258"/>
              <a:gd name="T15" fmla="*/ 261 h 297"/>
              <a:gd name="T16" fmla="*/ 0 w 258"/>
              <a:gd name="T17" fmla="*/ 223 h 297"/>
              <a:gd name="T18" fmla="*/ 0 w 258"/>
              <a:gd name="T19" fmla="*/ 148 h 297"/>
              <a:gd name="T20" fmla="*/ 0 w 258"/>
              <a:gd name="T21" fmla="*/ 74 h 297"/>
              <a:gd name="T22" fmla="*/ 65 w 258"/>
              <a:gd name="T23" fmla="*/ 36 h 297"/>
              <a:gd name="T24" fmla="*/ 130 w 258"/>
              <a:gd name="T25" fmla="*/ 0 h 297"/>
              <a:gd name="T26" fmla="*/ 130 w 258"/>
              <a:gd name="T27" fmla="*/ 0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8" h="297">
                <a:moveTo>
                  <a:pt x="130" y="0"/>
                </a:moveTo>
                <a:lnTo>
                  <a:pt x="193" y="36"/>
                </a:lnTo>
                <a:lnTo>
                  <a:pt x="258" y="74"/>
                </a:lnTo>
                <a:lnTo>
                  <a:pt x="258" y="148"/>
                </a:lnTo>
                <a:lnTo>
                  <a:pt x="258" y="223"/>
                </a:lnTo>
                <a:lnTo>
                  <a:pt x="193" y="261"/>
                </a:lnTo>
                <a:lnTo>
                  <a:pt x="130" y="297"/>
                </a:lnTo>
                <a:lnTo>
                  <a:pt x="65" y="261"/>
                </a:lnTo>
                <a:lnTo>
                  <a:pt x="0" y="223"/>
                </a:lnTo>
                <a:lnTo>
                  <a:pt x="0" y="148"/>
                </a:lnTo>
                <a:lnTo>
                  <a:pt x="0" y="74"/>
                </a:lnTo>
                <a:lnTo>
                  <a:pt x="65" y="36"/>
                </a:lnTo>
                <a:lnTo>
                  <a:pt x="130" y="0"/>
                </a:lnTo>
                <a:lnTo>
                  <a:pt x="130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5" name="Freeform 12"/>
          <p:cNvSpPr/>
          <p:nvPr/>
        </p:nvSpPr>
        <p:spPr bwMode="auto">
          <a:xfrm>
            <a:off x="7003942" y="2738967"/>
            <a:ext cx="546100" cy="628651"/>
          </a:xfrm>
          <a:custGeom>
            <a:avLst/>
            <a:gdLst>
              <a:gd name="T0" fmla="*/ 130 w 258"/>
              <a:gd name="T1" fmla="*/ 0 h 297"/>
              <a:gd name="T2" fmla="*/ 195 w 258"/>
              <a:gd name="T3" fmla="*/ 36 h 297"/>
              <a:gd name="T4" fmla="*/ 258 w 258"/>
              <a:gd name="T5" fmla="*/ 73 h 297"/>
              <a:gd name="T6" fmla="*/ 258 w 258"/>
              <a:gd name="T7" fmla="*/ 147 h 297"/>
              <a:gd name="T8" fmla="*/ 258 w 258"/>
              <a:gd name="T9" fmla="*/ 223 h 297"/>
              <a:gd name="T10" fmla="*/ 195 w 258"/>
              <a:gd name="T11" fmla="*/ 259 h 297"/>
              <a:gd name="T12" fmla="*/ 130 w 258"/>
              <a:gd name="T13" fmla="*/ 297 h 297"/>
              <a:gd name="T14" fmla="*/ 65 w 258"/>
              <a:gd name="T15" fmla="*/ 259 h 297"/>
              <a:gd name="T16" fmla="*/ 0 w 258"/>
              <a:gd name="T17" fmla="*/ 223 h 297"/>
              <a:gd name="T18" fmla="*/ 0 w 258"/>
              <a:gd name="T19" fmla="*/ 147 h 297"/>
              <a:gd name="T20" fmla="*/ 0 w 258"/>
              <a:gd name="T21" fmla="*/ 73 h 297"/>
              <a:gd name="T22" fmla="*/ 65 w 258"/>
              <a:gd name="T23" fmla="*/ 36 h 297"/>
              <a:gd name="T24" fmla="*/ 130 w 258"/>
              <a:gd name="T25" fmla="*/ 0 h 297"/>
              <a:gd name="T26" fmla="*/ 130 w 258"/>
              <a:gd name="T27" fmla="*/ 0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8" h="297">
                <a:moveTo>
                  <a:pt x="130" y="0"/>
                </a:moveTo>
                <a:lnTo>
                  <a:pt x="195" y="36"/>
                </a:lnTo>
                <a:lnTo>
                  <a:pt x="258" y="73"/>
                </a:lnTo>
                <a:lnTo>
                  <a:pt x="258" y="147"/>
                </a:lnTo>
                <a:lnTo>
                  <a:pt x="258" y="223"/>
                </a:lnTo>
                <a:lnTo>
                  <a:pt x="195" y="259"/>
                </a:lnTo>
                <a:lnTo>
                  <a:pt x="130" y="297"/>
                </a:lnTo>
                <a:lnTo>
                  <a:pt x="65" y="259"/>
                </a:lnTo>
                <a:lnTo>
                  <a:pt x="0" y="223"/>
                </a:lnTo>
                <a:lnTo>
                  <a:pt x="0" y="147"/>
                </a:lnTo>
                <a:lnTo>
                  <a:pt x="0" y="73"/>
                </a:lnTo>
                <a:lnTo>
                  <a:pt x="65" y="36"/>
                </a:lnTo>
                <a:lnTo>
                  <a:pt x="130" y="0"/>
                </a:lnTo>
                <a:lnTo>
                  <a:pt x="130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6" name="Freeform 13"/>
          <p:cNvSpPr/>
          <p:nvPr/>
        </p:nvSpPr>
        <p:spPr bwMode="auto">
          <a:xfrm>
            <a:off x="6889640" y="5496985"/>
            <a:ext cx="304800" cy="351367"/>
          </a:xfrm>
          <a:custGeom>
            <a:avLst/>
            <a:gdLst>
              <a:gd name="T0" fmla="*/ 72 w 144"/>
              <a:gd name="T1" fmla="*/ 0 h 166"/>
              <a:gd name="T2" fmla="*/ 108 w 144"/>
              <a:gd name="T3" fmla="*/ 22 h 166"/>
              <a:gd name="T4" fmla="*/ 144 w 144"/>
              <a:gd name="T5" fmla="*/ 42 h 166"/>
              <a:gd name="T6" fmla="*/ 144 w 144"/>
              <a:gd name="T7" fmla="*/ 83 h 166"/>
              <a:gd name="T8" fmla="*/ 144 w 144"/>
              <a:gd name="T9" fmla="*/ 124 h 166"/>
              <a:gd name="T10" fmla="*/ 108 w 144"/>
              <a:gd name="T11" fmla="*/ 144 h 166"/>
              <a:gd name="T12" fmla="*/ 72 w 144"/>
              <a:gd name="T13" fmla="*/ 166 h 166"/>
              <a:gd name="T14" fmla="*/ 36 w 144"/>
              <a:gd name="T15" fmla="*/ 144 h 166"/>
              <a:gd name="T16" fmla="*/ 0 w 144"/>
              <a:gd name="T17" fmla="*/ 124 h 166"/>
              <a:gd name="T18" fmla="*/ 0 w 144"/>
              <a:gd name="T19" fmla="*/ 83 h 166"/>
              <a:gd name="T20" fmla="*/ 0 w 144"/>
              <a:gd name="T21" fmla="*/ 42 h 166"/>
              <a:gd name="T22" fmla="*/ 36 w 144"/>
              <a:gd name="T23" fmla="*/ 22 h 166"/>
              <a:gd name="T24" fmla="*/ 72 w 144"/>
              <a:gd name="T25" fmla="*/ 0 h 166"/>
              <a:gd name="T26" fmla="*/ 72 w 144"/>
              <a:gd name="T27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4" h="166">
                <a:moveTo>
                  <a:pt x="72" y="0"/>
                </a:moveTo>
                <a:lnTo>
                  <a:pt x="108" y="22"/>
                </a:lnTo>
                <a:lnTo>
                  <a:pt x="144" y="42"/>
                </a:lnTo>
                <a:lnTo>
                  <a:pt x="144" y="83"/>
                </a:lnTo>
                <a:lnTo>
                  <a:pt x="144" y="124"/>
                </a:lnTo>
                <a:lnTo>
                  <a:pt x="108" y="144"/>
                </a:lnTo>
                <a:lnTo>
                  <a:pt x="72" y="166"/>
                </a:lnTo>
                <a:lnTo>
                  <a:pt x="36" y="144"/>
                </a:lnTo>
                <a:lnTo>
                  <a:pt x="0" y="124"/>
                </a:lnTo>
                <a:lnTo>
                  <a:pt x="0" y="83"/>
                </a:lnTo>
                <a:lnTo>
                  <a:pt x="0" y="42"/>
                </a:lnTo>
                <a:lnTo>
                  <a:pt x="36" y="22"/>
                </a:lnTo>
                <a:lnTo>
                  <a:pt x="72" y="0"/>
                </a:ln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7" name="Freeform 14"/>
          <p:cNvSpPr/>
          <p:nvPr/>
        </p:nvSpPr>
        <p:spPr bwMode="auto">
          <a:xfrm>
            <a:off x="4832242" y="3369734"/>
            <a:ext cx="300567" cy="351367"/>
          </a:xfrm>
          <a:custGeom>
            <a:avLst/>
            <a:gdLst>
              <a:gd name="T0" fmla="*/ 70 w 142"/>
              <a:gd name="T1" fmla="*/ 0 h 166"/>
              <a:gd name="T2" fmla="*/ 106 w 142"/>
              <a:gd name="T3" fmla="*/ 22 h 166"/>
              <a:gd name="T4" fmla="*/ 142 w 142"/>
              <a:gd name="T5" fmla="*/ 42 h 166"/>
              <a:gd name="T6" fmla="*/ 142 w 142"/>
              <a:gd name="T7" fmla="*/ 83 h 166"/>
              <a:gd name="T8" fmla="*/ 142 w 142"/>
              <a:gd name="T9" fmla="*/ 125 h 166"/>
              <a:gd name="T10" fmla="*/ 106 w 142"/>
              <a:gd name="T11" fmla="*/ 144 h 166"/>
              <a:gd name="T12" fmla="*/ 70 w 142"/>
              <a:gd name="T13" fmla="*/ 166 h 166"/>
              <a:gd name="T14" fmla="*/ 34 w 142"/>
              <a:gd name="T15" fmla="*/ 144 h 166"/>
              <a:gd name="T16" fmla="*/ 0 w 142"/>
              <a:gd name="T17" fmla="*/ 125 h 166"/>
              <a:gd name="T18" fmla="*/ 0 w 142"/>
              <a:gd name="T19" fmla="*/ 83 h 166"/>
              <a:gd name="T20" fmla="*/ 0 w 142"/>
              <a:gd name="T21" fmla="*/ 42 h 166"/>
              <a:gd name="T22" fmla="*/ 34 w 142"/>
              <a:gd name="T23" fmla="*/ 22 h 166"/>
              <a:gd name="T24" fmla="*/ 70 w 142"/>
              <a:gd name="T25" fmla="*/ 0 h 166"/>
              <a:gd name="T26" fmla="*/ 70 w 142"/>
              <a:gd name="T27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2" h="166">
                <a:moveTo>
                  <a:pt x="70" y="0"/>
                </a:moveTo>
                <a:lnTo>
                  <a:pt x="106" y="22"/>
                </a:lnTo>
                <a:lnTo>
                  <a:pt x="142" y="42"/>
                </a:lnTo>
                <a:lnTo>
                  <a:pt x="142" y="83"/>
                </a:lnTo>
                <a:lnTo>
                  <a:pt x="142" y="125"/>
                </a:lnTo>
                <a:lnTo>
                  <a:pt x="106" y="144"/>
                </a:lnTo>
                <a:lnTo>
                  <a:pt x="70" y="166"/>
                </a:lnTo>
                <a:lnTo>
                  <a:pt x="34" y="144"/>
                </a:lnTo>
                <a:lnTo>
                  <a:pt x="0" y="125"/>
                </a:lnTo>
                <a:lnTo>
                  <a:pt x="0" y="83"/>
                </a:lnTo>
                <a:lnTo>
                  <a:pt x="0" y="42"/>
                </a:lnTo>
                <a:lnTo>
                  <a:pt x="34" y="22"/>
                </a:lnTo>
                <a:lnTo>
                  <a:pt x="70" y="0"/>
                </a:lnTo>
                <a:lnTo>
                  <a:pt x="70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8" name="Freeform 15"/>
          <p:cNvSpPr/>
          <p:nvPr/>
        </p:nvSpPr>
        <p:spPr bwMode="auto">
          <a:xfrm>
            <a:off x="5856710" y="2836334"/>
            <a:ext cx="300567" cy="347133"/>
          </a:xfrm>
          <a:custGeom>
            <a:avLst/>
            <a:gdLst>
              <a:gd name="T0" fmla="*/ 70 w 142"/>
              <a:gd name="T1" fmla="*/ 0 h 164"/>
              <a:gd name="T2" fmla="*/ 106 w 142"/>
              <a:gd name="T3" fmla="*/ 20 h 164"/>
              <a:gd name="T4" fmla="*/ 142 w 142"/>
              <a:gd name="T5" fmla="*/ 40 h 164"/>
              <a:gd name="T6" fmla="*/ 142 w 142"/>
              <a:gd name="T7" fmla="*/ 81 h 164"/>
              <a:gd name="T8" fmla="*/ 142 w 142"/>
              <a:gd name="T9" fmla="*/ 123 h 164"/>
              <a:gd name="T10" fmla="*/ 106 w 142"/>
              <a:gd name="T11" fmla="*/ 143 h 164"/>
              <a:gd name="T12" fmla="*/ 70 w 142"/>
              <a:gd name="T13" fmla="*/ 164 h 164"/>
              <a:gd name="T14" fmla="*/ 36 w 142"/>
              <a:gd name="T15" fmla="*/ 143 h 164"/>
              <a:gd name="T16" fmla="*/ 0 w 142"/>
              <a:gd name="T17" fmla="*/ 123 h 164"/>
              <a:gd name="T18" fmla="*/ 0 w 142"/>
              <a:gd name="T19" fmla="*/ 81 h 164"/>
              <a:gd name="T20" fmla="*/ 0 w 142"/>
              <a:gd name="T21" fmla="*/ 40 h 164"/>
              <a:gd name="T22" fmla="*/ 36 w 142"/>
              <a:gd name="T23" fmla="*/ 20 h 164"/>
              <a:gd name="T24" fmla="*/ 70 w 142"/>
              <a:gd name="T25" fmla="*/ 0 h 164"/>
              <a:gd name="T26" fmla="*/ 70 w 142"/>
              <a:gd name="T27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2" h="164">
                <a:moveTo>
                  <a:pt x="70" y="0"/>
                </a:moveTo>
                <a:lnTo>
                  <a:pt x="106" y="20"/>
                </a:lnTo>
                <a:lnTo>
                  <a:pt x="142" y="40"/>
                </a:lnTo>
                <a:lnTo>
                  <a:pt x="142" y="81"/>
                </a:lnTo>
                <a:lnTo>
                  <a:pt x="142" y="123"/>
                </a:lnTo>
                <a:lnTo>
                  <a:pt x="106" y="143"/>
                </a:lnTo>
                <a:lnTo>
                  <a:pt x="70" y="164"/>
                </a:lnTo>
                <a:lnTo>
                  <a:pt x="36" y="143"/>
                </a:lnTo>
                <a:lnTo>
                  <a:pt x="0" y="123"/>
                </a:lnTo>
                <a:lnTo>
                  <a:pt x="0" y="81"/>
                </a:lnTo>
                <a:lnTo>
                  <a:pt x="0" y="40"/>
                </a:lnTo>
                <a:lnTo>
                  <a:pt x="36" y="20"/>
                </a:lnTo>
                <a:lnTo>
                  <a:pt x="70" y="0"/>
                </a:lnTo>
                <a:lnTo>
                  <a:pt x="70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0" name="Freeform 16"/>
          <p:cNvSpPr/>
          <p:nvPr/>
        </p:nvSpPr>
        <p:spPr bwMode="auto">
          <a:xfrm>
            <a:off x="6462075" y="4643967"/>
            <a:ext cx="302683" cy="347133"/>
          </a:xfrm>
          <a:custGeom>
            <a:avLst/>
            <a:gdLst>
              <a:gd name="T0" fmla="*/ 72 w 143"/>
              <a:gd name="T1" fmla="*/ 0 h 164"/>
              <a:gd name="T2" fmla="*/ 108 w 143"/>
              <a:gd name="T3" fmla="*/ 20 h 164"/>
              <a:gd name="T4" fmla="*/ 143 w 143"/>
              <a:gd name="T5" fmla="*/ 39 h 164"/>
              <a:gd name="T6" fmla="*/ 143 w 143"/>
              <a:gd name="T7" fmla="*/ 81 h 164"/>
              <a:gd name="T8" fmla="*/ 143 w 143"/>
              <a:gd name="T9" fmla="*/ 122 h 164"/>
              <a:gd name="T10" fmla="*/ 108 w 143"/>
              <a:gd name="T11" fmla="*/ 144 h 164"/>
              <a:gd name="T12" fmla="*/ 72 w 143"/>
              <a:gd name="T13" fmla="*/ 164 h 164"/>
              <a:gd name="T14" fmla="*/ 36 w 143"/>
              <a:gd name="T15" fmla="*/ 144 h 164"/>
              <a:gd name="T16" fmla="*/ 0 w 143"/>
              <a:gd name="T17" fmla="*/ 122 h 164"/>
              <a:gd name="T18" fmla="*/ 0 w 143"/>
              <a:gd name="T19" fmla="*/ 81 h 164"/>
              <a:gd name="T20" fmla="*/ 0 w 143"/>
              <a:gd name="T21" fmla="*/ 39 h 164"/>
              <a:gd name="T22" fmla="*/ 36 w 143"/>
              <a:gd name="T23" fmla="*/ 20 h 164"/>
              <a:gd name="T24" fmla="*/ 72 w 143"/>
              <a:gd name="T25" fmla="*/ 0 h 164"/>
              <a:gd name="T26" fmla="*/ 72 w 143"/>
              <a:gd name="T27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3" h="164">
                <a:moveTo>
                  <a:pt x="72" y="0"/>
                </a:moveTo>
                <a:lnTo>
                  <a:pt x="108" y="20"/>
                </a:lnTo>
                <a:lnTo>
                  <a:pt x="143" y="39"/>
                </a:lnTo>
                <a:lnTo>
                  <a:pt x="143" y="81"/>
                </a:lnTo>
                <a:lnTo>
                  <a:pt x="143" y="122"/>
                </a:lnTo>
                <a:lnTo>
                  <a:pt x="108" y="144"/>
                </a:lnTo>
                <a:lnTo>
                  <a:pt x="72" y="164"/>
                </a:lnTo>
                <a:lnTo>
                  <a:pt x="36" y="144"/>
                </a:lnTo>
                <a:lnTo>
                  <a:pt x="0" y="122"/>
                </a:lnTo>
                <a:lnTo>
                  <a:pt x="0" y="81"/>
                </a:lnTo>
                <a:lnTo>
                  <a:pt x="0" y="39"/>
                </a:lnTo>
                <a:lnTo>
                  <a:pt x="36" y="20"/>
                </a:lnTo>
                <a:lnTo>
                  <a:pt x="72" y="0"/>
                </a:ln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1" name="Freeform 17"/>
          <p:cNvSpPr/>
          <p:nvPr/>
        </p:nvSpPr>
        <p:spPr bwMode="auto">
          <a:xfrm>
            <a:off x="4667142" y="4315885"/>
            <a:ext cx="300567" cy="351367"/>
          </a:xfrm>
          <a:custGeom>
            <a:avLst/>
            <a:gdLst>
              <a:gd name="T0" fmla="*/ 70 w 142"/>
              <a:gd name="T1" fmla="*/ 0 h 166"/>
              <a:gd name="T2" fmla="*/ 106 w 142"/>
              <a:gd name="T3" fmla="*/ 22 h 166"/>
              <a:gd name="T4" fmla="*/ 142 w 142"/>
              <a:gd name="T5" fmla="*/ 41 h 166"/>
              <a:gd name="T6" fmla="*/ 142 w 142"/>
              <a:gd name="T7" fmla="*/ 83 h 166"/>
              <a:gd name="T8" fmla="*/ 142 w 142"/>
              <a:gd name="T9" fmla="*/ 124 h 166"/>
              <a:gd name="T10" fmla="*/ 106 w 142"/>
              <a:gd name="T11" fmla="*/ 144 h 166"/>
              <a:gd name="T12" fmla="*/ 70 w 142"/>
              <a:gd name="T13" fmla="*/ 166 h 166"/>
              <a:gd name="T14" fmla="*/ 34 w 142"/>
              <a:gd name="T15" fmla="*/ 144 h 166"/>
              <a:gd name="T16" fmla="*/ 0 w 142"/>
              <a:gd name="T17" fmla="*/ 124 h 166"/>
              <a:gd name="T18" fmla="*/ 0 w 142"/>
              <a:gd name="T19" fmla="*/ 83 h 166"/>
              <a:gd name="T20" fmla="*/ 0 w 142"/>
              <a:gd name="T21" fmla="*/ 41 h 166"/>
              <a:gd name="T22" fmla="*/ 34 w 142"/>
              <a:gd name="T23" fmla="*/ 22 h 166"/>
              <a:gd name="T24" fmla="*/ 70 w 142"/>
              <a:gd name="T25" fmla="*/ 0 h 166"/>
              <a:gd name="T26" fmla="*/ 70 w 142"/>
              <a:gd name="T27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2" h="166">
                <a:moveTo>
                  <a:pt x="70" y="0"/>
                </a:moveTo>
                <a:lnTo>
                  <a:pt x="106" y="22"/>
                </a:lnTo>
                <a:lnTo>
                  <a:pt x="142" y="41"/>
                </a:lnTo>
                <a:lnTo>
                  <a:pt x="142" y="83"/>
                </a:lnTo>
                <a:lnTo>
                  <a:pt x="142" y="124"/>
                </a:lnTo>
                <a:lnTo>
                  <a:pt x="106" y="144"/>
                </a:lnTo>
                <a:lnTo>
                  <a:pt x="70" y="166"/>
                </a:lnTo>
                <a:lnTo>
                  <a:pt x="34" y="144"/>
                </a:lnTo>
                <a:lnTo>
                  <a:pt x="0" y="124"/>
                </a:lnTo>
                <a:lnTo>
                  <a:pt x="0" y="83"/>
                </a:lnTo>
                <a:lnTo>
                  <a:pt x="0" y="41"/>
                </a:lnTo>
                <a:lnTo>
                  <a:pt x="34" y="22"/>
                </a:lnTo>
                <a:lnTo>
                  <a:pt x="70" y="0"/>
                </a:lnTo>
                <a:lnTo>
                  <a:pt x="70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2" name="Freeform 18"/>
          <p:cNvSpPr/>
          <p:nvPr/>
        </p:nvSpPr>
        <p:spPr bwMode="auto">
          <a:xfrm>
            <a:off x="7530991" y="3507318"/>
            <a:ext cx="304800" cy="351367"/>
          </a:xfrm>
          <a:custGeom>
            <a:avLst/>
            <a:gdLst>
              <a:gd name="T0" fmla="*/ 72 w 144"/>
              <a:gd name="T1" fmla="*/ 0 h 166"/>
              <a:gd name="T2" fmla="*/ 108 w 144"/>
              <a:gd name="T3" fmla="*/ 22 h 166"/>
              <a:gd name="T4" fmla="*/ 144 w 144"/>
              <a:gd name="T5" fmla="*/ 42 h 166"/>
              <a:gd name="T6" fmla="*/ 144 w 144"/>
              <a:gd name="T7" fmla="*/ 83 h 166"/>
              <a:gd name="T8" fmla="*/ 144 w 144"/>
              <a:gd name="T9" fmla="*/ 125 h 166"/>
              <a:gd name="T10" fmla="*/ 108 w 144"/>
              <a:gd name="T11" fmla="*/ 144 h 166"/>
              <a:gd name="T12" fmla="*/ 72 w 144"/>
              <a:gd name="T13" fmla="*/ 166 h 166"/>
              <a:gd name="T14" fmla="*/ 36 w 144"/>
              <a:gd name="T15" fmla="*/ 144 h 166"/>
              <a:gd name="T16" fmla="*/ 0 w 144"/>
              <a:gd name="T17" fmla="*/ 125 h 166"/>
              <a:gd name="T18" fmla="*/ 0 w 144"/>
              <a:gd name="T19" fmla="*/ 83 h 166"/>
              <a:gd name="T20" fmla="*/ 0 w 144"/>
              <a:gd name="T21" fmla="*/ 42 h 166"/>
              <a:gd name="T22" fmla="*/ 36 w 144"/>
              <a:gd name="T23" fmla="*/ 22 h 166"/>
              <a:gd name="T24" fmla="*/ 72 w 144"/>
              <a:gd name="T25" fmla="*/ 0 h 166"/>
              <a:gd name="T26" fmla="*/ 72 w 144"/>
              <a:gd name="T27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4" h="166">
                <a:moveTo>
                  <a:pt x="72" y="0"/>
                </a:moveTo>
                <a:lnTo>
                  <a:pt x="108" y="22"/>
                </a:lnTo>
                <a:lnTo>
                  <a:pt x="144" y="42"/>
                </a:lnTo>
                <a:lnTo>
                  <a:pt x="144" y="83"/>
                </a:lnTo>
                <a:lnTo>
                  <a:pt x="144" y="125"/>
                </a:lnTo>
                <a:lnTo>
                  <a:pt x="108" y="144"/>
                </a:lnTo>
                <a:lnTo>
                  <a:pt x="72" y="166"/>
                </a:lnTo>
                <a:lnTo>
                  <a:pt x="36" y="144"/>
                </a:lnTo>
                <a:lnTo>
                  <a:pt x="0" y="125"/>
                </a:lnTo>
                <a:lnTo>
                  <a:pt x="0" y="83"/>
                </a:lnTo>
                <a:lnTo>
                  <a:pt x="0" y="42"/>
                </a:lnTo>
                <a:lnTo>
                  <a:pt x="36" y="22"/>
                </a:lnTo>
                <a:lnTo>
                  <a:pt x="72" y="0"/>
                </a:ln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3" name="Freeform 19"/>
          <p:cNvSpPr/>
          <p:nvPr/>
        </p:nvSpPr>
        <p:spPr bwMode="auto">
          <a:xfrm>
            <a:off x="5460894" y="4993218"/>
            <a:ext cx="300567" cy="351367"/>
          </a:xfrm>
          <a:custGeom>
            <a:avLst/>
            <a:gdLst>
              <a:gd name="T0" fmla="*/ 72 w 142"/>
              <a:gd name="T1" fmla="*/ 0 h 166"/>
              <a:gd name="T2" fmla="*/ 108 w 142"/>
              <a:gd name="T3" fmla="*/ 22 h 166"/>
              <a:gd name="T4" fmla="*/ 142 w 142"/>
              <a:gd name="T5" fmla="*/ 42 h 166"/>
              <a:gd name="T6" fmla="*/ 142 w 142"/>
              <a:gd name="T7" fmla="*/ 83 h 166"/>
              <a:gd name="T8" fmla="*/ 142 w 142"/>
              <a:gd name="T9" fmla="*/ 125 h 166"/>
              <a:gd name="T10" fmla="*/ 108 w 142"/>
              <a:gd name="T11" fmla="*/ 145 h 166"/>
              <a:gd name="T12" fmla="*/ 72 w 142"/>
              <a:gd name="T13" fmla="*/ 166 h 166"/>
              <a:gd name="T14" fmla="*/ 36 w 142"/>
              <a:gd name="T15" fmla="*/ 145 h 166"/>
              <a:gd name="T16" fmla="*/ 0 w 142"/>
              <a:gd name="T17" fmla="*/ 125 h 166"/>
              <a:gd name="T18" fmla="*/ 0 w 142"/>
              <a:gd name="T19" fmla="*/ 83 h 166"/>
              <a:gd name="T20" fmla="*/ 0 w 142"/>
              <a:gd name="T21" fmla="*/ 42 h 166"/>
              <a:gd name="T22" fmla="*/ 36 w 142"/>
              <a:gd name="T23" fmla="*/ 22 h 166"/>
              <a:gd name="T24" fmla="*/ 72 w 142"/>
              <a:gd name="T25" fmla="*/ 0 h 166"/>
              <a:gd name="T26" fmla="*/ 72 w 142"/>
              <a:gd name="T27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2" h="166">
                <a:moveTo>
                  <a:pt x="72" y="0"/>
                </a:moveTo>
                <a:lnTo>
                  <a:pt x="108" y="22"/>
                </a:lnTo>
                <a:lnTo>
                  <a:pt x="142" y="42"/>
                </a:lnTo>
                <a:lnTo>
                  <a:pt x="142" y="83"/>
                </a:lnTo>
                <a:lnTo>
                  <a:pt x="142" y="125"/>
                </a:lnTo>
                <a:lnTo>
                  <a:pt x="108" y="145"/>
                </a:lnTo>
                <a:lnTo>
                  <a:pt x="72" y="166"/>
                </a:lnTo>
                <a:lnTo>
                  <a:pt x="36" y="145"/>
                </a:lnTo>
                <a:lnTo>
                  <a:pt x="0" y="125"/>
                </a:lnTo>
                <a:lnTo>
                  <a:pt x="0" y="83"/>
                </a:lnTo>
                <a:lnTo>
                  <a:pt x="0" y="42"/>
                </a:lnTo>
                <a:lnTo>
                  <a:pt x="36" y="22"/>
                </a:lnTo>
                <a:lnTo>
                  <a:pt x="72" y="0"/>
                </a:ln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4" name="Freeform 20"/>
          <p:cNvSpPr/>
          <p:nvPr/>
        </p:nvSpPr>
        <p:spPr bwMode="auto">
          <a:xfrm>
            <a:off x="6326610" y="3596218"/>
            <a:ext cx="300567" cy="349251"/>
          </a:xfrm>
          <a:custGeom>
            <a:avLst/>
            <a:gdLst>
              <a:gd name="T0" fmla="*/ 72 w 142"/>
              <a:gd name="T1" fmla="*/ 0 h 165"/>
              <a:gd name="T2" fmla="*/ 108 w 142"/>
              <a:gd name="T3" fmla="*/ 21 h 165"/>
              <a:gd name="T4" fmla="*/ 142 w 142"/>
              <a:gd name="T5" fmla="*/ 41 h 165"/>
              <a:gd name="T6" fmla="*/ 142 w 142"/>
              <a:gd name="T7" fmla="*/ 83 h 165"/>
              <a:gd name="T8" fmla="*/ 142 w 142"/>
              <a:gd name="T9" fmla="*/ 124 h 165"/>
              <a:gd name="T10" fmla="*/ 108 w 142"/>
              <a:gd name="T11" fmla="*/ 144 h 165"/>
              <a:gd name="T12" fmla="*/ 72 w 142"/>
              <a:gd name="T13" fmla="*/ 165 h 165"/>
              <a:gd name="T14" fmla="*/ 36 w 142"/>
              <a:gd name="T15" fmla="*/ 144 h 165"/>
              <a:gd name="T16" fmla="*/ 0 w 142"/>
              <a:gd name="T17" fmla="*/ 124 h 165"/>
              <a:gd name="T18" fmla="*/ 0 w 142"/>
              <a:gd name="T19" fmla="*/ 83 h 165"/>
              <a:gd name="T20" fmla="*/ 0 w 142"/>
              <a:gd name="T21" fmla="*/ 41 h 165"/>
              <a:gd name="T22" fmla="*/ 36 w 142"/>
              <a:gd name="T23" fmla="*/ 21 h 165"/>
              <a:gd name="T24" fmla="*/ 72 w 142"/>
              <a:gd name="T25" fmla="*/ 0 h 165"/>
              <a:gd name="T26" fmla="*/ 72 w 142"/>
              <a:gd name="T27" fmla="*/ 0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2" h="165">
                <a:moveTo>
                  <a:pt x="72" y="0"/>
                </a:moveTo>
                <a:lnTo>
                  <a:pt x="108" y="21"/>
                </a:lnTo>
                <a:lnTo>
                  <a:pt x="142" y="41"/>
                </a:lnTo>
                <a:lnTo>
                  <a:pt x="142" y="83"/>
                </a:lnTo>
                <a:lnTo>
                  <a:pt x="142" y="124"/>
                </a:lnTo>
                <a:lnTo>
                  <a:pt x="108" y="144"/>
                </a:lnTo>
                <a:lnTo>
                  <a:pt x="72" y="165"/>
                </a:lnTo>
                <a:lnTo>
                  <a:pt x="36" y="144"/>
                </a:lnTo>
                <a:lnTo>
                  <a:pt x="0" y="124"/>
                </a:lnTo>
                <a:lnTo>
                  <a:pt x="0" y="83"/>
                </a:lnTo>
                <a:lnTo>
                  <a:pt x="0" y="41"/>
                </a:lnTo>
                <a:lnTo>
                  <a:pt x="36" y="21"/>
                </a:lnTo>
                <a:lnTo>
                  <a:pt x="72" y="0"/>
                </a:ln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C10015"/>
              </a:gs>
              <a:gs pos="69000">
                <a:srgbClr val="E01F2D"/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 lang="zh-CN" altLang="en-US" sz="2135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6720840" y="1008382"/>
            <a:ext cx="3002280" cy="1085215"/>
            <a:chOff x="2710" y="2505"/>
            <a:chExt cx="4728" cy="1709"/>
          </a:xfrm>
        </p:grpSpPr>
        <p:sp>
          <p:nvSpPr>
            <p:cNvPr id="3" name="išľíďè"/>
            <p:cNvSpPr/>
            <p:nvPr/>
          </p:nvSpPr>
          <p:spPr bwMode="auto">
            <a:xfrm>
              <a:off x="2710" y="3166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1" name="iSlíďè"/>
            <p:cNvSpPr txBox="1"/>
            <p:nvPr/>
          </p:nvSpPr>
          <p:spPr bwMode="auto">
            <a:xfrm>
              <a:off x="3308" y="2505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219836" y="1983107"/>
            <a:ext cx="3002915" cy="1085215"/>
            <a:chOff x="1693" y="4889"/>
            <a:chExt cx="4729" cy="1709"/>
          </a:xfrm>
        </p:grpSpPr>
        <p:sp>
          <p:nvSpPr>
            <p:cNvPr id="22" name="išľíďè"/>
            <p:cNvSpPr/>
            <p:nvPr/>
          </p:nvSpPr>
          <p:spPr bwMode="auto">
            <a:xfrm>
              <a:off x="1693" y="5550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3" name="iSlíďè"/>
            <p:cNvSpPr txBox="1"/>
            <p:nvPr/>
          </p:nvSpPr>
          <p:spPr bwMode="auto">
            <a:xfrm>
              <a:off x="2292" y="4889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313816" y="4316097"/>
            <a:ext cx="3002915" cy="1085215"/>
            <a:chOff x="2714" y="7208"/>
            <a:chExt cx="4729" cy="1709"/>
          </a:xfrm>
        </p:grpSpPr>
        <p:sp>
          <p:nvSpPr>
            <p:cNvPr id="24" name="išľíďè"/>
            <p:cNvSpPr/>
            <p:nvPr/>
          </p:nvSpPr>
          <p:spPr bwMode="auto">
            <a:xfrm>
              <a:off x="2714" y="7869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25" name="iSlíďè"/>
            <p:cNvSpPr txBox="1"/>
            <p:nvPr/>
          </p:nvSpPr>
          <p:spPr bwMode="auto">
            <a:xfrm>
              <a:off x="3313" y="7208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493760" y="2510792"/>
            <a:ext cx="3002280" cy="1085215"/>
            <a:chOff x="2710" y="2505"/>
            <a:chExt cx="4728" cy="1709"/>
          </a:xfrm>
        </p:grpSpPr>
        <p:sp>
          <p:nvSpPr>
            <p:cNvPr id="4" name="išľíďè"/>
            <p:cNvSpPr/>
            <p:nvPr/>
          </p:nvSpPr>
          <p:spPr bwMode="auto">
            <a:xfrm>
              <a:off x="2710" y="3166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5" name="iSlíďè"/>
            <p:cNvSpPr txBox="1"/>
            <p:nvPr/>
          </p:nvSpPr>
          <p:spPr bwMode="auto">
            <a:xfrm>
              <a:off x="3308" y="2505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114031" y="4761232"/>
            <a:ext cx="3002280" cy="1085215"/>
            <a:chOff x="2710" y="2505"/>
            <a:chExt cx="4728" cy="1709"/>
          </a:xfrm>
        </p:grpSpPr>
        <p:sp>
          <p:nvSpPr>
            <p:cNvPr id="7" name="išľíďè"/>
            <p:cNvSpPr/>
            <p:nvPr/>
          </p:nvSpPr>
          <p:spPr bwMode="auto">
            <a:xfrm>
              <a:off x="2710" y="3166"/>
              <a:ext cx="4032" cy="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在此输入详细文字介绍和详细信息，在此输入详细文字介绍和详细信息。</a:t>
              </a:r>
            </a:p>
          </p:txBody>
        </p:sp>
        <p:sp>
          <p:nvSpPr>
            <p:cNvPr id="8" name="iSlíďè"/>
            <p:cNvSpPr txBox="1"/>
            <p:nvPr/>
          </p:nvSpPr>
          <p:spPr bwMode="auto">
            <a:xfrm>
              <a:off x="3308" y="2505"/>
              <a:ext cx="4131" cy="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/>
            </a:bodyPr>
            <a:lstStyle/>
            <a:p>
              <a:pPr marL="0" marR="0" lvl="0" indent="0" algn="l" defTabSz="913765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点此编辑标题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1141" y="190500"/>
            <a:ext cx="3020060" cy="716280"/>
            <a:chOff x="569" y="410"/>
            <a:chExt cx="4756" cy="1128"/>
          </a:xfrm>
        </p:grpSpPr>
        <p:sp>
          <p:nvSpPr>
            <p:cNvPr id="10" name="圆角矩形 9"/>
            <p:cNvSpPr/>
            <p:nvPr/>
          </p:nvSpPr>
          <p:spPr>
            <a:xfrm>
              <a:off x="569" y="410"/>
              <a:ext cx="1301" cy="1128"/>
            </a:xfrm>
            <a:prstGeom prst="roundRect">
              <a:avLst>
                <a:gd name="adj" fmla="val 32875"/>
              </a:avLst>
            </a:prstGeom>
            <a:gradFill>
              <a:gsLst>
                <a:gs pos="17000">
                  <a:srgbClr val="C10015"/>
                </a:gs>
                <a:gs pos="100000">
                  <a:srgbClr val="E01F2D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rgbClr val="FFEDD7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04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870" y="514"/>
              <a:ext cx="345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rgbClr val="C10015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更多产品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71726"/>
            </a:gs>
            <a:gs pos="93000">
              <a:srgbClr val="C1001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6248400" y="83820"/>
            <a:ext cx="5943600" cy="6600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62" h="10405">
                <a:moveTo>
                  <a:pt x="0" y="5197"/>
                </a:moveTo>
                <a:cubicBezTo>
                  <a:pt x="-89" y="2280"/>
                  <a:pt x="2581" y="-71"/>
                  <a:pt x="5196" y="0"/>
                </a:cubicBezTo>
                <a:cubicBezTo>
                  <a:pt x="6898" y="-103"/>
                  <a:pt x="8692" y="1102"/>
                  <a:pt x="9360" y="2089"/>
                </a:cubicBezTo>
                <a:lnTo>
                  <a:pt x="9360" y="8305"/>
                </a:lnTo>
                <a:cubicBezTo>
                  <a:pt x="8581" y="9503"/>
                  <a:pt x="6640" y="10476"/>
                  <a:pt x="5196" y="10394"/>
                </a:cubicBezTo>
                <a:cubicBezTo>
                  <a:pt x="2280" y="10484"/>
                  <a:pt x="-71" y="7813"/>
                  <a:pt x="0" y="5197"/>
                </a:cubicBezTo>
                <a:close/>
              </a:path>
            </a:pathLst>
          </a:custGeom>
          <a:solidFill>
            <a:srgbClr val="D61E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087871" y="923290"/>
            <a:ext cx="4919980" cy="4921250"/>
          </a:xfrm>
          <a:prstGeom prst="ellipse">
            <a:avLst/>
          </a:prstGeom>
          <a:solidFill>
            <a:srgbClr val="E0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38a61dd494f3418e">
            <a:lum bright="-6000" contrast="12000"/>
          </a:blip>
          <a:stretch>
            <a:fillRect/>
          </a:stretch>
        </p:blipFill>
        <p:spPr>
          <a:xfrm>
            <a:off x="7315835" y="1461135"/>
            <a:ext cx="4281171" cy="3936365"/>
          </a:xfrm>
          <a:prstGeom prst="rect">
            <a:avLst/>
          </a:prstGeom>
        </p:spPr>
      </p:pic>
      <p:pic>
        <p:nvPicPr>
          <p:cNvPr id="10" name="图片 9" descr="2"/>
          <p:cNvPicPr>
            <a:picLocks noChangeAspect="1"/>
          </p:cNvPicPr>
          <p:nvPr/>
        </p:nvPicPr>
        <p:blipFill>
          <a:blip r:embed="R6a4c4105bb574256">
            <a:lum bright="-6000" contrast="12000"/>
          </a:blip>
          <a:stretch>
            <a:fillRect/>
          </a:stretch>
        </p:blipFill>
        <p:spPr>
          <a:xfrm>
            <a:off x="8779511" y="5548630"/>
            <a:ext cx="881380" cy="546100"/>
          </a:xfrm>
          <a:prstGeom prst="rect">
            <a:avLst/>
          </a:prstGeom>
        </p:spPr>
      </p:pic>
      <p:pic>
        <p:nvPicPr>
          <p:cNvPr id="11" name="图片 10" descr="3"/>
          <p:cNvPicPr>
            <a:picLocks noChangeAspect="1"/>
          </p:cNvPicPr>
          <p:nvPr/>
        </p:nvPicPr>
        <p:blipFill>
          <a:blip r:embed="Rfae2cb95149f4549">
            <a:lum bright="-6000" contrast="12000"/>
          </a:blip>
          <a:stretch>
            <a:fillRect/>
          </a:stretch>
        </p:blipFill>
        <p:spPr>
          <a:xfrm>
            <a:off x="6123942" y="994412"/>
            <a:ext cx="1161415" cy="739775"/>
          </a:xfrm>
          <a:prstGeom prst="rect">
            <a:avLst/>
          </a:prstGeom>
        </p:spPr>
      </p:pic>
      <p:pic>
        <p:nvPicPr>
          <p:cNvPr id="12" name="图片 11" descr="4"/>
          <p:cNvPicPr>
            <a:picLocks noChangeAspect="1"/>
          </p:cNvPicPr>
          <p:nvPr/>
        </p:nvPicPr>
        <p:blipFill>
          <a:blip r:embed="Rcb731cae6a794dc0">
            <a:lum bright="-6000" contrast="12000"/>
          </a:blip>
          <a:stretch>
            <a:fillRect/>
          </a:stretch>
        </p:blipFill>
        <p:spPr>
          <a:xfrm>
            <a:off x="8308977" y="1524635"/>
            <a:ext cx="3101975" cy="3329940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11228071" y="4362450"/>
            <a:ext cx="779780" cy="779780"/>
          </a:xfrm>
          <a:prstGeom prst="ellipse">
            <a:avLst/>
          </a:prstGeom>
          <a:gradFill>
            <a:gsLst>
              <a:gs pos="23000">
                <a:srgbClr val="E01F2D"/>
              </a:gs>
              <a:gs pos="100000">
                <a:srgbClr val="E01F2D">
                  <a:alpha val="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1" y="-7620"/>
            <a:ext cx="5934275" cy="30441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345" h="4800">
                <a:moveTo>
                  <a:pt x="9345" y="0"/>
                </a:moveTo>
                <a:cubicBezTo>
                  <a:pt x="9309" y="2504"/>
                  <a:pt x="6688" y="4943"/>
                  <a:pt x="4175" y="4794"/>
                </a:cubicBezTo>
                <a:cubicBezTo>
                  <a:pt x="2464" y="4880"/>
                  <a:pt x="712" y="3729"/>
                  <a:pt x="0" y="2684"/>
                </a:cubicBezTo>
                <a:lnTo>
                  <a:pt x="0" y="0"/>
                </a:lnTo>
                <a:lnTo>
                  <a:pt x="9345" y="0"/>
                </a:lnTo>
                <a:close/>
              </a:path>
            </a:pathLst>
          </a:custGeom>
          <a:gradFill>
            <a:gsLst>
              <a:gs pos="51000">
                <a:srgbClr val="E01F2D"/>
              </a:gs>
              <a:gs pos="90000">
                <a:srgbClr val="D61E28"/>
              </a:gs>
              <a:gs pos="9000">
                <a:srgbClr val="E01F2D">
                  <a:alpha val="0"/>
                </a:srgbClr>
              </a:gs>
              <a:gs pos="100000">
                <a:srgbClr val="E01F2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3" name="图片 12" descr="5"/>
          <p:cNvPicPr>
            <a:picLocks noChangeAspect="1"/>
          </p:cNvPicPr>
          <p:nvPr/>
        </p:nvPicPr>
        <p:blipFill>
          <a:blip r:embed="R093450f81ef7492e">
            <a:lum bright="-6000" contrast="12000"/>
          </a:blip>
          <a:stretch>
            <a:fillRect/>
          </a:stretch>
        </p:blipFill>
        <p:spPr>
          <a:xfrm>
            <a:off x="932181" y="5548630"/>
            <a:ext cx="4655185" cy="130937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85140" y="2458085"/>
            <a:ext cx="6074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 dirty="0">
                <a:gradFill>
                  <a:gsLst>
                    <a:gs pos="39000">
                      <a:srgbClr val="FFEDD7"/>
                    </a:gs>
                    <a:gs pos="100000">
                      <a:srgbClr val="FFD6AD"/>
                    </a:gs>
                  </a:gsLst>
                  <a:lin ang="5400000" scaled="0"/>
                </a:gra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Arial"/>
              </a:rPr>
              <a:t>感谢您的观看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7380" y="2089785"/>
            <a:ext cx="5496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b="1">
                <a:solidFill>
                  <a:srgbClr val="FFD6AD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THANK YOU FOR WATCHING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85140" y="3990977"/>
            <a:ext cx="63341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olidFill>
                  <a:srgbClr val="FFEDD7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The template is well-designed, all materials of the template can be freely edited, replaced and moved.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576580" y="4908552"/>
            <a:ext cx="2390557" cy="456565"/>
          </a:xfrm>
          <a:prstGeom prst="roundRect">
            <a:avLst>
              <a:gd name="adj" fmla="val 50000"/>
            </a:avLst>
          </a:prstGeom>
          <a:gradFill>
            <a:gsLst>
              <a:gs pos="17000">
                <a:srgbClr val="F5C895"/>
              </a:gs>
              <a:gs pos="100000">
                <a:srgbClr val="FFEDD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汇报人：XX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PPT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9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  <p:bldP spid="14" grpId="0" bldLvl="0" animBg="1"/>
      <p:bldP spid="6" grpId="0" bldLvl="0" animBg="1"/>
      <p:bldP spid="17" grpId="0"/>
      <p:bldP spid="20" grpId="0"/>
      <p:bldP spid="21" grpId="0"/>
      <p:bldP spid="2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d340741c1271424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8915766307484f16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4316f41053f14f5c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819eb481d82c450b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4316f41053f14f5c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9f7334b047c14193b5add61370df767a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050796e0701344c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06bba1533b3f40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346a35d9116348c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15aadc0e5c04406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17b1db52aeaf43f8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a43af3a2b9704f7f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031b29576f184899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67d88a1bd7724265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79afa07960a546aa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c2003caa09d6425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998a3fe9a035440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6422f0881d9541ee8a19c4b9901dcabb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0e5d0fc3c03e46b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159e5963bc8442a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815c158ba964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ca4ae82dc89341a0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3e9e64381a3742ab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a2b68fc544a41ea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3e9e64381a3742ab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3ff77c40fa14ff9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3e9e64381a3742ab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30df6ef3b2714e4888fba0fc4fa41be1"/>
              </a:rPr>
              <a:t>部分字体来源于</a:t>
            </a:r>
            <a:r>
              <a:rPr lang="en-US" altLang="zh-CN" dirty="0">
                <a:hlinkClick r:id="R30df6ef3b2714e4888fba0fc4fa41be1"/>
              </a:rPr>
              <a:t>100font.com  </a:t>
            </a:r>
            <a:r>
              <a:rPr lang="zh-CN" altLang="en-US" dirty="0">
                <a:hlinkClick r:id="R30df6ef3b2714e4888fba0fc4fa41be1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df84bc93a1774598a954d66f598bfcb6"/>
              </a:rPr>
              <a:t>部分图标来源于</a:t>
            </a:r>
            <a:r>
              <a:rPr lang="en-US" altLang="zh-CN" dirty="0">
                <a:hlinkClick r:id="Rdf84bc93a1774598a954d66f598bfcb6"/>
              </a:rPr>
              <a:t>Storyset.com </a:t>
            </a:r>
            <a:r>
              <a:rPr lang="zh-CN" altLang="en-US" dirty="0">
                <a:hlinkClick r:id="Rdf84bc93a1774598a954d66f598bfcb6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1330</Words>
  <Application>Microsoft Office PowerPoint</Application>
  <PresentationFormat>宽屏</PresentationFormat>
  <Paragraphs>240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阿里巴巴普惠体 Heavy</vt:lpstr>
      <vt:lpstr>思源宋体 CN</vt:lpstr>
      <vt:lpstr>微软雅黑</vt:lpstr>
      <vt:lpstr>Arial</vt:lpstr>
      <vt:lpstr>Calibri</vt:lpstr>
      <vt:lpstr>Impact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JP Liu</cp:lastModifiedBy>
  <cp:revision>62</cp:revision>
  <dcterms:created xsi:type="dcterms:W3CDTF">2022-10-08T16:03:37Z</dcterms:created>
  <dcterms:modified xsi:type="dcterms:W3CDTF">2025-04-28T04:06:21Z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2052-3.6.0.5672</vt:lpwstr>
  </property>
</Properties>
</file>