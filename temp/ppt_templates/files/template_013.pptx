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media/image6.bin" ContentType="image/jpe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media/image7.bin" ContentType="image/jpeg"/>
  <Override PartName="/ppt/media/image8.bin" ContentType="image/jpe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media/image9.bin" ContentType="image/jpeg"/>
  <Override PartName="/ppt/media/image10.bin" ContentType="image/jpeg"/>
  <Override PartName="/ppt/media/image11.bin" ContentType="image/jpeg"/>
  <Override PartName="/ppt/slides/slide11.xml" ContentType="application/vnd.openxmlformats-officedocument.presentationml.slide+xml"/>
  <Override PartName="/ppt/media/image12.bin" ContentType="image/jpeg"/>
  <Override PartName="/ppt/media/image13.bin" ContentType="image/jpeg"/>
  <Override PartName="/ppt/slides/slide12.xml" ContentType="application/vnd.openxmlformats-officedocument.presentationml.slide+xml"/>
  <Override PartName="/ppt/slides/tags/tag1.xml" ContentType="application/vnd.openxmlformats-officedocument.presentationml.tags+xml"/>
  <Override PartName="/ppt/slides/tags/tag2.xml" ContentType="application/vnd.openxmlformats-officedocument.presentationml.tags+xml"/>
  <Override PartName="/ppt/slides/tags/tag3.xml" ContentType="application/vnd.openxmlformats-officedocument.presentationml.tags+xml"/>
  <Override PartName="/ppt/slides/tags/tag4.xml" ContentType="application/vnd.openxmlformats-officedocument.presentationml.tag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media/image14.bin" ContentType="image/jpeg"/>
  <Override PartName="/ppt/media/image15.bin" ContentType="image/jpeg"/>
  <Override PartName="/ppt/slides/slide17.xml" ContentType="application/vnd.openxmlformats-officedocument.presentationml.slide+xml"/>
  <Override PartName="/ppt/media/image16.bin" ContentType="image/jpeg"/>
  <Override PartName="/ppt/media/image17.bin" ContentType="image/jpeg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media/image18.bin" ContentType="image/jpeg"/>
  <Override PartName="/ppt/media/image19.bin" ContentType="image/jpeg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media/image20.bin" ContentType="image/jpeg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media/image21.bin" ContentType="image/jpeg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media/image22.bin" ContentType="image/jpeg"/>
  <Override PartName="/ppt/customXML/item.xml" ContentType="application/inkml+xml"/>
  <Override PartName="/ppt/customXML/item2.xml" ContentType="application/inkml+xml"/>
  <Override PartName="/ppt/slides/slide27.xml" ContentType="application/vnd.openxmlformats-officedocument.presentationml.slide+xml"/>
  <Override PartName="/ppt/media/image25.bin" ContentType="image/jpeg"/>
  <Override PartName="/ppt/media/image26.bin" ContentType="image/jpeg"/>
  <Override PartName="/ppt/media/image29.bin" ContentType="image/jpe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8.xml" ContentType="application/vnd.openxmlformats-officedocument.presentationml.slide+xml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bb52b9c72794ff1" /><Relationship Type="http://schemas.openxmlformats.org/package/2006/relationships/metadata/core-properties" Target="/docProps/core.xml" Id="R6af3813b215140f0" /><Relationship Type="http://schemas.openxmlformats.org/officeDocument/2006/relationships/extended-properties" Target="/docProps/app.xml" Id="R8f8ad393c29247a5" /><Relationship Type="http://schemas.openxmlformats.org/officeDocument/2006/relationships/custom-properties" Target="/docProps/custom.xml" Id="Rd1219ecb81e64eb9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88909cc0576e45c0"/>
  </p:sldMasterIdLst>
  <p:notesMasterIdLst>
    <p:notesMasterId r:id="Rd6e2616f278c4a79"/>
  </p:notesMasterIdLst>
  <p:sldIdLst>
    <p:sldId id="256" r:id="R604e46c1346a4fba"/>
    <p:sldId id="257" r:id="Re4eb2c085b3c4c91"/>
    <p:sldId id="258" r:id="R85f950cefc5a4486"/>
    <p:sldId id="259" r:id="R2e1b562e4d2542ea"/>
    <p:sldId id="260" r:id="R244648fd9e27497c"/>
    <p:sldId id="261" r:id="R8ed34611753c434b"/>
    <p:sldId id="262" r:id="Rfe0a2f38779848e6"/>
    <p:sldId id="263" r:id="Ref707384733549e1"/>
    <p:sldId id="264" r:id="R81340d42449841fb"/>
    <p:sldId id="265" r:id="R676c29b14fd84dc7"/>
    <p:sldId id="266" r:id="Rc4fc46a2a34b4aa9"/>
    <p:sldId id="267" r:id="Ra20c086fc2d54a9c"/>
    <p:sldId id="268" r:id="R82544bfd37f64406"/>
    <p:sldId id="269" r:id="R7d65775cf3bf453a"/>
    <p:sldId id="270" r:id="Rdc208912af374d4a"/>
    <p:sldId id="271" r:id="Ra115e8cc234c4d08"/>
    <p:sldId id="272" r:id="Rce1322a734354daa"/>
    <p:sldId id="273" r:id="Rdbdca3e8093a4708"/>
    <p:sldId id="274" r:id="Rb9f9d1bd3daa429d"/>
    <p:sldId id="275" r:id="R03bbaf69a2a741ff"/>
    <p:sldId id="276" r:id="R815be8f999c24bf0"/>
    <p:sldId id="277" r:id="Re6f92ddc24c44966"/>
    <p:sldId id="278" r:id="R124e4efd7a594d95"/>
    <p:sldId id="279" r:id="R69a0cbdec75a4d18"/>
    <p:sldId id="280" r:id="R26883b0e2df24be9"/>
    <p:sldId id="281" r:id="Rdd59d352679f421e"/>
    <p:sldId id="282" r:id="Ra81bb568fd954a1d"/>
    <p:sldId id="283" r:id="Rb9b747cb9c304fcc"/>
    <p:sldId id="284" r:id="Ra5f810f69308440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69" y="9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6e2616f278c4a79" /><Relationship Type="http://schemas.openxmlformats.org/officeDocument/2006/relationships/presProps" Target="/ppt/presProps.xml" Id="R621dd934a9444182" /><Relationship Type="http://schemas.openxmlformats.org/officeDocument/2006/relationships/viewProps" Target="/ppt/viewProps.xml" Id="R58c15683393849fa" /><Relationship Type="http://schemas.openxmlformats.org/officeDocument/2006/relationships/slideMaster" Target="/ppt/slideMasters/slideMaster1.xml" Id="R88909cc0576e45c0" /><Relationship Type="http://schemas.openxmlformats.org/officeDocument/2006/relationships/theme" Target="/ppt/slideMasters/theme/theme2.xml" Id="Rc59163946bf84a15" /><Relationship Type="http://schemas.openxmlformats.org/officeDocument/2006/relationships/slide" Target="/ppt/slides/slide1.xml" Id="R604e46c1346a4fba" /><Relationship Type="http://schemas.openxmlformats.org/officeDocument/2006/relationships/slide" Target="/ppt/slides/slide2.xml" Id="Re4eb2c085b3c4c91" /><Relationship Type="http://schemas.openxmlformats.org/officeDocument/2006/relationships/slide" Target="/ppt/slides/slide3.xml" Id="R85f950cefc5a4486" /><Relationship Type="http://schemas.openxmlformats.org/officeDocument/2006/relationships/slide" Target="/ppt/slides/slide4.xml" Id="R2e1b562e4d2542ea" /><Relationship Type="http://schemas.openxmlformats.org/officeDocument/2006/relationships/slide" Target="/ppt/slides/slide5.xml" Id="R244648fd9e27497c" /><Relationship Type="http://schemas.openxmlformats.org/officeDocument/2006/relationships/slide" Target="/ppt/slides/slide6.xml" Id="R8ed34611753c434b" /><Relationship Type="http://schemas.openxmlformats.org/officeDocument/2006/relationships/slide" Target="/ppt/slides/slide7.xml" Id="Rfe0a2f38779848e6" /><Relationship Type="http://schemas.openxmlformats.org/officeDocument/2006/relationships/slide" Target="/ppt/slides/slide8.xml" Id="Ref707384733549e1" /><Relationship Type="http://schemas.openxmlformats.org/officeDocument/2006/relationships/slide" Target="/ppt/slides/slide9.xml" Id="R81340d42449841fb" /><Relationship Type="http://schemas.openxmlformats.org/officeDocument/2006/relationships/slide" Target="/ppt/slides/slide10.xml" Id="R676c29b14fd84dc7" /><Relationship Type="http://schemas.openxmlformats.org/officeDocument/2006/relationships/slide" Target="/ppt/slides/slide11.xml" Id="Rc4fc46a2a34b4aa9" /><Relationship Type="http://schemas.openxmlformats.org/officeDocument/2006/relationships/slide" Target="/ppt/slides/slide12.xml" Id="Ra20c086fc2d54a9c" /><Relationship Type="http://schemas.openxmlformats.org/officeDocument/2006/relationships/slide" Target="/ppt/slides/slide13.xml" Id="R82544bfd37f64406" /><Relationship Type="http://schemas.openxmlformats.org/officeDocument/2006/relationships/slide" Target="/ppt/slides/slide14.xml" Id="R7d65775cf3bf453a" /><Relationship Type="http://schemas.openxmlformats.org/officeDocument/2006/relationships/slide" Target="/ppt/slides/slide15.xml" Id="Rdc208912af374d4a" /><Relationship Type="http://schemas.openxmlformats.org/officeDocument/2006/relationships/slide" Target="/ppt/slides/slide16.xml" Id="Ra115e8cc234c4d08" /><Relationship Type="http://schemas.openxmlformats.org/officeDocument/2006/relationships/slide" Target="/ppt/slides/slide17.xml" Id="Rce1322a734354daa" /><Relationship Type="http://schemas.openxmlformats.org/officeDocument/2006/relationships/slide" Target="/ppt/slides/slide18.xml" Id="Rdbdca3e8093a4708" /><Relationship Type="http://schemas.openxmlformats.org/officeDocument/2006/relationships/slide" Target="/ppt/slides/slide19.xml" Id="Rb9f9d1bd3daa429d" /><Relationship Type="http://schemas.openxmlformats.org/officeDocument/2006/relationships/slide" Target="/ppt/slides/slide20.xml" Id="R03bbaf69a2a741ff" /><Relationship Type="http://schemas.openxmlformats.org/officeDocument/2006/relationships/slide" Target="/ppt/slides/slide21.xml" Id="R815be8f999c24bf0" /><Relationship Type="http://schemas.openxmlformats.org/officeDocument/2006/relationships/slide" Target="/ppt/slides/slide22.xml" Id="Re6f92ddc24c44966" /><Relationship Type="http://schemas.openxmlformats.org/officeDocument/2006/relationships/slide" Target="/ppt/slides/slide23.xml" Id="R124e4efd7a594d95" /><Relationship Type="http://schemas.openxmlformats.org/officeDocument/2006/relationships/slide" Target="/ppt/slides/slide24.xml" Id="R69a0cbdec75a4d18" /><Relationship Type="http://schemas.openxmlformats.org/officeDocument/2006/relationships/slide" Target="/ppt/slides/slide25.xml" Id="R26883b0e2df24be9" /><Relationship Type="http://schemas.openxmlformats.org/officeDocument/2006/relationships/slide" Target="/ppt/slides/slide26.xml" Id="Rdd59d352679f421e" /><Relationship Type="http://schemas.openxmlformats.org/officeDocument/2006/relationships/slide" Target="/ppt/slides/slide27.xml" Id="Ra81bb568fd954a1d" /><Relationship Type="http://schemas.openxmlformats.org/officeDocument/2006/relationships/slide" Target="/ppt/slides/slide28.xml" Id="Rb9b747cb9c304fcc" /><Relationship Type="http://schemas.openxmlformats.org/officeDocument/2006/relationships/slide" Target="/ppt/slides/slide29.xml" Id="Ra5f810f693084407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67a00c8c69ac40b5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7af7d24d54a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ead742ffb42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898212be7d43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b28b7fb40b41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09bdd6f6f64f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414b2c42e2452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32b78a1a44442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hyperlink" Target="http://www.1ppt.com/hangye/" TargetMode="External" Id="R1346056522ec4e0ea57c4cec39b2f9a2" /><Relationship Type="http://schemas.openxmlformats.org/officeDocument/2006/relationships/image" Target="/ppt/media/image.bin" Id="R38100d3168ce48ce" /><Relationship Type="http://schemas.openxmlformats.org/officeDocument/2006/relationships/slideMaster" Target="/ppt/slideMasters/slideMaster1.xml" Id="Rcb85b1512df04d0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69eb7bde994b6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650f7adcf4fa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4bdd65d3d449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13d2b8246b4ce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03d6a20706478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0804563bb848a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01D7C62B-1951-4624-86E2-AA73BC61AA99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0D650AB5-1D5A-47F5-96A5-6A57A7A7B629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12E982B2-3396-40B6-ACBC-3FAF8D06C953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F3DA09BF-34DC-4547-9497-01BFCFF27DCD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EF13789B-85DE-4D8B-B699-3B1CFBF97A6A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931DD77A-F0F1-48CA-86E2-85A09E5E30C3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964EB-EE27-4232-9DB7-FD3131D3048E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7F22C-15AE-4961-983F-89D2C8FD59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random/>
      </p:transition>
    </mc:Fallback>
  </mc:AlternateContent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032C434C-EC54-4373-BF12-5194C7BCAD33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/>
              <a:t>‹#›</a:t>
            </a:fld>
            <a:endParaRPr lang="en-US"/>
          </a:p>
        </p:txBody>
      </p:sp>
      <p:pic>
        <p:nvPicPr>
          <p:cNvPr id="5" name="墨迹 6">
            <a:extLst>
              <a:ext uri="{FF2B5EF4-FFF2-40B4-BE49-F238E27FC236}">
                <a16:creationId xmlns:a16="http://schemas.microsoft.com/office/drawing/2014/main" id="{6EBBEC50-721B-9297-DE8C-65115C350AC0}"/>
              </a:ext>
            </a:extLst>
          </p:cNvPr>
          <p:cNvPicPr/>
          <p:nvPr/>
        </p:nvPicPr>
        <p:blipFill>
          <a:blip r:embed="R38100d3168ce48ce"/>
          <a:stretch>
            <a:fillRect/>
          </a:stretch>
        </p:blipFill>
        <p:spPr>
          <a:xfrm>
            <a:off x="-1286677" y="471795"/>
            <a:ext cx="36000" cy="162000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270030" y="494801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TextBox 8"/>
          <p:cNvSpPr txBox="1"/>
          <p:nvPr/>
        </p:nvSpPr>
        <p:spPr>
          <a:xfrm>
            <a:off x="8873970" y="0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1346056522ec4e0ea57c4cec39b2f9a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1346056522ec4e0ea57c4cec39b2f9a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1346056522ec4e0ea57c4cec39b2f9a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A1F0C869-51DE-483C-BD78-6A0F26DE561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21D47862-A591-405D-8E05-4CB4C91ABBA2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E2288A6B-9051-481F-9E12-3738F92BCB66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0788281C-D55E-464F-82AD-D7357CDEED7C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3AF0-414B-41E7-BE0F-90D52FB61469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594BC-6E96-4D31-9ABA-471D51700A1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random/>
      </p:transition>
    </mc:Fallback>
  </mc:AlternateContent>
  <p:hf sldNum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3fa0ac928d45af" /><Relationship Type="http://schemas.openxmlformats.org/officeDocument/2006/relationships/slideLayout" Target="/ppt/slideLayouts/slideLayout1.xml" Id="R38f495d0ac2648c7" /><Relationship Type="http://schemas.openxmlformats.org/officeDocument/2006/relationships/slideLayout" Target="/ppt/slideLayouts/slideLayout2.xml" Id="R23439cc7af794584" /><Relationship Type="http://schemas.openxmlformats.org/officeDocument/2006/relationships/slideLayout" Target="/ppt/slideLayouts/slideLayout3.xml" Id="Rb4190bbf834641ae" /><Relationship Type="http://schemas.openxmlformats.org/officeDocument/2006/relationships/slideLayout" Target="/ppt/slideLayouts/slideLayout4.xml" Id="Rfa132b290c8249ce" /><Relationship Type="http://schemas.openxmlformats.org/officeDocument/2006/relationships/slideLayout" Target="/ppt/slideLayouts/slideLayout5.xml" Id="R24f610d830844d90" /><Relationship Type="http://schemas.openxmlformats.org/officeDocument/2006/relationships/slideLayout" Target="/ppt/slideLayouts/slideLayout6.xml" Id="R75c8dd275d734a42" /><Relationship Type="http://schemas.openxmlformats.org/officeDocument/2006/relationships/slideLayout" Target="/ppt/slideLayouts/slideLayout7.xml" Id="Ra4945b2ad0394a06" /><Relationship Type="http://schemas.openxmlformats.org/officeDocument/2006/relationships/slideLayout" Target="/ppt/slideLayouts/slideLayout8.xml" Id="Re39b86bb12c14023" /><Relationship Type="http://schemas.openxmlformats.org/officeDocument/2006/relationships/slideLayout" Target="/ppt/slideLayouts/slideLayout9.xml" Id="R3941a7b4bdf3432c" /><Relationship Type="http://schemas.openxmlformats.org/officeDocument/2006/relationships/slideLayout" Target="/ppt/slideLayouts/slideLayout10.xml" Id="R48cb8d2587f9406d" /><Relationship Type="http://schemas.openxmlformats.org/officeDocument/2006/relationships/slideLayout" Target="/ppt/slideLayouts/slideLayout11.xml" Id="R82dc28d61e4b4435" /><Relationship Type="http://schemas.openxmlformats.org/officeDocument/2006/relationships/slideLayout" Target="/ppt/slideLayouts/slideLayout12.xml" Id="R9a5578ee259d4b67" /><Relationship Type="http://schemas.openxmlformats.org/officeDocument/2006/relationships/slideLayout" Target="/ppt/slideLayouts/slideLayout13.xml" Id="R129fce2ad9cc4ff0" /><Relationship Type="http://schemas.openxmlformats.org/officeDocument/2006/relationships/slideLayout" Target="/ppt/slideLayouts/slideLayout14.xml" Id="Rf6d43f91d2b4449c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fld id="{48D964EB-EE27-4232-9DB7-FD3131D3048E}" type="datetimeFigureOut">
              <a:rPr lang="zh-CN" altLang="en-US"/>
              <a:pPr/>
              <a:t>2025/4/28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fld id="{2357F22C-15AE-4961-983F-89D2C8FD593D}" type="slidenum">
              <a:rPr lang="zh-CN" altLang="en-US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a4945b2ad0394a06"/>
    <p:sldLayoutId id="2147483654" r:id="R75c8dd275d734a42"/>
    <p:sldLayoutId id="2147483651" r:id="Rb4190bbf834641ae"/>
    <p:sldLayoutId id="2147483660" r:id="R9a5578ee259d4b67"/>
    <p:sldLayoutId id="2147483658" r:id="R48cb8d2587f9406d"/>
    <p:sldLayoutId id="2147483656" r:id="Re39b86bb12c14023"/>
    <p:sldLayoutId id="2147483652" r:id="Rfa132b290c8249ce"/>
    <p:sldLayoutId id="2147483649" r:id="R38f495d0ac2648c7"/>
    <p:sldLayoutId id="2147483661" r:id="R129fce2ad9cc4ff0"/>
    <p:sldLayoutId id="2147483659" r:id="R82dc28d61e4b4435"/>
    <p:sldLayoutId id="2147483657" r:id="R3941a7b4bdf3432c"/>
    <p:sldLayoutId id="2147483653" r:id="R24f610d830844d90"/>
    <p:sldLayoutId id="2147483650" r:id="R23439cc7af794584"/>
    <p:sldLayoutId id="2147483662" r:id="Rf6d43f91d2b4449c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random/>
      </p:transition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第一PPT，www.1ppt.com">
  <a:themeElements>
    <a:clrScheme name="自定义 5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D7028"/>
      </a:accent1>
      <a:accent2>
        <a:srgbClr val="FFFF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5">
      <a:majorFont>
        <a:latin typeface="字体圈欣意冠黑体"/>
        <a:ea typeface="字体圈欣意冠黑体"/>
        <a:cs typeface="Arial"/>
      </a:majorFont>
      <a:minorFont>
        <a:latin typeface="阿里巴巴普惠体 2.0 65 Medium"/>
        <a:ea typeface="阿里巴巴普惠体 2.0 55 Regular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2.bin" Id="R3baed6dd5cb24c51" /><Relationship Type="http://schemas.openxmlformats.org/officeDocument/2006/relationships/slideLayout" Target="/ppt/slideLayouts/slideLayout7.xml" Id="Rba36780f563346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3.bin" Id="Rd1b218c2f79a4906" /><Relationship Type="http://schemas.openxmlformats.org/officeDocument/2006/relationships/slideLayout" Target="/ppt/slideLayouts/slideLayout7.xml" Id="Rf51ede5a653241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4.bin" Id="R5d2bf2edc4a1400c" /><Relationship Type="http://schemas.openxmlformats.org/officeDocument/2006/relationships/slideLayout" Target="/ppt/slideLayouts/slideLayout7.xml" Id="Rf7403466529c44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5.bin" Id="R962852b4ac054f2e" /><Relationship Type="http://schemas.openxmlformats.org/officeDocument/2006/relationships/image" Target="/ppt/media/image6.bin" Id="Rc11c159736b444eb" /><Relationship Type="http://schemas.openxmlformats.org/officeDocument/2006/relationships/slideLayout" Target="/ppt/slideLayouts/slideLayout12.xml" Id="R99c6f9fc89f640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5.bin" Id="Redde497fc8e74fa6" /><Relationship Type="http://schemas.openxmlformats.org/officeDocument/2006/relationships/slideLayout" Target="/ppt/slideLayouts/slideLayout14.xml" Id="R7bd5aad9ae754c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5.bin" Id="Re2679986bf8a41ef" /><Relationship Type="http://schemas.openxmlformats.org/officeDocument/2006/relationships/slideLayout" Target="/ppt/slideLayouts/slideLayout14.xml" Id="R3e7143908b264f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5.bin" Id="R43032407bd6f4f80" /><Relationship Type="http://schemas.openxmlformats.org/officeDocument/2006/relationships/image" Target="/ppt/media/image7.bin" Id="Re41c27465e494168" /><Relationship Type="http://schemas.openxmlformats.org/officeDocument/2006/relationships/image" Target="/ppt/media/image8.bin" Id="R9c02faf78f6a4efb" /><Relationship Type="http://schemas.openxmlformats.org/officeDocument/2006/relationships/slideLayout" Target="/ppt/slideLayouts/slideLayout14.xml" Id="R866241c54adc48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4.bin" Id="Re8e0f60cd79e40d5" /><Relationship Type="http://schemas.openxmlformats.org/officeDocument/2006/relationships/slideLayout" Target="/ppt/slideLayouts/slideLayout7.xml" Id="R0f1f009146e147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5.bin" Id="R6dba192684da42f9" /><Relationship Type="http://schemas.openxmlformats.org/officeDocument/2006/relationships/slideLayout" Target="/ppt/slideLayouts/slideLayout14.xml" Id="R7647e32dffb145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5.bin" Id="Rc61133d68fb742c9" /><Relationship Type="http://schemas.openxmlformats.org/officeDocument/2006/relationships/image" Target="/ppt/media/image9.bin" Id="R449f1f47e8f94e85" /><Relationship Type="http://schemas.openxmlformats.org/officeDocument/2006/relationships/image" Target="/ppt/media/image10.bin" Id="Rb4c444c2add04650" /><Relationship Type="http://schemas.openxmlformats.org/officeDocument/2006/relationships/image" Target="/ppt/media/image11.bin" Id="Raa868e778c4a4201" /><Relationship Type="http://schemas.openxmlformats.org/officeDocument/2006/relationships/slideLayout" Target="/ppt/slideLayouts/slideLayout14.xml" Id="R33293528dab345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5.bin" Id="R4b782ebaba6748bc" /><Relationship Type="http://schemas.openxmlformats.org/officeDocument/2006/relationships/image" Target="/ppt/media/image12.bin" Id="R201b3e00748746d4" /><Relationship Type="http://schemas.openxmlformats.org/officeDocument/2006/relationships/image" Target="/ppt/media/image13.bin" Id="Rdbe080a6710a4372" /><Relationship Type="http://schemas.openxmlformats.org/officeDocument/2006/relationships/slideLayout" Target="/ppt/slideLayouts/slideLayout14.xml" Id="R2a4af85ab39e41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5.bin" Id="Rb3da0cb781cc4c7c" /><Relationship Type="http://schemas.openxmlformats.org/officeDocument/2006/relationships/tags" Target="/ppt/slides/tags/tag1.xml" Id="R9dfb5c95032d46d3" /><Relationship Type="http://schemas.openxmlformats.org/officeDocument/2006/relationships/tags" Target="/ppt/slides/tags/tag2.xml" Id="Rea852e2de4f64084" /><Relationship Type="http://schemas.openxmlformats.org/officeDocument/2006/relationships/tags" Target="/ppt/slides/tags/tag3.xml" Id="R4cbe8c2b760a43a8" /><Relationship Type="http://schemas.openxmlformats.org/officeDocument/2006/relationships/tags" Target="/ppt/slides/tags/tag4.xml" Id="R06e5d0bb36674192" /><Relationship Type="http://schemas.openxmlformats.org/officeDocument/2006/relationships/slideLayout" Target="/ppt/slideLayouts/slideLayout14.xml" Id="R89464999822a4f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5.bin" Id="Rd5d2f796fb3c448f" /><Relationship Type="http://schemas.openxmlformats.org/officeDocument/2006/relationships/slideLayout" Target="/ppt/slideLayouts/slideLayout14.xml" Id="R86a9c680d0184e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4.bin" Id="Rb0f9f250cdf24059" /><Relationship Type="http://schemas.openxmlformats.org/officeDocument/2006/relationships/slideLayout" Target="/ppt/slideLayouts/slideLayout7.xml" Id="R8d7a73b77a7640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5.bin" Id="Rd15b4279e6b84887" /><Relationship Type="http://schemas.openxmlformats.org/officeDocument/2006/relationships/slideLayout" Target="/ppt/slideLayouts/slideLayout14.xml" Id="R1e1e5398bb60459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5.bin" Id="Re2b1b33cf857468d" /><Relationship Type="http://schemas.openxmlformats.org/officeDocument/2006/relationships/image" Target="/ppt/media/image14.bin" Id="R944e529ae9ef48c5" /><Relationship Type="http://schemas.openxmlformats.org/officeDocument/2006/relationships/image" Target="/ppt/media/image15.bin" Id="Rb9e126d679944f07" /><Relationship Type="http://schemas.openxmlformats.org/officeDocument/2006/relationships/slideLayout" Target="/ppt/slideLayouts/slideLayout14.xml" Id="Rf2c0fcfe3d5546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5.bin" Id="R9da82fdb2e5f457e" /><Relationship Type="http://schemas.openxmlformats.org/officeDocument/2006/relationships/image" Target="/ppt/media/image16.bin" Id="R8440597e1c7a4c9f" /><Relationship Type="http://schemas.openxmlformats.org/officeDocument/2006/relationships/image" Target="/ppt/media/image17.bin" Id="Rf1e5c147c4c74891" /><Relationship Type="http://schemas.openxmlformats.org/officeDocument/2006/relationships/slideLayout" Target="/ppt/slideLayouts/slideLayout14.xml" Id="R62e350fe54c44da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5.bin" Id="Ra496fcb6daac49f8" /><Relationship Type="http://schemas.openxmlformats.org/officeDocument/2006/relationships/slideLayout" Target="/ppt/slideLayouts/slideLayout14.xml" Id="Rbf36421b007742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5.bin" Id="R74596b2b5f724ec9" /><Relationship Type="http://schemas.openxmlformats.org/officeDocument/2006/relationships/slideLayout" Target="/ppt/slideLayouts/slideLayout14.xml" Id="R864e8e53c94d440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5.bin" Id="R3b28161f5562439f" /><Relationship Type="http://schemas.openxmlformats.org/officeDocument/2006/relationships/image" Target="/ppt/media/image18.bin" Id="R9617968853f3419e" /><Relationship Type="http://schemas.openxmlformats.org/officeDocument/2006/relationships/image" Target="/ppt/media/image19.bin" Id="Rdbf0b27668234fc4" /><Relationship Type="http://schemas.openxmlformats.org/officeDocument/2006/relationships/slideLayout" Target="/ppt/slideLayouts/slideLayout14.xml" Id="R124e2cb0c66d46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4.bin" Id="Re25b665619594709" /><Relationship Type="http://schemas.openxmlformats.org/officeDocument/2006/relationships/slideLayout" Target="/ppt/slideLayouts/slideLayout7.xml" Id="Rcc141b23c00a44e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5.bin" Id="R1673e393810547f3" /><Relationship Type="http://schemas.openxmlformats.org/officeDocument/2006/relationships/image" Target="/ppt/media/image20.bin" Id="Rc3aecbe8d72b4f86" /><Relationship Type="http://schemas.openxmlformats.org/officeDocument/2006/relationships/slideLayout" Target="/ppt/slideLayouts/slideLayout14.xml" Id="R93a914aa2d63444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5.bin" Id="Rfe0486d8545f4a27" /><Relationship Type="http://schemas.openxmlformats.org/officeDocument/2006/relationships/slideLayout" Target="/ppt/slideLayouts/slideLayout14.xml" Id="R7365002be846455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image" Target="/ppt/media/image5.bin" Id="R23ff1096c4054cf2" /><Relationship Type="http://schemas.openxmlformats.org/officeDocument/2006/relationships/image" Target="/ppt/media/image21.bin" Id="R457bf7c2f26d4e1f" /><Relationship Type="http://schemas.openxmlformats.org/officeDocument/2006/relationships/slideLayout" Target="/ppt/slideLayouts/slideLayout14.xml" Id="R2ed5b0d6bb7441d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image" Target="/ppt/media/image2.bin" Id="R383aa96820154e55" /><Relationship Type="http://schemas.openxmlformats.org/officeDocument/2006/relationships/slideLayout" Target="/ppt/slideLayouts/slideLayout7.xml" Id="Rb04d32130c304dd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ac32b30806ee4ee9af611619957c9ee6" /><Relationship Type="http://schemas.openxmlformats.org/officeDocument/2006/relationships/image" Target="/ppt/media/image22.bin" Id="R790ed9d65d6642d2" /><Relationship Type="http://schemas.openxmlformats.org/officeDocument/2006/relationships/image" Target="/ppt/media/image23.bin" Id="Rac5292828b4f417c" /><Relationship Type="http://schemas.openxmlformats.org/officeDocument/2006/relationships/image" Target="/ppt/media/image24.bin" Id="R8a162dc9a1fa474a" /><Relationship Type="http://schemas.openxmlformats.org/officeDocument/2006/relationships/customXml" Target="/ppt/customXML/item.xml" Id="R9ed430e177e2485c" /><Relationship Type="http://schemas.openxmlformats.org/officeDocument/2006/relationships/customXml" Target="/ppt/customXML/item2.xml" Id="R7ecd4febb5734db2" /><Relationship Type="http://schemas.openxmlformats.org/officeDocument/2006/relationships/slideLayout" Target="/ppt/slideLayouts/slideLayout7.xml" Id="R412e43344aa841d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d1e01ad34bb34c1dab4eb578c7c78a25" /><Relationship Type="http://schemas.openxmlformats.org/officeDocument/2006/relationships/image" Target="/ppt/media/image25.bin" Id="R5ecb9634b90a4433" /><Relationship Type="http://schemas.openxmlformats.org/officeDocument/2006/relationships/image" Target="/ppt/media/image26.bin" Id="Rbfaa3adb331a4bc5" /><Relationship Type="http://schemas.openxmlformats.org/officeDocument/2006/relationships/image" Target="/ppt/media/image27.bin" Id="R9e011e4dcc774d8f" /><Relationship Type="http://schemas.openxmlformats.org/officeDocument/2006/relationships/image" Target="/ppt/media/image23.bin" Id="Rcb7419ec03934142" /><Relationship Type="http://schemas.openxmlformats.org/officeDocument/2006/relationships/image" Target="/ppt/media/image28.bin" Id="Rbe28dceb4b934c19" /><Relationship Type="http://schemas.openxmlformats.org/officeDocument/2006/relationships/image" Target="/ppt/media/image29.bin" Id="R0d757a89318d40f3" /><Relationship Type="http://schemas.openxmlformats.org/officeDocument/2006/relationships/image" Target="/ppt/media/image24.bin" Id="Re7d9f53bbd594d3c" /><Relationship Type="http://schemas.openxmlformats.org/officeDocument/2006/relationships/customXml" Target="/ppt/customXML/item3.xml" Id="R63703af2672c476c" /><Relationship Type="http://schemas.openxmlformats.org/officeDocument/2006/relationships/customXml" Target="/ppt/customXML/item4.xml" Id="R41f91694be874ed2" /><Relationship Type="http://schemas.openxmlformats.org/officeDocument/2006/relationships/customXml" Target="/ppt/customXML/item5.xml" Id="R17604914002d43c2" /><Relationship Type="http://schemas.openxmlformats.org/officeDocument/2006/relationships/slideLayout" Target="/ppt/slideLayouts/slideLayout7.xml" Id="R84f430cf575345b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image" Target="/ppt/media/image30.bin" Id="R65d7229900774c1a" /><Relationship Type="http://schemas.openxmlformats.org/officeDocument/2006/relationships/image" Target="/ppt/media/image31.bin" Id="Ra44a79f7e15a40ac" /><Relationship Type="http://schemas.openxmlformats.org/officeDocument/2006/relationships/image" Target="/ppt/media/image29.bin" Id="Rbaa00a57354e4eec" /><Relationship Type="http://schemas.openxmlformats.org/officeDocument/2006/relationships/image" Target="/ppt/media/image32.bin" Id="R6fd3c2b147ce4795" /><Relationship Type="http://schemas.openxmlformats.org/officeDocument/2006/relationships/customXml" Target="/ppt/customXML/item6.xml" Id="R47f2494cdb9140e2" /><Relationship Type="http://schemas.openxmlformats.org/officeDocument/2006/relationships/customXml" Target="/ppt/customXML/item7.xml" Id="Rf317ca1057cc439f" /><Relationship Type="http://schemas.openxmlformats.org/officeDocument/2006/relationships/customXml" Target="/ppt/customXML/item8.xml" Id="R1067d69f9e754b75" /><Relationship Type="http://schemas.openxmlformats.org/officeDocument/2006/relationships/slideLayout" Target="/ppt/slideLayouts/slideLayout1.xml" Id="Rea7c5902adba46a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6471c8efd7c74c7bbc4964089bec90dd" /><Relationship Type="http://schemas.openxmlformats.org/officeDocument/2006/relationships/hyperlink" Target="https://storyset.com/" TargetMode="External" Id="R3783284827894a06bbae67e22c9868ce" /><Relationship Type="http://schemas.openxmlformats.org/officeDocument/2006/relationships/slideLayout" Target="/ppt/slideLayouts/slideLayout7.xml" Id="Raf6bd24396384ed3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图片 68"/>
          <p:cNvPicPr>
            <a:picLocks noChangeAspect="1"/>
          </p:cNvPicPr>
          <p:nvPr/>
        </p:nvPicPr>
        <p:blipFill>
          <a:blip r:embed="R3baed6dd5cb24c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椭圆 1"/>
          <p:cNvSpPr/>
          <p:nvPr/>
        </p:nvSpPr>
        <p:spPr>
          <a:xfrm>
            <a:off x="9089861" y="2723805"/>
            <a:ext cx="1410390" cy="1410390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8175" y="1944669"/>
            <a:ext cx="708700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500" dirty="0">
                <a:solidFill>
                  <a:prstClr val="white"/>
                </a:solidFill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项目营销策划</a:t>
            </a:r>
          </a:p>
        </p:txBody>
      </p:sp>
      <p:sp>
        <p:nvSpPr>
          <p:cNvPr id="5" name="矩形 4"/>
          <p:cNvSpPr/>
          <p:nvPr/>
        </p:nvSpPr>
        <p:spPr>
          <a:xfrm>
            <a:off x="754789" y="1618904"/>
            <a:ext cx="6377935" cy="381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400" eaLnBrk="0" hangingPunct="0">
              <a:lnSpc>
                <a:spcPct val="130000"/>
              </a:lnSpc>
              <a:defRPr/>
            </a:pPr>
            <a:r>
              <a:rPr lang="en-US" altLang="zh-CN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Bold" panose="020B0800000000000000" pitchFamily="34" charset="-122"/>
              </a:rPr>
              <a:t>BUSINESS</a:t>
            </a:r>
          </a:p>
        </p:txBody>
      </p:sp>
      <p:sp>
        <p:nvSpPr>
          <p:cNvPr id="6" name="矩形 5"/>
          <p:cNvSpPr/>
          <p:nvPr/>
        </p:nvSpPr>
        <p:spPr>
          <a:xfrm>
            <a:off x="638175" y="3401282"/>
            <a:ext cx="6469370" cy="625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hangingPunct="0">
              <a:lnSpc>
                <a:spcPct val="130000"/>
              </a:lnSpc>
              <a:defRPr/>
            </a:pPr>
            <a:r>
              <a:rPr lang="en-US" altLang="zh-CN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Bold" panose="020B0800000000000000" pitchFamily="34" charset="-122"/>
              </a:rPr>
              <a:t>Please click here to add appropriate text to explain, you can directly copy and paste the text content.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754789" y="4706415"/>
            <a:ext cx="3738890" cy="432000"/>
            <a:chOff x="758847" y="4713430"/>
            <a:chExt cx="3971904" cy="432000"/>
          </a:xfrm>
        </p:grpSpPr>
        <p:sp>
          <p:nvSpPr>
            <p:cNvPr id="9" name="圆角矩形 21"/>
            <p:cNvSpPr/>
            <p:nvPr/>
          </p:nvSpPr>
          <p:spPr>
            <a:xfrm>
              <a:off x="758847" y="4713430"/>
              <a:ext cx="2066076" cy="43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sz="16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 CN Bold" panose="020B0800000000000000" pitchFamily="34" charset="-122"/>
                </a:rPr>
                <a:t>汇报人：XX</a:t>
              </a:r>
              <a:r>
                <a:rPr lang="en-US" altLang="zh-CN" sz="16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 CN Bold" panose="020B0800000000000000" pitchFamily="34" charset="-122"/>
                </a:rPr>
                <a:t>PPT</a:t>
              </a:r>
              <a:endParaRPr lang="zh-CN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11" name="圆角矩形 21"/>
            <p:cNvSpPr/>
            <p:nvPr/>
          </p:nvSpPr>
          <p:spPr>
            <a:xfrm>
              <a:off x="3038870" y="4713430"/>
              <a:ext cx="1691881" cy="43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sz="16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 CN Bold" panose="020B0800000000000000" pitchFamily="34" charset="-122"/>
                </a:rPr>
                <a:t>日期：</a:t>
              </a:r>
              <a:r>
                <a:rPr lang="en-US" altLang="zh-CN" sz="16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 CN Bold" panose="020B0800000000000000" pitchFamily="34" charset="-122"/>
                </a:rPr>
                <a:t>20XX</a:t>
              </a:r>
              <a:endParaRPr lang="zh-CN" altLang="en-US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Bold" panose="020B0800000000000000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66622" y="189163"/>
            <a:ext cx="1803075" cy="307777"/>
            <a:chOff x="266622" y="189163"/>
            <a:chExt cx="1803075" cy="307777"/>
          </a:xfrm>
        </p:grpSpPr>
        <p:grpSp>
          <p:nvGrpSpPr>
            <p:cNvPr id="14" name="组合 13"/>
            <p:cNvGrpSpPr/>
            <p:nvPr/>
          </p:nvGrpSpPr>
          <p:grpSpPr>
            <a:xfrm>
              <a:off x="266622" y="266851"/>
              <a:ext cx="285750" cy="152400"/>
              <a:chOff x="2447390" y="5885020"/>
              <a:chExt cx="285750" cy="152400"/>
            </a:xfrm>
          </p:grpSpPr>
          <p:cxnSp>
            <p:nvCxnSpPr>
              <p:cNvPr id="42" name="直接连接符 41"/>
              <p:cNvCxnSpPr/>
              <p:nvPr/>
            </p:nvCxnSpPr>
            <p:spPr>
              <a:xfrm>
                <a:off x="2447390" y="5885020"/>
                <a:ext cx="285750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3" name="直接连接符 42"/>
              <p:cNvCxnSpPr/>
              <p:nvPr/>
            </p:nvCxnSpPr>
            <p:spPr>
              <a:xfrm>
                <a:off x="2447390" y="5961220"/>
                <a:ext cx="216000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4" name="直接连接符 43"/>
              <p:cNvCxnSpPr/>
              <p:nvPr/>
            </p:nvCxnSpPr>
            <p:spPr>
              <a:xfrm>
                <a:off x="2447390" y="6037420"/>
                <a:ext cx="144000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28" name="文本框 27"/>
            <p:cNvSpPr txBox="1"/>
            <p:nvPr/>
          </p:nvSpPr>
          <p:spPr>
            <a:xfrm>
              <a:off x="807376" y="189163"/>
              <a:ext cx="12623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宋体 CN Heavy" panose="02020900000000000000" pitchFamily="18" charset="-122"/>
                </a:rPr>
                <a:t>Your logo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宋体 CN Heavy" panose="02020900000000000000" pitchFamily="18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4726040" y="5753098"/>
            <a:ext cx="1076070" cy="462873"/>
            <a:chOff x="4501622" y="5638798"/>
            <a:chExt cx="1076070" cy="462873"/>
          </a:xfrm>
        </p:grpSpPr>
        <p:grpSp>
          <p:nvGrpSpPr>
            <p:cNvPr id="46" name="组合 45"/>
            <p:cNvGrpSpPr/>
            <p:nvPr/>
          </p:nvGrpSpPr>
          <p:grpSpPr>
            <a:xfrm>
              <a:off x="4501622" y="5638798"/>
              <a:ext cx="1076070" cy="66675"/>
              <a:chOff x="4457700" y="5638798"/>
              <a:chExt cx="1076070" cy="66675"/>
            </a:xfrm>
          </p:grpSpPr>
          <p:sp>
            <p:nvSpPr>
              <p:cNvPr id="61" name="椭圆 60"/>
              <p:cNvSpPr/>
              <p:nvPr/>
            </p:nvSpPr>
            <p:spPr>
              <a:xfrm>
                <a:off x="4457700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4659579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4861458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5063337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5265216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66" name="椭圆 65"/>
              <p:cNvSpPr/>
              <p:nvPr/>
            </p:nvSpPr>
            <p:spPr>
              <a:xfrm>
                <a:off x="5467095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4501622" y="5836897"/>
              <a:ext cx="1076070" cy="66675"/>
              <a:chOff x="4457700" y="5638798"/>
              <a:chExt cx="1076070" cy="66675"/>
            </a:xfrm>
          </p:grpSpPr>
          <p:sp>
            <p:nvSpPr>
              <p:cNvPr id="55" name="椭圆 54"/>
              <p:cNvSpPr/>
              <p:nvPr/>
            </p:nvSpPr>
            <p:spPr>
              <a:xfrm>
                <a:off x="4457700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4659579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4861458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58" name="椭圆 57"/>
              <p:cNvSpPr/>
              <p:nvPr/>
            </p:nvSpPr>
            <p:spPr>
              <a:xfrm>
                <a:off x="5063337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5265216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60" name="椭圆 59"/>
              <p:cNvSpPr/>
              <p:nvPr/>
            </p:nvSpPr>
            <p:spPr>
              <a:xfrm>
                <a:off x="5467095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4501622" y="6034996"/>
              <a:ext cx="1076070" cy="66675"/>
              <a:chOff x="4457700" y="5638798"/>
              <a:chExt cx="1076070" cy="66675"/>
            </a:xfrm>
          </p:grpSpPr>
          <p:sp>
            <p:nvSpPr>
              <p:cNvPr id="49" name="椭圆 48"/>
              <p:cNvSpPr/>
              <p:nvPr/>
            </p:nvSpPr>
            <p:spPr>
              <a:xfrm>
                <a:off x="4457700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4659579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4861458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5063337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5265216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5467095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ur="12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14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18" presetID="2" presetClass="entr" presetSubtype="4" dur="125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 descr="图标&#10;&#10;中度可信度描述已自动生成"/>
          <p:cNvPicPr>
            <a:picLocks noChangeAspect="1"/>
          </p:cNvPicPr>
          <p:nvPr/>
        </p:nvPicPr>
        <p:blipFill>
          <a:blip r:embed="Rd1b218c2f79a49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561242" y="160920"/>
            <a:ext cx="2553545" cy="3515003"/>
            <a:chOff x="1995084" y="115983"/>
            <a:chExt cx="2553545" cy="3515003"/>
          </a:xfrm>
        </p:grpSpPr>
        <p:sp>
          <p:nvSpPr>
            <p:cNvPr id="7" name="文本框 6"/>
            <p:cNvSpPr txBox="1"/>
            <p:nvPr/>
          </p:nvSpPr>
          <p:spPr>
            <a:xfrm>
              <a:off x="1995084" y="115983"/>
              <a:ext cx="2553545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6600" dirty="0">
                  <a:solidFill>
                    <a:schemeClr val="bg1"/>
                  </a:solidFill>
                  <a:latin typeface="字魂35号-经典雅黑" panose="02000000000000000000" pitchFamily="2" charset="-122"/>
                  <a:ea typeface="字魂35号-经典雅黑" panose="02000000000000000000" pitchFamily="2" charset="-122"/>
                  <a:cs typeface="+mn-ea"/>
                  <a:sym typeface="+mn-lt"/>
                </a:rPr>
                <a:t>目</a:t>
              </a:r>
              <a:endParaRPr lang="en-US" altLang="zh-CN" sz="6600" dirty="0">
                <a:solidFill>
                  <a:schemeClr val="bg1"/>
                </a:solidFill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ea"/>
                <a:sym typeface="+mn-lt"/>
              </a:endParaRPr>
            </a:p>
            <a:p>
              <a:pPr algn="ctr">
                <a:defRPr/>
              </a:pPr>
              <a:r>
                <a:rPr lang="zh-CN" altLang="en-US" sz="6600" dirty="0">
                  <a:solidFill>
                    <a:schemeClr val="bg1"/>
                  </a:solidFill>
                  <a:latin typeface="字魂35号-经典雅黑" panose="02000000000000000000" pitchFamily="2" charset="-122"/>
                  <a:ea typeface="字魂35号-经典雅黑" panose="02000000000000000000" pitchFamily="2" charset="-122"/>
                  <a:cs typeface="+mn-ea"/>
                  <a:sym typeface="+mn-lt"/>
                </a:rPr>
                <a:t>      录</a:t>
              </a:r>
              <a:endParaRPr lang="zh-CN" altLang="en-US" sz="4000" dirty="0">
                <a:solidFill>
                  <a:schemeClr val="bg1"/>
                </a:solidFill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955331" y="1133928"/>
              <a:ext cx="738664" cy="249705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contents</a:t>
              </a:r>
              <a:endPara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9" name="矩形: 圆角 48"/>
          <p:cNvSpPr/>
          <p:nvPr/>
        </p:nvSpPr>
        <p:spPr>
          <a:xfrm>
            <a:off x="6865169" y="1298369"/>
            <a:ext cx="1041690" cy="57483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9E4EE"/>
              </a:gs>
              <a:gs pos="100000">
                <a:srgbClr val="1EC4D9"/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sz="3200" b="1" kern="0" dirty="0">
                <a:solidFill>
                  <a:schemeClr val="bg1"/>
                </a:solidFill>
                <a:latin typeface="Arial Black" panose="020B0A04020102020204" pitchFamily="34" charset="0"/>
                <a:ea typeface="字魂35号-经典雅黑" panose="02000000000000000000" pitchFamily="2" charset="-122"/>
              </a:rPr>
              <a:t>01</a:t>
            </a:r>
            <a:endParaRPr lang="zh-CN" altLang="en-US" sz="3200" b="1" kern="0" dirty="0">
              <a:solidFill>
                <a:schemeClr val="bg1"/>
              </a:solidFill>
              <a:latin typeface="Arial Black" panose="020B0A04020102020204" pitchFamily="34" charset="0"/>
              <a:ea typeface="字魂35号-经典雅黑" panose="02000000000000000000" pitchFamily="2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041709" y="1216453"/>
            <a:ext cx="2255746" cy="71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 w="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项  目  介  绍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Please </a:t>
            </a:r>
            <a:r>
              <a:rPr kumimoji="0" lang="en-US" altLang="zh-CN" sz="125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add your title here.</a:t>
            </a:r>
            <a:endParaRPr kumimoji="0" lang="zh-CN" altLang="en-US" sz="125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6865169" y="2528104"/>
            <a:ext cx="1041690" cy="57483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9E4EE"/>
              </a:gs>
              <a:gs pos="100000">
                <a:srgbClr val="1EC4D9"/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sz="3200" b="1" kern="0" dirty="0">
                <a:solidFill>
                  <a:schemeClr val="bg1"/>
                </a:solidFill>
                <a:latin typeface="Arial Black" panose="020B0A04020102020204" pitchFamily="34" charset="0"/>
                <a:ea typeface="字魂35号-经典雅黑" panose="02000000000000000000" pitchFamily="2" charset="-122"/>
              </a:rPr>
              <a:t>02</a:t>
            </a:r>
            <a:endParaRPr lang="zh-CN" altLang="en-US" sz="3200" b="1" kern="0" dirty="0">
              <a:solidFill>
                <a:schemeClr val="bg1"/>
              </a:solidFill>
              <a:latin typeface="Arial Black" panose="020B0A04020102020204" pitchFamily="34" charset="0"/>
              <a:ea typeface="字魂35号-经典雅黑" panose="02000000000000000000" pitchFamily="2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041709" y="2446188"/>
            <a:ext cx="2255746" cy="71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dirty="0">
                <a:ln w="0">
                  <a:noFill/>
                </a:ln>
                <a:solidFill>
                  <a:prstClr val="white"/>
                </a:solidFill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商  业  模  式</a:t>
            </a:r>
            <a:endParaRPr kumimoji="0" lang="zh-CN" altLang="en-US" sz="2800" b="1" i="0" u="none" strike="noStrike" kern="0" cap="none" spc="0" normalizeH="0" baseline="0" noProof="0" dirty="0">
              <a:ln w="0">
                <a:noFill/>
              </a:ln>
              <a:solidFill>
                <a:prstClr val="white"/>
              </a:solidFill>
              <a:effectLst/>
              <a:uLnTx/>
              <a:uFillTx/>
              <a:latin typeface="字魂35号-经典雅黑" panose="02000000000000000000" pitchFamily="2" charset="-122"/>
              <a:ea typeface="字魂35号-经典雅黑" panose="02000000000000000000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Please </a:t>
            </a:r>
            <a:r>
              <a:rPr kumimoji="0" lang="en-US" altLang="zh-CN" sz="125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add your title here.</a:t>
            </a:r>
            <a:endParaRPr kumimoji="0" lang="zh-CN" altLang="en-US" sz="125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6865169" y="3757839"/>
            <a:ext cx="1041690" cy="57483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9E4EE"/>
              </a:gs>
              <a:gs pos="100000">
                <a:srgbClr val="1EC4D9"/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sz="3200" b="1" kern="0" dirty="0">
                <a:solidFill>
                  <a:schemeClr val="bg1"/>
                </a:solidFill>
                <a:latin typeface="Arial Black" panose="020B0A04020102020204" pitchFamily="34" charset="0"/>
                <a:ea typeface="字魂35号-经典雅黑" panose="02000000000000000000" pitchFamily="2" charset="-122"/>
              </a:rPr>
              <a:t>03</a:t>
            </a:r>
            <a:endParaRPr lang="zh-CN" altLang="en-US" sz="3200" b="1" kern="0" dirty="0">
              <a:solidFill>
                <a:schemeClr val="bg1"/>
              </a:solidFill>
              <a:latin typeface="Arial Black" panose="020B0A04020102020204" pitchFamily="34" charset="0"/>
              <a:ea typeface="字魂35号-经典雅黑" panose="02000000000000000000" pitchFamily="2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8041709" y="3675923"/>
            <a:ext cx="2255746" cy="71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 w="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营  销  方  案</a:t>
            </a:r>
            <a:endParaRPr kumimoji="0" lang="en-US" altLang="zh-CN" sz="2800" b="1" i="0" u="none" strike="noStrike" kern="0" cap="none" spc="0" normalizeH="0" baseline="0" noProof="0" dirty="0">
              <a:ln w="0">
                <a:noFill/>
              </a:ln>
              <a:solidFill>
                <a:prstClr val="white"/>
              </a:solidFill>
              <a:effectLst/>
              <a:uLnTx/>
              <a:uFillTx/>
              <a:latin typeface="字魂35号-经典雅黑" panose="02000000000000000000" pitchFamily="2" charset="-122"/>
              <a:ea typeface="字魂35号-经典雅黑" panose="02000000000000000000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Please </a:t>
            </a:r>
            <a:r>
              <a:rPr kumimoji="0" lang="en-US" altLang="zh-CN" sz="125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add your title here.</a:t>
            </a:r>
            <a:endParaRPr kumimoji="0" lang="zh-CN" altLang="en-US" sz="125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6865169" y="4987574"/>
            <a:ext cx="1041690" cy="57483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9E4EE"/>
              </a:gs>
              <a:gs pos="100000">
                <a:srgbClr val="1EC4D9"/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sz="3200" b="1" kern="0" dirty="0">
                <a:solidFill>
                  <a:schemeClr val="bg1"/>
                </a:solidFill>
                <a:latin typeface="Arial Black" panose="020B0A04020102020204" pitchFamily="34" charset="0"/>
                <a:ea typeface="字魂35号-经典雅黑" panose="02000000000000000000" pitchFamily="2" charset="-122"/>
              </a:rPr>
              <a:t>04</a:t>
            </a:r>
            <a:endParaRPr lang="zh-CN" altLang="en-US" sz="3200" b="1" kern="0" dirty="0">
              <a:solidFill>
                <a:schemeClr val="bg1"/>
              </a:solidFill>
              <a:latin typeface="Arial Black" panose="020B0A04020102020204" pitchFamily="34" charset="0"/>
              <a:ea typeface="字魂35号-经典雅黑" panose="02000000000000000000" pitchFamily="2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8041709" y="4905658"/>
            <a:ext cx="2255746" cy="715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 w="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市  场  前  景</a:t>
            </a:r>
            <a:endParaRPr kumimoji="0" lang="en-US" altLang="zh-CN" sz="2800" b="1" i="0" u="none" strike="noStrike" kern="0" cap="none" spc="0" normalizeH="0" baseline="0" noProof="0" dirty="0">
              <a:ln w="0">
                <a:noFill/>
              </a:ln>
              <a:solidFill>
                <a:prstClr val="white"/>
              </a:solidFill>
              <a:effectLst/>
              <a:uLnTx/>
              <a:uFillTx/>
              <a:latin typeface="字魂35号-经典雅黑" panose="02000000000000000000" pitchFamily="2" charset="-122"/>
              <a:ea typeface="字魂35号-经典雅黑" panose="02000000000000000000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Please </a:t>
            </a:r>
            <a:r>
              <a:rPr kumimoji="0" lang="en-US" altLang="zh-CN" sz="125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add your title here.</a:t>
            </a:r>
            <a:endParaRPr kumimoji="0" lang="zh-CN" altLang="en-US" sz="125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背景图案, 图标&#10;&#10;中度可信度描述已自动生成"/>
          <p:cNvPicPr>
            <a:picLocks noChangeAspect="1"/>
          </p:cNvPicPr>
          <p:nvPr/>
        </p:nvPicPr>
        <p:blipFill>
          <a:blip r:embed="R5d2bf2edc4a1400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58517" y="2828836"/>
            <a:ext cx="2910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2800" b="1" kern="0" dirty="0">
                <a:solidFill>
                  <a:prstClr val="white"/>
                </a:solidFill>
                <a:latin typeface="Arial Black" panose="020B0A04020102020204" pitchFamily="34" charset="0"/>
                <a:ea typeface="字魂35号-经典雅黑" panose="02000000000000000000" pitchFamily="2" charset="-122"/>
              </a:rPr>
              <a:t>PART/</a:t>
            </a:r>
            <a:r>
              <a:rPr lang="en-US" altLang="zh-CN" sz="7200" b="1" kern="0" dirty="0">
                <a:solidFill>
                  <a:prstClr val="white"/>
                </a:solidFill>
                <a:latin typeface="Arial Black" panose="020B0A04020102020204" pitchFamily="34" charset="0"/>
                <a:ea typeface="字魂35号-经典雅黑" panose="02000000000000000000" pitchFamily="2" charset="-122"/>
              </a:rPr>
              <a:t>01</a:t>
            </a:r>
            <a:endParaRPr lang="en-US" altLang="zh-CN" sz="6000" b="1" kern="0" dirty="0">
              <a:solidFill>
                <a:prstClr val="white"/>
              </a:solidFill>
              <a:latin typeface="Arial Black" panose="020B0A04020102020204" pitchFamily="34" charset="0"/>
              <a:ea typeface="字魂35号-经典雅黑" panose="02000000000000000000" pitchFamily="2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5819543" y="2561692"/>
            <a:ext cx="35654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ctr" defTabSz="1219200">
              <a:defRPr/>
            </a:pPr>
            <a:r>
              <a:rPr lang="zh-CN" altLang="en-US" sz="5400" b="1" dirty="0">
                <a:solidFill>
                  <a:prstClr val="white"/>
                </a:solidFill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项 目 介 绍</a:t>
            </a:r>
          </a:p>
        </p:txBody>
      </p:sp>
      <p:sp>
        <p:nvSpPr>
          <p:cNvPr id="7" name="TextBox 36"/>
          <p:cNvSpPr txBox="1"/>
          <p:nvPr/>
        </p:nvSpPr>
        <p:spPr>
          <a:xfrm>
            <a:off x="4705064" y="3524302"/>
            <a:ext cx="5794356" cy="606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  <a:defRPr/>
            </a:pPr>
            <a:r>
              <a:rPr lang="en-US" altLang="zh-CN" sz="14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Please click here to add appropriate text to explain, you can directly copy and paste the text content.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7064207" y="4684844"/>
            <a:ext cx="1076070" cy="66675"/>
            <a:chOff x="4457700" y="5638798"/>
            <a:chExt cx="1076070" cy="66675"/>
          </a:xfrm>
        </p:grpSpPr>
        <p:sp>
          <p:nvSpPr>
            <p:cNvPr id="10" name="椭圆 9"/>
            <p:cNvSpPr/>
            <p:nvPr/>
          </p:nvSpPr>
          <p:spPr>
            <a:xfrm>
              <a:off x="4457700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4659579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4861458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5063337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5265216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467095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dur="150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962852b4ac054f2e">
            <a:alphaModFix amt="1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7144" y="235807"/>
            <a:ext cx="547995" cy="509895"/>
            <a:chOff x="315244" y="264382"/>
            <a:chExt cx="547995" cy="509895"/>
          </a:xfrm>
        </p:grpSpPr>
        <p:sp>
          <p:nvSpPr>
            <p:cNvPr id="6" name="圆: 空心 5"/>
            <p:cNvSpPr/>
            <p:nvPr/>
          </p:nvSpPr>
          <p:spPr>
            <a:xfrm>
              <a:off x="353344" y="264382"/>
              <a:ext cx="509895" cy="509895"/>
            </a:xfrm>
            <a:prstGeom prst="donut">
              <a:avLst/>
            </a:prstGeom>
            <a:solidFill>
              <a:srgbClr val="00B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33819" y="344857"/>
              <a:ext cx="348946" cy="3489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1667" y="412705"/>
              <a:ext cx="213250" cy="213250"/>
            </a:xfrm>
            <a:prstGeom prst="ellipse">
              <a:avLst/>
            </a:prstGeom>
            <a:gradFill>
              <a:gsLst>
                <a:gs pos="100000">
                  <a:srgbClr val="00BCD4">
                    <a:alpha val="66000"/>
                  </a:srgbClr>
                </a:gs>
                <a:gs pos="46000">
                  <a:srgbClr val="00BCD4"/>
                </a:gs>
              </a:gsLst>
              <a:lin ang="7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5" name="圆: 空心 14"/>
            <p:cNvSpPr/>
            <p:nvPr/>
          </p:nvSpPr>
          <p:spPr>
            <a:xfrm>
              <a:off x="315244" y="554489"/>
              <a:ext cx="213250" cy="213250"/>
            </a:xfrm>
            <a:prstGeom prst="donut">
              <a:avLst/>
            </a:prstGeom>
            <a:solidFill>
              <a:srgbClr val="009B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4664" y="229144"/>
            <a:ext cx="28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项 目 介 绍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6129252" y="1624903"/>
            <a:ext cx="5678905" cy="3973472"/>
            <a:chOff x="6096000" y="1525150"/>
            <a:chExt cx="5678905" cy="3973472"/>
          </a:xfrm>
        </p:grpSpPr>
        <p:sp>
          <p:nvSpPr>
            <p:cNvPr id="28" name="矩形 27"/>
            <p:cNvSpPr/>
            <p:nvPr/>
          </p:nvSpPr>
          <p:spPr>
            <a:xfrm>
              <a:off x="6096000" y="1525150"/>
              <a:ext cx="5678905" cy="397347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rgbClr val="009BB0">
                  <a:alpha val="1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6593302" y="1562965"/>
              <a:ext cx="4957014" cy="1200329"/>
              <a:chOff x="737939" y="1739427"/>
              <a:chExt cx="4957014" cy="1200329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737939" y="2075328"/>
                <a:ext cx="770020" cy="577515"/>
                <a:chOff x="946485" y="1973180"/>
                <a:chExt cx="770020" cy="577515"/>
              </a:xfrm>
            </p:grpSpPr>
            <p:grpSp>
              <p:nvGrpSpPr>
                <p:cNvPr id="46" name="组合 45"/>
                <p:cNvGrpSpPr/>
                <p:nvPr/>
              </p:nvGrpSpPr>
              <p:grpSpPr>
                <a:xfrm>
                  <a:off x="946485" y="1973180"/>
                  <a:ext cx="770020" cy="577515"/>
                  <a:chOff x="914401" y="2149642"/>
                  <a:chExt cx="1026694" cy="770021"/>
                </a:xfrm>
              </p:grpSpPr>
              <p:sp>
                <p:nvSpPr>
                  <p:cNvPr id="48" name="矩形: 圆角 47"/>
                  <p:cNvSpPr/>
                  <p:nvPr/>
                </p:nvSpPr>
                <p:spPr>
                  <a:xfrm rot="2700000">
                    <a:off x="1171074" y="2149642"/>
                    <a:ext cx="770021" cy="770021"/>
                  </a:xfrm>
                  <a:prstGeom prst="roundRect">
                    <a:avLst/>
                  </a:prstGeom>
                  <a:solidFill>
                    <a:sysClr val="window" lastClr="FFFFFF">
                      <a:lumMod val="85000"/>
                    </a:sys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" name="矩形: 圆角 48"/>
                  <p:cNvSpPr/>
                  <p:nvPr/>
                </p:nvSpPr>
                <p:spPr>
                  <a:xfrm rot="2700000">
                    <a:off x="914401" y="2149642"/>
                    <a:ext cx="770021" cy="770021"/>
                  </a:xfrm>
                  <a:prstGeom prst="roundRect">
                    <a:avLst/>
                  </a:prstGeom>
                  <a:solidFill>
                    <a:srgbClr val="009BB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47" name="文本框 46"/>
                <p:cNvSpPr txBox="1"/>
                <p:nvPr/>
              </p:nvSpPr>
              <p:spPr>
                <a:xfrm>
                  <a:off x="962527" y="2000327"/>
                  <a:ext cx="49730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字魂35号-经典雅黑" panose="02000000000000000000" pitchFamily="2" charset="-122"/>
                      <a:ea typeface="字魂35号-经典雅黑" panose="02000000000000000000" pitchFamily="2" charset="-122"/>
                    </a:rPr>
                    <a:t>A</a:t>
                  </a:r>
                  <a:endParaRPr kumimoji="0" lang="zh-CN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字魂35号-经典雅黑" panose="02000000000000000000" pitchFamily="2" charset="-122"/>
                    <a:ea typeface="字魂35号-经典雅黑" panose="02000000000000000000" pitchFamily="2" charset="-122"/>
                  </a:endParaRPr>
                </a:p>
              </p:txBody>
            </p:sp>
          </p:grpSp>
          <p:sp>
            <p:nvSpPr>
              <p:cNvPr id="45" name="TextBox 24"/>
              <p:cNvSpPr txBox="1"/>
              <p:nvPr/>
            </p:nvSpPr>
            <p:spPr>
              <a:xfrm>
                <a:off x="1636296" y="1739427"/>
                <a:ext cx="40586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添加标题</a:t>
                </a:r>
                <a:endPara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请单击此处输入合适的文本内容，可根据自己的需要调整文字的颜色或者大X等属性。</a:t>
                </a: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6593302" y="2864918"/>
              <a:ext cx="5085351" cy="1200329"/>
              <a:chOff x="737939" y="1739427"/>
              <a:chExt cx="5085351" cy="1200329"/>
            </a:xfrm>
          </p:grpSpPr>
          <p:grpSp>
            <p:nvGrpSpPr>
              <p:cNvPr id="38" name="组合 37"/>
              <p:cNvGrpSpPr/>
              <p:nvPr/>
            </p:nvGrpSpPr>
            <p:grpSpPr>
              <a:xfrm>
                <a:off x="737939" y="2075328"/>
                <a:ext cx="770020" cy="577515"/>
                <a:chOff x="946485" y="1973180"/>
                <a:chExt cx="770020" cy="577515"/>
              </a:xfrm>
            </p:grpSpPr>
            <p:grpSp>
              <p:nvGrpSpPr>
                <p:cNvPr id="40" name="组合 39"/>
                <p:cNvGrpSpPr/>
                <p:nvPr/>
              </p:nvGrpSpPr>
              <p:grpSpPr>
                <a:xfrm>
                  <a:off x="946485" y="1973180"/>
                  <a:ext cx="770020" cy="577515"/>
                  <a:chOff x="914401" y="2149642"/>
                  <a:chExt cx="1026694" cy="770021"/>
                </a:xfrm>
              </p:grpSpPr>
              <p:sp>
                <p:nvSpPr>
                  <p:cNvPr id="42" name="矩形: 圆角 41"/>
                  <p:cNvSpPr/>
                  <p:nvPr/>
                </p:nvSpPr>
                <p:spPr>
                  <a:xfrm rot="2700000">
                    <a:off x="1171074" y="2149642"/>
                    <a:ext cx="770021" cy="770021"/>
                  </a:xfrm>
                  <a:prstGeom prst="roundRect">
                    <a:avLst/>
                  </a:prstGeom>
                  <a:solidFill>
                    <a:sysClr val="window" lastClr="FFFFFF">
                      <a:lumMod val="85000"/>
                    </a:sys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" name="矩形: 圆角 42"/>
                  <p:cNvSpPr/>
                  <p:nvPr/>
                </p:nvSpPr>
                <p:spPr>
                  <a:xfrm rot="2700000">
                    <a:off x="914401" y="2149642"/>
                    <a:ext cx="770021" cy="770021"/>
                  </a:xfrm>
                  <a:prstGeom prst="roundRect">
                    <a:avLst/>
                  </a:prstGeom>
                  <a:solidFill>
                    <a:srgbClr val="00BCD4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41" name="文本框 40"/>
                <p:cNvSpPr txBox="1"/>
                <p:nvPr/>
              </p:nvSpPr>
              <p:spPr>
                <a:xfrm>
                  <a:off x="962527" y="2000327"/>
                  <a:ext cx="49730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字魂35号-经典雅黑" panose="02000000000000000000" pitchFamily="2" charset="-122"/>
                      <a:ea typeface="字魂35号-经典雅黑" panose="02000000000000000000" pitchFamily="2" charset="-122"/>
                    </a:rPr>
                    <a:t>B</a:t>
                  </a:r>
                  <a:endParaRPr kumimoji="0" lang="zh-CN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字魂35号-经典雅黑" panose="02000000000000000000" pitchFamily="2" charset="-122"/>
                    <a:ea typeface="字魂35号-经典雅黑" panose="02000000000000000000" pitchFamily="2" charset="-122"/>
                  </a:endParaRPr>
                </a:p>
              </p:txBody>
            </p:sp>
          </p:grpSp>
          <p:sp>
            <p:nvSpPr>
              <p:cNvPr id="39" name="TextBox 24"/>
              <p:cNvSpPr txBox="1"/>
              <p:nvPr/>
            </p:nvSpPr>
            <p:spPr>
              <a:xfrm>
                <a:off x="1636295" y="1739427"/>
                <a:ext cx="418699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添加标题</a:t>
                </a:r>
                <a:endPara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请单击此处输入合适的文本内容，可根据自己的需要调整文字的颜色或者大X等属性。</a:t>
                </a: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6593302" y="4166871"/>
              <a:ext cx="5069309" cy="1200329"/>
              <a:chOff x="737939" y="1739427"/>
              <a:chExt cx="5069309" cy="1200329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737939" y="2075328"/>
                <a:ext cx="770020" cy="577515"/>
                <a:chOff x="946485" y="1973180"/>
                <a:chExt cx="770020" cy="577515"/>
              </a:xfrm>
            </p:grpSpPr>
            <p:grpSp>
              <p:nvGrpSpPr>
                <p:cNvPr id="34" name="组合 33"/>
                <p:cNvGrpSpPr/>
                <p:nvPr/>
              </p:nvGrpSpPr>
              <p:grpSpPr>
                <a:xfrm>
                  <a:off x="946485" y="1973180"/>
                  <a:ext cx="770020" cy="577515"/>
                  <a:chOff x="914401" y="2149642"/>
                  <a:chExt cx="1026694" cy="770021"/>
                </a:xfrm>
              </p:grpSpPr>
              <p:sp>
                <p:nvSpPr>
                  <p:cNvPr id="36" name="矩形: 圆角 35"/>
                  <p:cNvSpPr/>
                  <p:nvPr/>
                </p:nvSpPr>
                <p:spPr>
                  <a:xfrm rot="2700000">
                    <a:off x="1171074" y="2149642"/>
                    <a:ext cx="770021" cy="770021"/>
                  </a:xfrm>
                  <a:prstGeom prst="roundRect">
                    <a:avLst/>
                  </a:prstGeom>
                  <a:solidFill>
                    <a:sysClr val="window" lastClr="FFFFFF">
                      <a:lumMod val="85000"/>
                    </a:sys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" name="矩形: 圆角 36"/>
                  <p:cNvSpPr/>
                  <p:nvPr/>
                </p:nvSpPr>
                <p:spPr>
                  <a:xfrm rot="2700000">
                    <a:off x="914401" y="2149642"/>
                    <a:ext cx="770021" cy="770021"/>
                  </a:xfrm>
                  <a:prstGeom prst="roundRect">
                    <a:avLst/>
                  </a:prstGeom>
                  <a:solidFill>
                    <a:srgbClr val="009BB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35" name="文本框 34"/>
                <p:cNvSpPr txBox="1"/>
                <p:nvPr/>
              </p:nvSpPr>
              <p:spPr>
                <a:xfrm>
                  <a:off x="962527" y="2000327"/>
                  <a:ext cx="49730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字魂35号-经典雅黑" panose="02000000000000000000" pitchFamily="2" charset="-122"/>
                      <a:ea typeface="字魂35号-经典雅黑" panose="02000000000000000000" pitchFamily="2" charset="-122"/>
                    </a:rPr>
                    <a:t>C</a:t>
                  </a:r>
                  <a:endParaRPr kumimoji="0" lang="zh-CN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字魂35号-经典雅黑" panose="02000000000000000000" pitchFamily="2" charset="-122"/>
                    <a:ea typeface="字魂35号-经典雅黑" panose="02000000000000000000" pitchFamily="2" charset="-122"/>
                  </a:endParaRPr>
                </a:p>
              </p:txBody>
            </p:sp>
          </p:grpSp>
          <p:sp>
            <p:nvSpPr>
              <p:cNvPr id="33" name="TextBox 24"/>
              <p:cNvSpPr txBox="1"/>
              <p:nvPr/>
            </p:nvSpPr>
            <p:spPr>
              <a:xfrm>
                <a:off x="1636296" y="1739427"/>
                <a:ext cx="417095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添加标题</a:t>
                </a:r>
                <a:endPara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请单击此处输入合适的文本内容，可根据自己的需要调整文字的颜色或者大X等属性。</a:t>
                </a: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3412033" y="1624903"/>
            <a:ext cx="2717219" cy="3973472"/>
            <a:chOff x="892069" y="2167674"/>
            <a:chExt cx="2126382" cy="3973472"/>
          </a:xfrm>
        </p:grpSpPr>
        <p:sp>
          <p:nvSpPr>
            <p:cNvPr id="51" name="矩形 50"/>
            <p:cNvSpPr/>
            <p:nvPr/>
          </p:nvSpPr>
          <p:spPr>
            <a:xfrm>
              <a:off x="892069" y="2167674"/>
              <a:ext cx="2126382" cy="397347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rgbClr val="009BB0">
                  <a:alpha val="1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988611" y="2981055"/>
              <a:ext cx="1933298" cy="2288994"/>
              <a:chOff x="373726" y="2824406"/>
              <a:chExt cx="1933298" cy="2288994"/>
            </a:xfrm>
          </p:grpSpPr>
          <p:sp>
            <p:nvSpPr>
              <p:cNvPr id="53" name="TextBox 18"/>
              <p:cNvSpPr txBox="1"/>
              <p:nvPr/>
            </p:nvSpPr>
            <p:spPr>
              <a:xfrm flipH="1">
                <a:off x="511482" y="2824406"/>
                <a:ext cx="16577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添加标题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73726" y="3443135"/>
                <a:ext cx="1933298" cy="16702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请您单击此处添加合适文字加以解释说明，可根据自己的需要适当地调整文字的大X或者颜色等属性，祝你使用愉快，严禁抄袭。</a:t>
                </a:r>
              </a:p>
            </p:txBody>
          </p:sp>
        </p:grp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c11c159736b444e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07" y="1624903"/>
            <a:ext cx="2983500" cy="3978000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ur="150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2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edde497fc8e74fa6">
            <a:alphaModFix amt="1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7144" y="235807"/>
            <a:ext cx="547995" cy="509895"/>
            <a:chOff x="315244" y="264382"/>
            <a:chExt cx="547995" cy="509895"/>
          </a:xfrm>
        </p:grpSpPr>
        <p:sp>
          <p:nvSpPr>
            <p:cNvPr id="6" name="圆: 空心 5"/>
            <p:cNvSpPr/>
            <p:nvPr/>
          </p:nvSpPr>
          <p:spPr>
            <a:xfrm>
              <a:off x="353344" y="264382"/>
              <a:ext cx="509895" cy="509895"/>
            </a:xfrm>
            <a:prstGeom prst="donut">
              <a:avLst/>
            </a:prstGeom>
            <a:solidFill>
              <a:srgbClr val="00B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33819" y="344857"/>
              <a:ext cx="348946" cy="3489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1667" y="412705"/>
              <a:ext cx="213250" cy="213250"/>
            </a:xfrm>
            <a:prstGeom prst="ellipse">
              <a:avLst/>
            </a:prstGeom>
            <a:gradFill>
              <a:gsLst>
                <a:gs pos="100000">
                  <a:srgbClr val="00BCD4">
                    <a:alpha val="66000"/>
                  </a:srgbClr>
                </a:gs>
                <a:gs pos="46000">
                  <a:srgbClr val="00BCD4"/>
                </a:gs>
              </a:gsLst>
              <a:lin ang="7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5" name="圆: 空心 14"/>
            <p:cNvSpPr/>
            <p:nvPr/>
          </p:nvSpPr>
          <p:spPr>
            <a:xfrm>
              <a:off x="315244" y="554489"/>
              <a:ext cx="213250" cy="213250"/>
            </a:xfrm>
            <a:prstGeom prst="donut">
              <a:avLst/>
            </a:prstGeom>
            <a:solidFill>
              <a:srgbClr val="009B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4664" y="229144"/>
            <a:ext cx="28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项 目 介 绍</a:t>
            </a:r>
          </a:p>
        </p:txBody>
      </p:sp>
      <p:grpSp>
        <p:nvGrpSpPr>
          <p:cNvPr id="3" name="Group 1"/>
          <p:cNvGrpSpPr/>
          <p:nvPr/>
        </p:nvGrpSpPr>
        <p:grpSpPr>
          <a:xfrm>
            <a:off x="3997932" y="2264154"/>
            <a:ext cx="4196137" cy="2974687"/>
            <a:chOff x="1130549" y="4211835"/>
            <a:chExt cx="7470065" cy="5295611"/>
          </a:xfrm>
        </p:grpSpPr>
        <p:sp>
          <p:nvSpPr>
            <p:cNvPr id="4" name="Freeform 17"/>
            <p:cNvSpPr/>
            <p:nvPr/>
          </p:nvSpPr>
          <p:spPr bwMode="auto">
            <a:xfrm>
              <a:off x="6279495" y="6030261"/>
              <a:ext cx="2321119" cy="1669847"/>
            </a:xfrm>
            <a:custGeom>
              <a:avLst/>
              <a:gdLst>
                <a:gd name="T0" fmla="*/ 222 w 443"/>
                <a:gd name="T1" fmla="*/ 0 h 318"/>
                <a:gd name="T2" fmla="*/ 115 w 443"/>
                <a:gd name="T3" fmla="*/ 44 h 318"/>
                <a:gd name="T4" fmla="*/ 0 w 443"/>
                <a:gd name="T5" fmla="*/ 159 h 318"/>
                <a:gd name="T6" fmla="*/ 115 w 443"/>
                <a:gd name="T7" fmla="*/ 274 h 318"/>
                <a:gd name="T8" fmla="*/ 222 w 443"/>
                <a:gd name="T9" fmla="*/ 318 h 318"/>
                <a:gd name="T10" fmla="*/ 328 w 443"/>
                <a:gd name="T11" fmla="*/ 274 h 318"/>
                <a:gd name="T12" fmla="*/ 443 w 443"/>
                <a:gd name="T13" fmla="*/ 159 h 318"/>
                <a:gd name="T14" fmla="*/ 328 w 443"/>
                <a:gd name="T15" fmla="*/ 44 h 318"/>
                <a:gd name="T16" fmla="*/ 222 w 443"/>
                <a:gd name="T17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2" h="318">
                  <a:moveTo>
                    <a:pt x="222" y="0"/>
                  </a:moveTo>
                  <a:cubicBezTo>
                    <a:pt x="183" y="0"/>
                    <a:pt x="144" y="14"/>
                    <a:pt x="115" y="44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115" y="274"/>
                    <a:pt x="115" y="274"/>
                    <a:pt x="115" y="274"/>
                  </a:cubicBezTo>
                  <a:cubicBezTo>
                    <a:pt x="144" y="304"/>
                    <a:pt x="183" y="318"/>
                    <a:pt x="222" y="318"/>
                  </a:cubicBezTo>
                  <a:cubicBezTo>
                    <a:pt x="260" y="318"/>
                    <a:pt x="299" y="304"/>
                    <a:pt x="328" y="274"/>
                  </a:cubicBezTo>
                  <a:cubicBezTo>
                    <a:pt x="443" y="159"/>
                    <a:pt x="443" y="159"/>
                    <a:pt x="443" y="159"/>
                  </a:cubicBezTo>
                  <a:cubicBezTo>
                    <a:pt x="328" y="44"/>
                    <a:pt x="328" y="44"/>
                    <a:pt x="328" y="44"/>
                  </a:cubicBezTo>
                  <a:cubicBezTo>
                    <a:pt x="299" y="14"/>
                    <a:pt x="260" y="0"/>
                    <a:pt x="222" y="0"/>
                  </a:cubicBezTo>
                </a:path>
              </a:pathLst>
            </a:custGeom>
            <a:solidFill>
              <a:srgbClr val="009BB0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/>
            <a:lstStyle/>
            <a:p>
              <a:pPr defTabSz="457200">
                <a:defRPr/>
              </a:pPr>
              <a:endParaRPr lang="en-US" sz="2160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" name="Freeform 18"/>
            <p:cNvSpPr/>
            <p:nvPr/>
          </p:nvSpPr>
          <p:spPr bwMode="auto">
            <a:xfrm>
              <a:off x="1130549" y="6030261"/>
              <a:ext cx="2325545" cy="1669847"/>
            </a:xfrm>
            <a:custGeom>
              <a:avLst/>
              <a:gdLst>
                <a:gd name="T0" fmla="*/ 222 w 444"/>
                <a:gd name="T1" fmla="*/ 0 h 318"/>
                <a:gd name="T2" fmla="*/ 116 w 444"/>
                <a:gd name="T3" fmla="*/ 44 h 318"/>
                <a:gd name="T4" fmla="*/ 0 w 444"/>
                <a:gd name="T5" fmla="*/ 159 h 318"/>
                <a:gd name="T6" fmla="*/ 116 w 444"/>
                <a:gd name="T7" fmla="*/ 274 h 318"/>
                <a:gd name="T8" fmla="*/ 222 w 444"/>
                <a:gd name="T9" fmla="*/ 318 h 318"/>
                <a:gd name="T10" fmla="*/ 329 w 444"/>
                <a:gd name="T11" fmla="*/ 274 h 318"/>
                <a:gd name="T12" fmla="*/ 444 w 444"/>
                <a:gd name="T13" fmla="*/ 159 h 318"/>
                <a:gd name="T14" fmla="*/ 329 w 444"/>
                <a:gd name="T15" fmla="*/ 44 h 318"/>
                <a:gd name="T16" fmla="*/ 222 w 444"/>
                <a:gd name="T17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3" h="318">
                  <a:moveTo>
                    <a:pt x="222" y="0"/>
                  </a:moveTo>
                  <a:cubicBezTo>
                    <a:pt x="184" y="0"/>
                    <a:pt x="145" y="14"/>
                    <a:pt x="116" y="44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116" y="274"/>
                    <a:pt x="116" y="274"/>
                    <a:pt x="116" y="274"/>
                  </a:cubicBezTo>
                  <a:cubicBezTo>
                    <a:pt x="145" y="304"/>
                    <a:pt x="184" y="318"/>
                    <a:pt x="222" y="318"/>
                  </a:cubicBezTo>
                  <a:cubicBezTo>
                    <a:pt x="261" y="318"/>
                    <a:pt x="299" y="304"/>
                    <a:pt x="329" y="274"/>
                  </a:cubicBezTo>
                  <a:cubicBezTo>
                    <a:pt x="444" y="159"/>
                    <a:pt x="444" y="159"/>
                    <a:pt x="444" y="159"/>
                  </a:cubicBezTo>
                  <a:cubicBezTo>
                    <a:pt x="329" y="44"/>
                    <a:pt x="329" y="44"/>
                    <a:pt x="329" y="44"/>
                  </a:cubicBezTo>
                  <a:cubicBezTo>
                    <a:pt x="299" y="14"/>
                    <a:pt x="261" y="0"/>
                    <a:pt x="222" y="0"/>
                  </a:cubicBezTo>
                </a:path>
              </a:pathLst>
            </a:custGeom>
            <a:solidFill>
              <a:srgbClr val="00BCD4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/>
            <a:lstStyle/>
            <a:p>
              <a:pPr defTabSz="457200">
                <a:defRPr/>
              </a:pPr>
              <a:endParaRPr lang="en-US" sz="2160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" name="Freeform 19"/>
            <p:cNvSpPr/>
            <p:nvPr/>
          </p:nvSpPr>
          <p:spPr bwMode="auto">
            <a:xfrm>
              <a:off x="2230259" y="4211835"/>
              <a:ext cx="1655097" cy="1638801"/>
            </a:xfrm>
            <a:custGeom>
              <a:avLst/>
              <a:gdLst>
                <a:gd name="T0" fmla="*/ 162 w 316"/>
                <a:gd name="T1" fmla="*/ 0 h 312"/>
                <a:gd name="T2" fmla="*/ 0 w 316"/>
                <a:gd name="T3" fmla="*/ 0 h 312"/>
                <a:gd name="T4" fmla="*/ 0 w 316"/>
                <a:gd name="T5" fmla="*/ 164 h 312"/>
                <a:gd name="T6" fmla="*/ 150 w 316"/>
                <a:gd name="T7" fmla="*/ 312 h 312"/>
                <a:gd name="T8" fmla="*/ 316 w 316"/>
                <a:gd name="T9" fmla="*/ 312 h 312"/>
                <a:gd name="T10" fmla="*/ 316 w 316"/>
                <a:gd name="T11" fmla="*/ 152 h 312"/>
                <a:gd name="T12" fmla="*/ 162 w 316"/>
                <a:gd name="T1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6" h="312">
                  <a:moveTo>
                    <a:pt x="16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247"/>
                    <a:pt x="67" y="312"/>
                    <a:pt x="150" y="312"/>
                  </a:cubicBezTo>
                  <a:cubicBezTo>
                    <a:pt x="316" y="312"/>
                    <a:pt x="316" y="312"/>
                    <a:pt x="316" y="312"/>
                  </a:cubicBezTo>
                  <a:cubicBezTo>
                    <a:pt x="316" y="152"/>
                    <a:pt x="316" y="152"/>
                    <a:pt x="316" y="152"/>
                  </a:cubicBezTo>
                  <a:cubicBezTo>
                    <a:pt x="316" y="68"/>
                    <a:pt x="245" y="0"/>
                    <a:pt x="162" y="0"/>
                  </a:cubicBezTo>
                </a:path>
              </a:pathLst>
            </a:custGeom>
            <a:solidFill>
              <a:srgbClr val="009BB0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/>
            <a:lstStyle/>
            <a:p>
              <a:pPr defTabSz="457200">
                <a:defRPr/>
              </a:pPr>
              <a:endParaRPr lang="en-US" sz="2160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" name="Freeform 20"/>
            <p:cNvSpPr/>
            <p:nvPr/>
          </p:nvSpPr>
          <p:spPr bwMode="auto">
            <a:xfrm>
              <a:off x="5854657" y="7868645"/>
              <a:ext cx="1635183" cy="1638801"/>
            </a:xfrm>
            <a:custGeom>
              <a:avLst/>
              <a:gdLst>
                <a:gd name="T0" fmla="*/ 165 w 312"/>
                <a:gd name="T1" fmla="*/ 0 h 312"/>
                <a:gd name="T2" fmla="*/ 0 w 312"/>
                <a:gd name="T3" fmla="*/ 0 h 312"/>
                <a:gd name="T4" fmla="*/ 0 w 312"/>
                <a:gd name="T5" fmla="*/ 162 h 312"/>
                <a:gd name="T6" fmla="*/ 153 w 312"/>
                <a:gd name="T7" fmla="*/ 312 h 312"/>
                <a:gd name="T8" fmla="*/ 312 w 312"/>
                <a:gd name="T9" fmla="*/ 312 h 312"/>
                <a:gd name="T10" fmla="*/ 312 w 312"/>
                <a:gd name="T11" fmla="*/ 150 h 312"/>
                <a:gd name="T12" fmla="*/ 165 w 312"/>
                <a:gd name="T1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2" h="312">
                  <a:moveTo>
                    <a:pt x="1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246"/>
                    <a:pt x="69" y="312"/>
                    <a:pt x="153" y="312"/>
                  </a:cubicBezTo>
                  <a:cubicBezTo>
                    <a:pt x="312" y="312"/>
                    <a:pt x="312" y="312"/>
                    <a:pt x="312" y="312"/>
                  </a:cubicBezTo>
                  <a:cubicBezTo>
                    <a:pt x="312" y="150"/>
                    <a:pt x="312" y="150"/>
                    <a:pt x="312" y="150"/>
                  </a:cubicBezTo>
                  <a:cubicBezTo>
                    <a:pt x="312" y="67"/>
                    <a:pt x="248" y="0"/>
                    <a:pt x="165" y="0"/>
                  </a:cubicBezTo>
                </a:path>
              </a:pathLst>
            </a:custGeom>
            <a:solidFill>
              <a:srgbClr val="00BCD4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/>
            <a:lstStyle/>
            <a:p>
              <a:pPr defTabSz="457200">
                <a:defRPr/>
              </a:pPr>
              <a:endParaRPr lang="en-US" sz="2160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" name="Freeform 21"/>
            <p:cNvSpPr/>
            <p:nvPr/>
          </p:nvSpPr>
          <p:spPr bwMode="auto">
            <a:xfrm>
              <a:off x="5854657" y="4211835"/>
              <a:ext cx="1635183" cy="1638801"/>
            </a:xfrm>
            <a:custGeom>
              <a:avLst/>
              <a:gdLst>
                <a:gd name="T0" fmla="*/ 312 w 312"/>
                <a:gd name="T1" fmla="*/ 0 h 312"/>
                <a:gd name="T2" fmla="*/ 153 w 312"/>
                <a:gd name="T3" fmla="*/ 0 h 312"/>
                <a:gd name="T4" fmla="*/ 0 w 312"/>
                <a:gd name="T5" fmla="*/ 152 h 312"/>
                <a:gd name="T6" fmla="*/ 0 w 312"/>
                <a:gd name="T7" fmla="*/ 312 h 312"/>
                <a:gd name="T8" fmla="*/ 165 w 312"/>
                <a:gd name="T9" fmla="*/ 312 h 312"/>
                <a:gd name="T10" fmla="*/ 312 w 312"/>
                <a:gd name="T11" fmla="*/ 164 h 312"/>
                <a:gd name="T12" fmla="*/ 312 w 312"/>
                <a:gd name="T1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2" h="312">
                  <a:moveTo>
                    <a:pt x="312" y="0"/>
                  </a:moveTo>
                  <a:cubicBezTo>
                    <a:pt x="153" y="0"/>
                    <a:pt x="153" y="0"/>
                    <a:pt x="153" y="0"/>
                  </a:cubicBezTo>
                  <a:cubicBezTo>
                    <a:pt x="69" y="0"/>
                    <a:pt x="0" y="68"/>
                    <a:pt x="0" y="152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165" y="312"/>
                    <a:pt x="165" y="312"/>
                    <a:pt x="165" y="312"/>
                  </a:cubicBezTo>
                  <a:cubicBezTo>
                    <a:pt x="248" y="312"/>
                    <a:pt x="312" y="247"/>
                    <a:pt x="312" y="164"/>
                  </a:cubicBezTo>
                  <a:cubicBezTo>
                    <a:pt x="312" y="0"/>
                    <a:pt x="312" y="0"/>
                    <a:pt x="312" y="0"/>
                  </a:cubicBezTo>
                </a:path>
              </a:pathLst>
            </a:custGeom>
            <a:solidFill>
              <a:srgbClr val="00BCD4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/>
            <a:lstStyle/>
            <a:p>
              <a:pPr defTabSz="457200">
                <a:defRPr/>
              </a:pPr>
              <a:endParaRPr lang="en-US" sz="2160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" name="Freeform 22"/>
            <p:cNvSpPr/>
            <p:nvPr/>
          </p:nvSpPr>
          <p:spPr bwMode="auto">
            <a:xfrm>
              <a:off x="2230259" y="7868645"/>
              <a:ext cx="1655097" cy="1638801"/>
            </a:xfrm>
            <a:custGeom>
              <a:avLst/>
              <a:gdLst>
                <a:gd name="T0" fmla="*/ 316 w 316"/>
                <a:gd name="T1" fmla="*/ 0 h 312"/>
                <a:gd name="T2" fmla="*/ 150 w 316"/>
                <a:gd name="T3" fmla="*/ 0 h 312"/>
                <a:gd name="T4" fmla="*/ 0 w 316"/>
                <a:gd name="T5" fmla="*/ 150 h 312"/>
                <a:gd name="T6" fmla="*/ 0 w 316"/>
                <a:gd name="T7" fmla="*/ 312 h 312"/>
                <a:gd name="T8" fmla="*/ 162 w 316"/>
                <a:gd name="T9" fmla="*/ 312 h 312"/>
                <a:gd name="T10" fmla="*/ 316 w 316"/>
                <a:gd name="T11" fmla="*/ 162 h 312"/>
                <a:gd name="T12" fmla="*/ 316 w 316"/>
                <a:gd name="T1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6" h="312">
                  <a:moveTo>
                    <a:pt x="316" y="0"/>
                  </a:moveTo>
                  <a:cubicBezTo>
                    <a:pt x="150" y="0"/>
                    <a:pt x="150" y="0"/>
                    <a:pt x="150" y="0"/>
                  </a:cubicBezTo>
                  <a:cubicBezTo>
                    <a:pt x="67" y="0"/>
                    <a:pt x="0" y="67"/>
                    <a:pt x="0" y="150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245" y="312"/>
                    <a:pt x="316" y="246"/>
                    <a:pt x="316" y="162"/>
                  </a:cubicBezTo>
                  <a:cubicBezTo>
                    <a:pt x="316" y="0"/>
                    <a:pt x="316" y="0"/>
                    <a:pt x="316" y="0"/>
                  </a:cubicBezTo>
                </a:path>
              </a:pathLst>
            </a:custGeom>
            <a:solidFill>
              <a:srgbClr val="009B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46078" tIns="73039" rIns="146078" bIns="73039" numCol="1" anchor="t" anchorCtr="0" compatLnSpc="1"/>
            <a:lstStyle/>
            <a:p>
              <a:pPr defTabSz="457200">
                <a:defRPr/>
              </a:pPr>
              <a:endParaRPr lang="en-US" sz="2160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" name="Freeform 23"/>
            <p:cNvSpPr/>
            <p:nvPr/>
          </p:nvSpPr>
          <p:spPr bwMode="auto">
            <a:xfrm>
              <a:off x="4489423" y="8686937"/>
              <a:ext cx="758955" cy="133056"/>
            </a:xfrm>
            <a:custGeom>
              <a:avLst/>
              <a:gdLst>
                <a:gd name="T0" fmla="*/ 145 w 145"/>
                <a:gd name="T1" fmla="*/ 12 h 25"/>
                <a:gd name="T2" fmla="*/ 129 w 145"/>
                <a:gd name="T3" fmla="*/ 25 h 25"/>
                <a:gd name="T4" fmla="*/ 16 w 145"/>
                <a:gd name="T5" fmla="*/ 25 h 25"/>
                <a:gd name="T6" fmla="*/ 0 w 145"/>
                <a:gd name="T7" fmla="*/ 12 h 25"/>
                <a:gd name="T8" fmla="*/ 16 w 145"/>
                <a:gd name="T9" fmla="*/ 0 h 25"/>
                <a:gd name="T10" fmla="*/ 129 w 145"/>
                <a:gd name="T11" fmla="*/ 0 h 25"/>
                <a:gd name="T12" fmla="*/ 145 w 145"/>
                <a:gd name="T13" fmla="*/ 1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" h="25">
                  <a:moveTo>
                    <a:pt x="145" y="12"/>
                  </a:moveTo>
                  <a:cubicBezTo>
                    <a:pt x="145" y="19"/>
                    <a:pt x="138" y="25"/>
                    <a:pt x="129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7" y="25"/>
                    <a:pt x="0" y="19"/>
                    <a:pt x="0" y="12"/>
                  </a:cubicBezTo>
                  <a:cubicBezTo>
                    <a:pt x="0" y="6"/>
                    <a:pt x="7" y="0"/>
                    <a:pt x="16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38" y="0"/>
                    <a:pt x="145" y="6"/>
                    <a:pt x="145" y="12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46078" tIns="73039" rIns="146078" bIns="73039" numCol="1" anchor="t" anchorCtr="0" compatLnSpc="1"/>
            <a:lstStyle/>
            <a:p>
              <a:pPr defTabSz="457200">
                <a:defRPr/>
              </a:pPr>
              <a:endParaRPr lang="en-US" sz="2160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6" name="Freeform 24"/>
            <p:cNvSpPr/>
            <p:nvPr/>
          </p:nvSpPr>
          <p:spPr bwMode="auto">
            <a:xfrm>
              <a:off x="4489423" y="8835516"/>
              <a:ext cx="758955" cy="130838"/>
            </a:xfrm>
            <a:custGeom>
              <a:avLst/>
              <a:gdLst>
                <a:gd name="T0" fmla="*/ 145 w 145"/>
                <a:gd name="T1" fmla="*/ 13 h 25"/>
                <a:gd name="T2" fmla="*/ 129 w 145"/>
                <a:gd name="T3" fmla="*/ 25 h 25"/>
                <a:gd name="T4" fmla="*/ 16 w 145"/>
                <a:gd name="T5" fmla="*/ 25 h 25"/>
                <a:gd name="T6" fmla="*/ 0 w 145"/>
                <a:gd name="T7" fmla="*/ 13 h 25"/>
                <a:gd name="T8" fmla="*/ 16 w 145"/>
                <a:gd name="T9" fmla="*/ 0 h 25"/>
                <a:gd name="T10" fmla="*/ 129 w 145"/>
                <a:gd name="T11" fmla="*/ 0 h 25"/>
                <a:gd name="T12" fmla="*/ 145 w 145"/>
                <a:gd name="T13" fmla="*/ 1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" h="25">
                  <a:moveTo>
                    <a:pt x="145" y="13"/>
                  </a:moveTo>
                  <a:cubicBezTo>
                    <a:pt x="145" y="20"/>
                    <a:pt x="138" y="25"/>
                    <a:pt x="129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7" y="25"/>
                    <a:pt x="0" y="20"/>
                    <a:pt x="0" y="13"/>
                  </a:cubicBezTo>
                  <a:cubicBezTo>
                    <a:pt x="0" y="6"/>
                    <a:pt x="7" y="0"/>
                    <a:pt x="16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38" y="0"/>
                    <a:pt x="145" y="6"/>
                    <a:pt x="145" y="13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46078" tIns="73039" rIns="146078" bIns="73039" numCol="1" anchor="t" anchorCtr="0" compatLnSpc="1"/>
            <a:lstStyle/>
            <a:p>
              <a:pPr defTabSz="457200">
                <a:defRPr/>
              </a:pPr>
              <a:endParaRPr lang="en-US" sz="2160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7" name="Freeform 25"/>
            <p:cNvSpPr/>
            <p:nvPr/>
          </p:nvSpPr>
          <p:spPr bwMode="auto">
            <a:xfrm>
              <a:off x="4489423" y="8986312"/>
              <a:ext cx="758955" cy="133056"/>
            </a:xfrm>
            <a:custGeom>
              <a:avLst/>
              <a:gdLst>
                <a:gd name="T0" fmla="*/ 145 w 145"/>
                <a:gd name="T1" fmla="*/ 12 h 25"/>
                <a:gd name="T2" fmla="*/ 129 w 145"/>
                <a:gd name="T3" fmla="*/ 25 h 25"/>
                <a:gd name="T4" fmla="*/ 16 w 145"/>
                <a:gd name="T5" fmla="*/ 25 h 25"/>
                <a:gd name="T6" fmla="*/ 0 w 145"/>
                <a:gd name="T7" fmla="*/ 12 h 25"/>
                <a:gd name="T8" fmla="*/ 16 w 145"/>
                <a:gd name="T9" fmla="*/ 0 h 25"/>
                <a:gd name="T10" fmla="*/ 129 w 145"/>
                <a:gd name="T11" fmla="*/ 0 h 25"/>
                <a:gd name="T12" fmla="*/ 145 w 145"/>
                <a:gd name="T13" fmla="*/ 1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" h="25">
                  <a:moveTo>
                    <a:pt x="145" y="12"/>
                  </a:moveTo>
                  <a:cubicBezTo>
                    <a:pt x="145" y="19"/>
                    <a:pt x="138" y="25"/>
                    <a:pt x="129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7" y="25"/>
                    <a:pt x="0" y="19"/>
                    <a:pt x="0" y="12"/>
                  </a:cubicBezTo>
                  <a:cubicBezTo>
                    <a:pt x="0" y="5"/>
                    <a:pt x="7" y="0"/>
                    <a:pt x="16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38" y="0"/>
                    <a:pt x="145" y="5"/>
                    <a:pt x="145" y="12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46078" tIns="73039" rIns="146078" bIns="73039" numCol="1" anchor="t" anchorCtr="0" compatLnSpc="1"/>
            <a:lstStyle/>
            <a:p>
              <a:pPr defTabSz="457200">
                <a:defRPr/>
              </a:pPr>
              <a:endParaRPr lang="en-US" sz="2160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Freeform 26"/>
            <p:cNvSpPr/>
            <p:nvPr/>
          </p:nvSpPr>
          <p:spPr bwMode="auto">
            <a:xfrm>
              <a:off x="4650950" y="9134890"/>
              <a:ext cx="429263" cy="130838"/>
            </a:xfrm>
            <a:custGeom>
              <a:avLst/>
              <a:gdLst>
                <a:gd name="T0" fmla="*/ 82 w 82"/>
                <a:gd name="T1" fmla="*/ 0 h 25"/>
                <a:gd name="T2" fmla="*/ 41 w 82"/>
                <a:gd name="T3" fmla="*/ 25 h 25"/>
                <a:gd name="T4" fmla="*/ 0 w 82"/>
                <a:gd name="T5" fmla="*/ 0 h 25"/>
                <a:gd name="T6" fmla="*/ 82 w 82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25">
                  <a:moveTo>
                    <a:pt x="82" y="0"/>
                  </a:moveTo>
                  <a:cubicBezTo>
                    <a:pt x="82" y="14"/>
                    <a:pt x="64" y="25"/>
                    <a:pt x="41" y="25"/>
                  </a:cubicBezTo>
                  <a:cubicBezTo>
                    <a:pt x="18" y="25"/>
                    <a:pt x="0" y="14"/>
                    <a:pt x="0" y="0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46078" tIns="73039" rIns="146078" bIns="73039" numCol="1" anchor="t" anchorCtr="0" compatLnSpc="1"/>
            <a:lstStyle/>
            <a:p>
              <a:pPr defTabSz="457200">
                <a:defRPr/>
              </a:pPr>
              <a:endParaRPr lang="en-US" sz="2160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0" name="Freeform 27"/>
            <p:cNvSpPr>
              <a:spLocks noEditPoints="1"/>
            </p:cNvSpPr>
            <p:nvPr/>
          </p:nvSpPr>
          <p:spPr bwMode="auto">
            <a:xfrm>
              <a:off x="3604344" y="5600048"/>
              <a:ext cx="2529113" cy="3046972"/>
            </a:xfrm>
            <a:custGeom>
              <a:avLst/>
              <a:gdLst>
                <a:gd name="T0" fmla="*/ 241 w 483"/>
                <a:gd name="T1" fmla="*/ 0 h 580"/>
                <a:gd name="T2" fmla="*/ 0 w 483"/>
                <a:gd name="T3" fmla="*/ 241 h 580"/>
                <a:gd name="T4" fmla="*/ 62 w 483"/>
                <a:gd name="T5" fmla="*/ 402 h 580"/>
                <a:gd name="T6" fmla="*/ 62 w 483"/>
                <a:gd name="T7" fmla="*/ 402 h 580"/>
                <a:gd name="T8" fmla="*/ 63 w 483"/>
                <a:gd name="T9" fmla="*/ 403 h 580"/>
                <a:gd name="T10" fmla="*/ 73 w 483"/>
                <a:gd name="T11" fmla="*/ 414 h 580"/>
                <a:gd name="T12" fmla="*/ 129 w 483"/>
                <a:gd name="T13" fmla="*/ 483 h 580"/>
                <a:gd name="T14" fmla="*/ 199 w 483"/>
                <a:gd name="T15" fmla="*/ 580 h 580"/>
                <a:gd name="T16" fmla="*/ 235 w 483"/>
                <a:gd name="T17" fmla="*/ 580 h 580"/>
                <a:gd name="T18" fmla="*/ 247 w 483"/>
                <a:gd name="T19" fmla="*/ 580 h 580"/>
                <a:gd name="T20" fmla="*/ 284 w 483"/>
                <a:gd name="T21" fmla="*/ 580 h 580"/>
                <a:gd name="T22" fmla="*/ 353 w 483"/>
                <a:gd name="T23" fmla="*/ 483 h 580"/>
                <a:gd name="T24" fmla="*/ 407 w 483"/>
                <a:gd name="T25" fmla="*/ 416 h 580"/>
                <a:gd name="T26" fmla="*/ 483 w 483"/>
                <a:gd name="T27" fmla="*/ 241 h 580"/>
                <a:gd name="T28" fmla="*/ 241 w 483"/>
                <a:gd name="T29" fmla="*/ 0 h 580"/>
                <a:gd name="T30" fmla="*/ 331 w 483"/>
                <a:gd name="T31" fmla="*/ 349 h 580"/>
                <a:gd name="T32" fmla="*/ 302 w 483"/>
                <a:gd name="T33" fmla="*/ 388 h 580"/>
                <a:gd name="T34" fmla="*/ 264 w 483"/>
                <a:gd name="T35" fmla="*/ 443 h 580"/>
                <a:gd name="T36" fmla="*/ 245 w 483"/>
                <a:gd name="T37" fmla="*/ 443 h 580"/>
                <a:gd name="T38" fmla="*/ 238 w 483"/>
                <a:gd name="T39" fmla="*/ 443 h 580"/>
                <a:gd name="T40" fmla="*/ 218 w 483"/>
                <a:gd name="T41" fmla="*/ 443 h 580"/>
                <a:gd name="T42" fmla="*/ 181 w 483"/>
                <a:gd name="T43" fmla="*/ 388 h 580"/>
                <a:gd name="T44" fmla="*/ 150 w 483"/>
                <a:gd name="T45" fmla="*/ 348 h 580"/>
                <a:gd name="T46" fmla="*/ 145 w 483"/>
                <a:gd name="T47" fmla="*/ 341 h 580"/>
                <a:gd name="T48" fmla="*/ 144 w 483"/>
                <a:gd name="T49" fmla="*/ 341 h 580"/>
                <a:gd name="T50" fmla="*/ 144 w 483"/>
                <a:gd name="T51" fmla="*/ 341 h 580"/>
                <a:gd name="T52" fmla="*/ 111 w 483"/>
                <a:gd name="T53" fmla="*/ 248 h 580"/>
                <a:gd name="T54" fmla="*/ 241 w 483"/>
                <a:gd name="T55" fmla="*/ 109 h 580"/>
                <a:gd name="T56" fmla="*/ 372 w 483"/>
                <a:gd name="T57" fmla="*/ 248 h 580"/>
                <a:gd name="T58" fmla="*/ 331 w 483"/>
                <a:gd name="T59" fmla="*/ 349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82" h="580">
                  <a:moveTo>
                    <a:pt x="241" y="0"/>
                  </a:moveTo>
                  <a:cubicBezTo>
                    <a:pt x="108" y="0"/>
                    <a:pt x="0" y="108"/>
                    <a:pt x="0" y="241"/>
                  </a:cubicBezTo>
                  <a:cubicBezTo>
                    <a:pt x="0" y="303"/>
                    <a:pt x="23" y="359"/>
                    <a:pt x="62" y="402"/>
                  </a:cubicBezTo>
                  <a:cubicBezTo>
                    <a:pt x="62" y="402"/>
                    <a:pt x="62" y="402"/>
                    <a:pt x="62" y="402"/>
                  </a:cubicBezTo>
                  <a:cubicBezTo>
                    <a:pt x="62" y="402"/>
                    <a:pt x="62" y="402"/>
                    <a:pt x="63" y="403"/>
                  </a:cubicBezTo>
                  <a:cubicBezTo>
                    <a:pt x="66" y="407"/>
                    <a:pt x="70" y="410"/>
                    <a:pt x="73" y="414"/>
                  </a:cubicBezTo>
                  <a:cubicBezTo>
                    <a:pt x="88" y="429"/>
                    <a:pt x="112" y="457"/>
                    <a:pt x="129" y="483"/>
                  </a:cubicBezTo>
                  <a:cubicBezTo>
                    <a:pt x="154" y="523"/>
                    <a:pt x="141" y="580"/>
                    <a:pt x="199" y="580"/>
                  </a:cubicBezTo>
                  <a:cubicBezTo>
                    <a:pt x="235" y="580"/>
                    <a:pt x="235" y="580"/>
                    <a:pt x="235" y="580"/>
                  </a:cubicBezTo>
                  <a:cubicBezTo>
                    <a:pt x="247" y="580"/>
                    <a:pt x="247" y="580"/>
                    <a:pt x="247" y="580"/>
                  </a:cubicBezTo>
                  <a:cubicBezTo>
                    <a:pt x="284" y="580"/>
                    <a:pt x="284" y="580"/>
                    <a:pt x="284" y="580"/>
                  </a:cubicBezTo>
                  <a:cubicBezTo>
                    <a:pt x="341" y="580"/>
                    <a:pt x="329" y="523"/>
                    <a:pt x="353" y="483"/>
                  </a:cubicBezTo>
                  <a:cubicBezTo>
                    <a:pt x="369" y="458"/>
                    <a:pt x="393" y="431"/>
                    <a:pt x="407" y="416"/>
                  </a:cubicBezTo>
                  <a:cubicBezTo>
                    <a:pt x="454" y="372"/>
                    <a:pt x="483" y="310"/>
                    <a:pt x="483" y="241"/>
                  </a:cubicBezTo>
                  <a:cubicBezTo>
                    <a:pt x="483" y="108"/>
                    <a:pt x="375" y="0"/>
                    <a:pt x="241" y="0"/>
                  </a:cubicBezTo>
                  <a:close/>
                  <a:moveTo>
                    <a:pt x="331" y="349"/>
                  </a:moveTo>
                  <a:cubicBezTo>
                    <a:pt x="323" y="358"/>
                    <a:pt x="311" y="373"/>
                    <a:pt x="302" y="388"/>
                  </a:cubicBezTo>
                  <a:cubicBezTo>
                    <a:pt x="289" y="411"/>
                    <a:pt x="295" y="443"/>
                    <a:pt x="264" y="443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38" y="443"/>
                    <a:pt x="238" y="443"/>
                    <a:pt x="238" y="443"/>
                  </a:cubicBezTo>
                  <a:cubicBezTo>
                    <a:pt x="218" y="443"/>
                    <a:pt x="218" y="443"/>
                    <a:pt x="218" y="443"/>
                  </a:cubicBezTo>
                  <a:cubicBezTo>
                    <a:pt x="187" y="443"/>
                    <a:pt x="194" y="411"/>
                    <a:pt x="181" y="388"/>
                  </a:cubicBezTo>
                  <a:cubicBezTo>
                    <a:pt x="172" y="372"/>
                    <a:pt x="158" y="356"/>
                    <a:pt x="150" y="348"/>
                  </a:cubicBezTo>
                  <a:cubicBezTo>
                    <a:pt x="148" y="345"/>
                    <a:pt x="146" y="343"/>
                    <a:pt x="145" y="341"/>
                  </a:cubicBezTo>
                  <a:cubicBezTo>
                    <a:pt x="144" y="341"/>
                    <a:pt x="144" y="341"/>
                    <a:pt x="144" y="341"/>
                  </a:cubicBezTo>
                  <a:cubicBezTo>
                    <a:pt x="144" y="341"/>
                    <a:pt x="144" y="341"/>
                    <a:pt x="144" y="341"/>
                  </a:cubicBezTo>
                  <a:cubicBezTo>
                    <a:pt x="123" y="316"/>
                    <a:pt x="111" y="284"/>
                    <a:pt x="111" y="248"/>
                  </a:cubicBezTo>
                  <a:cubicBezTo>
                    <a:pt x="111" y="171"/>
                    <a:pt x="169" y="109"/>
                    <a:pt x="241" y="109"/>
                  </a:cubicBezTo>
                  <a:cubicBezTo>
                    <a:pt x="314" y="109"/>
                    <a:pt x="372" y="171"/>
                    <a:pt x="372" y="248"/>
                  </a:cubicBezTo>
                  <a:cubicBezTo>
                    <a:pt x="372" y="288"/>
                    <a:pt x="356" y="323"/>
                    <a:pt x="331" y="349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46078" tIns="73039" rIns="146078" bIns="73039" numCol="1" anchor="t" anchorCtr="0" compatLnSpc="1"/>
            <a:lstStyle/>
            <a:p>
              <a:pPr defTabSz="457200">
                <a:defRPr/>
              </a:pPr>
              <a:endParaRPr lang="en-US" sz="2160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1" name="Freeform 152"/>
            <p:cNvSpPr>
              <a:spLocks noEditPoints="1"/>
            </p:cNvSpPr>
            <p:nvPr/>
          </p:nvSpPr>
          <p:spPr bwMode="auto">
            <a:xfrm>
              <a:off x="2785892" y="4785977"/>
              <a:ext cx="543831" cy="490516"/>
            </a:xfrm>
            <a:custGeom>
              <a:avLst/>
              <a:gdLst>
                <a:gd name="T0" fmla="*/ 740 w 806"/>
                <a:gd name="T1" fmla="*/ 67 h 724"/>
                <a:gd name="T2" fmla="*/ 66 w 806"/>
                <a:gd name="T3" fmla="*/ 67 h 724"/>
                <a:gd name="T4" fmla="*/ 66 w 806"/>
                <a:gd name="T5" fmla="*/ 657 h 724"/>
                <a:gd name="T6" fmla="*/ 740 w 806"/>
                <a:gd name="T7" fmla="*/ 657 h 724"/>
                <a:gd name="T8" fmla="*/ 740 w 806"/>
                <a:gd name="T9" fmla="*/ 67 h 724"/>
                <a:gd name="T10" fmla="*/ 441 w 806"/>
                <a:gd name="T11" fmla="*/ 306 h 724"/>
                <a:gd name="T12" fmla="*/ 593 w 806"/>
                <a:gd name="T13" fmla="*/ 306 h 724"/>
                <a:gd name="T14" fmla="*/ 441 w 806"/>
                <a:gd name="T15" fmla="*/ 155 h 724"/>
                <a:gd name="T16" fmla="*/ 441 w 806"/>
                <a:gd name="T17" fmla="*/ 306 h 724"/>
                <a:gd name="T18" fmla="*/ 619 w 806"/>
                <a:gd name="T19" fmla="*/ 332 h 724"/>
                <a:gd name="T20" fmla="*/ 415 w 806"/>
                <a:gd name="T21" fmla="*/ 332 h 724"/>
                <a:gd name="T22" fmla="*/ 415 w 806"/>
                <a:gd name="T23" fmla="*/ 128 h 724"/>
                <a:gd name="T24" fmla="*/ 428 w 806"/>
                <a:gd name="T25" fmla="*/ 128 h 724"/>
                <a:gd name="T26" fmla="*/ 619 w 806"/>
                <a:gd name="T27" fmla="*/ 319 h 724"/>
                <a:gd name="T28" fmla="*/ 619 w 806"/>
                <a:gd name="T29" fmla="*/ 332 h 724"/>
                <a:gd name="T30" fmla="*/ 387 w 806"/>
                <a:gd name="T31" fmla="*/ 182 h 724"/>
                <a:gd name="T32" fmla="*/ 210 w 806"/>
                <a:gd name="T33" fmla="*/ 360 h 724"/>
                <a:gd name="T34" fmla="*/ 387 w 806"/>
                <a:gd name="T35" fmla="*/ 538 h 724"/>
                <a:gd name="T36" fmla="*/ 565 w 806"/>
                <a:gd name="T37" fmla="*/ 360 h 724"/>
                <a:gd name="T38" fmla="*/ 387 w 806"/>
                <a:gd name="T39" fmla="*/ 360 h 724"/>
                <a:gd name="T40" fmla="*/ 387 w 806"/>
                <a:gd name="T41" fmla="*/ 182 h 724"/>
                <a:gd name="T42" fmla="*/ 33 w 806"/>
                <a:gd name="T43" fmla="*/ 67 h 724"/>
                <a:gd name="T44" fmla="*/ 0 w 806"/>
                <a:gd name="T45" fmla="*/ 34 h 724"/>
                <a:gd name="T46" fmla="*/ 34 w 806"/>
                <a:gd name="T47" fmla="*/ 0 h 724"/>
                <a:gd name="T48" fmla="*/ 772 w 806"/>
                <a:gd name="T49" fmla="*/ 0 h 724"/>
                <a:gd name="T50" fmla="*/ 806 w 806"/>
                <a:gd name="T51" fmla="*/ 34 h 724"/>
                <a:gd name="T52" fmla="*/ 773 w 806"/>
                <a:gd name="T53" fmla="*/ 67 h 724"/>
                <a:gd name="T54" fmla="*/ 773 w 806"/>
                <a:gd name="T55" fmla="*/ 657 h 724"/>
                <a:gd name="T56" fmla="*/ 806 w 806"/>
                <a:gd name="T57" fmla="*/ 691 h 724"/>
                <a:gd name="T58" fmla="*/ 772 w 806"/>
                <a:gd name="T59" fmla="*/ 724 h 724"/>
                <a:gd name="T60" fmla="*/ 34 w 806"/>
                <a:gd name="T61" fmla="*/ 724 h 724"/>
                <a:gd name="T62" fmla="*/ 0 w 806"/>
                <a:gd name="T63" fmla="*/ 691 h 724"/>
                <a:gd name="T64" fmla="*/ 33 w 806"/>
                <a:gd name="T65" fmla="*/ 657 h 724"/>
                <a:gd name="T66" fmla="*/ 33 w 806"/>
                <a:gd name="T67" fmla="*/ 67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05" h="724">
                  <a:moveTo>
                    <a:pt x="740" y="67"/>
                  </a:moveTo>
                  <a:lnTo>
                    <a:pt x="66" y="67"/>
                  </a:lnTo>
                  <a:lnTo>
                    <a:pt x="66" y="657"/>
                  </a:lnTo>
                  <a:lnTo>
                    <a:pt x="740" y="657"/>
                  </a:lnTo>
                  <a:lnTo>
                    <a:pt x="740" y="67"/>
                  </a:lnTo>
                  <a:close/>
                  <a:moveTo>
                    <a:pt x="441" y="306"/>
                  </a:moveTo>
                  <a:lnTo>
                    <a:pt x="593" y="306"/>
                  </a:lnTo>
                  <a:cubicBezTo>
                    <a:pt x="587" y="225"/>
                    <a:pt x="522" y="161"/>
                    <a:pt x="441" y="155"/>
                  </a:cubicBezTo>
                  <a:lnTo>
                    <a:pt x="441" y="306"/>
                  </a:lnTo>
                  <a:close/>
                  <a:moveTo>
                    <a:pt x="619" y="332"/>
                  </a:moveTo>
                  <a:lnTo>
                    <a:pt x="415" y="332"/>
                  </a:lnTo>
                  <a:lnTo>
                    <a:pt x="415" y="128"/>
                  </a:lnTo>
                  <a:lnTo>
                    <a:pt x="428" y="128"/>
                  </a:lnTo>
                  <a:cubicBezTo>
                    <a:pt x="534" y="128"/>
                    <a:pt x="619" y="214"/>
                    <a:pt x="619" y="319"/>
                  </a:cubicBezTo>
                  <a:lnTo>
                    <a:pt x="619" y="332"/>
                  </a:lnTo>
                  <a:close/>
                  <a:moveTo>
                    <a:pt x="387" y="182"/>
                  </a:moveTo>
                  <a:cubicBezTo>
                    <a:pt x="289" y="182"/>
                    <a:pt x="210" y="262"/>
                    <a:pt x="210" y="360"/>
                  </a:cubicBezTo>
                  <a:cubicBezTo>
                    <a:pt x="210" y="458"/>
                    <a:pt x="289" y="538"/>
                    <a:pt x="387" y="538"/>
                  </a:cubicBezTo>
                  <a:cubicBezTo>
                    <a:pt x="486" y="538"/>
                    <a:pt x="565" y="458"/>
                    <a:pt x="565" y="360"/>
                  </a:cubicBezTo>
                  <a:lnTo>
                    <a:pt x="387" y="360"/>
                  </a:lnTo>
                  <a:lnTo>
                    <a:pt x="387" y="182"/>
                  </a:lnTo>
                  <a:close/>
                  <a:moveTo>
                    <a:pt x="33" y="67"/>
                  </a:moveTo>
                  <a:cubicBezTo>
                    <a:pt x="15" y="67"/>
                    <a:pt x="0" y="52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lnTo>
                    <a:pt x="772" y="0"/>
                  </a:lnTo>
                  <a:cubicBezTo>
                    <a:pt x="791" y="0"/>
                    <a:pt x="806" y="15"/>
                    <a:pt x="806" y="34"/>
                  </a:cubicBezTo>
                  <a:cubicBezTo>
                    <a:pt x="806" y="52"/>
                    <a:pt x="791" y="67"/>
                    <a:pt x="773" y="67"/>
                  </a:cubicBezTo>
                  <a:lnTo>
                    <a:pt x="773" y="657"/>
                  </a:lnTo>
                  <a:cubicBezTo>
                    <a:pt x="791" y="658"/>
                    <a:pt x="806" y="672"/>
                    <a:pt x="806" y="691"/>
                  </a:cubicBezTo>
                  <a:cubicBezTo>
                    <a:pt x="806" y="709"/>
                    <a:pt x="791" y="724"/>
                    <a:pt x="772" y="724"/>
                  </a:cubicBezTo>
                  <a:lnTo>
                    <a:pt x="34" y="724"/>
                  </a:lnTo>
                  <a:cubicBezTo>
                    <a:pt x="15" y="724"/>
                    <a:pt x="0" y="709"/>
                    <a:pt x="0" y="691"/>
                  </a:cubicBezTo>
                  <a:cubicBezTo>
                    <a:pt x="0" y="672"/>
                    <a:pt x="15" y="658"/>
                    <a:pt x="33" y="657"/>
                  </a:cubicBezTo>
                  <a:lnTo>
                    <a:pt x="33" y="67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/>
            <a:lstStyle/>
            <a:p>
              <a:pPr defTabSz="457200">
                <a:defRPr/>
              </a:pPr>
              <a:endParaRPr lang="en-US" sz="2875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2" name="Freeform 153"/>
            <p:cNvSpPr>
              <a:spLocks noEditPoints="1"/>
            </p:cNvSpPr>
            <p:nvPr/>
          </p:nvSpPr>
          <p:spPr bwMode="auto">
            <a:xfrm>
              <a:off x="7191241" y="6563055"/>
              <a:ext cx="497627" cy="604258"/>
            </a:xfrm>
            <a:custGeom>
              <a:avLst/>
              <a:gdLst>
                <a:gd name="T0" fmla="*/ 387 w 739"/>
                <a:gd name="T1" fmla="*/ 543 h 891"/>
                <a:gd name="T2" fmla="*/ 420 w 739"/>
                <a:gd name="T3" fmla="*/ 525 h 891"/>
                <a:gd name="T4" fmla="*/ 353 w 739"/>
                <a:gd name="T5" fmla="*/ 464 h 891"/>
                <a:gd name="T6" fmla="*/ 352 w 739"/>
                <a:gd name="T7" fmla="*/ 445 h 891"/>
                <a:gd name="T8" fmla="*/ 339 w 739"/>
                <a:gd name="T9" fmla="*/ 443 h 891"/>
                <a:gd name="T10" fmla="*/ 342 w 739"/>
                <a:gd name="T11" fmla="*/ 457 h 891"/>
                <a:gd name="T12" fmla="*/ 357 w 739"/>
                <a:gd name="T13" fmla="*/ 500 h 891"/>
                <a:gd name="T14" fmla="*/ 334 w 739"/>
                <a:gd name="T15" fmla="*/ 521 h 891"/>
                <a:gd name="T16" fmla="*/ 295 w 739"/>
                <a:gd name="T17" fmla="*/ 506 h 891"/>
                <a:gd name="T18" fmla="*/ 287 w 739"/>
                <a:gd name="T19" fmla="*/ 450 h 891"/>
                <a:gd name="T20" fmla="*/ 304 w 739"/>
                <a:gd name="T21" fmla="*/ 479 h 891"/>
                <a:gd name="T22" fmla="*/ 318 w 739"/>
                <a:gd name="T23" fmla="*/ 498 h 891"/>
                <a:gd name="T24" fmla="*/ 328 w 739"/>
                <a:gd name="T25" fmla="*/ 488 h 891"/>
                <a:gd name="T26" fmla="*/ 310 w 739"/>
                <a:gd name="T27" fmla="*/ 444 h 891"/>
                <a:gd name="T28" fmla="*/ 330 w 739"/>
                <a:gd name="T29" fmla="*/ 418 h 891"/>
                <a:gd name="T30" fmla="*/ 367 w 739"/>
                <a:gd name="T31" fmla="*/ 434 h 891"/>
                <a:gd name="T32" fmla="*/ 375 w 739"/>
                <a:gd name="T33" fmla="*/ 483 h 891"/>
                <a:gd name="T34" fmla="*/ 406 w 739"/>
                <a:gd name="T35" fmla="*/ 615 h 891"/>
                <a:gd name="T36" fmla="*/ 392 w 739"/>
                <a:gd name="T37" fmla="*/ 577 h 891"/>
                <a:gd name="T38" fmla="*/ 353 w 739"/>
                <a:gd name="T39" fmla="*/ 561 h 891"/>
                <a:gd name="T40" fmla="*/ 426 w 739"/>
                <a:gd name="T41" fmla="*/ 496 h 891"/>
                <a:gd name="T42" fmla="*/ 504 w 739"/>
                <a:gd name="T43" fmla="*/ 574 h 891"/>
                <a:gd name="T44" fmla="*/ 485 w 739"/>
                <a:gd name="T45" fmla="*/ 660 h 891"/>
                <a:gd name="T46" fmla="*/ 413 w 739"/>
                <a:gd name="T47" fmla="*/ 622 h 891"/>
                <a:gd name="T48" fmla="*/ 504 w 739"/>
                <a:gd name="T49" fmla="*/ 574 h 891"/>
                <a:gd name="T50" fmla="*/ 590 w 739"/>
                <a:gd name="T51" fmla="*/ 689 h 891"/>
                <a:gd name="T52" fmla="*/ 543 w 739"/>
                <a:gd name="T53" fmla="*/ 664 h 891"/>
                <a:gd name="T54" fmla="*/ 562 w 739"/>
                <a:gd name="T55" fmla="*/ 712 h 891"/>
                <a:gd name="T56" fmla="*/ 515 w 739"/>
                <a:gd name="T57" fmla="*/ 692 h 891"/>
                <a:gd name="T58" fmla="*/ 536 w 739"/>
                <a:gd name="T59" fmla="*/ 745 h 891"/>
                <a:gd name="T60" fmla="*/ 547 w 739"/>
                <a:gd name="T61" fmla="*/ 617 h 891"/>
                <a:gd name="T62" fmla="*/ 206 w 739"/>
                <a:gd name="T63" fmla="*/ 333 h 891"/>
                <a:gd name="T64" fmla="*/ 204 w 739"/>
                <a:gd name="T65" fmla="*/ 396 h 891"/>
                <a:gd name="T66" fmla="*/ 247 w 739"/>
                <a:gd name="T67" fmla="*/ 387 h 891"/>
                <a:gd name="T68" fmla="*/ 262 w 739"/>
                <a:gd name="T69" fmla="*/ 343 h 891"/>
                <a:gd name="T70" fmla="*/ 262 w 739"/>
                <a:gd name="T71" fmla="*/ 414 h 891"/>
                <a:gd name="T72" fmla="*/ 191 w 739"/>
                <a:gd name="T73" fmla="*/ 414 h 891"/>
                <a:gd name="T74" fmla="*/ 206 w 739"/>
                <a:gd name="T75" fmla="*/ 333 h 891"/>
                <a:gd name="T76" fmla="*/ 243 w 739"/>
                <a:gd name="T77" fmla="*/ 175 h 891"/>
                <a:gd name="T78" fmla="*/ 99 w 739"/>
                <a:gd name="T79" fmla="*/ 0 h 891"/>
                <a:gd name="T80" fmla="*/ 65 w 739"/>
                <a:gd name="T81" fmla="*/ 348 h 891"/>
                <a:gd name="T82" fmla="*/ 110 w 739"/>
                <a:gd name="T83" fmla="*/ 346 h 891"/>
                <a:gd name="T84" fmla="*/ 54 w 739"/>
                <a:gd name="T85" fmla="*/ 169 h 891"/>
                <a:gd name="T86" fmla="*/ 100 w 739"/>
                <a:gd name="T87" fmla="*/ 50 h 891"/>
                <a:gd name="T88" fmla="*/ 173 w 739"/>
                <a:gd name="T89" fmla="*/ 122 h 891"/>
                <a:gd name="T90" fmla="*/ 208 w 739"/>
                <a:gd name="T91" fmla="*/ 268 h 891"/>
                <a:gd name="T92" fmla="*/ 96 w 739"/>
                <a:gd name="T93" fmla="*/ 521 h 891"/>
                <a:gd name="T94" fmla="*/ 739 w 739"/>
                <a:gd name="T95" fmla="*/ 619 h 891"/>
                <a:gd name="T96" fmla="*/ 256 w 739"/>
                <a:gd name="T97" fmla="*/ 262 h 8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39" h="891">
                  <a:moveTo>
                    <a:pt x="420" y="525"/>
                  </a:moveTo>
                  <a:lnTo>
                    <a:pt x="387" y="543"/>
                  </a:lnTo>
                  <a:lnTo>
                    <a:pt x="402" y="558"/>
                  </a:lnTo>
                  <a:lnTo>
                    <a:pt x="420" y="525"/>
                  </a:lnTo>
                  <a:close/>
                  <a:moveTo>
                    <a:pt x="375" y="483"/>
                  </a:moveTo>
                  <a:lnTo>
                    <a:pt x="353" y="464"/>
                  </a:lnTo>
                  <a:cubicBezTo>
                    <a:pt x="356" y="461"/>
                    <a:pt x="357" y="457"/>
                    <a:pt x="357" y="454"/>
                  </a:cubicBezTo>
                  <a:cubicBezTo>
                    <a:pt x="356" y="451"/>
                    <a:pt x="355" y="448"/>
                    <a:pt x="352" y="445"/>
                  </a:cubicBezTo>
                  <a:cubicBezTo>
                    <a:pt x="349" y="442"/>
                    <a:pt x="347" y="441"/>
                    <a:pt x="344" y="441"/>
                  </a:cubicBezTo>
                  <a:cubicBezTo>
                    <a:pt x="342" y="441"/>
                    <a:pt x="340" y="441"/>
                    <a:pt x="339" y="443"/>
                  </a:cubicBezTo>
                  <a:cubicBezTo>
                    <a:pt x="338" y="444"/>
                    <a:pt x="337" y="445"/>
                    <a:pt x="337" y="447"/>
                  </a:cubicBezTo>
                  <a:cubicBezTo>
                    <a:pt x="337" y="449"/>
                    <a:pt x="339" y="452"/>
                    <a:pt x="342" y="457"/>
                  </a:cubicBezTo>
                  <a:cubicBezTo>
                    <a:pt x="349" y="468"/>
                    <a:pt x="354" y="477"/>
                    <a:pt x="356" y="483"/>
                  </a:cubicBezTo>
                  <a:cubicBezTo>
                    <a:pt x="358" y="489"/>
                    <a:pt x="358" y="495"/>
                    <a:pt x="357" y="500"/>
                  </a:cubicBezTo>
                  <a:cubicBezTo>
                    <a:pt x="356" y="505"/>
                    <a:pt x="353" y="509"/>
                    <a:pt x="350" y="513"/>
                  </a:cubicBezTo>
                  <a:cubicBezTo>
                    <a:pt x="345" y="517"/>
                    <a:pt x="340" y="520"/>
                    <a:pt x="334" y="521"/>
                  </a:cubicBezTo>
                  <a:cubicBezTo>
                    <a:pt x="327" y="523"/>
                    <a:pt x="321" y="522"/>
                    <a:pt x="315" y="520"/>
                  </a:cubicBezTo>
                  <a:cubicBezTo>
                    <a:pt x="308" y="517"/>
                    <a:pt x="302" y="513"/>
                    <a:pt x="295" y="506"/>
                  </a:cubicBezTo>
                  <a:cubicBezTo>
                    <a:pt x="283" y="494"/>
                    <a:pt x="277" y="484"/>
                    <a:pt x="277" y="475"/>
                  </a:cubicBezTo>
                  <a:cubicBezTo>
                    <a:pt x="277" y="465"/>
                    <a:pt x="281" y="457"/>
                    <a:pt x="287" y="450"/>
                  </a:cubicBezTo>
                  <a:lnTo>
                    <a:pt x="309" y="469"/>
                  </a:lnTo>
                  <a:cubicBezTo>
                    <a:pt x="306" y="472"/>
                    <a:pt x="304" y="476"/>
                    <a:pt x="304" y="479"/>
                  </a:cubicBezTo>
                  <a:cubicBezTo>
                    <a:pt x="303" y="484"/>
                    <a:pt x="305" y="489"/>
                    <a:pt x="309" y="493"/>
                  </a:cubicBezTo>
                  <a:cubicBezTo>
                    <a:pt x="312" y="496"/>
                    <a:pt x="315" y="497"/>
                    <a:pt x="318" y="498"/>
                  </a:cubicBezTo>
                  <a:cubicBezTo>
                    <a:pt x="321" y="498"/>
                    <a:pt x="324" y="497"/>
                    <a:pt x="326" y="495"/>
                  </a:cubicBezTo>
                  <a:cubicBezTo>
                    <a:pt x="328" y="493"/>
                    <a:pt x="328" y="491"/>
                    <a:pt x="328" y="488"/>
                  </a:cubicBezTo>
                  <a:cubicBezTo>
                    <a:pt x="328" y="485"/>
                    <a:pt x="326" y="480"/>
                    <a:pt x="321" y="473"/>
                  </a:cubicBezTo>
                  <a:cubicBezTo>
                    <a:pt x="314" y="461"/>
                    <a:pt x="310" y="452"/>
                    <a:pt x="310" y="444"/>
                  </a:cubicBezTo>
                  <a:cubicBezTo>
                    <a:pt x="309" y="437"/>
                    <a:pt x="311" y="430"/>
                    <a:pt x="317" y="425"/>
                  </a:cubicBezTo>
                  <a:cubicBezTo>
                    <a:pt x="320" y="421"/>
                    <a:pt x="325" y="419"/>
                    <a:pt x="330" y="418"/>
                  </a:cubicBezTo>
                  <a:cubicBezTo>
                    <a:pt x="335" y="417"/>
                    <a:pt x="341" y="417"/>
                    <a:pt x="347" y="420"/>
                  </a:cubicBezTo>
                  <a:cubicBezTo>
                    <a:pt x="353" y="422"/>
                    <a:pt x="359" y="427"/>
                    <a:pt x="367" y="434"/>
                  </a:cubicBezTo>
                  <a:cubicBezTo>
                    <a:pt x="376" y="443"/>
                    <a:pt x="381" y="451"/>
                    <a:pt x="382" y="459"/>
                  </a:cubicBezTo>
                  <a:cubicBezTo>
                    <a:pt x="383" y="467"/>
                    <a:pt x="381" y="475"/>
                    <a:pt x="375" y="483"/>
                  </a:cubicBezTo>
                  <a:close/>
                  <a:moveTo>
                    <a:pt x="450" y="519"/>
                  </a:moveTo>
                  <a:lnTo>
                    <a:pt x="406" y="615"/>
                  </a:lnTo>
                  <a:lnTo>
                    <a:pt x="384" y="592"/>
                  </a:lnTo>
                  <a:lnTo>
                    <a:pt x="392" y="577"/>
                  </a:lnTo>
                  <a:lnTo>
                    <a:pt x="368" y="553"/>
                  </a:lnTo>
                  <a:lnTo>
                    <a:pt x="353" y="561"/>
                  </a:lnTo>
                  <a:lnTo>
                    <a:pt x="331" y="539"/>
                  </a:lnTo>
                  <a:lnTo>
                    <a:pt x="426" y="496"/>
                  </a:lnTo>
                  <a:lnTo>
                    <a:pt x="450" y="519"/>
                  </a:lnTo>
                  <a:close/>
                  <a:moveTo>
                    <a:pt x="504" y="574"/>
                  </a:moveTo>
                  <a:lnTo>
                    <a:pt x="452" y="626"/>
                  </a:lnTo>
                  <a:lnTo>
                    <a:pt x="485" y="660"/>
                  </a:lnTo>
                  <a:lnTo>
                    <a:pt x="468" y="677"/>
                  </a:lnTo>
                  <a:lnTo>
                    <a:pt x="413" y="622"/>
                  </a:lnTo>
                  <a:lnTo>
                    <a:pt x="483" y="552"/>
                  </a:lnTo>
                  <a:lnTo>
                    <a:pt x="504" y="574"/>
                  </a:lnTo>
                  <a:close/>
                  <a:moveTo>
                    <a:pt x="605" y="674"/>
                  </a:moveTo>
                  <a:lnTo>
                    <a:pt x="590" y="689"/>
                  </a:lnTo>
                  <a:lnTo>
                    <a:pt x="554" y="653"/>
                  </a:lnTo>
                  <a:lnTo>
                    <a:pt x="543" y="664"/>
                  </a:lnTo>
                  <a:lnTo>
                    <a:pt x="576" y="698"/>
                  </a:lnTo>
                  <a:lnTo>
                    <a:pt x="562" y="712"/>
                  </a:lnTo>
                  <a:lnTo>
                    <a:pt x="529" y="678"/>
                  </a:lnTo>
                  <a:lnTo>
                    <a:pt x="515" y="692"/>
                  </a:lnTo>
                  <a:lnTo>
                    <a:pt x="552" y="729"/>
                  </a:lnTo>
                  <a:lnTo>
                    <a:pt x="536" y="745"/>
                  </a:lnTo>
                  <a:lnTo>
                    <a:pt x="478" y="686"/>
                  </a:lnTo>
                  <a:lnTo>
                    <a:pt x="547" y="617"/>
                  </a:lnTo>
                  <a:lnTo>
                    <a:pt x="605" y="674"/>
                  </a:lnTo>
                  <a:close/>
                  <a:moveTo>
                    <a:pt x="206" y="333"/>
                  </a:moveTo>
                  <a:cubicBezTo>
                    <a:pt x="204" y="347"/>
                    <a:pt x="202" y="361"/>
                    <a:pt x="199" y="375"/>
                  </a:cubicBezTo>
                  <a:cubicBezTo>
                    <a:pt x="198" y="383"/>
                    <a:pt x="199" y="390"/>
                    <a:pt x="204" y="396"/>
                  </a:cubicBezTo>
                  <a:cubicBezTo>
                    <a:pt x="209" y="402"/>
                    <a:pt x="217" y="406"/>
                    <a:pt x="225" y="406"/>
                  </a:cubicBezTo>
                  <a:cubicBezTo>
                    <a:pt x="236" y="406"/>
                    <a:pt x="245" y="399"/>
                    <a:pt x="247" y="387"/>
                  </a:cubicBezTo>
                  <a:cubicBezTo>
                    <a:pt x="251" y="371"/>
                    <a:pt x="253" y="354"/>
                    <a:pt x="255" y="337"/>
                  </a:cubicBezTo>
                  <a:cubicBezTo>
                    <a:pt x="257" y="339"/>
                    <a:pt x="260" y="341"/>
                    <a:pt x="262" y="343"/>
                  </a:cubicBezTo>
                  <a:cubicBezTo>
                    <a:pt x="271" y="353"/>
                    <a:pt x="277" y="365"/>
                    <a:pt x="277" y="379"/>
                  </a:cubicBezTo>
                  <a:cubicBezTo>
                    <a:pt x="277" y="392"/>
                    <a:pt x="271" y="405"/>
                    <a:pt x="262" y="414"/>
                  </a:cubicBezTo>
                  <a:cubicBezTo>
                    <a:pt x="252" y="424"/>
                    <a:pt x="240" y="429"/>
                    <a:pt x="226" y="429"/>
                  </a:cubicBezTo>
                  <a:cubicBezTo>
                    <a:pt x="213" y="429"/>
                    <a:pt x="200" y="424"/>
                    <a:pt x="191" y="414"/>
                  </a:cubicBezTo>
                  <a:cubicBezTo>
                    <a:pt x="171" y="395"/>
                    <a:pt x="171" y="363"/>
                    <a:pt x="191" y="343"/>
                  </a:cubicBezTo>
                  <a:cubicBezTo>
                    <a:pt x="195" y="339"/>
                    <a:pt x="200" y="335"/>
                    <a:pt x="206" y="333"/>
                  </a:cubicBezTo>
                  <a:close/>
                  <a:moveTo>
                    <a:pt x="256" y="262"/>
                  </a:moveTo>
                  <a:cubicBezTo>
                    <a:pt x="255" y="233"/>
                    <a:pt x="250" y="204"/>
                    <a:pt x="243" y="175"/>
                  </a:cubicBezTo>
                  <a:cubicBezTo>
                    <a:pt x="219" y="74"/>
                    <a:pt x="179" y="18"/>
                    <a:pt x="122" y="3"/>
                  </a:cubicBezTo>
                  <a:cubicBezTo>
                    <a:pt x="114" y="1"/>
                    <a:pt x="106" y="0"/>
                    <a:pt x="99" y="0"/>
                  </a:cubicBezTo>
                  <a:cubicBezTo>
                    <a:pt x="38" y="0"/>
                    <a:pt x="7" y="71"/>
                    <a:pt x="4" y="137"/>
                  </a:cubicBezTo>
                  <a:cubicBezTo>
                    <a:pt x="0" y="210"/>
                    <a:pt x="22" y="285"/>
                    <a:pt x="65" y="348"/>
                  </a:cubicBezTo>
                  <a:cubicBezTo>
                    <a:pt x="70" y="355"/>
                    <a:pt x="77" y="359"/>
                    <a:pt x="86" y="359"/>
                  </a:cubicBezTo>
                  <a:cubicBezTo>
                    <a:pt x="96" y="359"/>
                    <a:pt x="105" y="354"/>
                    <a:pt x="110" y="346"/>
                  </a:cubicBezTo>
                  <a:cubicBezTo>
                    <a:pt x="114" y="338"/>
                    <a:pt x="113" y="330"/>
                    <a:pt x="108" y="323"/>
                  </a:cubicBezTo>
                  <a:cubicBezTo>
                    <a:pt x="76" y="276"/>
                    <a:pt x="58" y="224"/>
                    <a:pt x="54" y="169"/>
                  </a:cubicBezTo>
                  <a:cubicBezTo>
                    <a:pt x="52" y="142"/>
                    <a:pt x="54" y="85"/>
                    <a:pt x="76" y="61"/>
                  </a:cubicBezTo>
                  <a:cubicBezTo>
                    <a:pt x="83" y="53"/>
                    <a:pt x="91" y="50"/>
                    <a:pt x="100" y="50"/>
                  </a:cubicBezTo>
                  <a:cubicBezTo>
                    <a:pt x="106" y="50"/>
                    <a:pt x="113" y="51"/>
                    <a:pt x="120" y="54"/>
                  </a:cubicBezTo>
                  <a:cubicBezTo>
                    <a:pt x="146" y="65"/>
                    <a:pt x="160" y="92"/>
                    <a:pt x="173" y="122"/>
                  </a:cubicBezTo>
                  <a:cubicBezTo>
                    <a:pt x="184" y="146"/>
                    <a:pt x="193" y="173"/>
                    <a:pt x="200" y="206"/>
                  </a:cubicBezTo>
                  <a:cubicBezTo>
                    <a:pt x="204" y="226"/>
                    <a:pt x="207" y="247"/>
                    <a:pt x="208" y="268"/>
                  </a:cubicBezTo>
                  <a:lnTo>
                    <a:pt x="125" y="278"/>
                  </a:lnTo>
                  <a:lnTo>
                    <a:pt x="96" y="521"/>
                  </a:lnTo>
                  <a:lnTo>
                    <a:pt x="467" y="891"/>
                  </a:lnTo>
                  <a:lnTo>
                    <a:pt x="739" y="619"/>
                  </a:lnTo>
                  <a:lnTo>
                    <a:pt x="369" y="249"/>
                  </a:lnTo>
                  <a:lnTo>
                    <a:pt x="256" y="262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/>
            <a:lstStyle/>
            <a:p>
              <a:pPr defTabSz="457200">
                <a:defRPr/>
              </a:pPr>
              <a:endParaRPr lang="en-US" sz="2875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3" name="Freeform 154"/>
            <p:cNvSpPr>
              <a:spLocks noEditPoints="1"/>
            </p:cNvSpPr>
            <p:nvPr/>
          </p:nvSpPr>
          <p:spPr bwMode="auto">
            <a:xfrm>
              <a:off x="2880083" y="8513877"/>
              <a:ext cx="355449" cy="348337"/>
            </a:xfrm>
            <a:custGeom>
              <a:avLst/>
              <a:gdLst>
                <a:gd name="T0" fmla="*/ 20 w 524"/>
                <a:gd name="T1" fmla="*/ 0 h 515"/>
                <a:gd name="T2" fmla="*/ 0 w 524"/>
                <a:gd name="T3" fmla="*/ 128 h 515"/>
                <a:gd name="T4" fmla="*/ 128 w 524"/>
                <a:gd name="T5" fmla="*/ 148 h 515"/>
                <a:gd name="T6" fmla="*/ 148 w 524"/>
                <a:gd name="T7" fmla="*/ 20 h 515"/>
                <a:gd name="T8" fmla="*/ 504 w 524"/>
                <a:gd name="T9" fmla="*/ 367 h 515"/>
                <a:gd name="T10" fmla="*/ 376 w 524"/>
                <a:gd name="T11" fmla="*/ 387 h 515"/>
                <a:gd name="T12" fmla="*/ 396 w 524"/>
                <a:gd name="T13" fmla="*/ 515 h 515"/>
                <a:gd name="T14" fmla="*/ 524 w 524"/>
                <a:gd name="T15" fmla="*/ 495 h 515"/>
                <a:gd name="T16" fmla="*/ 504 w 524"/>
                <a:gd name="T17" fmla="*/ 367 h 515"/>
                <a:gd name="T18" fmla="*/ 206 w 524"/>
                <a:gd name="T19" fmla="*/ 367 h 515"/>
                <a:gd name="T20" fmla="*/ 186 w 524"/>
                <a:gd name="T21" fmla="*/ 495 h 515"/>
                <a:gd name="T22" fmla="*/ 314 w 524"/>
                <a:gd name="T23" fmla="*/ 515 h 515"/>
                <a:gd name="T24" fmla="*/ 334 w 524"/>
                <a:gd name="T25" fmla="*/ 387 h 515"/>
                <a:gd name="T26" fmla="*/ 128 w 524"/>
                <a:gd name="T27" fmla="*/ 367 h 515"/>
                <a:gd name="T28" fmla="*/ 0 w 524"/>
                <a:gd name="T29" fmla="*/ 387 h 515"/>
                <a:gd name="T30" fmla="*/ 20 w 524"/>
                <a:gd name="T31" fmla="*/ 515 h 515"/>
                <a:gd name="T32" fmla="*/ 148 w 524"/>
                <a:gd name="T33" fmla="*/ 495 h 515"/>
                <a:gd name="T34" fmla="*/ 128 w 524"/>
                <a:gd name="T35" fmla="*/ 367 h 515"/>
                <a:gd name="T36" fmla="*/ 396 w 524"/>
                <a:gd name="T37" fmla="*/ 181 h 515"/>
                <a:gd name="T38" fmla="*/ 376 w 524"/>
                <a:gd name="T39" fmla="*/ 309 h 515"/>
                <a:gd name="T40" fmla="*/ 504 w 524"/>
                <a:gd name="T41" fmla="*/ 329 h 515"/>
                <a:gd name="T42" fmla="*/ 524 w 524"/>
                <a:gd name="T43" fmla="*/ 201 h 515"/>
                <a:gd name="T44" fmla="*/ 314 w 524"/>
                <a:gd name="T45" fmla="*/ 181 h 515"/>
                <a:gd name="T46" fmla="*/ 186 w 524"/>
                <a:gd name="T47" fmla="*/ 201 h 515"/>
                <a:gd name="T48" fmla="*/ 206 w 524"/>
                <a:gd name="T49" fmla="*/ 329 h 515"/>
                <a:gd name="T50" fmla="*/ 334 w 524"/>
                <a:gd name="T51" fmla="*/ 309 h 515"/>
                <a:gd name="T52" fmla="*/ 314 w 524"/>
                <a:gd name="T53" fmla="*/ 181 h 515"/>
                <a:gd name="T54" fmla="*/ 20 w 524"/>
                <a:gd name="T55" fmla="*/ 181 h 515"/>
                <a:gd name="T56" fmla="*/ 0 w 524"/>
                <a:gd name="T57" fmla="*/ 309 h 515"/>
                <a:gd name="T58" fmla="*/ 128 w 524"/>
                <a:gd name="T59" fmla="*/ 329 h 515"/>
                <a:gd name="T60" fmla="*/ 148 w 524"/>
                <a:gd name="T61" fmla="*/ 201 h 515"/>
                <a:gd name="T62" fmla="*/ 504 w 524"/>
                <a:gd name="T63" fmla="*/ 0 h 515"/>
                <a:gd name="T64" fmla="*/ 376 w 524"/>
                <a:gd name="T65" fmla="*/ 20 h 515"/>
                <a:gd name="T66" fmla="*/ 396 w 524"/>
                <a:gd name="T67" fmla="*/ 148 h 515"/>
                <a:gd name="T68" fmla="*/ 524 w 524"/>
                <a:gd name="T69" fmla="*/ 128 h 515"/>
                <a:gd name="T70" fmla="*/ 504 w 524"/>
                <a:gd name="T71" fmla="*/ 0 h 515"/>
                <a:gd name="T72" fmla="*/ 206 w 524"/>
                <a:gd name="T73" fmla="*/ 0 h 515"/>
                <a:gd name="T74" fmla="*/ 186 w 524"/>
                <a:gd name="T75" fmla="*/ 128 h 515"/>
                <a:gd name="T76" fmla="*/ 314 w 524"/>
                <a:gd name="T77" fmla="*/ 148 h 515"/>
                <a:gd name="T78" fmla="*/ 334 w 524"/>
                <a:gd name="T79" fmla="*/ 20 h 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24" h="515">
                  <a:moveTo>
                    <a:pt x="128" y="0"/>
                  </a:moveTo>
                  <a:lnTo>
                    <a:pt x="20" y="0"/>
                  </a:lnTo>
                  <a:cubicBezTo>
                    <a:pt x="9" y="0"/>
                    <a:pt x="0" y="9"/>
                    <a:pt x="0" y="20"/>
                  </a:cubicBezTo>
                  <a:lnTo>
                    <a:pt x="0" y="128"/>
                  </a:lnTo>
                  <a:cubicBezTo>
                    <a:pt x="0" y="139"/>
                    <a:pt x="9" y="148"/>
                    <a:pt x="20" y="148"/>
                  </a:cubicBezTo>
                  <a:lnTo>
                    <a:pt x="128" y="148"/>
                  </a:lnTo>
                  <a:cubicBezTo>
                    <a:pt x="139" y="148"/>
                    <a:pt x="148" y="139"/>
                    <a:pt x="148" y="128"/>
                  </a:cubicBezTo>
                  <a:lnTo>
                    <a:pt x="148" y="20"/>
                  </a:lnTo>
                  <a:cubicBezTo>
                    <a:pt x="148" y="9"/>
                    <a:pt x="139" y="0"/>
                    <a:pt x="128" y="0"/>
                  </a:cubicBezTo>
                  <a:close/>
                  <a:moveTo>
                    <a:pt x="504" y="367"/>
                  </a:moveTo>
                  <a:lnTo>
                    <a:pt x="396" y="367"/>
                  </a:lnTo>
                  <a:cubicBezTo>
                    <a:pt x="385" y="367"/>
                    <a:pt x="376" y="376"/>
                    <a:pt x="376" y="387"/>
                  </a:cubicBezTo>
                  <a:lnTo>
                    <a:pt x="376" y="495"/>
                  </a:lnTo>
                  <a:cubicBezTo>
                    <a:pt x="376" y="506"/>
                    <a:pt x="385" y="515"/>
                    <a:pt x="396" y="515"/>
                  </a:cubicBezTo>
                  <a:lnTo>
                    <a:pt x="504" y="515"/>
                  </a:lnTo>
                  <a:cubicBezTo>
                    <a:pt x="515" y="515"/>
                    <a:pt x="524" y="506"/>
                    <a:pt x="524" y="495"/>
                  </a:cubicBezTo>
                  <a:lnTo>
                    <a:pt x="524" y="387"/>
                  </a:lnTo>
                  <a:cubicBezTo>
                    <a:pt x="524" y="376"/>
                    <a:pt x="515" y="367"/>
                    <a:pt x="504" y="367"/>
                  </a:cubicBezTo>
                  <a:close/>
                  <a:moveTo>
                    <a:pt x="314" y="367"/>
                  </a:moveTo>
                  <a:lnTo>
                    <a:pt x="206" y="367"/>
                  </a:lnTo>
                  <a:cubicBezTo>
                    <a:pt x="195" y="367"/>
                    <a:pt x="186" y="376"/>
                    <a:pt x="186" y="387"/>
                  </a:cubicBezTo>
                  <a:lnTo>
                    <a:pt x="186" y="495"/>
                  </a:lnTo>
                  <a:cubicBezTo>
                    <a:pt x="186" y="506"/>
                    <a:pt x="195" y="515"/>
                    <a:pt x="206" y="515"/>
                  </a:cubicBezTo>
                  <a:lnTo>
                    <a:pt x="314" y="515"/>
                  </a:lnTo>
                  <a:cubicBezTo>
                    <a:pt x="325" y="515"/>
                    <a:pt x="334" y="506"/>
                    <a:pt x="334" y="495"/>
                  </a:cubicBezTo>
                  <a:lnTo>
                    <a:pt x="334" y="387"/>
                  </a:lnTo>
                  <a:cubicBezTo>
                    <a:pt x="334" y="376"/>
                    <a:pt x="325" y="367"/>
                    <a:pt x="314" y="367"/>
                  </a:cubicBezTo>
                  <a:close/>
                  <a:moveTo>
                    <a:pt x="128" y="367"/>
                  </a:moveTo>
                  <a:lnTo>
                    <a:pt x="20" y="367"/>
                  </a:lnTo>
                  <a:cubicBezTo>
                    <a:pt x="9" y="367"/>
                    <a:pt x="0" y="376"/>
                    <a:pt x="0" y="387"/>
                  </a:cubicBezTo>
                  <a:lnTo>
                    <a:pt x="0" y="495"/>
                  </a:lnTo>
                  <a:cubicBezTo>
                    <a:pt x="0" y="506"/>
                    <a:pt x="9" y="515"/>
                    <a:pt x="20" y="515"/>
                  </a:cubicBezTo>
                  <a:lnTo>
                    <a:pt x="128" y="515"/>
                  </a:lnTo>
                  <a:cubicBezTo>
                    <a:pt x="139" y="515"/>
                    <a:pt x="148" y="506"/>
                    <a:pt x="148" y="495"/>
                  </a:cubicBezTo>
                  <a:lnTo>
                    <a:pt x="148" y="387"/>
                  </a:lnTo>
                  <a:cubicBezTo>
                    <a:pt x="148" y="376"/>
                    <a:pt x="139" y="367"/>
                    <a:pt x="128" y="367"/>
                  </a:cubicBezTo>
                  <a:close/>
                  <a:moveTo>
                    <a:pt x="504" y="181"/>
                  </a:moveTo>
                  <a:lnTo>
                    <a:pt x="396" y="181"/>
                  </a:lnTo>
                  <a:cubicBezTo>
                    <a:pt x="385" y="181"/>
                    <a:pt x="376" y="190"/>
                    <a:pt x="376" y="201"/>
                  </a:cubicBezTo>
                  <a:lnTo>
                    <a:pt x="376" y="309"/>
                  </a:lnTo>
                  <a:cubicBezTo>
                    <a:pt x="376" y="320"/>
                    <a:pt x="385" y="329"/>
                    <a:pt x="396" y="329"/>
                  </a:cubicBezTo>
                  <a:lnTo>
                    <a:pt x="504" y="329"/>
                  </a:lnTo>
                  <a:cubicBezTo>
                    <a:pt x="515" y="329"/>
                    <a:pt x="524" y="320"/>
                    <a:pt x="524" y="309"/>
                  </a:cubicBezTo>
                  <a:lnTo>
                    <a:pt x="524" y="201"/>
                  </a:lnTo>
                  <a:cubicBezTo>
                    <a:pt x="524" y="190"/>
                    <a:pt x="515" y="181"/>
                    <a:pt x="504" y="181"/>
                  </a:cubicBezTo>
                  <a:close/>
                  <a:moveTo>
                    <a:pt x="314" y="181"/>
                  </a:moveTo>
                  <a:lnTo>
                    <a:pt x="206" y="181"/>
                  </a:lnTo>
                  <a:cubicBezTo>
                    <a:pt x="195" y="181"/>
                    <a:pt x="186" y="190"/>
                    <a:pt x="186" y="201"/>
                  </a:cubicBezTo>
                  <a:lnTo>
                    <a:pt x="186" y="309"/>
                  </a:lnTo>
                  <a:cubicBezTo>
                    <a:pt x="186" y="320"/>
                    <a:pt x="195" y="329"/>
                    <a:pt x="206" y="329"/>
                  </a:cubicBezTo>
                  <a:lnTo>
                    <a:pt x="314" y="329"/>
                  </a:lnTo>
                  <a:cubicBezTo>
                    <a:pt x="325" y="329"/>
                    <a:pt x="334" y="320"/>
                    <a:pt x="334" y="309"/>
                  </a:cubicBezTo>
                  <a:lnTo>
                    <a:pt x="334" y="201"/>
                  </a:lnTo>
                  <a:cubicBezTo>
                    <a:pt x="334" y="190"/>
                    <a:pt x="325" y="181"/>
                    <a:pt x="314" y="181"/>
                  </a:cubicBezTo>
                  <a:close/>
                  <a:moveTo>
                    <a:pt x="128" y="181"/>
                  </a:moveTo>
                  <a:lnTo>
                    <a:pt x="20" y="181"/>
                  </a:lnTo>
                  <a:cubicBezTo>
                    <a:pt x="9" y="181"/>
                    <a:pt x="0" y="190"/>
                    <a:pt x="0" y="201"/>
                  </a:cubicBezTo>
                  <a:lnTo>
                    <a:pt x="0" y="309"/>
                  </a:lnTo>
                  <a:cubicBezTo>
                    <a:pt x="0" y="320"/>
                    <a:pt x="9" y="329"/>
                    <a:pt x="20" y="329"/>
                  </a:cubicBezTo>
                  <a:lnTo>
                    <a:pt x="128" y="329"/>
                  </a:lnTo>
                  <a:cubicBezTo>
                    <a:pt x="139" y="329"/>
                    <a:pt x="148" y="320"/>
                    <a:pt x="148" y="309"/>
                  </a:cubicBezTo>
                  <a:lnTo>
                    <a:pt x="148" y="201"/>
                  </a:lnTo>
                  <a:cubicBezTo>
                    <a:pt x="148" y="190"/>
                    <a:pt x="139" y="181"/>
                    <a:pt x="128" y="181"/>
                  </a:cubicBezTo>
                  <a:close/>
                  <a:moveTo>
                    <a:pt x="504" y="0"/>
                  </a:moveTo>
                  <a:lnTo>
                    <a:pt x="396" y="0"/>
                  </a:lnTo>
                  <a:cubicBezTo>
                    <a:pt x="385" y="0"/>
                    <a:pt x="376" y="9"/>
                    <a:pt x="376" y="20"/>
                  </a:cubicBezTo>
                  <a:lnTo>
                    <a:pt x="376" y="128"/>
                  </a:lnTo>
                  <a:cubicBezTo>
                    <a:pt x="376" y="139"/>
                    <a:pt x="385" y="148"/>
                    <a:pt x="396" y="148"/>
                  </a:cubicBezTo>
                  <a:lnTo>
                    <a:pt x="504" y="148"/>
                  </a:lnTo>
                  <a:cubicBezTo>
                    <a:pt x="515" y="148"/>
                    <a:pt x="524" y="139"/>
                    <a:pt x="524" y="128"/>
                  </a:cubicBezTo>
                  <a:lnTo>
                    <a:pt x="524" y="20"/>
                  </a:lnTo>
                  <a:cubicBezTo>
                    <a:pt x="524" y="9"/>
                    <a:pt x="515" y="0"/>
                    <a:pt x="504" y="0"/>
                  </a:cubicBezTo>
                  <a:close/>
                  <a:moveTo>
                    <a:pt x="314" y="0"/>
                  </a:moveTo>
                  <a:lnTo>
                    <a:pt x="206" y="0"/>
                  </a:lnTo>
                  <a:cubicBezTo>
                    <a:pt x="195" y="0"/>
                    <a:pt x="186" y="9"/>
                    <a:pt x="186" y="20"/>
                  </a:cubicBezTo>
                  <a:lnTo>
                    <a:pt x="186" y="128"/>
                  </a:lnTo>
                  <a:cubicBezTo>
                    <a:pt x="186" y="139"/>
                    <a:pt x="195" y="148"/>
                    <a:pt x="206" y="148"/>
                  </a:cubicBezTo>
                  <a:lnTo>
                    <a:pt x="314" y="148"/>
                  </a:lnTo>
                  <a:cubicBezTo>
                    <a:pt x="325" y="148"/>
                    <a:pt x="334" y="139"/>
                    <a:pt x="334" y="128"/>
                  </a:cubicBezTo>
                  <a:lnTo>
                    <a:pt x="334" y="20"/>
                  </a:lnTo>
                  <a:cubicBezTo>
                    <a:pt x="334" y="9"/>
                    <a:pt x="325" y="0"/>
                    <a:pt x="314" y="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/>
            <a:lstStyle/>
            <a:p>
              <a:pPr defTabSz="457200">
                <a:defRPr/>
              </a:pPr>
              <a:endParaRPr lang="en-US" sz="2875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4" name="Freeform 156"/>
            <p:cNvSpPr>
              <a:spLocks noEditPoints="1"/>
            </p:cNvSpPr>
            <p:nvPr/>
          </p:nvSpPr>
          <p:spPr bwMode="auto">
            <a:xfrm>
              <a:off x="6414550" y="4839293"/>
              <a:ext cx="515397" cy="383884"/>
            </a:xfrm>
            <a:custGeom>
              <a:avLst/>
              <a:gdLst>
                <a:gd name="T0" fmla="*/ 467 w 763"/>
                <a:gd name="T1" fmla="*/ 502 h 568"/>
                <a:gd name="T2" fmla="*/ 312 w 763"/>
                <a:gd name="T3" fmla="*/ 502 h 568"/>
                <a:gd name="T4" fmla="*/ 312 w 763"/>
                <a:gd name="T5" fmla="*/ 484 h 568"/>
                <a:gd name="T6" fmla="*/ 467 w 763"/>
                <a:gd name="T7" fmla="*/ 484 h 568"/>
                <a:gd name="T8" fmla="*/ 467 w 763"/>
                <a:gd name="T9" fmla="*/ 502 h 568"/>
                <a:gd name="T10" fmla="*/ 0 w 763"/>
                <a:gd name="T11" fmla="*/ 473 h 568"/>
                <a:gd name="T12" fmla="*/ 0 w 763"/>
                <a:gd name="T13" fmla="*/ 533 h 568"/>
                <a:gd name="T14" fmla="*/ 763 w 763"/>
                <a:gd name="T15" fmla="*/ 533 h 568"/>
                <a:gd name="T16" fmla="*/ 763 w 763"/>
                <a:gd name="T17" fmla="*/ 473 h 568"/>
                <a:gd name="T18" fmla="*/ 0 w 763"/>
                <a:gd name="T19" fmla="*/ 473 h 568"/>
                <a:gd name="T20" fmla="*/ 660 w 763"/>
                <a:gd name="T21" fmla="*/ 405 h 568"/>
                <a:gd name="T22" fmla="*/ 84 w 763"/>
                <a:gd name="T23" fmla="*/ 405 h 568"/>
                <a:gd name="T24" fmla="*/ 84 w 763"/>
                <a:gd name="T25" fmla="*/ 43 h 568"/>
                <a:gd name="T26" fmla="*/ 660 w 763"/>
                <a:gd name="T27" fmla="*/ 43 h 568"/>
                <a:gd name="T28" fmla="*/ 660 w 763"/>
                <a:gd name="T29" fmla="*/ 405 h 568"/>
                <a:gd name="T30" fmla="*/ 703 w 763"/>
                <a:gd name="T31" fmla="*/ 0 h 568"/>
                <a:gd name="T32" fmla="*/ 41 w 763"/>
                <a:gd name="T33" fmla="*/ 0 h 568"/>
                <a:gd name="T34" fmla="*/ 41 w 763"/>
                <a:gd name="T35" fmla="*/ 448 h 568"/>
                <a:gd name="T36" fmla="*/ 703 w 763"/>
                <a:gd name="T37" fmla="*/ 448 h 568"/>
                <a:gd name="T38" fmla="*/ 703 w 763"/>
                <a:gd name="T39" fmla="*/ 0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63" h="568">
                  <a:moveTo>
                    <a:pt x="467" y="502"/>
                  </a:moveTo>
                  <a:lnTo>
                    <a:pt x="312" y="502"/>
                  </a:lnTo>
                  <a:lnTo>
                    <a:pt x="312" y="484"/>
                  </a:lnTo>
                  <a:lnTo>
                    <a:pt x="467" y="484"/>
                  </a:lnTo>
                  <a:lnTo>
                    <a:pt x="467" y="502"/>
                  </a:lnTo>
                  <a:close/>
                  <a:moveTo>
                    <a:pt x="0" y="473"/>
                  </a:moveTo>
                  <a:lnTo>
                    <a:pt x="0" y="533"/>
                  </a:lnTo>
                  <a:cubicBezTo>
                    <a:pt x="107" y="568"/>
                    <a:pt x="737" y="549"/>
                    <a:pt x="763" y="533"/>
                  </a:cubicBezTo>
                  <a:lnTo>
                    <a:pt x="763" y="473"/>
                  </a:lnTo>
                  <a:lnTo>
                    <a:pt x="0" y="473"/>
                  </a:lnTo>
                  <a:close/>
                  <a:moveTo>
                    <a:pt x="660" y="405"/>
                  </a:moveTo>
                  <a:lnTo>
                    <a:pt x="84" y="405"/>
                  </a:lnTo>
                  <a:lnTo>
                    <a:pt x="84" y="43"/>
                  </a:lnTo>
                  <a:lnTo>
                    <a:pt x="660" y="43"/>
                  </a:lnTo>
                  <a:lnTo>
                    <a:pt x="660" y="405"/>
                  </a:lnTo>
                  <a:close/>
                  <a:moveTo>
                    <a:pt x="703" y="0"/>
                  </a:moveTo>
                  <a:lnTo>
                    <a:pt x="41" y="0"/>
                  </a:lnTo>
                  <a:lnTo>
                    <a:pt x="41" y="448"/>
                  </a:lnTo>
                  <a:lnTo>
                    <a:pt x="703" y="448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/>
            <a:lstStyle/>
            <a:p>
              <a:pPr defTabSz="457200">
                <a:defRPr/>
              </a:pPr>
              <a:endParaRPr lang="en-US" sz="2875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5" name="Freeform 157"/>
            <p:cNvSpPr>
              <a:spLocks noEditPoints="1"/>
            </p:cNvSpPr>
            <p:nvPr/>
          </p:nvSpPr>
          <p:spPr bwMode="auto">
            <a:xfrm>
              <a:off x="6521184" y="8446342"/>
              <a:ext cx="302128" cy="483407"/>
            </a:xfrm>
            <a:custGeom>
              <a:avLst/>
              <a:gdLst>
                <a:gd name="T0" fmla="*/ 402 w 447"/>
                <a:gd name="T1" fmla="*/ 603 h 715"/>
                <a:gd name="T2" fmla="*/ 44 w 447"/>
                <a:gd name="T3" fmla="*/ 603 h 715"/>
                <a:gd name="T4" fmla="*/ 44 w 447"/>
                <a:gd name="T5" fmla="*/ 111 h 715"/>
                <a:gd name="T6" fmla="*/ 402 w 447"/>
                <a:gd name="T7" fmla="*/ 111 h 715"/>
                <a:gd name="T8" fmla="*/ 402 w 447"/>
                <a:gd name="T9" fmla="*/ 603 h 715"/>
                <a:gd name="T10" fmla="*/ 223 w 447"/>
                <a:gd name="T11" fmla="*/ 692 h 715"/>
                <a:gd name="T12" fmla="*/ 190 w 447"/>
                <a:gd name="T13" fmla="*/ 659 h 715"/>
                <a:gd name="T14" fmla="*/ 223 w 447"/>
                <a:gd name="T15" fmla="*/ 625 h 715"/>
                <a:gd name="T16" fmla="*/ 257 w 447"/>
                <a:gd name="T17" fmla="*/ 659 h 715"/>
                <a:gd name="T18" fmla="*/ 223 w 447"/>
                <a:gd name="T19" fmla="*/ 692 h 715"/>
                <a:gd name="T20" fmla="*/ 145 w 447"/>
                <a:gd name="T21" fmla="*/ 44 h 715"/>
                <a:gd name="T22" fmla="*/ 301 w 447"/>
                <a:gd name="T23" fmla="*/ 44 h 715"/>
                <a:gd name="T24" fmla="*/ 313 w 447"/>
                <a:gd name="T25" fmla="*/ 56 h 715"/>
                <a:gd name="T26" fmla="*/ 301 w 447"/>
                <a:gd name="T27" fmla="*/ 67 h 715"/>
                <a:gd name="T28" fmla="*/ 145 w 447"/>
                <a:gd name="T29" fmla="*/ 67 h 715"/>
                <a:gd name="T30" fmla="*/ 134 w 447"/>
                <a:gd name="T31" fmla="*/ 56 h 715"/>
                <a:gd name="T32" fmla="*/ 145 w 447"/>
                <a:gd name="T33" fmla="*/ 44 h 715"/>
                <a:gd name="T34" fmla="*/ 402 w 447"/>
                <a:gd name="T35" fmla="*/ 0 h 715"/>
                <a:gd name="T36" fmla="*/ 44 w 447"/>
                <a:gd name="T37" fmla="*/ 0 h 715"/>
                <a:gd name="T38" fmla="*/ 0 w 447"/>
                <a:gd name="T39" fmla="*/ 44 h 715"/>
                <a:gd name="T40" fmla="*/ 0 w 447"/>
                <a:gd name="T41" fmla="*/ 670 h 715"/>
                <a:gd name="T42" fmla="*/ 44 w 447"/>
                <a:gd name="T43" fmla="*/ 715 h 715"/>
                <a:gd name="T44" fmla="*/ 402 w 447"/>
                <a:gd name="T45" fmla="*/ 715 h 715"/>
                <a:gd name="T46" fmla="*/ 447 w 447"/>
                <a:gd name="T47" fmla="*/ 670 h 715"/>
                <a:gd name="T48" fmla="*/ 447 w 447"/>
                <a:gd name="T49" fmla="*/ 44 h 715"/>
                <a:gd name="T50" fmla="*/ 402 w 447"/>
                <a:gd name="T51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47" h="715">
                  <a:moveTo>
                    <a:pt x="402" y="603"/>
                  </a:moveTo>
                  <a:lnTo>
                    <a:pt x="44" y="603"/>
                  </a:lnTo>
                  <a:lnTo>
                    <a:pt x="44" y="111"/>
                  </a:lnTo>
                  <a:lnTo>
                    <a:pt x="402" y="111"/>
                  </a:lnTo>
                  <a:lnTo>
                    <a:pt x="402" y="603"/>
                  </a:lnTo>
                  <a:close/>
                  <a:moveTo>
                    <a:pt x="223" y="692"/>
                  </a:moveTo>
                  <a:cubicBezTo>
                    <a:pt x="205" y="692"/>
                    <a:pt x="190" y="677"/>
                    <a:pt x="190" y="659"/>
                  </a:cubicBezTo>
                  <a:cubicBezTo>
                    <a:pt x="190" y="640"/>
                    <a:pt x="205" y="625"/>
                    <a:pt x="223" y="625"/>
                  </a:cubicBezTo>
                  <a:cubicBezTo>
                    <a:pt x="242" y="625"/>
                    <a:pt x="257" y="640"/>
                    <a:pt x="257" y="659"/>
                  </a:cubicBezTo>
                  <a:cubicBezTo>
                    <a:pt x="257" y="677"/>
                    <a:pt x="242" y="692"/>
                    <a:pt x="223" y="692"/>
                  </a:cubicBezTo>
                  <a:close/>
                  <a:moveTo>
                    <a:pt x="145" y="44"/>
                  </a:moveTo>
                  <a:lnTo>
                    <a:pt x="301" y="44"/>
                  </a:lnTo>
                  <a:cubicBezTo>
                    <a:pt x="308" y="44"/>
                    <a:pt x="313" y="49"/>
                    <a:pt x="313" y="56"/>
                  </a:cubicBezTo>
                  <a:cubicBezTo>
                    <a:pt x="313" y="62"/>
                    <a:pt x="308" y="67"/>
                    <a:pt x="301" y="67"/>
                  </a:cubicBezTo>
                  <a:lnTo>
                    <a:pt x="145" y="67"/>
                  </a:lnTo>
                  <a:cubicBezTo>
                    <a:pt x="139" y="67"/>
                    <a:pt x="134" y="62"/>
                    <a:pt x="134" y="56"/>
                  </a:cubicBezTo>
                  <a:cubicBezTo>
                    <a:pt x="134" y="49"/>
                    <a:pt x="139" y="44"/>
                    <a:pt x="145" y="44"/>
                  </a:cubicBezTo>
                  <a:close/>
                  <a:moveTo>
                    <a:pt x="402" y="0"/>
                  </a:moveTo>
                  <a:lnTo>
                    <a:pt x="44" y="0"/>
                  </a:lnTo>
                  <a:cubicBezTo>
                    <a:pt x="20" y="0"/>
                    <a:pt x="0" y="20"/>
                    <a:pt x="0" y="44"/>
                  </a:cubicBezTo>
                  <a:lnTo>
                    <a:pt x="0" y="670"/>
                  </a:lnTo>
                  <a:cubicBezTo>
                    <a:pt x="0" y="695"/>
                    <a:pt x="20" y="715"/>
                    <a:pt x="44" y="715"/>
                  </a:cubicBezTo>
                  <a:lnTo>
                    <a:pt x="402" y="715"/>
                  </a:lnTo>
                  <a:cubicBezTo>
                    <a:pt x="427" y="715"/>
                    <a:pt x="447" y="695"/>
                    <a:pt x="447" y="670"/>
                  </a:cubicBezTo>
                  <a:lnTo>
                    <a:pt x="447" y="44"/>
                  </a:lnTo>
                  <a:cubicBezTo>
                    <a:pt x="447" y="20"/>
                    <a:pt x="427" y="0"/>
                    <a:pt x="402" y="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/>
            <a:lstStyle/>
            <a:p>
              <a:pPr defTabSz="457200">
                <a:defRPr/>
              </a:pPr>
              <a:endParaRPr lang="en-US" sz="2875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6" name="Freeform 357"/>
            <p:cNvSpPr>
              <a:spLocks noEditPoints="1"/>
            </p:cNvSpPr>
            <p:nvPr/>
          </p:nvSpPr>
          <p:spPr bwMode="auto">
            <a:xfrm>
              <a:off x="2087161" y="6657248"/>
              <a:ext cx="412320" cy="415872"/>
            </a:xfrm>
            <a:custGeom>
              <a:avLst/>
              <a:gdLst>
                <a:gd name="T0" fmla="*/ 497 w 612"/>
                <a:gd name="T1" fmla="*/ 249 h 612"/>
                <a:gd name="T2" fmla="*/ 497 w 612"/>
                <a:gd name="T3" fmla="*/ 220 h 612"/>
                <a:gd name="T4" fmla="*/ 497 w 612"/>
                <a:gd name="T5" fmla="*/ 115 h 612"/>
                <a:gd name="T6" fmla="*/ 114 w 612"/>
                <a:gd name="T7" fmla="*/ 115 h 612"/>
                <a:gd name="T8" fmla="*/ 114 w 612"/>
                <a:gd name="T9" fmla="*/ 220 h 612"/>
                <a:gd name="T10" fmla="*/ 114 w 612"/>
                <a:gd name="T11" fmla="*/ 249 h 612"/>
                <a:gd name="T12" fmla="*/ 114 w 612"/>
                <a:gd name="T13" fmla="*/ 411 h 612"/>
                <a:gd name="T14" fmla="*/ 497 w 612"/>
                <a:gd name="T15" fmla="*/ 411 h 612"/>
                <a:gd name="T16" fmla="*/ 497 w 612"/>
                <a:gd name="T17" fmla="*/ 249 h 612"/>
                <a:gd name="T18" fmla="*/ 583 w 612"/>
                <a:gd name="T19" fmla="*/ 115 h 612"/>
                <a:gd name="T20" fmla="*/ 554 w 612"/>
                <a:gd name="T21" fmla="*/ 115 h 612"/>
                <a:gd name="T22" fmla="*/ 554 w 612"/>
                <a:gd name="T23" fmla="*/ 278 h 612"/>
                <a:gd name="T24" fmla="*/ 554 w 612"/>
                <a:gd name="T25" fmla="*/ 411 h 612"/>
                <a:gd name="T26" fmla="*/ 554 w 612"/>
                <a:gd name="T27" fmla="*/ 440 h 612"/>
                <a:gd name="T28" fmla="*/ 526 w 612"/>
                <a:gd name="T29" fmla="*/ 469 h 612"/>
                <a:gd name="T30" fmla="*/ 375 w 612"/>
                <a:gd name="T31" fmla="*/ 469 h 612"/>
                <a:gd name="T32" fmla="*/ 469 w 612"/>
                <a:gd name="T33" fmla="*/ 563 h 612"/>
                <a:gd name="T34" fmla="*/ 478 w 612"/>
                <a:gd name="T35" fmla="*/ 584 h 612"/>
                <a:gd name="T36" fmla="*/ 449 w 612"/>
                <a:gd name="T37" fmla="*/ 612 h 612"/>
                <a:gd name="T38" fmla="*/ 429 w 612"/>
                <a:gd name="T39" fmla="*/ 604 h 612"/>
                <a:gd name="T40" fmla="*/ 334 w 612"/>
                <a:gd name="T41" fmla="*/ 509 h 612"/>
                <a:gd name="T42" fmla="*/ 334 w 612"/>
                <a:gd name="T43" fmla="*/ 584 h 612"/>
                <a:gd name="T44" fmla="*/ 306 w 612"/>
                <a:gd name="T45" fmla="*/ 612 h 612"/>
                <a:gd name="T46" fmla="*/ 277 w 612"/>
                <a:gd name="T47" fmla="*/ 584 h 612"/>
                <a:gd name="T48" fmla="*/ 277 w 612"/>
                <a:gd name="T49" fmla="*/ 509 h 612"/>
                <a:gd name="T50" fmla="*/ 182 w 612"/>
                <a:gd name="T51" fmla="*/ 604 h 612"/>
                <a:gd name="T52" fmla="*/ 162 w 612"/>
                <a:gd name="T53" fmla="*/ 612 h 612"/>
                <a:gd name="T54" fmla="*/ 133 w 612"/>
                <a:gd name="T55" fmla="*/ 584 h 612"/>
                <a:gd name="T56" fmla="*/ 142 w 612"/>
                <a:gd name="T57" fmla="*/ 563 h 612"/>
                <a:gd name="T58" fmla="*/ 236 w 612"/>
                <a:gd name="T59" fmla="*/ 469 h 612"/>
                <a:gd name="T60" fmla="*/ 86 w 612"/>
                <a:gd name="T61" fmla="*/ 469 h 612"/>
                <a:gd name="T62" fmla="*/ 57 w 612"/>
                <a:gd name="T63" fmla="*/ 440 h 612"/>
                <a:gd name="T64" fmla="*/ 57 w 612"/>
                <a:gd name="T65" fmla="*/ 411 h 612"/>
                <a:gd name="T66" fmla="*/ 57 w 612"/>
                <a:gd name="T67" fmla="*/ 278 h 612"/>
                <a:gd name="T68" fmla="*/ 57 w 612"/>
                <a:gd name="T69" fmla="*/ 115 h 612"/>
                <a:gd name="T70" fmla="*/ 28 w 612"/>
                <a:gd name="T71" fmla="*/ 115 h 612"/>
                <a:gd name="T72" fmla="*/ 0 w 612"/>
                <a:gd name="T73" fmla="*/ 86 h 612"/>
                <a:gd name="T74" fmla="*/ 28 w 612"/>
                <a:gd name="T75" fmla="*/ 57 h 612"/>
                <a:gd name="T76" fmla="*/ 277 w 612"/>
                <a:gd name="T77" fmla="*/ 57 h 612"/>
                <a:gd name="T78" fmla="*/ 277 w 612"/>
                <a:gd name="T79" fmla="*/ 29 h 612"/>
                <a:gd name="T80" fmla="*/ 306 w 612"/>
                <a:gd name="T81" fmla="*/ 0 h 612"/>
                <a:gd name="T82" fmla="*/ 334 w 612"/>
                <a:gd name="T83" fmla="*/ 29 h 612"/>
                <a:gd name="T84" fmla="*/ 334 w 612"/>
                <a:gd name="T85" fmla="*/ 57 h 612"/>
                <a:gd name="T86" fmla="*/ 583 w 612"/>
                <a:gd name="T87" fmla="*/ 57 h 612"/>
                <a:gd name="T88" fmla="*/ 612 w 612"/>
                <a:gd name="T89" fmla="*/ 86 h 612"/>
                <a:gd name="T90" fmla="*/ 583 w 612"/>
                <a:gd name="T91" fmla="*/ 115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12" h="612">
                  <a:moveTo>
                    <a:pt x="497" y="249"/>
                  </a:moveTo>
                  <a:lnTo>
                    <a:pt x="497" y="220"/>
                  </a:lnTo>
                  <a:lnTo>
                    <a:pt x="497" y="115"/>
                  </a:lnTo>
                  <a:lnTo>
                    <a:pt x="114" y="115"/>
                  </a:lnTo>
                  <a:lnTo>
                    <a:pt x="114" y="220"/>
                  </a:lnTo>
                  <a:lnTo>
                    <a:pt x="114" y="249"/>
                  </a:lnTo>
                  <a:lnTo>
                    <a:pt x="114" y="411"/>
                  </a:lnTo>
                  <a:lnTo>
                    <a:pt x="497" y="411"/>
                  </a:lnTo>
                  <a:lnTo>
                    <a:pt x="497" y="249"/>
                  </a:lnTo>
                  <a:close/>
                  <a:moveTo>
                    <a:pt x="583" y="115"/>
                  </a:moveTo>
                  <a:lnTo>
                    <a:pt x="554" y="115"/>
                  </a:lnTo>
                  <a:lnTo>
                    <a:pt x="554" y="278"/>
                  </a:lnTo>
                  <a:lnTo>
                    <a:pt x="554" y="411"/>
                  </a:lnTo>
                  <a:lnTo>
                    <a:pt x="554" y="440"/>
                  </a:lnTo>
                  <a:cubicBezTo>
                    <a:pt x="554" y="456"/>
                    <a:pt x="541" y="469"/>
                    <a:pt x="526" y="469"/>
                  </a:cubicBezTo>
                  <a:lnTo>
                    <a:pt x="375" y="469"/>
                  </a:lnTo>
                  <a:lnTo>
                    <a:pt x="469" y="563"/>
                  </a:lnTo>
                  <a:cubicBezTo>
                    <a:pt x="475" y="569"/>
                    <a:pt x="478" y="576"/>
                    <a:pt x="478" y="584"/>
                  </a:cubicBezTo>
                  <a:cubicBezTo>
                    <a:pt x="478" y="600"/>
                    <a:pt x="465" y="612"/>
                    <a:pt x="449" y="612"/>
                  </a:cubicBezTo>
                  <a:cubicBezTo>
                    <a:pt x="441" y="612"/>
                    <a:pt x="434" y="609"/>
                    <a:pt x="429" y="604"/>
                  </a:cubicBezTo>
                  <a:lnTo>
                    <a:pt x="334" y="509"/>
                  </a:lnTo>
                  <a:lnTo>
                    <a:pt x="334" y="584"/>
                  </a:lnTo>
                  <a:cubicBezTo>
                    <a:pt x="334" y="600"/>
                    <a:pt x="321" y="612"/>
                    <a:pt x="306" y="612"/>
                  </a:cubicBezTo>
                  <a:cubicBezTo>
                    <a:pt x="290" y="612"/>
                    <a:pt x="277" y="600"/>
                    <a:pt x="277" y="584"/>
                  </a:cubicBezTo>
                  <a:lnTo>
                    <a:pt x="277" y="509"/>
                  </a:lnTo>
                  <a:lnTo>
                    <a:pt x="182" y="604"/>
                  </a:lnTo>
                  <a:cubicBezTo>
                    <a:pt x="177" y="609"/>
                    <a:pt x="170" y="612"/>
                    <a:pt x="162" y="612"/>
                  </a:cubicBezTo>
                  <a:cubicBezTo>
                    <a:pt x="146" y="612"/>
                    <a:pt x="133" y="600"/>
                    <a:pt x="133" y="584"/>
                  </a:cubicBezTo>
                  <a:cubicBezTo>
                    <a:pt x="133" y="576"/>
                    <a:pt x="137" y="569"/>
                    <a:pt x="142" y="563"/>
                  </a:cubicBezTo>
                  <a:lnTo>
                    <a:pt x="236" y="469"/>
                  </a:lnTo>
                  <a:lnTo>
                    <a:pt x="86" y="469"/>
                  </a:lnTo>
                  <a:cubicBezTo>
                    <a:pt x="70" y="469"/>
                    <a:pt x="57" y="456"/>
                    <a:pt x="57" y="440"/>
                  </a:cubicBezTo>
                  <a:lnTo>
                    <a:pt x="57" y="411"/>
                  </a:lnTo>
                  <a:lnTo>
                    <a:pt x="57" y="278"/>
                  </a:lnTo>
                  <a:lnTo>
                    <a:pt x="57" y="115"/>
                  </a:lnTo>
                  <a:lnTo>
                    <a:pt x="28" y="115"/>
                  </a:lnTo>
                  <a:cubicBezTo>
                    <a:pt x="12" y="115"/>
                    <a:pt x="0" y="102"/>
                    <a:pt x="0" y="86"/>
                  </a:cubicBezTo>
                  <a:cubicBezTo>
                    <a:pt x="0" y="70"/>
                    <a:pt x="12" y="57"/>
                    <a:pt x="28" y="57"/>
                  </a:cubicBezTo>
                  <a:lnTo>
                    <a:pt x="277" y="57"/>
                  </a:lnTo>
                  <a:lnTo>
                    <a:pt x="277" y="29"/>
                  </a:lnTo>
                  <a:cubicBezTo>
                    <a:pt x="277" y="13"/>
                    <a:pt x="290" y="0"/>
                    <a:pt x="306" y="0"/>
                  </a:cubicBezTo>
                  <a:cubicBezTo>
                    <a:pt x="321" y="0"/>
                    <a:pt x="334" y="13"/>
                    <a:pt x="334" y="29"/>
                  </a:cubicBezTo>
                  <a:lnTo>
                    <a:pt x="334" y="57"/>
                  </a:lnTo>
                  <a:lnTo>
                    <a:pt x="583" y="57"/>
                  </a:lnTo>
                  <a:cubicBezTo>
                    <a:pt x="599" y="57"/>
                    <a:pt x="612" y="70"/>
                    <a:pt x="612" y="86"/>
                  </a:cubicBezTo>
                  <a:cubicBezTo>
                    <a:pt x="612" y="102"/>
                    <a:pt x="599" y="115"/>
                    <a:pt x="583" y="115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/>
            <a:lstStyle/>
            <a:p>
              <a:pPr defTabSz="457200">
                <a:defRPr/>
              </a:pPr>
              <a:endParaRPr lang="en-US" sz="2875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51469" y="1756258"/>
            <a:ext cx="3692607" cy="1068006"/>
            <a:chOff x="776582" y="2836479"/>
            <a:chExt cx="3692607" cy="1068006"/>
          </a:xfrm>
        </p:grpSpPr>
        <p:sp>
          <p:nvSpPr>
            <p:cNvPr id="28" name="文本框 27"/>
            <p:cNvSpPr txBox="1"/>
            <p:nvPr/>
          </p:nvSpPr>
          <p:spPr>
            <a:xfrm>
              <a:off x="776582" y="3203716"/>
              <a:ext cx="3679783" cy="700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请您单击此处添加合适文字说明，可调整文字大X或者颜色等属性。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3232953" y="2836479"/>
              <a:ext cx="123623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951980" y="1756258"/>
            <a:ext cx="3688551" cy="1068006"/>
            <a:chOff x="7752533" y="2836479"/>
            <a:chExt cx="3688551" cy="1068006"/>
          </a:xfrm>
        </p:grpSpPr>
        <p:sp>
          <p:nvSpPr>
            <p:cNvPr id="31" name="文本框 30"/>
            <p:cNvSpPr txBox="1"/>
            <p:nvPr/>
          </p:nvSpPr>
          <p:spPr>
            <a:xfrm>
              <a:off x="7765356" y="3203716"/>
              <a:ext cx="3675728" cy="700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请您单击此处添加合适文字说明，可调整文字大X或者颜色等属性。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7752533" y="2836479"/>
              <a:ext cx="123623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79487" y="3115915"/>
            <a:ext cx="3286288" cy="1068006"/>
            <a:chOff x="1182901" y="2836479"/>
            <a:chExt cx="3286288" cy="1068006"/>
          </a:xfrm>
        </p:grpSpPr>
        <p:sp>
          <p:nvSpPr>
            <p:cNvPr id="34" name="文本框 33"/>
            <p:cNvSpPr txBox="1"/>
            <p:nvPr/>
          </p:nvSpPr>
          <p:spPr>
            <a:xfrm>
              <a:off x="1182901" y="3203716"/>
              <a:ext cx="3273464" cy="700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请您单击此处添加合适文字说明，可调整文字大X或者颜色等属性。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3232953" y="2836479"/>
              <a:ext cx="123623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8430282" y="3115915"/>
            <a:ext cx="3210249" cy="1068006"/>
            <a:chOff x="7752533" y="2836479"/>
            <a:chExt cx="3210249" cy="1068006"/>
          </a:xfrm>
        </p:grpSpPr>
        <p:sp>
          <p:nvSpPr>
            <p:cNvPr id="37" name="文本框 36"/>
            <p:cNvSpPr txBox="1"/>
            <p:nvPr/>
          </p:nvSpPr>
          <p:spPr>
            <a:xfrm>
              <a:off x="7765356" y="3203716"/>
              <a:ext cx="3197426" cy="700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请您单击此处添加合适文字说明，可调整文字大X或者颜色等属性。</a:t>
              </a:r>
            </a:p>
          </p:txBody>
        </p:sp>
        <p:sp>
          <p:nvSpPr>
            <p:cNvPr id="38" name="矩形 37"/>
            <p:cNvSpPr/>
            <p:nvPr/>
          </p:nvSpPr>
          <p:spPr>
            <a:xfrm>
              <a:off x="7752533" y="2836479"/>
              <a:ext cx="123623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479487" y="4475572"/>
            <a:ext cx="3764589" cy="1068006"/>
            <a:chOff x="704600" y="2836479"/>
            <a:chExt cx="3764589" cy="1068006"/>
          </a:xfrm>
        </p:grpSpPr>
        <p:sp>
          <p:nvSpPr>
            <p:cNvPr id="40" name="文本框 39"/>
            <p:cNvSpPr txBox="1"/>
            <p:nvPr/>
          </p:nvSpPr>
          <p:spPr>
            <a:xfrm>
              <a:off x="704600" y="3203716"/>
              <a:ext cx="3751765" cy="700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请您单击此处添加合适文字说明，可调整文字大X或者颜色等属性。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3232953" y="2836479"/>
              <a:ext cx="123623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951980" y="4475572"/>
            <a:ext cx="3688551" cy="1068006"/>
            <a:chOff x="7752533" y="2836479"/>
            <a:chExt cx="3688551" cy="1068006"/>
          </a:xfrm>
        </p:grpSpPr>
        <p:sp>
          <p:nvSpPr>
            <p:cNvPr id="43" name="文本框 42"/>
            <p:cNvSpPr txBox="1"/>
            <p:nvPr/>
          </p:nvSpPr>
          <p:spPr>
            <a:xfrm>
              <a:off x="7765356" y="3203716"/>
              <a:ext cx="3675728" cy="700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请您单击此处添加合适文字说明，可调整文字大X或者颜色等属性。</a:t>
              </a:r>
            </a:p>
          </p:txBody>
        </p:sp>
        <p:sp>
          <p:nvSpPr>
            <p:cNvPr id="44" name="矩形 43"/>
            <p:cNvSpPr/>
            <p:nvPr/>
          </p:nvSpPr>
          <p:spPr>
            <a:xfrm>
              <a:off x="7752533" y="2836479"/>
              <a:ext cx="123623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kumimoji="1"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528" dur="75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528" dur="75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528" dur="75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528" dur="75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528" dur="75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528" dur="75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e2679986bf8a41ef">
            <a:alphaModFix amt="1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7144" y="235807"/>
            <a:ext cx="547995" cy="509895"/>
            <a:chOff x="315244" y="264382"/>
            <a:chExt cx="547995" cy="509895"/>
          </a:xfrm>
        </p:grpSpPr>
        <p:sp>
          <p:nvSpPr>
            <p:cNvPr id="6" name="圆: 空心 5"/>
            <p:cNvSpPr/>
            <p:nvPr/>
          </p:nvSpPr>
          <p:spPr>
            <a:xfrm>
              <a:off x="353344" y="264382"/>
              <a:ext cx="509895" cy="509895"/>
            </a:xfrm>
            <a:prstGeom prst="donut">
              <a:avLst/>
            </a:prstGeom>
            <a:solidFill>
              <a:srgbClr val="00B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33819" y="344857"/>
              <a:ext cx="348946" cy="3489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1667" y="412705"/>
              <a:ext cx="213250" cy="213250"/>
            </a:xfrm>
            <a:prstGeom prst="ellipse">
              <a:avLst/>
            </a:prstGeom>
            <a:gradFill>
              <a:gsLst>
                <a:gs pos="100000">
                  <a:srgbClr val="00BCD4">
                    <a:alpha val="66000"/>
                  </a:srgbClr>
                </a:gs>
                <a:gs pos="46000">
                  <a:srgbClr val="00BCD4"/>
                </a:gs>
              </a:gsLst>
              <a:lin ang="7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5" name="圆: 空心 14"/>
            <p:cNvSpPr/>
            <p:nvPr/>
          </p:nvSpPr>
          <p:spPr>
            <a:xfrm>
              <a:off x="315244" y="554489"/>
              <a:ext cx="213250" cy="213250"/>
            </a:xfrm>
            <a:prstGeom prst="donut">
              <a:avLst/>
            </a:prstGeom>
            <a:solidFill>
              <a:srgbClr val="009B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4664" y="229144"/>
            <a:ext cx="28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项 目 介 绍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283561" y="1663330"/>
            <a:ext cx="9624879" cy="2256306"/>
            <a:chOff x="709746" y="1520455"/>
            <a:chExt cx="10772508" cy="2525338"/>
          </a:xfrm>
        </p:grpSpPr>
        <p:sp>
          <p:nvSpPr>
            <p:cNvPr id="4" name="AutoShape 1"/>
            <p:cNvSpPr/>
            <p:nvPr/>
          </p:nvSpPr>
          <p:spPr bwMode="auto">
            <a:xfrm>
              <a:off x="709746" y="1543349"/>
              <a:ext cx="2499912" cy="2502444"/>
            </a:xfrm>
            <a:custGeom>
              <a:avLst/>
              <a:gdLst>
                <a:gd name="T0" fmla="*/ 2254135 w 19679"/>
                <a:gd name="T1" fmla="*/ 2476045 h 19679"/>
                <a:gd name="T2" fmla="*/ 2254135 w 19679"/>
                <a:gd name="T3" fmla="*/ 2476045 h 19679"/>
                <a:gd name="T4" fmla="*/ 2254135 w 19679"/>
                <a:gd name="T5" fmla="*/ 2476045 h 19679"/>
                <a:gd name="T6" fmla="*/ 2254135 w 19679"/>
                <a:gd name="T7" fmla="*/ 2476045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rgbClr val="009BB0"/>
            </a:solidFill>
            <a:ln>
              <a:noFill/>
            </a:ln>
            <a:effectLst/>
          </p:spPr>
          <p:txBody>
            <a:bodyPr lIns="22853" tIns="22853" rIns="22853" bIns="22853" anchor="ctr"/>
            <a:lstStyle/>
            <a:p>
              <a:pPr marL="0" marR="0" lvl="0" indent="0" algn="ctr" defTabSz="9144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buNone/>
                <a:defRPr/>
              </a:pPr>
              <a:endParaRPr kumimoji="0" lang="zh-CN" altLang="en-US" sz="2485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AutoShape 2"/>
            <p:cNvSpPr/>
            <p:nvPr/>
          </p:nvSpPr>
          <p:spPr bwMode="auto">
            <a:xfrm>
              <a:off x="1265189" y="2095435"/>
              <a:ext cx="1375831" cy="83825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2853" tIns="22853" rIns="22853" bIns="22853"/>
            <a:lstStyle/>
            <a:p>
              <a:pPr marL="0" marR="0" lvl="0" indent="0" algn="ctr" defTabSz="4572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buNone/>
                <a:defRPr/>
              </a:pPr>
              <a:r>
                <a:rPr kumimoji="0" lang="es-E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70%</a:t>
              </a:r>
              <a:endParaRPr kumimoji="0" lang="es-E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9" name="AutoShape 3"/>
            <p:cNvSpPr/>
            <p:nvPr/>
          </p:nvSpPr>
          <p:spPr bwMode="auto">
            <a:xfrm>
              <a:off x="1256383" y="2779601"/>
              <a:ext cx="1374952" cy="62252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2853" tIns="22853" rIns="22853" bIns="22853"/>
            <a:lstStyle/>
            <a:p>
              <a:pPr marL="0" marR="0" lvl="0" indent="0" algn="ctr" defTabSz="4572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添加标题</a:t>
              </a:r>
              <a:endParaRPr kumimoji="0" lang="es-ES" altLang="zh-CN" sz="6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" name="AutoShape 4"/>
            <p:cNvSpPr/>
            <p:nvPr/>
          </p:nvSpPr>
          <p:spPr bwMode="auto">
            <a:xfrm>
              <a:off x="3557358" y="1535423"/>
              <a:ext cx="2499912" cy="2502444"/>
            </a:xfrm>
            <a:custGeom>
              <a:avLst/>
              <a:gdLst>
                <a:gd name="T0" fmla="*/ 2254135 w 19679"/>
                <a:gd name="T1" fmla="*/ 2476045 h 19679"/>
                <a:gd name="T2" fmla="*/ 2254135 w 19679"/>
                <a:gd name="T3" fmla="*/ 2476045 h 19679"/>
                <a:gd name="T4" fmla="*/ 2254135 w 19679"/>
                <a:gd name="T5" fmla="*/ 2476045 h 19679"/>
                <a:gd name="T6" fmla="*/ 2254135 w 19679"/>
                <a:gd name="T7" fmla="*/ 2476045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rgbClr val="00BCD4"/>
            </a:solidFill>
            <a:ln>
              <a:noFill/>
            </a:ln>
            <a:effectLst/>
          </p:spPr>
          <p:txBody>
            <a:bodyPr lIns="22853" tIns="22853" rIns="22853" bIns="22853" anchor="ctr"/>
            <a:lstStyle/>
            <a:p>
              <a:pPr marL="0" marR="0" lvl="0" indent="0" algn="ctr" defTabSz="9144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buNone/>
                <a:defRPr/>
              </a:pPr>
              <a:endParaRPr kumimoji="0" lang="zh-CN" altLang="en-US" sz="2485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AutoShape 5"/>
            <p:cNvSpPr/>
            <p:nvPr/>
          </p:nvSpPr>
          <p:spPr bwMode="auto">
            <a:xfrm>
              <a:off x="4133041" y="2091032"/>
              <a:ext cx="1374952" cy="8391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2853" tIns="22853" rIns="22853" bIns="22853"/>
            <a:lstStyle/>
            <a:p>
              <a:pPr marL="0" marR="0" lvl="0" indent="0" algn="ctr" defTabSz="4572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buNone/>
                <a:defRPr/>
              </a:pPr>
              <a:r>
                <a:rPr kumimoji="0" lang="es-E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80%</a:t>
              </a:r>
              <a:endParaRPr kumimoji="0" lang="es-E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2" name="AutoShape 6"/>
            <p:cNvSpPr/>
            <p:nvPr/>
          </p:nvSpPr>
          <p:spPr bwMode="auto">
            <a:xfrm>
              <a:off x="4123359" y="2779601"/>
              <a:ext cx="1374952" cy="62252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2853" tIns="22853" rIns="22853" bIns="22853"/>
            <a:lstStyle/>
            <a:p>
              <a:pPr marL="0" marR="0" lvl="0" indent="0" algn="ctr" defTabSz="4572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添加标题</a:t>
              </a:r>
              <a:endParaRPr kumimoji="0" lang="es-ES" altLang="zh-CN" sz="6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3" name="AutoShape 7"/>
            <p:cNvSpPr/>
            <p:nvPr/>
          </p:nvSpPr>
          <p:spPr bwMode="auto">
            <a:xfrm>
              <a:off x="6382081" y="1527497"/>
              <a:ext cx="2499912" cy="2503326"/>
            </a:xfrm>
            <a:custGeom>
              <a:avLst/>
              <a:gdLst>
                <a:gd name="T0" fmla="*/ 2254135 w 19679"/>
                <a:gd name="T1" fmla="*/ 2476916 h 19679"/>
                <a:gd name="T2" fmla="*/ 2254135 w 19679"/>
                <a:gd name="T3" fmla="*/ 2476916 h 19679"/>
                <a:gd name="T4" fmla="*/ 2254135 w 19679"/>
                <a:gd name="T5" fmla="*/ 2476916 h 19679"/>
                <a:gd name="T6" fmla="*/ 2254135 w 19679"/>
                <a:gd name="T7" fmla="*/ 2476916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rgbClr val="009BB0"/>
            </a:solidFill>
            <a:ln>
              <a:noFill/>
            </a:ln>
            <a:effectLst/>
          </p:spPr>
          <p:txBody>
            <a:bodyPr lIns="22853" tIns="22853" rIns="22853" bIns="22853" anchor="ctr"/>
            <a:lstStyle/>
            <a:p>
              <a:pPr marL="0" marR="0" lvl="0" indent="0" algn="ctr" defTabSz="9144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buNone/>
                <a:defRPr/>
              </a:pPr>
              <a:endParaRPr kumimoji="0" lang="zh-CN" altLang="en-US" sz="2485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6" name="AutoShape 8"/>
            <p:cNvSpPr/>
            <p:nvPr/>
          </p:nvSpPr>
          <p:spPr bwMode="auto">
            <a:xfrm>
              <a:off x="6957766" y="2091032"/>
              <a:ext cx="1375832" cy="8391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2853" tIns="22853" rIns="22853" bIns="22853"/>
            <a:lstStyle/>
            <a:p>
              <a:pPr marL="0" marR="0" lvl="0" indent="0" algn="ctr" defTabSz="4572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buNone/>
                <a:defRPr/>
              </a:pPr>
              <a:r>
                <a:rPr kumimoji="0" lang="es-E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90%</a:t>
              </a:r>
              <a:endParaRPr kumimoji="0" lang="es-E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AutoShape 9"/>
            <p:cNvSpPr/>
            <p:nvPr/>
          </p:nvSpPr>
          <p:spPr bwMode="auto">
            <a:xfrm>
              <a:off x="6948963" y="2778723"/>
              <a:ext cx="1374952" cy="62341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2853" tIns="22853" rIns="22853" bIns="22853"/>
            <a:lstStyle/>
            <a:p>
              <a:pPr marL="0" marR="0" lvl="0" indent="0" algn="ctr" defTabSz="4572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添加标题</a:t>
              </a:r>
              <a:endParaRPr kumimoji="0" lang="es-ES" altLang="zh-CN" sz="6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9" name="AutoShape 10"/>
            <p:cNvSpPr/>
            <p:nvPr/>
          </p:nvSpPr>
          <p:spPr bwMode="auto">
            <a:xfrm>
              <a:off x="8982342" y="1520455"/>
              <a:ext cx="2499912" cy="2502444"/>
            </a:xfrm>
            <a:custGeom>
              <a:avLst/>
              <a:gdLst>
                <a:gd name="T0" fmla="*/ 2254135 w 19679"/>
                <a:gd name="T1" fmla="*/ 2476045 h 19679"/>
                <a:gd name="T2" fmla="*/ 2254135 w 19679"/>
                <a:gd name="T3" fmla="*/ 2476045 h 19679"/>
                <a:gd name="T4" fmla="*/ 2254135 w 19679"/>
                <a:gd name="T5" fmla="*/ 2476045 h 19679"/>
                <a:gd name="T6" fmla="*/ 2254135 w 19679"/>
                <a:gd name="T7" fmla="*/ 2476045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rgbClr val="00BCD4"/>
            </a:solidFill>
            <a:ln>
              <a:noFill/>
            </a:ln>
            <a:effectLst/>
          </p:spPr>
          <p:txBody>
            <a:bodyPr lIns="22853" tIns="22853" rIns="22853" bIns="22853" anchor="ctr"/>
            <a:lstStyle/>
            <a:p>
              <a:pPr marL="0" marR="0" lvl="0" indent="0" algn="ctr" defTabSz="9144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buNone/>
                <a:defRPr/>
              </a:pPr>
              <a:endParaRPr kumimoji="0" lang="zh-CN" altLang="en-US" sz="2485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AutoShape 11"/>
            <p:cNvSpPr/>
            <p:nvPr/>
          </p:nvSpPr>
          <p:spPr bwMode="auto">
            <a:xfrm>
              <a:off x="9558026" y="2091032"/>
              <a:ext cx="1375832" cy="8391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2853" tIns="22853" rIns="22853" bIns="22853"/>
            <a:lstStyle/>
            <a:p>
              <a:pPr marL="0" marR="0" lvl="0" indent="0" algn="ctr" defTabSz="4572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buNone/>
                <a:defRPr/>
              </a:pPr>
              <a:r>
                <a:rPr kumimoji="0" lang="es-E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99%</a:t>
              </a:r>
              <a:endParaRPr kumimoji="0" lang="es-E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AutoShape 12"/>
            <p:cNvSpPr/>
            <p:nvPr/>
          </p:nvSpPr>
          <p:spPr bwMode="auto">
            <a:xfrm>
              <a:off x="9549224" y="2778723"/>
              <a:ext cx="1374952" cy="62341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22853" tIns="22853" rIns="22853" bIns="22853"/>
            <a:lstStyle/>
            <a:p>
              <a:pPr marL="0" marR="0" lvl="0" indent="0" algn="ctr" defTabSz="4572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添加标题</a:t>
              </a:r>
              <a:endParaRPr kumimoji="0" lang="es-ES" altLang="zh-CN" sz="6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2" name="AutoShape 13"/>
            <p:cNvSpPr/>
            <p:nvPr/>
          </p:nvSpPr>
          <p:spPr bwMode="auto">
            <a:xfrm>
              <a:off x="8396098" y="2246008"/>
              <a:ext cx="992923" cy="991469"/>
            </a:xfrm>
            <a:custGeom>
              <a:avLst/>
              <a:gdLst>
                <a:gd name="T0" fmla="*/ 895305 w 19679"/>
                <a:gd name="T1" fmla="*/ 981009 h 19679"/>
                <a:gd name="T2" fmla="*/ 895305 w 19679"/>
                <a:gd name="T3" fmla="*/ 981009 h 19679"/>
                <a:gd name="T4" fmla="*/ 895305 w 19679"/>
                <a:gd name="T5" fmla="*/ 981009 h 19679"/>
                <a:gd name="T6" fmla="*/ 895305 w 19679"/>
                <a:gd name="T7" fmla="*/ 981009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lIns="22853" tIns="22853" rIns="22853" bIns="22853" anchor="ctr"/>
            <a:lstStyle/>
            <a:p>
              <a:pPr marL="0" marR="0" lvl="0" indent="0" algn="ctr" defTabSz="9144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buNone/>
                <a:defRPr/>
              </a:pPr>
              <a:endParaRPr kumimoji="0" lang="zh-CN" altLang="en-US" sz="2485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AutoShape 14"/>
            <p:cNvSpPr/>
            <p:nvPr/>
          </p:nvSpPr>
          <p:spPr bwMode="auto">
            <a:xfrm>
              <a:off x="8748195" y="2588531"/>
              <a:ext cx="305448" cy="254472"/>
            </a:xfrm>
            <a:custGeom>
              <a:avLst/>
              <a:gdLst>
                <a:gd name="T0" fmla="*/ 275432 w 21600"/>
                <a:gd name="T1" fmla="*/ 229394 h 21600"/>
                <a:gd name="T2" fmla="*/ 275432 w 21600"/>
                <a:gd name="T3" fmla="*/ 229394 h 21600"/>
                <a:gd name="T4" fmla="*/ 275432 w 21600"/>
                <a:gd name="T5" fmla="*/ 229394 h 21600"/>
                <a:gd name="T6" fmla="*/ 275432 w 21600"/>
                <a:gd name="T7" fmla="*/ 229394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20263" y="3222"/>
                  </a:moveTo>
                  <a:cubicBezTo>
                    <a:pt x="20632" y="3222"/>
                    <a:pt x="20946" y="3384"/>
                    <a:pt x="21208" y="3713"/>
                  </a:cubicBezTo>
                  <a:cubicBezTo>
                    <a:pt x="21470" y="4042"/>
                    <a:pt x="21600" y="4427"/>
                    <a:pt x="21600" y="4865"/>
                  </a:cubicBezTo>
                  <a:lnTo>
                    <a:pt x="21600" y="19984"/>
                  </a:lnTo>
                  <a:cubicBezTo>
                    <a:pt x="21600" y="20421"/>
                    <a:pt x="21470" y="20803"/>
                    <a:pt x="21208" y="21121"/>
                  </a:cubicBezTo>
                  <a:cubicBezTo>
                    <a:pt x="20946" y="21441"/>
                    <a:pt x="20632" y="21599"/>
                    <a:pt x="20263" y="21599"/>
                  </a:cubicBezTo>
                  <a:lnTo>
                    <a:pt x="1348" y="21599"/>
                  </a:lnTo>
                  <a:cubicBezTo>
                    <a:pt x="981" y="21599"/>
                    <a:pt x="663" y="21441"/>
                    <a:pt x="399" y="21121"/>
                  </a:cubicBezTo>
                  <a:cubicBezTo>
                    <a:pt x="134" y="20803"/>
                    <a:pt x="0" y="20421"/>
                    <a:pt x="0" y="19984"/>
                  </a:cubicBezTo>
                  <a:lnTo>
                    <a:pt x="0" y="4865"/>
                  </a:lnTo>
                  <a:cubicBezTo>
                    <a:pt x="0" y="4427"/>
                    <a:pt x="134" y="4042"/>
                    <a:pt x="399" y="3713"/>
                  </a:cubicBezTo>
                  <a:cubicBezTo>
                    <a:pt x="663" y="3384"/>
                    <a:pt x="981" y="3222"/>
                    <a:pt x="1348" y="3222"/>
                  </a:cubicBezTo>
                  <a:lnTo>
                    <a:pt x="5638" y="3222"/>
                  </a:lnTo>
                  <a:lnTo>
                    <a:pt x="6318" y="1460"/>
                  </a:lnTo>
                  <a:cubicBezTo>
                    <a:pt x="6458" y="1057"/>
                    <a:pt x="6717" y="713"/>
                    <a:pt x="7089" y="425"/>
                  </a:cubicBezTo>
                  <a:cubicBezTo>
                    <a:pt x="7466" y="143"/>
                    <a:pt x="7838" y="0"/>
                    <a:pt x="8203" y="0"/>
                  </a:cubicBezTo>
                  <a:lnTo>
                    <a:pt x="13396" y="0"/>
                  </a:lnTo>
                  <a:cubicBezTo>
                    <a:pt x="13763" y="0"/>
                    <a:pt x="14135" y="143"/>
                    <a:pt x="14510" y="425"/>
                  </a:cubicBezTo>
                  <a:cubicBezTo>
                    <a:pt x="14884" y="713"/>
                    <a:pt x="15146" y="1057"/>
                    <a:pt x="15293" y="1460"/>
                  </a:cubicBezTo>
                  <a:lnTo>
                    <a:pt x="15961" y="3222"/>
                  </a:lnTo>
                  <a:lnTo>
                    <a:pt x="20263" y="3222"/>
                  </a:lnTo>
                  <a:close/>
                  <a:moveTo>
                    <a:pt x="10806" y="19185"/>
                  </a:moveTo>
                  <a:cubicBezTo>
                    <a:pt x="11572" y="19185"/>
                    <a:pt x="12299" y="19002"/>
                    <a:pt x="12987" y="18650"/>
                  </a:cubicBezTo>
                  <a:cubicBezTo>
                    <a:pt x="13672" y="18294"/>
                    <a:pt x="14270" y="17810"/>
                    <a:pt x="14774" y="17196"/>
                  </a:cubicBezTo>
                  <a:cubicBezTo>
                    <a:pt x="15278" y="16582"/>
                    <a:pt x="15677" y="15862"/>
                    <a:pt x="15974" y="15048"/>
                  </a:cubicBezTo>
                  <a:cubicBezTo>
                    <a:pt x="16270" y="14234"/>
                    <a:pt x="16419" y="13356"/>
                    <a:pt x="16419" y="12421"/>
                  </a:cubicBezTo>
                  <a:cubicBezTo>
                    <a:pt x="16419" y="11499"/>
                    <a:pt x="16270" y="10623"/>
                    <a:pt x="15974" y="9795"/>
                  </a:cubicBezTo>
                  <a:cubicBezTo>
                    <a:pt x="15677" y="8966"/>
                    <a:pt x="15278" y="8249"/>
                    <a:pt x="14774" y="7644"/>
                  </a:cubicBezTo>
                  <a:cubicBezTo>
                    <a:pt x="14270" y="7036"/>
                    <a:pt x="13672" y="6557"/>
                    <a:pt x="12987" y="6199"/>
                  </a:cubicBezTo>
                  <a:cubicBezTo>
                    <a:pt x="12299" y="5843"/>
                    <a:pt x="11572" y="5667"/>
                    <a:pt x="10806" y="5667"/>
                  </a:cubicBezTo>
                  <a:cubicBezTo>
                    <a:pt x="10039" y="5667"/>
                    <a:pt x="9312" y="5846"/>
                    <a:pt x="8619" y="6199"/>
                  </a:cubicBezTo>
                  <a:cubicBezTo>
                    <a:pt x="7929" y="6557"/>
                    <a:pt x="7332" y="7036"/>
                    <a:pt x="6827" y="7644"/>
                  </a:cubicBezTo>
                  <a:cubicBezTo>
                    <a:pt x="6323" y="8249"/>
                    <a:pt x="5922" y="8963"/>
                    <a:pt x="5625" y="9789"/>
                  </a:cubicBezTo>
                  <a:cubicBezTo>
                    <a:pt x="5329" y="10612"/>
                    <a:pt x="5180" y="11490"/>
                    <a:pt x="5180" y="12421"/>
                  </a:cubicBezTo>
                  <a:cubicBezTo>
                    <a:pt x="5180" y="13356"/>
                    <a:pt x="5329" y="14234"/>
                    <a:pt x="5625" y="15048"/>
                  </a:cubicBezTo>
                  <a:cubicBezTo>
                    <a:pt x="5922" y="15862"/>
                    <a:pt x="6323" y="16582"/>
                    <a:pt x="6827" y="17196"/>
                  </a:cubicBezTo>
                  <a:cubicBezTo>
                    <a:pt x="7332" y="17810"/>
                    <a:pt x="7929" y="18294"/>
                    <a:pt x="8619" y="18650"/>
                  </a:cubicBezTo>
                  <a:cubicBezTo>
                    <a:pt x="9312" y="19005"/>
                    <a:pt x="10039" y="19185"/>
                    <a:pt x="10806" y="19185"/>
                  </a:cubicBezTo>
                  <a:moveTo>
                    <a:pt x="10806" y="7832"/>
                  </a:moveTo>
                  <a:cubicBezTo>
                    <a:pt x="11337" y="7832"/>
                    <a:pt x="11834" y="7953"/>
                    <a:pt x="12294" y="8191"/>
                  </a:cubicBezTo>
                  <a:cubicBezTo>
                    <a:pt x="12754" y="8432"/>
                    <a:pt x="13158" y="8755"/>
                    <a:pt x="13501" y="9169"/>
                  </a:cubicBezTo>
                  <a:cubicBezTo>
                    <a:pt x="13846" y="9583"/>
                    <a:pt x="14118" y="10068"/>
                    <a:pt x="14316" y="10623"/>
                  </a:cubicBezTo>
                  <a:cubicBezTo>
                    <a:pt x="14515" y="11184"/>
                    <a:pt x="14615" y="11781"/>
                    <a:pt x="14615" y="12421"/>
                  </a:cubicBezTo>
                  <a:cubicBezTo>
                    <a:pt x="14615" y="13056"/>
                    <a:pt x="14515" y="13649"/>
                    <a:pt x="14316" y="14205"/>
                  </a:cubicBezTo>
                  <a:cubicBezTo>
                    <a:pt x="14118" y="14757"/>
                    <a:pt x="13846" y="15245"/>
                    <a:pt x="13501" y="15668"/>
                  </a:cubicBezTo>
                  <a:cubicBezTo>
                    <a:pt x="13158" y="16091"/>
                    <a:pt x="12752" y="16420"/>
                    <a:pt x="12289" y="16661"/>
                  </a:cubicBezTo>
                  <a:cubicBezTo>
                    <a:pt x="11824" y="16899"/>
                    <a:pt x="11330" y="17016"/>
                    <a:pt x="10806" y="17016"/>
                  </a:cubicBezTo>
                  <a:cubicBezTo>
                    <a:pt x="10274" y="17016"/>
                    <a:pt x="9777" y="16899"/>
                    <a:pt x="9312" y="16661"/>
                  </a:cubicBezTo>
                  <a:cubicBezTo>
                    <a:pt x="8847" y="16420"/>
                    <a:pt x="8443" y="16091"/>
                    <a:pt x="8100" y="15668"/>
                  </a:cubicBezTo>
                  <a:cubicBezTo>
                    <a:pt x="7755" y="15245"/>
                    <a:pt x="7483" y="14754"/>
                    <a:pt x="7285" y="14199"/>
                  </a:cubicBezTo>
                  <a:cubicBezTo>
                    <a:pt x="7084" y="13641"/>
                    <a:pt x="6984" y="13044"/>
                    <a:pt x="6984" y="12421"/>
                  </a:cubicBezTo>
                  <a:cubicBezTo>
                    <a:pt x="6984" y="11781"/>
                    <a:pt x="7084" y="11184"/>
                    <a:pt x="7285" y="10623"/>
                  </a:cubicBezTo>
                  <a:cubicBezTo>
                    <a:pt x="7483" y="10068"/>
                    <a:pt x="7755" y="9583"/>
                    <a:pt x="8100" y="9169"/>
                  </a:cubicBezTo>
                  <a:cubicBezTo>
                    <a:pt x="8443" y="8755"/>
                    <a:pt x="8847" y="8431"/>
                    <a:pt x="9312" y="8191"/>
                  </a:cubicBezTo>
                  <a:cubicBezTo>
                    <a:pt x="9777" y="7953"/>
                    <a:pt x="10274" y="7832"/>
                    <a:pt x="10806" y="78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lIns="19045" tIns="19045" rIns="19045" bIns="19045" anchor="ctr"/>
            <a:lstStyle/>
            <a:p>
              <a:pPr marL="0" marR="0" lvl="0" indent="0" algn="ctr" defTabSz="9144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buNone/>
                <a:defRPr/>
              </a:pPr>
              <a:endParaRPr kumimoji="0" lang="zh-CN" altLang="en-US" sz="2485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4" name="AutoShape 15"/>
            <p:cNvSpPr/>
            <p:nvPr/>
          </p:nvSpPr>
          <p:spPr bwMode="auto">
            <a:xfrm>
              <a:off x="5767670" y="2253928"/>
              <a:ext cx="992923" cy="990589"/>
            </a:xfrm>
            <a:custGeom>
              <a:avLst/>
              <a:gdLst>
                <a:gd name="T0" fmla="*/ 895305 w 19679"/>
                <a:gd name="T1" fmla="*/ 980138 h 19679"/>
                <a:gd name="T2" fmla="*/ 895305 w 19679"/>
                <a:gd name="T3" fmla="*/ 980138 h 19679"/>
                <a:gd name="T4" fmla="*/ 895305 w 19679"/>
                <a:gd name="T5" fmla="*/ 980138 h 19679"/>
                <a:gd name="T6" fmla="*/ 895305 w 19679"/>
                <a:gd name="T7" fmla="*/ 980138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lIns="22853" tIns="22853" rIns="22853" bIns="22853" anchor="ctr"/>
            <a:lstStyle/>
            <a:p>
              <a:pPr marL="0" marR="0" lvl="0" indent="0" algn="ctr" defTabSz="9144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buNone/>
                <a:defRPr/>
              </a:pPr>
              <a:endParaRPr kumimoji="0" lang="zh-CN" altLang="en-US" sz="2485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5" name="AutoShape 16"/>
            <p:cNvSpPr/>
            <p:nvPr/>
          </p:nvSpPr>
          <p:spPr bwMode="auto">
            <a:xfrm>
              <a:off x="6112729" y="2595572"/>
              <a:ext cx="303687" cy="303779"/>
            </a:xfrm>
            <a:custGeom>
              <a:avLst/>
              <a:gdLst>
                <a:gd name="T0" fmla="*/ 273844 w 21600"/>
                <a:gd name="T1" fmla="*/ 273844 h 21600"/>
                <a:gd name="T2" fmla="*/ 273844 w 21600"/>
                <a:gd name="T3" fmla="*/ 273844 h 21600"/>
                <a:gd name="T4" fmla="*/ 273844 w 21600"/>
                <a:gd name="T5" fmla="*/ 273844 h 21600"/>
                <a:gd name="T6" fmla="*/ 273844 w 21600"/>
                <a:gd name="T7" fmla="*/ 273844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18897" y="0"/>
                  </a:moveTo>
                  <a:cubicBezTo>
                    <a:pt x="19649" y="0"/>
                    <a:pt x="20287" y="264"/>
                    <a:pt x="20812" y="796"/>
                  </a:cubicBezTo>
                  <a:cubicBezTo>
                    <a:pt x="21335" y="1321"/>
                    <a:pt x="21600" y="1962"/>
                    <a:pt x="21600" y="2711"/>
                  </a:cubicBezTo>
                  <a:lnTo>
                    <a:pt x="21600" y="18882"/>
                  </a:lnTo>
                  <a:cubicBezTo>
                    <a:pt x="21600" y="19267"/>
                    <a:pt x="21526" y="19623"/>
                    <a:pt x="21382" y="19952"/>
                  </a:cubicBezTo>
                  <a:cubicBezTo>
                    <a:pt x="21235" y="20281"/>
                    <a:pt x="21041" y="20563"/>
                    <a:pt x="20803" y="20804"/>
                  </a:cubicBezTo>
                  <a:cubicBezTo>
                    <a:pt x="20566" y="21042"/>
                    <a:pt x="20278" y="21232"/>
                    <a:pt x="19940" y="21376"/>
                  </a:cubicBezTo>
                  <a:cubicBezTo>
                    <a:pt x="19602" y="21523"/>
                    <a:pt x="19256" y="21594"/>
                    <a:pt x="18897" y="21594"/>
                  </a:cubicBezTo>
                  <a:lnTo>
                    <a:pt x="12065" y="21594"/>
                  </a:lnTo>
                  <a:lnTo>
                    <a:pt x="12065" y="12552"/>
                  </a:lnTo>
                  <a:lnTo>
                    <a:pt x="14486" y="12552"/>
                  </a:lnTo>
                  <a:cubicBezTo>
                    <a:pt x="14594" y="12552"/>
                    <a:pt x="14697" y="12516"/>
                    <a:pt x="14788" y="12440"/>
                  </a:cubicBezTo>
                  <a:cubicBezTo>
                    <a:pt x="14876" y="12367"/>
                    <a:pt x="14920" y="12267"/>
                    <a:pt x="14920" y="12143"/>
                  </a:cubicBezTo>
                  <a:lnTo>
                    <a:pt x="15088" y="9779"/>
                  </a:lnTo>
                  <a:cubicBezTo>
                    <a:pt x="15088" y="9649"/>
                    <a:pt x="15050" y="9538"/>
                    <a:pt x="14976" y="9444"/>
                  </a:cubicBezTo>
                  <a:cubicBezTo>
                    <a:pt x="14882" y="9350"/>
                    <a:pt x="14773" y="9303"/>
                    <a:pt x="14653" y="9303"/>
                  </a:cubicBezTo>
                  <a:lnTo>
                    <a:pt x="12065" y="9303"/>
                  </a:lnTo>
                  <a:lnTo>
                    <a:pt x="12065" y="8263"/>
                  </a:lnTo>
                  <a:cubicBezTo>
                    <a:pt x="12065" y="7878"/>
                    <a:pt x="12115" y="7622"/>
                    <a:pt x="12215" y="7496"/>
                  </a:cubicBezTo>
                  <a:cubicBezTo>
                    <a:pt x="12312" y="7370"/>
                    <a:pt x="12565" y="7308"/>
                    <a:pt x="12964" y="7308"/>
                  </a:cubicBezTo>
                  <a:cubicBezTo>
                    <a:pt x="13202" y="7308"/>
                    <a:pt x="13458" y="7326"/>
                    <a:pt x="13745" y="7367"/>
                  </a:cubicBezTo>
                  <a:cubicBezTo>
                    <a:pt x="14033" y="7405"/>
                    <a:pt x="14306" y="7455"/>
                    <a:pt x="14568" y="7520"/>
                  </a:cubicBezTo>
                  <a:cubicBezTo>
                    <a:pt x="14624" y="7520"/>
                    <a:pt x="14685" y="7514"/>
                    <a:pt x="14759" y="7499"/>
                  </a:cubicBezTo>
                  <a:cubicBezTo>
                    <a:pt x="14829" y="7484"/>
                    <a:pt x="14882" y="7458"/>
                    <a:pt x="14920" y="7423"/>
                  </a:cubicBezTo>
                  <a:cubicBezTo>
                    <a:pt x="15014" y="7367"/>
                    <a:pt x="15079" y="7264"/>
                    <a:pt x="15117" y="7114"/>
                  </a:cubicBezTo>
                  <a:lnTo>
                    <a:pt x="15437" y="4837"/>
                  </a:lnTo>
                  <a:cubicBezTo>
                    <a:pt x="15478" y="4564"/>
                    <a:pt x="15361" y="4403"/>
                    <a:pt x="15088" y="4347"/>
                  </a:cubicBezTo>
                  <a:cubicBezTo>
                    <a:pt x="14245" y="4112"/>
                    <a:pt x="13364" y="4000"/>
                    <a:pt x="12444" y="4009"/>
                  </a:cubicBezTo>
                  <a:cubicBezTo>
                    <a:pt x="9625" y="4009"/>
                    <a:pt x="8212" y="5384"/>
                    <a:pt x="8212" y="8128"/>
                  </a:cubicBezTo>
                  <a:lnTo>
                    <a:pt x="8212" y="9308"/>
                  </a:lnTo>
                  <a:lnTo>
                    <a:pt x="6764" y="9308"/>
                  </a:lnTo>
                  <a:cubicBezTo>
                    <a:pt x="6455" y="9308"/>
                    <a:pt x="6306" y="9458"/>
                    <a:pt x="6317" y="9758"/>
                  </a:cubicBezTo>
                  <a:lnTo>
                    <a:pt x="6317" y="12120"/>
                  </a:lnTo>
                  <a:cubicBezTo>
                    <a:pt x="6317" y="12234"/>
                    <a:pt x="6356" y="12334"/>
                    <a:pt x="6444" y="12425"/>
                  </a:cubicBezTo>
                  <a:cubicBezTo>
                    <a:pt x="6526" y="12514"/>
                    <a:pt x="6632" y="12558"/>
                    <a:pt x="6764" y="12558"/>
                  </a:cubicBezTo>
                  <a:lnTo>
                    <a:pt x="8212" y="12558"/>
                  </a:lnTo>
                  <a:lnTo>
                    <a:pt x="8212" y="21600"/>
                  </a:lnTo>
                  <a:lnTo>
                    <a:pt x="2684" y="21600"/>
                  </a:lnTo>
                  <a:cubicBezTo>
                    <a:pt x="2320" y="21600"/>
                    <a:pt x="1973" y="21529"/>
                    <a:pt x="1647" y="21382"/>
                  </a:cubicBezTo>
                  <a:cubicBezTo>
                    <a:pt x="1321" y="21238"/>
                    <a:pt x="1033" y="21047"/>
                    <a:pt x="795" y="20809"/>
                  </a:cubicBezTo>
                  <a:cubicBezTo>
                    <a:pt x="558" y="20569"/>
                    <a:pt x="364" y="20287"/>
                    <a:pt x="220" y="19957"/>
                  </a:cubicBezTo>
                  <a:cubicBezTo>
                    <a:pt x="76" y="19628"/>
                    <a:pt x="0" y="19273"/>
                    <a:pt x="0" y="18888"/>
                  </a:cubicBezTo>
                  <a:lnTo>
                    <a:pt x="0" y="2717"/>
                  </a:lnTo>
                  <a:cubicBezTo>
                    <a:pt x="0" y="2352"/>
                    <a:pt x="76" y="2000"/>
                    <a:pt x="220" y="1662"/>
                  </a:cubicBezTo>
                  <a:cubicBezTo>
                    <a:pt x="364" y="1327"/>
                    <a:pt x="558" y="1036"/>
                    <a:pt x="795" y="801"/>
                  </a:cubicBezTo>
                  <a:cubicBezTo>
                    <a:pt x="1033" y="557"/>
                    <a:pt x="1321" y="369"/>
                    <a:pt x="1647" y="222"/>
                  </a:cubicBezTo>
                  <a:cubicBezTo>
                    <a:pt x="1973" y="75"/>
                    <a:pt x="2320" y="5"/>
                    <a:pt x="2684" y="5"/>
                  </a:cubicBezTo>
                  <a:lnTo>
                    <a:pt x="18897" y="5"/>
                  </a:lnTo>
                  <a:lnTo>
                    <a:pt x="188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lIns="19045" tIns="19045" rIns="19045" bIns="19045" anchor="ctr"/>
            <a:lstStyle/>
            <a:p>
              <a:pPr marL="0" marR="0" lvl="0" indent="0" algn="ctr" defTabSz="9144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buNone/>
                <a:defRPr/>
              </a:pPr>
              <a:endParaRPr kumimoji="0" lang="zh-CN" altLang="en-US" sz="2485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AutoShape 17"/>
            <p:cNvSpPr/>
            <p:nvPr/>
          </p:nvSpPr>
          <p:spPr bwMode="auto">
            <a:xfrm>
              <a:off x="2879568" y="2260976"/>
              <a:ext cx="992923" cy="991469"/>
            </a:xfrm>
            <a:custGeom>
              <a:avLst/>
              <a:gdLst>
                <a:gd name="T0" fmla="*/ 895305 w 19679"/>
                <a:gd name="T1" fmla="*/ 981009 h 19679"/>
                <a:gd name="T2" fmla="*/ 895305 w 19679"/>
                <a:gd name="T3" fmla="*/ 981009 h 19679"/>
                <a:gd name="T4" fmla="*/ 895305 w 19679"/>
                <a:gd name="T5" fmla="*/ 981009 h 19679"/>
                <a:gd name="T6" fmla="*/ 895305 w 19679"/>
                <a:gd name="T7" fmla="*/ 981009 h 196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8" y="6724"/>
                    <a:pt x="20638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lIns="22853" tIns="22853" rIns="22853" bIns="22853" anchor="ctr"/>
            <a:lstStyle/>
            <a:p>
              <a:pPr marL="0" marR="0" lvl="0" indent="0" algn="ctr" defTabSz="9144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buNone/>
                <a:defRPr/>
              </a:pPr>
              <a:endParaRPr kumimoji="0" lang="zh-CN" altLang="en-US" sz="2485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7" name="AutoShape 18"/>
            <p:cNvSpPr/>
            <p:nvPr/>
          </p:nvSpPr>
          <p:spPr bwMode="auto">
            <a:xfrm>
              <a:off x="3241347" y="2573563"/>
              <a:ext cx="305448" cy="305541"/>
            </a:xfrm>
            <a:custGeom>
              <a:avLst/>
              <a:gdLst>
                <a:gd name="T0" fmla="*/ 275432 w 21600"/>
                <a:gd name="T1" fmla="*/ 275431 h 21600"/>
                <a:gd name="T2" fmla="*/ 275432 w 21600"/>
                <a:gd name="T3" fmla="*/ 275431 h 21600"/>
                <a:gd name="T4" fmla="*/ 275432 w 21600"/>
                <a:gd name="T5" fmla="*/ 275431 h 21600"/>
                <a:gd name="T6" fmla="*/ 275432 w 21600"/>
                <a:gd name="T7" fmla="*/ 275431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21328" y="11543"/>
                  </a:moveTo>
                  <a:cubicBezTo>
                    <a:pt x="21492" y="11930"/>
                    <a:pt x="21571" y="12337"/>
                    <a:pt x="21571" y="12758"/>
                  </a:cubicBezTo>
                  <a:cubicBezTo>
                    <a:pt x="21571" y="13464"/>
                    <a:pt x="21388" y="14105"/>
                    <a:pt x="21017" y="14678"/>
                  </a:cubicBezTo>
                  <a:cubicBezTo>
                    <a:pt x="21111" y="15215"/>
                    <a:pt x="21077" y="15745"/>
                    <a:pt x="20924" y="16285"/>
                  </a:cubicBezTo>
                  <a:cubicBezTo>
                    <a:pt x="20769" y="16819"/>
                    <a:pt x="20512" y="17287"/>
                    <a:pt x="20141" y="17697"/>
                  </a:cubicBezTo>
                  <a:cubicBezTo>
                    <a:pt x="20105" y="18451"/>
                    <a:pt x="19901" y="19081"/>
                    <a:pt x="19531" y="19580"/>
                  </a:cubicBezTo>
                  <a:cubicBezTo>
                    <a:pt x="19161" y="20080"/>
                    <a:pt x="18700" y="20481"/>
                    <a:pt x="18146" y="20783"/>
                  </a:cubicBezTo>
                  <a:cubicBezTo>
                    <a:pt x="17593" y="21088"/>
                    <a:pt x="16982" y="21297"/>
                    <a:pt x="16321" y="21419"/>
                  </a:cubicBezTo>
                  <a:cubicBezTo>
                    <a:pt x="15660" y="21540"/>
                    <a:pt x="15010" y="21599"/>
                    <a:pt x="14380" y="21599"/>
                  </a:cubicBezTo>
                  <a:cubicBezTo>
                    <a:pt x="13730" y="21599"/>
                    <a:pt x="13077" y="21554"/>
                    <a:pt x="12424" y="21461"/>
                  </a:cubicBezTo>
                  <a:cubicBezTo>
                    <a:pt x="11772" y="21362"/>
                    <a:pt x="11127" y="21235"/>
                    <a:pt x="10497" y="21074"/>
                  </a:cubicBezTo>
                  <a:cubicBezTo>
                    <a:pt x="9864" y="20894"/>
                    <a:pt x="9237" y="20701"/>
                    <a:pt x="8610" y="20493"/>
                  </a:cubicBezTo>
                  <a:cubicBezTo>
                    <a:pt x="7982" y="20286"/>
                    <a:pt x="7341" y="20182"/>
                    <a:pt x="6680" y="20182"/>
                  </a:cubicBezTo>
                  <a:lnTo>
                    <a:pt x="1607" y="20182"/>
                  </a:lnTo>
                  <a:cubicBezTo>
                    <a:pt x="1167" y="20182"/>
                    <a:pt x="785" y="20029"/>
                    <a:pt x="471" y="19713"/>
                  </a:cubicBezTo>
                  <a:cubicBezTo>
                    <a:pt x="158" y="19405"/>
                    <a:pt x="0" y="19024"/>
                    <a:pt x="0" y="18572"/>
                  </a:cubicBezTo>
                  <a:lnTo>
                    <a:pt x="0" y="9880"/>
                  </a:lnTo>
                  <a:cubicBezTo>
                    <a:pt x="0" y="9440"/>
                    <a:pt x="158" y="9064"/>
                    <a:pt x="471" y="8753"/>
                  </a:cubicBezTo>
                  <a:cubicBezTo>
                    <a:pt x="785" y="8440"/>
                    <a:pt x="1167" y="8285"/>
                    <a:pt x="1607" y="8285"/>
                  </a:cubicBezTo>
                  <a:lnTo>
                    <a:pt x="6315" y="8285"/>
                  </a:lnTo>
                  <a:cubicBezTo>
                    <a:pt x="6558" y="8160"/>
                    <a:pt x="6750" y="8022"/>
                    <a:pt x="6897" y="7872"/>
                  </a:cubicBezTo>
                  <a:cubicBezTo>
                    <a:pt x="7041" y="7723"/>
                    <a:pt x="7197" y="7548"/>
                    <a:pt x="7369" y="7342"/>
                  </a:cubicBezTo>
                  <a:cubicBezTo>
                    <a:pt x="7513" y="7161"/>
                    <a:pt x="7663" y="6986"/>
                    <a:pt x="7810" y="6819"/>
                  </a:cubicBezTo>
                  <a:cubicBezTo>
                    <a:pt x="7957" y="6653"/>
                    <a:pt x="8112" y="6483"/>
                    <a:pt x="8276" y="6311"/>
                  </a:cubicBezTo>
                  <a:cubicBezTo>
                    <a:pt x="8570" y="5997"/>
                    <a:pt x="8918" y="5690"/>
                    <a:pt x="9302" y="5385"/>
                  </a:cubicBezTo>
                  <a:cubicBezTo>
                    <a:pt x="9692" y="5085"/>
                    <a:pt x="9989" y="4749"/>
                    <a:pt x="10195" y="4379"/>
                  </a:cubicBezTo>
                  <a:cubicBezTo>
                    <a:pt x="10339" y="4117"/>
                    <a:pt x="10443" y="3826"/>
                    <a:pt x="10506" y="3507"/>
                  </a:cubicBezTo>
                  <a:cubicBezTo>
                    <a:pt x="10565" y="3188"/>
                    <a:pt x="10627" y="2866"/>
                    <a:pt x="10675" y="2538"/>
                  </a:cubicBezTo>
                  <a:cubicBezTo>
                    <a:pt x="10726" y="2216"/>
                    <a:pt x="10780" y="1900"/>
                    <a:pt x="10845" y="1592"/>
                  </a:cubicBezTo>
                  <a:cubicBezTo>
                    <a:pt x="10907" y="1287"/>
                    <a:pt x="11014" y="1016"/>
                    <a:pt x="11161" y="776"/>
                  </a:cubicBezTo>
                  <a:cubicBezTo>
                    <a:pt x="11311" y="536"/>
                    <a:pt x="11523" y="350"/>
                    <a:pt x="11800" y="208"/>
                  </a:cubicBezTo>
                  <a:cubicBezTo>
                    <a:pt x="12074" y="67"/>
                    <a:pt x="12441" y="0"/>
                    <a:pt x="12902" y="0"/>
                  </a:cubicBezTo>
                  <a:cubicBezTo>
                    <a:pt x="13450" y="0"/>
                    <a:pt x="13956" y="112"/>
                    <a:pt x="14411" y="344"/>
                  </a:cubicBezTo>
                  <a:cubicBezTo>
                    <a:pt x="14869" y="573"/>
                    <a:pt x="15250" y="881"/>
                    <a:pt x="15567" y="1270"/>
                  </a:cubicBezTo>
                  <a:cubicBezTo>
                    <a:pt x="15880" y="1657"/>
                    <a:pt x="16126" y="2101"/>
                    <a:pt x="16304" y="2600"/>
                  </a:cubicBezTo>
                  <a:cubicBezTo>
                    <a:pt x="16479" y="3103"/>
                    <a:pt x="16570" y="3609"/>
                    <a:pt x="16570" y="4123"/>
                  </a:cubicBezTo>
                  <a:cubicBezTo>
                    <a:pt x="16570" y="4653"/>
                    <a:pt x="16491" y="5162"/>
                    <a:pt x="16332" y="5645"/>
                  </a:cubicBezTo>
                  <a:cubicBezTo>
                    <a:pt x="16174" y="6125"/>
                    <a:pt x="15982" y="6610"/>
                    <a:pt x="15759" y="7096"/>
                  </a:cubicBezTo>
                  <a:cubicBezTo>
                    <a:pt x="16072" y="7079"/>
                    <a:pt x="16389" y="7057"/>
                    <a:pt x="16705" y="7034"/>
                  </a:cubicBezTo>
                  <a:cubicBezTo>
                    <a:pt x="17019" y="7011"/>
                    <a:pt x="17335" y="7000"/>
                    <a:pt x="17652" y="7000"/>
                  </a:cubicBezTo>
                  <a:cubicBezTo>
                    <a:pt x="18149" y="7000"/>
                    <a:pt x="18630" y="7048"/>
                    <a:pt x="19099" y="7144"/>
                  </a:cubicBezTo>
                  <a:cubicBezTo>
                    <a:pt x="19568" y="7237"/>
                    <a:pt x="19986" y="7395"/>
                    <a:pt x="20356" y="7616"/>
                  </a:cubicBezTo>
                  <a:cubicBezTo>
                    <a:pt x="20726" y="7839"/>
                    <a:pt x="21026" y="8144"/>
                    <a:pt x="21255" y="8528"/>
                  </a:cubicBezTo>
                  <a:cubicBezTo>
                    <a:pt x="21486" y="8918"/>
                    <a:pt x="21600" y="9409"/>
                    <a:pt x="21600" y="10002"/>
                  </a:cubicBezTo>
                  <a:cubicBezTo>
                    <a:pt x="21600" y="10265"/>
                    <a:pt x="21580" y="10519"/>
                    <a:pt x="21535" y="10773"/>
                  </a:cubicBezTo>
                  <a:cubicBezTo>
                    <a:pt x="21484" y="11030"/>
                    <a:pt x="21419" y="11284"/>
                    <a:pt x="21328" y="11543"/>
                  </a:cubicBezTo>
                  <a:moveTo>
                    <a:pt x="4258" y="18519"/>
                  </a:moveTo>
                  <a:cubicBezTo>
                    <a:pt x="4555" y="18519"/>
                    <a:pt x="4809" y="18417"/>
                    <a:pt x="5024" y="18214"/>
                  </a:cubicBezTo>
                  <a:cubicBezTo>
                    <a:pt x="5233" y="18013"/>
                    <a:pt x="5340" y="17759"/>
                    <a:pt x="5340" y="17454"/>
                  </a:cubicBezTo>
                  <a:cubicBezTo>
                    <a:pt x="5340" y="17155"/>
                    <a:pt x="5233" y="16900"/>
                    <a:pt x="5024" y="16686"/>
                  </a:cubicBezTo>
                  <a:cubicBezTo>
                    <a:pt x="4812" y="16477"/>
                    <a:pt x="4557" y="16372"/>
                    <a:pt x="4258" y="16372"/>
                  </a:cubicBezTo>
                  <a:cubicBezTo>
                    <a:pt x="3941" y="16372"/>
                    <a:pt x="3684" y="16477"/>
                    <a:pt x="3486" y="16686"/>
                  </a:cubicBezTo>
                  <a:cubicBezTo>
                    <a:pt x="3289" y="16900"/>
                    <a:pt x="3190" y="17155"/>
                    <a:pt x="3190" y="17454"/>
                  </a:cubicBezTo>
                  <a:cubicBezTo>
                    <a:pt x="3190" y="17767"/>
                    <a:pt x="3289" y="18024"/>
                    <a:pt x="3486" y="18222"/>
                  </a:cubicBezTo>
                  <a:cubicBezTo>
                    <a:pt x="3681" y="18420"/>
                    <a:pt x="3939" y="18519"/>
                    <a:pt x="4258" y="18519"/>
                  </a:cubicBezTo>
                  <a:moveTo>
                    <a:pt x="19164" y="14342"/>
                  </a:moveTo>
                  <a:cubicBezTo>
                    <a:pt x="19703" y="13901"/>
                    <a:pt x="19975" y="13345"/>
                    <a:pt x="19975" y="12679"/>
                  </a:cubicBezTo>
                  <a:cubicBezTo>
                    <a:pt x="19975" y="12473"/>
                    <a:pt x="19918" y="12281"/>
                    <a:pt x="19805" y="12097"/>
                  </a:cubicBezTo>
                  <a:cubicBezTo>
                    <a:pt x="19695" y="11919"/>
                    <a:pt x="19576" y="11761"/>
                    <a:pt x="19446" y="11623"/>
                  </a:cubicBezTo>
                  <a:cubicBezTo>
                    <a:pt x="19590" y="11363"/>
                    <a:pt x="19720" y="11106"/>
                    <a:pt x="19833" y="10849"/>
                  </a:cubicBezTo>
                  <a:cubicBezTo>
                    <a:pt x="19944" y="10592"/>
                    <a:pt x="20003" y="10312"/>
                    <a:pt x="20003" y="10002"/>
                  </a:cubicBezTo>
                  <a:cubicBezTo>
                    <a:pt x="20003" y="9688"/>
                    <a:pt x="19924" y="9440"/>
                    <a:pt x="19766" y="9251"/>
                  </a:cubicBezTo>
                  <a:cubicBezTo>
                    <a:pt x="19607" y="9070"/>
                    <a:pt x="19415" y="8929"/>
                    <a:pt x="19184" y="8833"/>
                  </a:cubicBezTo>
                  <a:cubicBezTo>
                    <a:pt x="18955" y="8739"/>
                    <a:pt x="18697" y="8683"/>
                    <a:pt x="18418" y="8663"/>
                  </a:cubicBezTo>
                  <a:cubicBezTo>
                    <a:pt x="18138" y="8643"/>
                    <a:pt x="17884" y="8635"/>
                    <a:pt x="17649" y="8635"/>
                  </a:cubicBezTo>
                  <a:cubicBezTo>
                    <a:pt x="17242" y="8635"/>
                    <a:pt x="16835" y="8649"/>
                    <a:pt x="16423" y="8677"/>
                  </a:cubicBezTo>
                  <a:cubicBezTo>
                    <a:pt x="16010" y="8706"/>
                    <a:pt x="15606" y="8720"/>
                    <a:pt x="15199" y="8720"/>
                  </a:cubicBezTo>
                  <a:cubicBezTo>
                    <a:pt x="14917" y="8720"/>
                    <a:pt x="14643" y="8706"/>
                    <a:pt x="14366" y="8677"/>
                  </a:cubicBezTo>
                  <a:cubicBezTo>
                    <a:pt x="14089" y="8649"/>
                    <a:pt x="13829" y="8584"/>
                    <a:pt x="13574" y="8474"/>
                  </a:cubicBezTo>
                  <a:cubicBezTo>
                    <a:pt x="13574" y="8104"/>
                    <a:pt x="13645" y="7754"/>
                    <a:pt x="13792" y="7421"/>
                  </a:cubicBezTo>
                  <a:cubicBezTo>
                    <a:pt x="13936" y="7087"/>
                    <a:pt x="14094" y="6751"/>
                    <a:pt x="14275" y="6413"/>
                  </a:cubicBezTo>
                  <a:cubicBezTo>
                    <a:pt x="14448" y="6074"/>
                    <a:pt x="14606" y="5721"/>
                    <a:pt x="14747" y="5351"/>
                  </a:cubicBezTo>
                  <a:cubicBezTo>
                    <a:pt x="14886" y="4984"/>
                    <a:pt x="14953" y="4574"/>
                    <a:pt x="14953" y="4122"/>
                  </a:cubicBezTo>
                  <a:cubicBezTo>
                    <a:pt x="14953" y="3823"/>
                    <a:pt x="14905" y="3529"/>
                    <a:pt x="14812" y="3236"/>
                  </a:cubicBezTo>
                  <a:cubicBezTo>
                    <a:pt x="14716" y="2945"/>
                    <a:pt x="14583" y="2677"/>
                    <a:pt x="14411" y="2439"/>
                  </a:cubicBezTo>
                  <a:cubicBezTo>
                    <a:pt x="14238" y="2199"/>
                    <a:pt x="14027" y="2002"/>
                    <a:pt x="13775" y="1843"/>
                  </a:cubicBezTo>
                  <a:cubicBezTo>
                    <a:pt x="13521" y="1688"/>
                    <a:pt x="13230" y="1606"/>
                    <a:pt x="12893" y="1606"/>
                  </a:cubicBezTo>
                  <a:lnTo>
                    <a:pt x="12744" y="1606"/>
                  </a:lnTo>
                  <a:cubicBezTo>
                    <a:pt x="12681" y="1606"/>
                    <a:pt x="12631" y="1617"/>
                    <a:pt x="12594" y="1634"/>
                  </a:cubicBezTo>
                  <a:cubicBezTo>
                    <a:pt x="12523" y="1671"/>
                    <a:pt x="12481" y="1705"/>
                    <a:pt x="12472" y="1742"/>
                  </a:cubicBezTo>
                  <a:cubicBezTo>
                    <a:pt x="12464" y="1778"/>
                    <a:pt x="12450" y="1838"/>
                    <a:pt x="12430" y="1920"/>
                  </a:cubicBezTo>
                  <a:cubicBezTo>
                    <a:pt x="12323" y="2450"/>
                    <a:pt x="12221" y="3007"/>
                    <a:pt x="12128" y="3586"/>
                  </a:cubicBezTo>
                  <a:cubicBezTo>
                    <a:pt x="12034" y="4167"/>
                    <a:pt x="11854" y="4698"/>
                    <a:pt x="11596" y="5176"/>
                  </a:cubicBezTo>
                  <a:cubicBezTo>
                    <a:pt x="11334" y="5636"/>
                    <a:pt x="11000" y="6034"/>
                    <a:pt x="10596" y="6367"/>
                  </a:cubicBezTo>
                  <a:cubicBezTo>
                    <a:pt x="10189" y="6701"/>
                    <a:pt x="9802" y="7051"/>
                    <a:pt x="9432" y="7421"/>
                  </a:cubicBezTo>
                  <a:cubicBezTo>
                    <a:pt x="9169" y="7700"/>
                    <a:pt x="8949" y="7954"/>
                    <a:pt x="8771" y="8183"/>
                  </a:cubicBezTo>
                  <a:cubicBezTo>
                    <a:pt x="8593" y="8412"/>
                    <a:pt x="8403" y="8632"/>
                    <a:pt x="8211" y="8833"/>
                  </a:cubicBezTo>
                  <a:cubicBezTo>
                    <a:pt x="8016" y="9036"/>
                    <a:pt x="7799" y="9222"/>
                    <a:pt x="7556" y="9400"/>
                  </a:cubicBezTo>
                  <a:cubicBezTo>
                    <a:pt x="7313" y="9575"/>
                    <a:pt x="7019" y="9736"/>
                    <a:pt x="6674" y="9880"/>
                  </a:cubicBezTo>
                  <a:lnTo>
                    <a:pt x="6646" y="9880"/>
                  </a:lnTo>
                  <a:lnTo>
                    <a:pt x="6646" y="18572"/>
                  </a:lnTo>
                  <a:cubicBezTo>
                    <a:pt x="7279" y="18572"/>
                    <a:pt x="7889" y="18649"/>
                    <a:pt x="8485" y="18795"/>
                  </a:cubicBezTo>
                  <a:cubicBezTo>
                    <a:pt x="9081" y="18945"/>
                    <a:pt x="9683" y="19103"/>
                    <a:pt x="10294" y="19270"/>
                  </a:cubicBezTo>
                  <a:cubicBezTo>
                    <a:pt x="10901" y="19439"/>
                    <a:pt x="11537" y="19592"/>
                    <a:pt x="12207" y="19741"/>
                  </a:cubicBezTo>
                  <a:cubicBezTo>
                    <a:pt x="12874" y="19891"/>
                    <a:pt x="13594" y="19965"/>
                    <a:pt x="14374" y="19965"/>
                  </a:cubicBezTo>
                  <a:cubicBezTo>
                    <a:pt x="14781" y="19965"/>
                    <a:pt x="15222" y="19939"/>
                    <a:pt x="15699" y="19885"/>
                  </a:cubicBezTo>
                  <a:cubicBezTo>
                    <a:pt x="16177" y="19829"/>
                    <a:pt x="16626" y="19710"/>
                    <a:pt x="17047" y="19527"/>
                  </a:cubicBezTo>
                  <a:cubicBezTo>
                    <a:pt x="17468" y="19343"/>
                    <a:pt x="17816" y="19086"/>
                    <a:pt x="18101" y="18761"/>
                  </a:cubicBezTo>
                  <a:cubicBezTo>
                    <a:pt x="18387" y="18440"/>
                    <a:pt x="18525" y="18010"/>
                    <a:pt x="18525" y="17477"/>
                  </a:cubicBezTo>
                  <a:cubicBezTo>
                    <a:pt x="18525" y="17386"/>
                    <a:pt x="18522" y="17304"/>
                    <a:pt x="18517" y="17225"/>
                  </a:cubicBezTo>
                  <a:cubicBezTo>
                    <a:pt x="18503" y="17152"/>
                    <a:pt x="18488" y="17070"/>
                    <a:pt x="18471" y="16980"/>
                  </a:cubicBezTo>
                  <a:cubicBezTo>
                    <a:pt x="18785" y="16836"/>
                    <a:pt x="19028" y="16596"/>
                    <a:pt x="19195" y="16262"/>
                  </a:cubicBezTo>
                  <a:cubicBezTo>
                    <a:pt x="19364" y="15929"/>
                    <a:pt x="19446" y="15593"/>
                    <a:pt x="19446" y="15263"/>
                  </a:cubicBezTo>
                  <a:cubicBezTo>
                    <a:pt x="19449" y="14912"/>
                    <a:pt x="19350" y="14605"/>
                    <a:pt x="19164" y="143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lIns="19045" tIns="19045" rIns="19045" bIns="19045" anchor="ctr"/>
            <a:lstStyle/>
            <a:p>
              <a:pPr marL="0" marR="0" lvl="0" indent="0" algn="ctr" defTabSz="91440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70000"/>
                <a:buFont typeface="Arial" panose="020B0604020202020204" pitchFamily="34" charset="0"/>
                <a:buNone/>
                <a:defRPr/>
              </a:pPr>
              <a:endParaRPr kumimoji="0" lang="zh-CN" altLang="en-US" sz="2485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1143174" y="4127877"/>
            <a:ext cx="2267595" cy="1670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请您单击此处添加合适文字加以解释说明，可根据自己的需要适当地调整文字的大X或者颜色等属性，祝你使用愉快。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689931" y="4127877"/>
            <a:ext cx="2267595" cy="1670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请您单击此处添加合适文字加以解释说明，可根据自己的需要适当地调整文字的大X或者颜色等属性，祝你使用愉快。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6236688" y="4127877"/>
            <a:ext cx="2267595" cy="1670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请您单击此处添加合适文字加以解释说明，可根据自己的需要适当地调整文字的大X或者颜色等属性，祝你使用愉快。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8783446" y="4127877"/>
            <a:ext cx="2267595" cy="1670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请您单击此处添加合适文字加以解释说明，可根据自己的需要适当地调整文字的大X或者颜色等属性，祝你使用愉快。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4" dur="150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4" dur="150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" presetClass="entr" presetSubtype="4" dur="150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" presetClass="entr" presetSubtype="4" dur="150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43032407bd6f4f80">
            <a:alphaModFix amt="1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7144" y="235807"/>
            <a:ext cx="547995" cy="509895"/>
            <a:chOff x="315244" y="264382"/>
            <a:chExt cx="547995" cy="509895"/>
          </a:xfrm>
        </p:grpSpPr>
        <p:sp>
          <p:nvSpPr>
            <p:cNvPr id="6" name="圆: 空心 5"/>
            <p:cNvSpPr/>
            <p:nvPr/>
          </p:nvSpPr>
          <p:spPr>
            <a:xfrm>
              <a:off x="353344" y="264382"/>
              <a:ext cx="509895" cy="509895"/>
            </a:xfrm>
            <a:prstGeom prst="donut">
              <a:avLst/>
            </a:prstGeom>
            <a:solidFill>
              <a:srgbClr val="00B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33819" y="344857"/>
              <a:ext cx="348946" cy="3489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1667" y="412705"/>
              <a:ext cx="213250" cy="213250"/>
            </a:xfrm>
            <a:prstGeom prst="ellipse">
              <a:avLst/>
            </a:prstGeom>
            <a:gradFill>
              <a:gsLst>
                <a:gs pos="100000">
                  <a:srgbClr val="00BCD4">
                    <a:alpha val="66000"/>
                  </a:srgbClr>
                </a:gs>
                <a:gs pos="46000">
                  <a:srgbClr val="00BCD4"/>
                </a:gs>
              </a:gsLst>
              <a:lin ang="7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5" name="圆: 空心 14"/>
            <p:cNvSpPr/>
            <p:nvPr/>
          </p:nvSpPr>
          <p:spPr>
            <a:xfrm>
              <a:off x="315244" y="554489"/>
              <a:ext cx="213250" cy="213250"/>
            </a:xfrm>
            <a:prstGeom prst="donut">
              <a:avLst/>
            </a:prstGeom>
            <a:solidFill>
              <a:srgbClr val="009B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4664" y="229144"/>
            <a:ext cx="28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项 目 介 绍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801980" y="1436608"/>
            <a:ext cx="7780421" cy="4470705"/>
            <a:chOff x="3801980" y="1436608"/>
            <a:chExt cx="7780421" cy="4470705"/>
          </a:xfrm>
        </p:grpSpPr>
        <p:sp>
          <p:nvSpPr>
            <p:cNvPr id="4" name="矩形 3"/>
            <p:cNvSpPr/>
            <p:nvPr/>
          </p:nvSpPr>
          <p:spPr>
            <a:xfrm>
              <a:off x="3801981" y="3918858"/>
              <a:ext cx="7780420" cy="1988455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98500" dist="190500" dir="8100000" sx="90000" sy="90000" algn="tr" rotWithShape="0">
                <a:srgbClr val="0F84AD">
                  <a:alpha val="20000"/>
                </a:srgb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4317590" y="4291804"/>
              <a:ext cx="2651303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单击添加标题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4317590" y="4753149"/>
              <a:ext cx="6675352" cy="608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请您单击此处添加合适文字加以解释说明，可根据自己的需要适当地调整文字的大X或者颜色等属性，祝你使用愉快，严禁抄袭。</a:t>
              </a: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e41c27465e49416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" r="16"/>
            <a:stretch>
              <a:fillRect/>
            </a:stretch>
          </p:blipFill>
          <p:spPr>
            <a:xfrm>
              <a:off x="3801980" y="1436608"/>
              <a:ext cx="3853440" cy="240840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9c02faf78f6a4efb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6253" y="1436608"/>
              <a:ext cx="3853440" cy="240840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</p:pic>
      </p:grpSp>
      <p:grpSp>
        <p:nvGrpSpPr>
          <p:cNvPr id="12" name="组合 11"/>
          <p:cNvGrpSpPr/>
          <p:nvPr/>
        </p:nvGrpSpPr>
        <p:grpSpPr>
          <a:xfrm>
            <a:off x="533400" y="1436606"/>
            <a:ext cx="3251878" cy="4487944"/>
            <a:chOff x="590550" y="1436606"/>
            <a:chExt cx="3251878" cy="4487944"/>
          </a:xfrm>
        </p:grpSpPr>
        <p:grpSp>
          <p:nvGrpSpPr>
            <p:cNvPr id="13" name="组合 12"/>
            <p:cNvGrpSpPr/>
            <p:nvPr/>
          </p:nvGrpSpPr>
          <p:grpSpPr>
            <a:xfrm>
              <a:off x="590550" y="1436606"/>
              <a:ext cx="3251878" cy="4487944"/>
              <a:chOff x="590550" y="1436606"/>
              <a:chExt cx="3251878" cy="4487944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1806879" y="1836671"/>
                <a:ext cx="894204" cy="894203"/>
                <a:chOff x="2435268" y="2003681"/>
                <a:chExt cx="731534" cy="731534"/>
              </a:xfrm>
            </p:grpSpPr>
            <p:sp>
              <p:nvSpPr>
                <p:cNvPr id="24" name="椭圆 23"/>
                <p:cNvSpPr/>
                <p:nvPr/>
              </p:nvSpPr>
              <p:spPr>
                <a:xfrm>
                  <a:off x="2435268" y="2003681"/>
                  <a:ext cx="731534" cy="731534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ysClr val="window" lastClr="FFFFFF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grpSp>
              <p:nvGrpSpPr>
                <p:cNvPr id="25" name="组合 24"/>
                <p:cNvGrpSpPr/>
                <p:nvPr/>
              </p:nvGrpSpPr>
              <p:grpSpPr>
                <a:xfrm>
                  <a:off x="2594004" y="2161800"/>
                  <a:ext cx="414063" cy="415297"/>
                  <a:chOff x="3996012" y="960439"/>
                  <a:chExt cx="557140" cy="558801"/>
                </a:xfrm>
                <a:solidFill>
                  <a:sysClr val="window" lastClr="FFFFFF"/>
                </a:solidFill>
              </p:grpSpPr>
              <p:sp>
                <p:nvSpPr>
                  <p:cNvPr id="26" name="Freeform 30"/>
                  <p:cNvSpPr/>
                  <p:nvPr/>
                </p:nvSpPr>
                <p:spPr bwMode="auto">
                  <a:xfrm>
                    <a:off x="3996012" y="1263652"/>
                    <a:ext cx="557140" cy="255588"/>
                  </a:xfrm>
                  <a:custGeom>
                    <a:avLst/>
                    <a:gdLst>
                      <a:gd name="T0" fmla="*/ 187 w 191"/>
                      <a:gd name="T1" fmla="*/ 3 h 88"/>
                      <a:gd name="T2" fmla="*/ 183 w 191"/>
                      <a:gd name="T3" fmla="*/ 6 h 88"/>
                      <a:gd name="T4" fmla="*/ 96 w 191"/>
                      <a:gd name="T5" fmla="*/ 81 h 88"/>
                      <a:gd name="T6" fmla="*/ 8 w 191"/>
                      <a:gd name="T7" fmla="*/ 4 h 88"/>
                      <a:gd name="T8" fmla="*/ 4 w 191"/>
                      <a:gd name="T9" fmla="*/ 0 h 88"/>
                      <a:gd name="T10" fmla="*/ 0 w 191"/>
                      <a:gd name="T11" fmla="*/ 5 h 88"/>
                      <a:gd name="T12" fmla="*/ 96 w 191"/>
                      <a:gd name="T13" fmla="*/ 88 h 88"/>
                      <a:gd name="T14" fmla="*/ 190 w 191"/>
                      <a:gd name="T15" fmla="*/ 7 h 88"/>
                      <a:gd name="T16" fmla="*/ 187 w 191"/>
                      <a:gd name="T17" fmla="*/ 3 h 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91" h="88">
                        <a:moveTo>
                          <a:pt x="187" y="3"/>
                        </a:moveTo>
                        <a:cubicBezTo>
                          <a:pt x="185" y="3"/>
                          <a:pt x="183" y="4"/>
                          <a:pt x="183" y="6"/>
                        </a:cubicBezTo>
                        <a:cubicBezTo>
                          <a:pt x="176" y="49"/>
                          <a:pt x="139" y="81"/>
                          <a:pt x="96" y="81"/>
                        </a:cubicBezTo>
                        <a:cubicBezTo>
                          <a:pt x="51" y="81"/>
                          <a:pt x="14" y="48"/>
                          <a:pt x="8" y="4"/>
                        </a:cubicBezTo>
                        <a:cubicBezTo>
                          <a:pt x="8" y="2"/>
                          <a:pt x="6" y="0"/>
                          <a:pt x="4" y="0"/>
                        </a:cubicBezTo>
                        <a:cubicBezTo>
                          <a:pt x="2" y="1"/>
                          <a:pt x="0" y="3"/>
                          <a:pt x="0" y="5"/>
                        </a:cubicBezTo>
                        <a:cubicBezTo>
                          <a:pt x="7" y="53"/>
                          <a:pt x="47" y="88"/>
                          <a:pt x="96" y="88"/>
                        </a:cubicBezTo>
                        <a:cubicBezTo>
                          <a:pt x="143" y="88"/>
                          <a:pt x="183" y="54"/>
                          <a:pt x="190" y="7"/>
                        </a:cubicBezTo>
                        <a:cubicBezTo>
                          <a:pt x="191" y="5"/>
                          <a:pt x="189" y="3"/>
                          <a:pt x="187" y="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7" name="Freeform 31"/>
                  <p:cNvSpPr/>
                  <p:nvPr/>
                </p:nvSpPr>
                <p:spPr bwMode="auto">
                  <a:xfrm>
                    <a:off x="3996012" y="960439"/>
                    <a:ext cx="557140" cy="255588"/>
                  </a:xfrm>
                  <a:custGeom>
                    <a:avLst/>
                    <a:gdLst>
                      <a:gd name="T0" fmla="*/ 4 w 191"/>
                      <a:gd name="T1" fmla="*/ 88 h 88"/>
                      <a:gd name="T2" fmla="*/ 4 w 191"/>
                      <a:gd name="T3" fmla="*/ 88 h 88"/>
                      <a:gd name="T4" fmla="*/ 8 w 191"/>
                      <a:gd name="T5" fmla="*/ 85 h 88"/>
                      <a:gd name="T6" fmla="*/ 96 w 191"/>
                      <a:gd name="T7" fmla="*/ 8 h 88"/>
                      <a:gd name="T8" fmla="*/ 183 w 191"/>
                      <a:gd name="T9" fmla="*/ 84 h 88"/>
                      <a:gd name="T10" fmla="*/ 187 w 191"/>
                      <a:gd name="T11" fmla="*/ 87 h 88"/>
                      <a:gd name="T12" fmla="*/ 191 w 191"/>
                      <a:gd name="T13" fmla="*/ 83 h 88"/>
                      <a:gd name="T14" fmla="*/ 96 w 191"/>
                      <a:gd name="T15" fmla="*/ 0 h 88"/>
                      <a:gd name="T16" fmla="*/ 0 w 191"/>
                      <a:gd name="T17" fmla="*/ 84 h 88"/>
                      <a:gd name="T18" fmla="*/ 4 w 191"/>
                      <a:gd name="T19" fmla="*/ 88 h 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91" h="88">
                        <a:moveTo>
                          <a:pt x="4" y="88"/>
                        </a:moveTo>
                        <a:cubicBezTo>
                          <a:pt x="4" y="88"/>
                          <a:pt x="4" y="88"/>
                          <a:pt x="4" y="88"/>
                        </a:cubicBezTo>
                        <a:cubicBezTo>
                          <a:pt x="6" y="88"/>
                          <a:pt x="8" y="87"/>
                          <a:pt x="8" y="85"/>
                        </a:cubicBezTo>
                        <a:cubicBezTo>
                          <a:pt x="14" y="41"/>
                          <a:pt x="51" y="8"/>
                          <a:pt x="96" y="8"/>
                        </a:cubicBezTo>
                        <a:cubicBezTo>
                          <a:pt x="139" y="8"/>
                          <a:pt x="177" y="41"/>
                          <a:pt x="183" y="84"/>
                        </a:cubicBezTo>
                        <a:cubicBezTo>
                          <a:pt x="183" y="86"/>
                          <a:pt x="185" y="88"/>
                          <a:pt x="187" y="87"/>
                        </a:cubicBezTo>
                        <a:cubicBezTo>
                          <a:pt x="189" y="87"/>
                          <a:pt x="191" y="85"/>
                          <a:pt x="191" y="83"/>
                        </a:cubicBezTo>
                        <a:cubicBezTo>
                          <a:pt x="184" y="36"/>
                          <a:pt x="143" y="0"/>
                          <a:pt x="96" y="0"/>
                        </a:cubicBezTo>
                        <a:cubicBezTo>
                          <a:pt x="48" y="0"/>
                          <a:pt x="7" y="36"/>
                          <a:pt x="0" y="84"/>
                        </a:cubicBezTo>
                        <a:cubicBezTo>
                          <a:pt x="0" y="86"/>
                          <a:pt x="2" y="88"/>
                          <a:pt x="4" y="8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8" name="Freeform 32"/>
                  <p:cNvSpPr>
                    <a:spLocks noEditPoints="1"/>
                  </p:cNvSpPr>
                  <p:nvPr/>
                </p:nvSpPr>
                <p:spPr bwMode="auto">
                  <a:xfrm>
                    <a:off x="4162679" y="1125539"/>
                    <a:ext cx="226983" cy="230188"/>
                  </a:xfrm>
                  <a:custGeom>
                    <a:avLst/>
                    <a:gdLst>
                      <a:gd name="T0" fmla="*/ 39 w 78"/>
                      <a:gd name="T1" fmla="*/ 0 h 79"/>
                      <a:gd name="T2" fmla="*/ 0 w 78"/>
                      <a:gd name="T3" fmla="*/ 39 h 79"/>
                      <a:gd name="T4" fmla="*/ 39 w 78"/>
                      <a:gd name="T5" fmla="*/ 79 h 79"/>
                      <a:gd name="T6" fmla="*/ 78 w 78"/>
                      <a:gd name="T7" fmla="*/ 39 h 79"/>
                      <a:gd name="T8" fmla="*/ 39 w 78"/>
                      <a:gd name="T9" fmla="*/ 0 h 79"/>
                      <a:gd name="T10" fmla="*/ 41 w 78"/>
                      <a:gd name="T11" fmla="*/ 60 h 79"/>
                      <a:gd name="T12" fmla="*/ 41 w 78"/>
                      <a:gd name="T13" fmla="*/ 67 h 79"/>
                      <a:gd name="T14" fmla="*/ 36 w 78"/>
                      <a:gd name="T15" fmla="*/ 67 h 79"/>
                      <a:gd name="T16" fmla="*/ 36 w 78"/>
                      <a:gd name="T17" fmla="*/ 61 h 79"/>
                      <a:gd name="T18" fmla="*/ 26 w 78"/>
                      <a:gd name="T19" fmla="*/ 58 h 79"/>
                      <a:gd name="T20" fmla="*/ 28 w 78"/>
                      <a:gd name="T21" fmla="*/ 53 h 79"/>
                      <a:gd name="T22" fmla="*/ 37 w 78"/>
                      <a:gd name="T23" fmla="*/ 56 h 79"/>
                      <a:gd name="T24" fmla="*/ 45 w 78"/>
                      <a:gd name="T25" fmla="*/ 49 h 79"/>
                      <a:gd name="T26" fmla="*/ 38 w 78"/>
                      <a:gd name="T27" fmla="*/ 41 h 79"/>
                      <a:gd name="T28" fmla="*/ 26 w 78"/>
                      <a:gd name="T29" fmla="*/ 29 h 79"/>
                      <a:gd name="T30" fmla="*/ 37 w 78"/>
                      <a:gd name="T31" fmla="*/ 18 h 79"/>
                      <a:gd name="T32" fmla="*/ 37 w 78"/>
                      <a:gd name="T33" fmla="*/ 11 h 79"/>
                      <a:gd name="T34" fmla="*/ 41 w 78"/>
                      <a:gd name="T35" fmla="*/ 11 h 79"/>
                      <a:gd name="T36" fmla="*/ 41 w 78"/>
                      <a:gd name="T37" fmla="*/ 18 h 79"/>
                      <a:gd name="T38" fmla="*/ 50 w 78"/>
                      <a:gd name="T39" fmla="*/ 20 h 79"/>
                      <a:gd name="T40" fmla="*/ 48 w 78"/>
                      <a:gd name="T41" fmla="*/ 25 h 79"/>
                      <a:gd name="T42" fmla="*/ 40 w 78"/>
                      <a:gd name="T43" fmla="*/ 23 h 79"/>
                      <a:gd name="T44" fmla="*/ 32 w 78"/>
                      <a:gd name="T45" fmla="*/ 28 h 79"/>
                      <a:gd name="T46" fmla="*/ 41 w 78"/>
                      <a:gd name="T47" fmla="*/ 36 h 79"/>
                      <a:gd name="T48" fmla="*/ 51 w 78"/>
                      <a:gd name="T49" fmla="*/ 49 h 79"/>
                      <a:gd name="T50" fmla="*/ 41 w 78"/>
                      <a:gd name="T51" fmla="*/ 60 h 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</a:cxnLst>
                    <a:rect l="0" t="0" r="r" b="b"/>
                    <a:pathLst>
                      <a:path w="78" h="79">
                        <a:moveTo>
                          <a:pt x="39" y="0"/>
                        </a:moveTo>
                        <a:cubicBezTo>
                          <a:pt x="17" y="0"/>
                          <a:pt x="0" y="18"/>
                          <a:pt x="0" y="39"/>
                        </a:cubicBezTo>
                        <a:cubicBezTo>
                          <a:pt x="0" y="61"/>
                          <a:pt x="17" y="79"/>
                          <a:pt x="39" y="79"/>
                        </a:cubicBezTo>
                        <a:cubicBezTo>
                          <a:pt x="60" y="79"/>
                          <a:pt x="78" y="61"/>
                          <a:pt x="78" y="39"/>
                        </a:cubicBezTo>
                        <a:cubicBezTo>
                          <a:pt x="78" y="18"/>
                          <a:pt x="60" y="0"/>
                          <a:pt x="39" y="0"/>
                        </a:cubicBezTo>
                        <a:close/>
                        <a:moveTo>
                          <a:pt x="41" y="60"/>
                        </a:moveTo>
                        <a:cubicBezTo>
                          <a:pt x="41" y="67"/>
                          <a:pt x="41" y="67"/>
                          <a:pt x="41" y="67"/>
                        </a:cubicBezTo>
                        <a:cubicBezTo>
                          <a:pt x="36" y="67"/>
                          <a:pt x="36" y="67"/>
                          <a:pt x="36" y="67"/>
                        </a:cubicBezTo>
                        <a:cubicBezTo>
                          <a:pt x="36" y="61"/>
                          <a:pt x="36" y="61"/>
                          <a:pt x="36" y="61"/>
                        </a:cubicBezTo>
                        <a:cubicBezTo>
                          <a:pt x="32" y="61"/>
                          <a:pt x="28" y="59"/>
                          <a:pt x="26" y="58"/>
                        </a:cubicBezTo>
                        <a:cubicBezTo>
                          <a:pt x="28" y="53"/>
                          <a:pt x="28" y="53"/>
                          <a:pt x="28" y="53"/>
                        </a:cubicBezTo>
                        <a:cubicBezTo>
                          <a:pt x="30" y="55"/>
                          <a:pt x="34" y="56"/>
                          <a:pt x="37" y="56"/>
                        </a:cubicBezTo>
                        <a:cubicBezTo>
                          <a:pt x="42" y="56"/>
                          <a:pt x="45" y="53"/>
                          <a:pt x="45" y="49"/>
                        </a:cubicBezTo>
                        <a:cubicBezTo>
                          <a:pt x="45" y="45"/>
                          <a:pt x="43" y="43"/>
                          <a:pt x="38" y="41"/>
                        </a:cubicBezTo>
                        <a:cubicBezTo>
                          <a:pt x="31" y="38"/>
                          <a:pt x="26" y="35"/>
                          <a:pt x="26" y="29"/>
                        </a:cubicBezTo>
                        <a:cubicBezTo>
                          <a:pt x="26" y="24"/>
                          <a:pt x="31" y="19"/>
                          <a:pt x="37" y="18"/>
                        </a:cubicBezTo>
                        <a:cubicBezTo>
                          <a:pt x="37" y="11"/>
                          <a:pt x="37" y="11"/>
                          <a:pt x="37" y="11"/>
                        </a:cubicBezTo>
                        <a:cubicBezTo>
                          <a:pt x="41" y="11"/>
                          <a:pt x="41" y="11"/>
                          <a:pt x="41" y="11"/>
                        </a:cubicBezTo>
                        <a:cubicBezTo>
                          <a:pt x="41" y="18"/>
                          <a:pt x="41" y="18"/>
                          <a:pt x="41" y="18"/>
                        </a:cubicBezTo>
                        <a:cubicBezTo>
                          <a:pt x="45" y="18"/>
                          <a:pt x="48" y="19"/>
                          <a:pt x="50" y="20"/>
                        </a:cubicBezTo>
                        <a:cubicBezTo>
                          <a:pt x="48" y="25"/>
                          <a:pt x="48" y="25"/>
                          <a:pt x="48" y="25"/>
                        </a:cubicBezTo>
                        <a:cubicBezTo>
                          <a:pt x="47" y="24"/>
                          <a:pt x="44" y="23"/>
                          <a:pt x="40" y="23"/>
                        </a:cubicBezTo>
                        <a:cubicBezTo>
                          <a:pt x="34" y="23"/>
                          <a:pt x="32" y="26"/>
                          <a:pt x="32" y="28"/>
                        </a:cubicBezTo>
                        <a:cubicBezTo>
                          <a:pt x="32" y="32"/>
                          <a:pt x="35" y="34"/>
                          <a:pt x="41" y="36"/>
                        </a:cubicBezTo>
                        <a:cubicBezTo>
                          <a:pt x="48" y="39"/>
                          <a:pt x="51" y="43"/>
                          <a:pt x="51" y="49"/>
                        </a:cubicBezTo>
                        <a:cubicBezTo>
                          <a:pt x="51" y="54"/>
                          <a:pt x="48" y="59"/>
                          <a:pt x="41" y="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" name="Freeform 33"/>
                  <p:cNvSpPr>
                    <a:spLocks noEditPoints="1"/>
                  </p:cNvSpPr>
                  <p:nvPr/>
                </p:nvSpPr>
                <p:spPr bwMode="auto">
                  <a:xfrm>
                    <a:off x="4081726" y="1047752"/>
                    <a:ext cx="387300" cy="387350"/>
                  </a:xfrm>
                  <a:custGeom>
                    <a:avLst/>
                    <a:gdLst>
                      <a:gd name="T0" fmla="*/ 67 w 133"/>
                      <a:gd name="T1" fmla="*/ 0 h 133"/>
                      <a:gd name="T2" fmla="*/ 0 w 133"/>
                      <a:gd name="T3" fmla="*/ 66 h 133"/>
                      <a:gd name="T4" fmla="*/ 67 w 133"/>
                      <a:gd name="T5" fmla="*/ 133 h 133"/>
                      <a:gd name="T6" fmla="*/ 133 w 133"/>
                      <a:gd name="T7" fmla="*/ 66 h 133"/>
                      <a:gd name="T8" fmla="*/ 67 w 133"/>
                      <a:gd name="T9" fmla="*/ 0 h 133"/>
                      <a:gd name="T10" fmla="*/ 67 w 133"/>
                      <a:gd name="T11" fmla="*/ 113 h 133"/>
                      <a:gd name="T12" fmla="*/ 20 w 133"/>
                      <a:gd name="T13" fmla="*/ 66 h 133"/>
                      <a:gd name="T14" fmla="*/ 67 w 133"/>
                      <a:gd name="T15" fmla="*/ 19 h 133"/>
                      <a:gd name="T16" fmla="*/ 114 w 133"/>
                      <a:gd name="T17" fmla="*/ 66 h 133"/>
                      <a:gd name="T18" fmla="*/ 67 w 133"/>
                      <a:gd name="T19" fmla="*/ 113 h 1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33" h="133">
                        <a:moveTo>
                          <a:pt x="67" y="0"/>
                        </a:moveTo>
                        <a:cubicBezTo>
                          <a:pt x="30" y="0"/>
                          <a:pt x="0" y="30"/>
                          <a:pt x="0" y="66"/>
                        </a:cubicBezTo>
                        <a:cubicBezTo>
                          <a:pt x="0" y="103"/>
                          <a:pt x="30" y="133"/>
                          <a:pt x="67" y="133"/>
                        </a:cubicBezTo>
                        <a:cubicBezTo>
                          <a:pt x="103" y="133"/>
                          <a:pt x="133" y="103"/>
                          <a:pt x="133" y="66"/>
                        </a:cubicBezTo>
                        <a:cubicBezTo>
                          <a:pt x="133" y="30"/>
                          <a:pt x="103" y="0"/>
                          <a:pt x="67" y="0"/>
                        </a:cubicBezTo>
                        <a:close/>
                        <a:moveTo>
                          <a:pt x="67" y="113"/>
                        </a:moveTo>
                        <a:cubicBezTo>
                          <a:pt x="41" y="113"/>
                          <a:pt x="20" y="92"/>
                          <a:pt x="20" y="66"/>
                        </a:cubicBezTo>
                        <a:cubicBezTo>
                          <a:pt x="20" y="41"/>
                          <a:pt x="41" y="19"/>
                          <a:pt x="67" y="19"/>
                        </a:cubicBezTo>
                        <a:cubicBezTo>
                          <a:pt x="93" y="19"/>
                          <a:pt x="114" y="41"/>
                          <a:pt x="114" y="66"/>
                        </a:cubicBezTo>
                        <a:cubicBezTo>
                          <a:pt x="114" y="92"/>
                          <a:pt x="93" y="113"/>
                          <a:pt x="67" y="11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21" name="组合 20"/>
              <p:cNvGrpSpPr/>
              <p:nvPr/>
            </p:nvGrpSpPr>
            <p:grpSpPr>
              <a:xfrm>
                <a:off x="590550" y="1436606"/>
                <a:ext cx="3251878" cy="4487944"/>
                <a:chOff x="590550" y="1436606"/>
                <a:chExt cx="3251878" cy="4487944"/>
              </a:xfrm>
            </p:grpSpPr>
            <p:sp>
              <p:nvSpPr>
                <p:cNvPr id="22" name="矩形 21"/>
                <p:cNvSpPr/>
                <p:nvPr/>
              </p:nvSpPr>
              <p:spPr>
                <a:xfrm flipH="1" flipV="1">
                  <a:off x="590550" y="1436606"/>
                  <a:ext cx="3251878" cy="4487944"/>
                </a:xfrm>
                <a:prstGeom prst="rect">
                  <a:avLst/>
                </a:prstGeom>
                <a:solidFill>
                  <a:srgbClr val="009BB0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762000" algn="tr" rotWithShape="0">
                    <a:sysClr val="window" lastClr="FFFFFF">
                      <a:lumMod val="50000"/>
                      <a:alpha val="10000"/>
                    </a:sys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" name="Text Placeholder 6"/>
                <p:cNvSpPr txBox="1"/>
                <p:nvPr/>
              </p:nvSpPr>
              <p:spPr>
                <a:xfrm>
                  <a:off x="790315" y="3391475"/>
                  <a:ext cx="2852349" cy="2074906"/>
                </a:xfrm>
                <a:prstGeom prst="rect">
                  <a:avLst/>
                </a:prstGeom>
              </p:spPr>
              <p:txBody>
                <a:bodyPr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添加标题</a:t>
                  </a:r>
                  <a:endPara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请您单击此处添加合适文字加以解释说明，可根据自己的需要适当地调整文字的大X或者颜色等属性，祝你使用愉快，严禁抄袭。</a:t>
                  </a:r>
                </a:p>
              </p:txBody>
            </p:sp>
          </p:grpSp>
        </p:grpSp>
        <p:grpSp>
          <p:nvGrpSpPr>
            <p:cNvPr id="16" name="组合 15"/>
            <p:cNvGrpSpPr/>
            <p:nvPr/>
          </p:nvGrpSpPr>
          <p:grpSpPr>
            <a:xfrm>
              <a:off x="1608973" y="1832217"/>
              <a:ext cx="1215033" cy="1215027"/>
              <a:chOff x="5778690" y="3316443"/>
              <a:chExt cx="848261" cy="848257"/>
            </a:xfrm>
          </p:grpSpPr>
          <p:sp>
            <p:nvSpPr>
              <p:cNvPr id="17" name="ïŝ1îďè"/>
              <p:cNvSpPr/>
              <p:nvPr/>
            </p:nvSpPr>
            <p:spPr>
              <a:xfrm>
                <a:off x="5778690" y="3316443"/>
                <a:ext cx="848261" cy="848257"/>
              </a:xfrm>
              <a:prstGeom prst="ellipse">
                <a:avLst/>
              </a:prstGeom>
              <a:solidFill>
                <a:sysClr val="window" lastClr="FFFFFF"/>
              </a:solidFill>
              <a:ln w="12700" cap="rnd" cmpd="sng" algn="ctr">
                <a:noFill/>
                <a:prstDash val="solid"/>
                <a:round/>
              </a:ln>
              <a:effectLst>
                <a:outerShdw blurRad="762000" algn="ctr" rotWithShape="0">
                  <a:sysClr val="window" lastClr="FFFFFF">
                    <a:lumMod val="50000"/>
                    <a:alpha val="10000"/>
                  </a:sysClr>
                </a:outerShdw>
              </a:effectLst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iŝľíḍè"/>
              <p:cNvSpPr/>
              <p:nvPr/>
            </p:nvSpPr>
            <p:spPr bwMode="auto">
              <a:xfrm>
                <a:off x="6018427" y="3562356"/>
                <a:ext cx="360604" cy="328407"/>
              </a:xfrm>
              <a:custGeom>
                <a:avLst/>
                <a:gdLst>
                  <a:gd name="connsiteX0" fmla="*/ 125329 w 533400"/>
                  <a:gd name="connsiteY0" fmla="*/ 229221 h 485775"/>
                  <a:gd name="connsiteX1" fmla="*/ 125329 w 533400"/>
                  <a:gd name="connsiteY1" fmla="*/ 276846 h 485775"/>
                  <a:gd name="connsiteX2" fmla="*/ 144379 w 533400"/>
                  <a:gd name="connsiteY2" fmla="*/ 276846 h 485775"/>
                  <a:gd name="connsiteX3" fmla="*/ 144379 w 533400"/>
                  <a:gd name="connsiteY3" fmla="*/ 229221 h 485775"/>
                  <a:gd name="connsiteX4" fmla="*/ 392029 w 533400"/>
                  <a:gd name="connsiteY4" fmla="*/ 229221 h 485775"/>
                  <a:gd name="connsiteX5" fmla="*/ 392029 w 533400"/>
                  <a:gd name="connsiteY5" fmla="*/ 276846 h 485775"/>
                  <a:gd name="connsiteX6" fmla="*/ 411079 w 533400"/>
                  <a:gd name="connsiteY6" fmla="*/ 276846 h 485775"/>
                  <a:gd name="connsiteX7" fmla="*/ 411079 w 533400"/>
                  <a:gd name="connsiteY7" fmla="*/ 229221 h 485775"/>
                  <a:gd name="connsiteX8" fmla="*/ 534904 w 533400"/>
                  <a:gd name="connsiteY8" fmla="*/ 229221 h 485775"/>
                  <a:gd name="connsiteX9" fmla="*/ 534904 w 533400"/>
                  <a:gd name="connsiteY9" fmla="*/ 457821 h 485775"/>
                  <a:gd name="connsiteX10" fmla="*/ 506329 w 533400"/>
                  <a:gd name="connsiteY10" fmla="*/ 486396 h 485775"/>
                  <a:gd name="connsiteX11" fmla="*/ 30079 w 533400"/>
                  <a:gd name="connsiteY11" fmla="*/ 486396 h 485775"/>
                  <a:gd name="connsiteX12" fmla="*/ 1504 w 533400"/>
                  <a:gd name="connsiteY12" fmla="*/ 457821 h 485775"/>
                  <a:gd name="connsiteX13" fmla="*/ 1504 w 533400"/>
                  <a:gd name="connsiteY13" fmla="*/ 229221 h 485775"/>
                  <a:gd name="connsiteX14" fmla="*/ 125329 w 533400"/>
                  <a:gd name="connsiteY14" fmla="*/ 229221 h 485775"/>
                  <a:gd name="connsiteX15" fmla="*/ 372979 w 533400"/>
                  <a:gd name="connsiteY15" fmla="*/ 621 h 485775"/>
                  <a:gd name="connsiteX16" fmla="*/ 411079 w 533400"/>
                  <a:gd name="connsiteY16" fmla="*/ 36816 h 485775"/>
                  <a:gd name="connsiteX17" fmla="*/ 411079 w 533400"/>
                  <a:gd name="connsiteY17" fmla="*/ 38721 h 485775"/>
                  <a:gd name="connsiteX18" fmla="*/ 411079 w 533400"/>
                  <a:gd name="connsiteY18" fmla="*/ 114921 h 485775"/>
                  <a:gd name="connsiteX19" fmla="*/ 506329 w 533400"/>
                  <a:gd name="connsiteY19" fmla="*/ 114921 h 485775"/>
                  <a:gd name="connsiteX20" fmla="*/ 534904 w 533400"/>
                  <a:gd name="connsiteY20" fmla="*/ 143496 h 485775"/>
                  <a:gd name="connsiteX21" fmla="*/ 534904 w 533400"/>
                  <a:gd name="connsiteY21" fmla="*/ 210171 h 485775"/>
                  <a:gd name="connsiteX22" fmla="*/ 1504 w 533400"/>
                  <a:gd name="connsiteY22" fmla="*/ 210171 h 485775"/>
                  <a:gd name="connsiteX23" fmla="*/ 1504 w 533400"/>
                  <a:gd name="connsiteY23" fmla="*/ 143496 h 485775"/>
                  <a:gd name="connsiteX24" fmla="*/ 30079 w 533400"/>
                  <a:gd name="connsiteY24" fmla="*/ 114921 h 485775"/>
                  <a:gd name="connsiteX25" fmla="*/ 125329 w 533400"/>
                  <a:gd name="connsiteY25" fmla="*/ 114921 h 485775"/>
                  <a:gd name="connsiteX26" fmla="*/ 125329 w 533400"/>
                  <a:gd name="connsiteY26" fmla="*/ 38721 h 485775"/>
                  <a:gd name="connsiteX27" fmla="*/ 161524 w 533400"/>
                  <a:gd name="connsiteY27" fmla="*/ 621 h 485775"/>
                  <a:gd name="connsiteX28" fmla="*/ 163429 w 533400"/>
                  <a:gd name="connsiteY28" fmla="*/ 621 h 485775"/>
                  <a:gd name="connsiteX29" fmla="*/ 372979 w 533400"/>
                  <a:gd name="connsiteY29" fmla="*/ 621 h 485775"/>
                  <a:gd name="connsiteX30" fmla="*/ 372979 w 533400"/>
                  <a:gd name="connsiteY30" fmla="*/ 19671 h 485775"/>
                  <a:gd name="connsiteX31" fmla="*/ 163429 w 533400"/>
                  <a:gd name="connsiteY31" fmla="*/ 19671 h 485775"/>
                  <a:gd name="connsiteX32" fmla="*/ 144474 w 533400"/>
                  <a:gd name="connsiteY32" fmla="*/ 37292 h 485775"/>
                  <a:gd name="connsiteX33" fmla="*/ 144379 w 533400"/>
                  <a:gd name="connsiteY33" fmla="*/ 38721 h 485775"/>
                  <a:gd name="connsiteX34" fmla="*/ 144379 w 533400"/>
                  <a:gd name="connsiteY34" fmla="*/ 114921 h 485775"/>
                  <a:gd name="connsiteX35" fmla="*/ 392029 w 533400"/>
                  <a:gd name="connsiteY35" fmla="*/ 114921 h 485775"/>
                  <a:gd name="connsiteX36" fmla="*/ 392029 w 533400"/>
                  <a:gd name="connsiteY36" fmla="*/ 38721 h 485775"/>
                  <a:gd name="connsiteX37" fmla="*/ 375836 w 533400"/>
                  <a:gd name="connsiteY37" fmla="*/ 19862 h 485775"/>
                  <a:gd name="connsiteX38" fmla="*/ 374408 w 533400"/>
                  <a:gd name="connsiteY38" fmla="*/ 19671 h 485775"/>
                  <a:gd name="connsiteX39" fmla="*/ 372979 w 533400"/>
                  <a:gd name="connsiteY39" fmla="*/ 1967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33400" h="485775">
                    <a:moveTo>
                      <a:pt x="125329" y="229221"/>
                    </a:moveTo>
                    <a:lnTo>
                      <a:pt x="125329" y="276846"/>
                    </a:lnTo>
                    <a:lnTo>
                      <a:pt x="144379" y="276846"/>
                    </a:lnTo>
                    <a:lnTo>
                      <a:pt x="144379" y="229221"/>
                    </a:lnTo>
                    <a:lnTo>
                      <a:pt x="392029" y="229221"/>
                    </a:lnTo>
                    <a:lnTo>
                      <a:pt x="392029" y="276846"/>
                    </a:lnTo>
                    <a:lnTo>
                      <a:pt x="411079" y="276846"/>
                    </a:lnTo>
                    <a:lnTo>
                      <a:pt x="411079" y="229221"/>
                    </a:lnTo>
                    <a:lnTo>
                      <a:pt x="534904" y="229221"/>
                    </a:lnTo>
                    <a:lnTo>
                      <a:pt x="534904" y="457821"/>
                    </a:lnTo>
                    <a:cubicBezTo>
                      <a:pt x="534904" y="473632"/>
                      <a:pt x="522141" y="486396"/>
                      <a:pt x="506329" y="486396"/>
                    </a:cubicBezTo>
                    <a:lnTo>
                      <a:pt x="30079" y="486396"/>
                    </a:lnTo>
                    <a:cubicBezTo>
                      <a:pt x="14267" y="486396"/>
                      <a:pt x="1504" y="473632"/>
                      <a:pt x="1504" y="457821"/>
                    </a:cubicBezTo>
                    <a:lnTo>
                      <a:pt x="1504" y="229221"/>
                    </a:lnTo>
                    <a:lnTo>
                      <a:pt x="125329" y="229221"/>
                    </a:lnTo>
                    <a:close/>
                    <a:moveTo>
                      <a:pt x="372979" y="621"/>
                    </a:moveTo>
                    <a:cubicBezTo>
                      <a:pt x="393363" y="621"/>
                      <a:pt x="410031" y="16623"/>
                      <a:pt x="411079" y="36816"/>
                    </a:cubicBezTo>
                    <a:lnTo>
                      <a:pt x="411079" y="38721"/>
                    </a:lnTo>
                    <a:lnTo>
                      <a:pt x="411079" y="114921"/>
                    </a:lnTo>
                    <a:lnTo>
                      <a:pt x="506329" y="114921"/>
                    </a:lnTo>
                    <a:cubicBezTo>
                      <a:pt x="522141" y="114921"/>
                      <a:pt x="534904" y="127685"/>
                      <a:pt x="534904" y="143496"/>
                    </a:cubicBezTo>
                    <a:lnTo>
                      <a:pt x="534904" y="210171"/>
                    </a:lnTo>
                    <a:lnTo>
                      <a:pt x="1504" y="210171"/>
                    </a:lnTo>
                    <a:lnTo>
                      <a:pt x="1504" y="143496"/>
                    </a:lnTo>
                    <a:cubicBezTo>
                      <a:pt x="1504" y="127685"/>
                      <a:pt x="14267" y="114921"/>
                      <a:pt x="30079" y="114921"/>
                    </a:cubicBezTo>
                    <a:lnTo>
                      <a:pt x="125329" y="114921"/>
                    </a:lnTo>
                    <a:lnTo>
                      <a:pt x="125329" y="38721"/>
                    </a:lnTo>
                    <a:cubicBezTo>
                      <a:pt x="125329" y="18337"/>
                      <a:pt x="141331" y="1669"/>
                      <a:pt x="161524" y="621"/>
                    </a:cubicBezTo>
                    <a:lnTo>
                      <a:pt x="163429" y="621"/>
                    </a:lnTo>
                    <a:lnTo>
                      <a:pt x="372979" y="621"/>
                    </a:lnTo>
                    <a:close/>
                    <a:moveTo>
                      <a:pt x="372979" y="19671"/>
                    </a:moveTo>
                    <a:lnTo>
                      <a:pt x="163429" y="19671"/>
                    </a:lnTo>
                    <a:cubicBezTo>
                      <a:pt x="153428" y="19671"/>
                      <a:pt x="145141" y="27482"/>
                      <a:pt x="144474" y="37292"/>
                    </a:cubicBezTo>
                    <a:lnTo>
                      <a:pt x="144379" y="38721"/>
                    </a:lnTo>
                    <a:lnTo>
                      <a:pt x="144379" y="114921"/>
                    </a:lnTo>
                    <a:lnTo>
                      <a:pt x="392029" y="114921"/>
                    </a:lnTo>
                    <a:lnTo>
                      <a:pt x="392029" y="38721"/>
                    </a:lnTo>
                    <a:cubicBezTo>
                      <a:pt x="392029" y="29196"/>
                      <a:pt x="384981" y="21290"/>
                      <a:pt x="375836" y="19862"/>
                    </a:cubicBezTo>
                    <a:lnTo>
                      <a:pt x="374408" y="19671"/>
                    </a:lnTo>
                    <a:lnTo>
                      <a:pt x="372979" y="19671"/>
                    </a:lnTo>
                    <a:close/>
                  </a:path>
                </a:pathLst>
              </a:custGeom>
              <a:solidFill>
                <a:srgbClr val="009BB0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, 图标&#10;&#10;中度可信度描述已自动生成"/>
          <p:cNvPicPr>
            <a:picLocks noChangeAspect="1"/>
          </p:cNvPicPr>
          <p:nvPr/>
        </p:nvPicPr>
        <p:blipFill>
          <a:blip r:embed="Re8e0f60cd79e40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58517" y="2828836"/>
            <a:ext cx="2910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字魂35号-经典雅黑" panose="02000000000000000000" pitchFamily="2" charset="-122"/>
                <a:cs typeface="+mn-cs"/>
              </a:rPr>
              <a:t>PART/</a:t>
            </a:r>
            <a:r>
              <a:rPr kumimoji="0" lang="en-US" altLang="zh-CN" sz="7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字魂35号-经典雅黑" panose="02000000000000000000" pitchFamily="2" charset="-122"/>
                <a:cs typeface="+mn-cs"/>
              </a:rPr>
              <a:t>02</a:t>
            </a:r>
            <a:endParaRPr kumimoji="0" lang="en-US" altLang="zh-CN" sz="6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字魂35号-经典雅黑" panose="02000000000000000000" pitchFamily="2" charset="-122"/>
              <a:cs typeface="+mn-cs"/>
            </a:endParaRPr>
          </a:p>
        </p:txBody>
      </p:sp>
      <p:sp>
        <p:nvSpPr>
          <p:cNvPr id="55" name="TextBox 11"/>
          <p:cNvSpPr txBox="1"/>
          <p:nvPr/>
        </p:nvSpPr>
        <p:spPr>
          <a:xfrm>
            <a:off x="5819542" y="2561692"/>
            <a:ext cx="35654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ctr" defTabSz="1219200">
              <a:defRPr/>
            </a:pPr>
            <a:r>
              <a:rPr lang="zh-CN" altLang="en-US" sz="5400" b="1" dirty="0">
                <a:solidFill>
                  <a:prstClr val="white"/>
                </a:solidFill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商 业 模 式</a:t>
            </a:r>
          </a:p>
        </p:txBody>
      </p:sp>
      <p:sp>
        <p:nvSpPr>
          <p:cNvPr id="56" name="TextBox 36"/>
          <p:cNvSpPr txBox="1"/>
          <p:nvPr/>
        </p:nvSpPr>
        <p:spPr>
          <a:xfrm>
            <a:off x="4705064" y="3524302"/>
            <a:ext cx="5794356" cy="606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Please click here to add appropriate text to explain, you can directly copy and paste the text content.</a:t>
            </a:r>
          </a:p>
        </p:txBody>
      </p:sp>
      <p:grpSp>
        <p:nvGrpSpPr>
          <p:cNvPr id="57" name="组合 56"/>
          <p:cNvGrpSpPr/>
          <p:nvPr/>
        </p:nvGrpSpPr>
        <p:grpSpPr>
          <a:xfrm>
            <a:off x="7064207" y="4684844"/>
            <a:ext cx="1076070" cy="66675"/>
            <a:chOff x="4457700" y="5638798"/>
            <a:chExt cx="1076070" cy="66675"/>
          </a:xfrm>
        </p:grpSpPr>
        <p:sp>
          <p:nvSpPr>
            <p:cNvPr id="58" name="椭圆 57"/>
            <p:cNvSpPr/>
            <p:nvPr/>
          </p:nvSpPr>
          <p:spPr>
            <a:xfrm>
              <a:off x="4457700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4659579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4861458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5063337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椭圆 61"/>
            <p:cNvSpPr/>
            <p:nvPr/>
          </p:nvSpPr>
          <p:spPr>
            <a:xfrm>
              <a:off x="5265216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5467095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dur="150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5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6dba192684da42f9">
            <a:alphaModFix amt="1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7144" y="235807"/>
            <a:ext cx="547995" cy="509895"/>
            <a:chOff x="315244" y="264382"/>
            <a:chExt cx="547995" cy="509895"/>
          </a:xfrm>
        </p:grpSpPr>
        <p:sp>
          <p:nvSpPr>
            <p:cNvPr id="6" name="圆: 空心 5"/>
            <p:cNvSpPr/>
            <p:nvPr/>
          </p:nvSpPr>
          <p:spPr>
            <a:xfrm>
              <a:off x="353344" y="264382"/>
              <a:ext cx="509895" cy="509895"/>
            </a:xfrm>
            <a:prstGeom prst="donut">
              <a:avLst/>
            </a:prstGeom>
            <a:solidFill>
              <a:srgbClr val="00B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33819" y="344857"/>
              <a:ext cx="348946" cy="3489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1667" y="412705"/>
              <a:ext cx="213250" cy="213250"/>
            </a:xfrm>
            <a:prstGeom prst="ellipse">
              <a:avLst/>
            </a:prstGeom>
            <a:gradFill>
              <a:gsLst>
                <a:gs pos="100000">
                  <a:srgbClr val="00BCD4">
                    <a:alpha val="66000"/>
                  </a:srgbClr>
                </a:gs>
                <a:gs pos="46000">
                  <a:srgbClr val="00BCD4"/>
                </a:gs>
              </a:gsLst>
              <a:lin ang="7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5" name="圆: 空心 14"/>
            <p:cNvSpPr/>
            <p:nvPr/>
          </p:nvSpPr>
          <p:spPr>
            <a:xfrm>
              <a:off x="315244" y="554489"/>
              <a:ext cx="213250" cy="213250"/>
            </a:xfrm>
            <a:prstGeom prst="donut">
              <a:avLst/>
            </a:prstGeom>
            <a:solidFill>
              <a:srgbClr val="009B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4664" y="229144"/>
            <a:ext cx="28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商 业 模 式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295004" y="1699835"/>
            <a:ext cx="7601992" cy="4689271"/>
            <a:chOff x="2295004" y="1699835"/>
            <a:chExt cx="7601992" cy="4689271"/>
          </a:xfrm>
        </p:grpSpPr>
        <p:sp>
          <p:nvSpPr>
            <p:cNvPr id="4" name="上箭头 133"/>
            <p:cNvSpPr/>
            <p:nvPr/>
          </p:nvSpPr>
          <p:spPr>
            <a:xfrm>
              <a:off x="4734038" y="1699835"/>
              <a:ext cx="2723924" cy="3514574"/>
            </a:xfrm>
            <a:prstGeom prst="upArrow">
              <a:avLst>
                <a:gd name="adj1" fmla="val 61884"/>
                <a:gd name="adj2" fmla="val 49610"/>
              </a:avLst>
            </a:prstGeom>
            <a:gradFill>
              <a:gsLst>
                <a:gs pos="11000">
                  <a:srgbClr val="009BB0"/>
                </a:gs>
                <a:gs pos="98000">
                  <a:srgbClr val="009BB0">
                    <a:alpha val="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lvl="2">
                <a:defRPr/>
              </a:pPr>
              <a:endParaRPr lang="zh-CN" altLang="en-US" kern="0" dirty="0">
                <a:solidFill>
                  <a:prstClr val="white"/>
                </a:solidFill>
                <a:latin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8" name="弧形 7"/>
            <p:cNvSpPr/>
            <p:nvPr/>
          </p:nvSpPr>
          <p:spPr>
            <a:xfrm>
              <a:off x="4734038" y="3700236"/>
              <a:ext cx="2723924" cy="841828"/>
            </a:xfrm>
            <a:prstGeom prst="arc">
              <a:avLst>
                <a:gd name="adj1" fmla="val 20512488"/>
                <a:gd name="adj2" fmla="val 11883305"/>
              </a:avLst>
            </a:prstGeom>
            <a:noFill/>
            <a:ln w="6350" cap="flat" cmpd="sng" algn="ctr">
              <a:solidFill>
                <a:srgbClr val="009BB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" name="弧形 8"/>
            <p:cNvSpPr/>
            <p:nvPr/>
          </p:nvSpPr>
          <p:spPr>
            <a:xfrm>
              <a:off x="3646278" y="3700237"/>
              <a:ext cx="4899444" cy="1514172"/>
            </a:xfrm>
            <a:prstGeom prst="arc">
              <a:avLst>
                <a:gd name="adj1" fmla="val 20512488"/>
                <a:gd name="adj2" fmla="val 11883305"/>
              </a:avLst>
            </a:prstGeom>
            <a:noFill/>
            <a:ln w="6350" cap="flat" cmpd="sng" algn="ctr">
              <a:solidFill>
                <a:srgbClr val="00BCD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" name="弧形 9"/>
            <p:cNvSpPr/>
            <p:nvPr/>
          </p:nvSpPr>
          <p:spPr>
            <a:xfrm>
              <a:off x="2295004" y="4039712"/>
              <a:ext cx="7601992" cy="2349394"/>
            </a:xfrm>
            <a:prstGeom prst="arc">
              <a:avLst>
                <a:gd name="adj1" fmla="val 20512488"/>
                <a:gd name="adj2" fmla="val 11883305"/>
              </a:avLst>
            </a:prstGeom>
            <a:noFill/>
            <a:ln w="6350" cap="flat" cmpd="sng" algn="ctr">
              <a:solidFill>
                <a:srgbClr val="009BB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prstClr val="black"/>
                </a:solidFill>
                <a:latin typeface="微软雅黑" panose="020B0503020204020204" pitchFamily="34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H="1">
              <a:off x="2295004" y="3475479"/>
              <a:ext cx="0" cy="173893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0F84AD"/>
                  </a:gs>
                  <a:gs pos="100000">
                    <a:srgbClr val="E9EEF2">
                      <a:alpha val="6000"/>
                    </a:srgbClr>
                  </a:gs>
                </a:gsLst>
                <a:lin ang="5400000" scaled="1"/>
              </a:gradFill>
              <a:prstDash val="solid"/>
              <a:miter lim="800000"/>
              <a:headEnd type="oval"/>
              <a:tailEnd type="oval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>
            <a:xfrm flipH="1">
              <a:off x="4223923" y="2050853"/>
              <a:ext cx="0" cy="1988859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00BCD4"/>
                  </a:gs>
                  <a:gs pos="100000">
                    <a:srgbClr val="E9EEF2">
                      <a:alpha val="6000"/>
                    </a:srgbClr>
                  </a:gs>
                </a:gsLst>
                <a:lin ang="5400000" scaled="1"/>
              </a:gradFill>
              <a:prstDash val="solid"/>
              <a:miter lim="800000"/>
              <a:headEnd type="oval"/>
              <a:tailEnd type="oval"/>
            </a:ln>
            <a:effectLst/>
          </p:spPr>
        </p:cxnSp>
        <p:cxnSp>
          <p:nvCxnSpPr>
            <p:cNvPr id="13" name="直接连接符 12"/>
            <p:cNvCxnSpPr/>
            <p:nvPr/>
          </p:nvCxnSpPr>
          <p:spPr>
            <a:xfrm flipH="1">
              <a:off x="7926615" y="2050853"/>
              <a:ext cx="0" cy="1988859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00BCD4"/>
                  </a:gs>
                  <a:gs pos="100000">
                    <a:srgbClr val="E9EEF2">
                      <a:alpha val="6000"/>
                    </a:srgbClr>
                  </a:gs>
                </a:gsLst>
                <a:lin ang="5400000" scaled="1"/>
              </a:gradFill>
              <a:prstDash val="solid"/>
              <a:miter lim="800000"/>
              <a:headEnd type="oval"/>
              <a:tailEnd type="oval"/>
            </a:ln>
            <a:effectLst/>
          </p:spPr>
        </p:cxnSp>
        <p:cxnSp>
          <p:nvCxnSpPr>
            <p:cNvPr id="16" name="直接连接符 15"/>
            <p:cNvCxnSpPr/>
            <p:nvPr/>
          </p:nvCxnSpPr>
          <p:spPr>
            <a:xfrm flipH="1">
              <a:off x="9726089" y="3475479"/>
              <a:ext cx="0" cy="173893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009BB0"/>
                  </a:gs>
                  <a:gs pos="100000">
                    <a:srgbClr val="E9EEF2">
                      <a:alpha val="6000"/>
                    </a:srgbClr>
                  </a:gs>
                </a:gsLst>
                <a:lin ang="5400000" scaled="1"/>
              </a:gradFill>
              <a:prstDash val="solid"/>
              <a:miter lim="800000"/>
              <a:headEnd type="oval"/>
              <a:tailEnd type="oval"/>
            </a:ln>
            <a:effectLst/>
          </p:spPr>
        </p:cxnSp>
        <p:sp>
          <p:nvSpPr>
            <p:cNvPr id="17" name="文本框 16"/>
            <p:cNvSpPr txBox="1"/>
            <p:nvPr/>
          </p:nvSpPr>
          <p:spPr>
            <a:xfrm>
              <a:off x="5618947" y="2486635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zh-CN" altLang="en-US" sz="2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</a:t>
              </a:r>
            </a:p>
          </p:txBody>
        </p:sp>
      </p:grpSp>
      <p:sp>
        <p:nvSpPr>
          <p:cNvPr id="19" name="矩形 18"/>
          <p:cNvSpPr/>
          <p:nvPr/>
        </p:nvSpPr>
        <p:spPr>
          <a:xfrm>
            <a:off x="299267" y="3220060"/>
            <a:ext cx="1824831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添加标题</a:t>
            </a:r>
          </a:p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单击此处添加文字说明，可适当地调整文字大X或者颜色等属性，祝你使用愉快。</a:t>
            </a:r>
          </a:p>
        </p:txBody>
      </p:sp>
      <p:sp>
        <p:nvSpPr>
          <p:cNvPr id="20" name="矩形 19"/>
          <p:cNvSpPr/>
          <p:nvPr/>
        </p:nvSpPr>
        <p:spPr>
          <a:xfrm>
            <a:off x="590410" y="1617898"/>
            <a:ext cx="33565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添加标题</a:t>
            </a:r>
          </a:p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单击此处添加文字说明，可适当地调整文字大X或者颜色等属性。</a:t>
            </a:r>
          </a:p>
        </p:txBody>
      </p:sp>
      <p:sp>
        <p:nvSpPr>
          <p:cNvPr id="21" name="矩形 20"/>
          <p:cNvSpPr/>
          <p:nvPr/>
        </p:nvSpPr>
        <p:spPr>
          <a:xfrm>
            <a:off x="8130643" y="1617898"/>
            <a:ext cx="33565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添加标题</a:t>
            </a:r>
          </a:p>
          <a:p>
            <a:pPr lvl="0">
              <a:lnSpc>
                <a:spcPct val="15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单击此处添加文字说明，可适当地调整文字大X或者颜色等属性。</a:t>
            </a:r>
          </a:p>
        </p:txBody>
      </p:sp>
      <p:sp>
        <p:nvSpPr>
          <p:cNvPr id="22" name="矩形 21"/>
          <p:cNvSpPr/>
          <p:nvPr/>
        </p:nvSpPr>
        <p:spPr>
          <a:xfrm>
            <a:off x="9955941" y="3220060"/>
            <a:ext cx="1824831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添加标题</a:t>
            </a:r>
          </a:p>
          <a:p>
            <a:pPr lvl="0">
              <a:lnSpc>
                <a:spcPct val="15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单击此处添加文字说明，可适当地调整文字大X或者颜色等属性，祝你使用愉快。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75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9" presetID="42" presetClass="entr" presetSubtype="0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15" presetID="42" presetClass="entr" presetSubtype="0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21" presetID="42" presetClass="entr" presetSubtype="0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750"/>
                            </p:stCondLst>
                            <p:childTnLst>
                              <p:par>
                                <p:cTn id="27" presetID="42" presetClass="entr" presetSubtype="0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c61133d68fb742c9">
            <a:alphaModFix amt="1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7144" y="235807"/>
            <a:ext cx="547995" cy="509895"/>
            <a:chOff x="315244" y="264382"/>
            <a:chExt cx="547995" cy="509895"/>
          </a:xfrm>
        </p:grpSpPr>
        <p:sp>
          <p:nvSpPr>
            <p:cNvPr id="6" name="圆: 空心 5"/>
            <p:cNvSpPr/>
            <p:nvPr/>
          </p:nvSpPr>
          <p:spPr>
            <a:xfrm>
              <a:off x="353344" y="264382"/>
              <a:ext cx="509895" cy="509895"/>
            </a:xfrm>
            <a:prstGeom prst="donut">
              <a:avLst/>
            </a:prstGeom>
            <a:solidFill>
              <a:srgbClr val="00B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33819" y="344857"/>
              <a:ext cx="348946" cy="3489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1667" y="412705"/>
              <a:ext cx="213250" cy="213250"/>
            </a:xfrm>
            <a:prstGeom prst="ellipse">
              <a:avLst/>
            </a:prstGeom>
            <a:gradFill>
              <a:gsLst>
                <a:gs pos="100000">
                  <a:srgbClr val="00BCD4">
                    <a:alpha val="66000"/>
                  </a:srgbClr>
                </a:gs>
                <a:gs pos="46000">
                  <a:srgbClr val="00BCD4"/>
                </a:gs>
              </a:gsLst>
              <a:lin ang="7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5" name="圆: 空心 14"/>
            <p:cNvSpPr/>
            <p:nvPr/>
          </p:nvSpPr>
          <p:spPr>
            <a:xfrm>
              <a:off x="315244" y="554489"/>
              <a:ext cx="213250" cy="213250"/>
            </a:xfrm>
            <a:prstGeom prst="donut">
              <a:avLst/>
            </a:prstGeom>
            <a:solidFill>
              <a:srgbClr val="009B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4664" y="229144"/>
            <a:ext cx="28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商 业 模 式</a:t>
            </a:r>
          </a:p>
        </p:txBody>
      </p:sp>
      <p:sp>
        <p:nvSpPr>
          <p:cNvPr id="3" name="TextBox 21"/>
          <p:cNvSpPr txBox="1"/>
          <p:nvPr/>
        </p:nvSpPr>
        <p:spPr>
          <a:xfrm>
            <a:off x="1120190" y="4256103"/>
            <a:ext cx="3007124" cy="16004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00"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添加标题</a:t>
            </a:r>
          </a:p>
          <a:p>
            <a:pPr algn="ctr" defTabSz="914400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请您单击此处添加合适文字加以解释说明，可根据自己的需要适当地调整文字的大X或者颜色等属性，祝你使用愉快，严禁抄袭。</a:t>
            </a:r>
          </a:p>
        </p:txBody>
      </p:sp>
      <p:sp>
        <p:nvSpPr>
          <p:cNvPr id="4" name="TextBox 22"/>
          <p:cNvSpPr txBox="1"/>
          <p:nvPr/>
        </p:nvSpPr>
        <p:spPr>
          <a:xfrm>
            <a:off x="4605495" y="4256103"/>
            <a:ext cx="3007124" cy="16004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914400">
              <a:defRPr/>
            </a:pPr>
            <a:r>
              <a:rPr lang="zh-CN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添加标题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请您单击此处添加合适文字加以解释说明，可根据自己的需要适当地调整文字的大X或者颜色等属性，祝你使用愉快，严禁抄袭。</a:t>
            </a:r>
          </a:p>
        </p:txBody>
      </p:sp>
      <p:sp>
        <p:nvSpPr>
          <p:cNvPr id="8" name="TextBox 23"/>
          <p:cNvSpPr txBox="1"/>
          <p:nvPr/>
        </p:nvSpPr>
        <p:spPr>
          <a:xfrm>
            <a:off x="8090801" y="4256103"/>
            <a:ext cx="3007124" cy="16004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914400">
              <a:defRPr/>
            </a:pPr>
            <a:r>
              <a:rPr lang="zh-CN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添加标题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请您单击此处添加合适文字加以解释说明，可根据自己的需要适当地调整文字的大X或者颜色等属性，祝你使用愉快，严禁抄袭。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293712" y="1503831"/>
            <a:ext cx="2660080" cy="2286140"/>
            <a:chOff x="1359185" y="2120305"/>
            <a:chExt cx="2660080" cy="2286140"/>
          </a:xfrm>
        </p:grpSpPr>
        <p:sp>
          <p:nvSpPr>
            <p:cNvPr id="10" name="Parallelogram 15"/>
            <p:cNvSpPr/>
            <p:nvPr/>
          </p:nvSpPr>
          <p:spPr>
            <a:xfrm>
              <a:off x="1993579" y="3371156"/>
              <a:ext cx="1802295" cy="1035289"/>
            </a:xfrm>
            <a:prstGeom prst="parallelogram">
              <a:avLst>
                <a:gd name="adj" fmla="val 50000"/>
              </a:avLst>
            </a:prstGeom>
            <a:solidFill>
              <a:srgbClr val="009BB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en-US" b="1" kern="0" dirty="0">
                <a:solidFill>
                  <a:srgbClr val="F5F5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CN" panose="02020400000000000000" pitchFamily="18" charset="-122"/>
              </a:endParaRPr>
            </a:p>
          </p:txBody>
        </p:sp>
        <p:sp>
          <p:nvSpPr>
            <p:cNvPr id="11" name="Shape 196"/>
            <p:cNvSpPr/>
            <p:nvPr/>
          </p:nvSpPr>
          <p:spPr>
            <a:xfrm>
              <a:off x="2456165" y="3508765"/>
              <a:ext cx="877122" cy="760070"/>
            </a:xfrm>
            <a:prstGeom prst="rect">
              <a:avLst/>
            </a:prstGeom>
            <a:ln w="12700">
              <a:miter lim="400000"/>
            </a:ln>
          </p:spPr>
          <p:txBody>
            <a:bodyPr lIns="25400" tIns="25400" rIns="25400" bIns="25400" anchor="ctr"/>
            <a:lstStyle>
              <a:lvl1pPr algn="l">
                <a:lnSpc>
                  <a:spcPct val="120000"/>
                </a:lnSpc>
                <a:defRPr sz="3500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</a:lstStyle>
            <a:p>
              <a:pPr>
                <a:defRPr/>
              </a:pPr>
              <a:endParaRPr lang="en-US" sz="2800" b="1" kern="0" dirty="0">
                <a:solidFill>
                  <a:srgbClr val="F5F5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CN" panose="02020400000000000000" pitchFamily="18" charset="-122"/>
              </a:endParaRPr>
            </a:p>
            <a:p>
              <a:pPr algn="ctr">
                <a:defRPr/>
              </a:pPr>
              <a:r>
                <a:rPr lang="en-US" sz="2800" b="1" kern="0" dirty="0">
                  <a:solidFill>
                    <a:srgbClr val="F5F5F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宋体 CN" panose="02020400000000000000" pitchFamily="18" charset="-122"/>
                </a:rPr>
                <a:t>A</a:t>
              </a:r>
            </a:p>
          </p:txBody>
        </p:sp>
        <p:pic>
          <p:nvPicPr>
            <p:cNvPr id="12" name="图片占位符 4"/>
            <p:cNvPicPr>
              <a:picLocks noChangeAspect="1"/>
            </p:cNvPicPr>
            <p:nvPr/>
          </p:nvPicPr>
          <p:blipFill>
            <a:blip r:embed="R449f1f47e8f94e8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9185" y="2120305"/>
              <a:ext cx="2660080" cy="1661563"/>
            </a:xfrm>
            <a:custGeom>
              <a:avLst/>
              <a:gdLst>
                <a:gd name="connsiteX0" fmla="*/ 969584 w 2790614"/>
                <a:gd name="connsiteY0" fmla="*/ 0 h 2051335"/>
                <a:gd name="connsiteX1" fmla="*/ 2790614 w 2790614"/>
                <a:gd name="connsiteY1" fmla="*/ 0 h 2051335"/>
                <a:gd name="connsiteX2" fmla="*/ 1821030 w 2790614"/>
                <a:gd name="connsiteY2" fmla="*/ 2051335 h 2051335"/>
                <a:gd name="connsiteX3" fmla="*/ 0 w 2790614"/>
                <a:gd name="connsiteY3" fmla="*/ 2051335 h 20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0614" h="2051334">
                  <a:moveTo>
                    <a:pt x="969584" y="0"/>
                  </a:moveTo>
                  <a:lnTo>
                    <a:pt x="2790614" y="0"/>
                  </a:lnTo>
                  <a:lnTo>
                    <a:pt x="1821030" y="2051335"/>
                  </a:lnTo>
                  <a:lnTo>
                    <a:pt x="0" y="2051335"/>
                  </a:lnTo>
                  <a:close/>
                </a:path>
              </a:pathLst>
            </a:custGeom>
          </p:spPr>
        </p:pic>
      </p:grpSp>
      <p:grpSp>
        <p:nvGrpSpPr>
          <p:cNvPr id="13" name="组合 12"/>
          <p:cNvGrpSpPr/>
          <p:nvPr/>
        </p:nvGrpSpPr>
        <p:grpSpPr>
          <a:xfrm>
            <a:off x="4759976" y="1498440"/>
            <a:ext cx="2678398" cy="2291531"/>
            <a:chOff x="4759976" y="2114914"/>
            <a:chExt cx="2678398" cy="2291531"/>
          </a:xfrm>
        </p:grpSpPr>
        <p:sp>
          <p:nvSpPr>
            <p:cNvPr id="16" name="Parallelogram 16"/>
            <p:cNvSpPr/>
            <p:nvPr/>
          </p:nvSpPr>
          <p:spPr>
            <a:xfrm>
              <a:off x="5412640" y="3371156"/>
              <a:ext cx="1802295" cy="1035289"/>
            </a:xfrm>
            <a:prstGeom prst="parallelogram">
              <a:avLst>
                <a:gd name="adj" fmla="val 50000"/>
              </a:avLst>
            </a:prstGeom>
            <a:solidFill>
              <a:srgbClr val="00BCD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en-US" b="1" kern="0" dirty="0">
                <a:solidFill>
                  <a:srgbClr val="F5F5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CN" panose="02020400000000000000" pitchFamily="18" charset="-122"/>
              </a:endParaRPr>
            </a:p>
          </p:txBody>
        </p:sp>
        <p:sp>
          <p:nvSpPr>
            <p:cNvPr id="17" name="Shape 196"/>
            <p:cNvSpPr/>
            <p:nvPr/>
          </p:nvSpPr>
          <p:spPr>
            <a:xfrm>
              <a:off x="5875226" y="3508765"/>
              <a:ext cx="877122" cy="760070"/>
            </a:xfrm>
            <a:prstGeom prst="rect">
              <a:avLst/>
            </a:prstGeom>
            <a:ln w="12700">
              <a:miter lim="400000"/>
            </a:ln>
          </p:spPr>
          <p:txBody>
            <a:bodyPr lIns="25400" tIns="25400" rIns="25400" bIns="25400" anchor="ctr"/>
            <a:lstStyle>
              <a:lvl1pPr algn="l">
                <a:lnSpc>
                  <a:spcPct val="120000"/>
                </a:lnSpc>
                <a:defRPr sz="3500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</a:lstStyle>
            <a:p>
              <a:pPr algn="ctr">
                <a:defRPr/>
              </a:pPr>
              <a:r>
                <a:rPr lang="en-US" sz="2800" b="1" kern="0" dirty="0">
                  <a:solidFill>
                    <a:srgbClr val="F5F5F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宋体 CN" panose="02020400000000000000" pitchFamily="18" charset="-122"/>
                </a:rPr>
                <a:t>                  B</a:t>
              </a:r>
            </a:p>
          </p:txBody>
        </p:sp>
        <p:pic>
          <p:nvPicPr>
            <p:cNvPr id="19" name="图片占位符 3"/>
            <p:cNvPicPr>
              <a:picLocks noChangeAspect="1"/>
            </p:cNvPicPr>
            <p:nvPr/>
          </p:nvPicPr>
          <p:blipFill>
            <a:blip r:embed="Rb4c444c2add0465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59976" y="2114914"/>
              <a:ext cx="2678398" cy="1672344"/>
            </a:xfrm>
            <a:custGeom>
              <a:avLst/>
              <a:gdLst>
                <a:gd name="connsiteX0" fmla="*/ 969584 w 2790614"/>
                <a:gd name="connsiteY0" fmla="*/ 0 h 2051335"/>
                <a:gd name="connsiteX1" fmla="*/ 2790614 w 2790614"/>
                <a:gd name="connsiteY1" fmla="*/ 0 h 2051335"/>
                <a:gd name="connsiteX2" fmla="*/ 1821030 w 2790614"/>
                <a:gd name="connsiteY2" fmla="*/ 2051335 h 2051335"/>
                <a:gd name="connsiteX3" fmla="*/ 0 w 2790614"/>
                <a:gd name="connsiteY3" fmla="*/ 2051335 h 20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0614" h="2051334">
                  <a:moveTo>
                    <a:pt x="969584" y="0"/>
                  </a:moveTo>
                  <a:lnTo>
                    <a:pt x="2790614" y="0"/>
                  </a:lnTo>
                  <a:lnTo>
                    <a:pt x="1821030" y="2051335"/>
                  </a:lnTo>
                  <a:lnTo>
                    <a:pt x="0" y="2051335"/>
                  </a:lnTo>
                  <a:close/>
                </a:path>
              </a:pathLst>
            </a:custGeom>
          </p:spPr>
        </p:pic>
      </p:grpSp>
      <p:grpSp>
        <p:nvGrpSpPr>
          <p:cNvPr id="20" name="组合 19"/>
          <p:cNvGrpSpPr/>
          <p:nvPr/>
        </p:nvGrpSpPr>
        <p:grpSpPr>
          <a:xfrm>
            <a:off x="8255927" y="1458898"/>
            <a:ext cx="2676872" cy="2331073"/>
            <a:chOff x="8138145" y="2075372"/>
            <a:chExt cx="2676872" cy="2331073"/>
          </a:xfrm>
        </p:grpSpPr>
        <p:sp>
          <p:nvSpPr>
            <p:cNvPr id="21" name="Parallelogram 17"/>
            <p:cNvSpPr/>
            <p:nvPr/>
          </p:nvSpPr>
          <p:spPr>
            <a:xfrm>
              <a:off x="8542708" y="3371156"/>
              <a:ext cx="1802295" cy="1035289"/>
            </a:xfrm>
            <a:prstGeom prst="parallelogram">
              <a:avLst>
                <a:gd name="adj" fmla="val 50000"/>
              </a:avLst>
            </a:prstGeom>
            <a:solidFill>
              <a:srgbClr val="009BB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en-US" b="1" kern="0" dirty="0">
                <a:solidFill>
                  <a:srgbClr val="F5F5F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宋体 CN" panose="02020400000000000000" pitchFamily="18" charset="-122"/>
              </a:endParaRPr>
            </a:p>
          </p:txBody>
        </p:sp>
        <p:sp>
          <p:nvSpPr>
            <p:cNvPr id="22" name="Shape 196"/>
            <p:cNvSpPr/>
            <p:nvPr/>
          </p:nvSpPr>
          <p:spPr>
            <a:xfrm>
              <a:off x="9005294" y="3508765"/>
              <a:ext cx="877122" cy="760070"/>
            </a:xfrm>
            <a:prstGeom prst="rect">
              <a:avLst/>
            </a:prstGeom>
            <a:ln w="12700">
              <a:miter lim="400000"/>
            </a:ln>
          </p:spPr>
          <p:txBody>
            <a:bodyPr lIns="25400" tIns="25400" rIns="25400" bIns="25400" anchor="ctr"/>
            <a:lstStyle>
              <a:lvl1pPr algn="l">
                <a:lnSpc>
                  <a:spcPct val="120000"/>
                </a:lnSpc>
                <a:defRPr sz="3500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</a:lstStyle>
            <a:p>
              <a:pPr algn="ctr">
                <a:defRPr/>
              </a:pPr>
              <a:r>
                <a:rPr lang="en-US" sz="2800" b="1" kern="0" dirty="0">
                  <a:solidFill>
                    <a:srgbClr val="F5F5F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宋体 CN" panose="02020400000000000000" pitchFamily="18" charset="-122"/>
                </a:rPr>
                <a:t>        C</a:t>
              </a:r>
            </a:p>
          </p:txBody>
        </p:sp>
        <p:pic>
          <p:nvPicPr>
            <p:cNvPr id="23" name="图片占位符 6"/>
            <p:cNvPicPr>
              <a:picLocks noChangeAspect="1"/>
            </p:cNvPicPr>
            <p:nvPr/>
          </p:nvPicPr>
          <p:blipFill>
            <a:blip r:embed="Raa868e778c4a420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38145" y="2075372"/>
              <a:ext cx="2676872" cy="1672052"/>
            </a:xfrm>
            <a:custGeom>
              <a:avLst/>
              <a:gdLst>
                <a:gd name="connsiteX0" fmla="*/ 969584 w 2790614"/>
                <a:gd name="connsiteY0" fmla="*/ 0 h 2051335"/>
                <a:gd name="connsiteX1" fmla="*/ 2790614 w 2790614"/>
                <a:gd name="connsiteY1" fmla="*/ 0 h 2051335"/>
                <a:gd name="connsiteX2" fmla="*/ 1821030 w 2790614"/>
                <a:gd name="connsiteY2" fmla="*/ 2051335 h 2051335"/>
                <a:gd name="connsiteX3" fmla="*/ 0 w 2790614"/>
                <a:gd name="connsiteY3" fmla="*/ 2051335 h 205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90614" h="2051334">
                  <a:moveTo>
                    <a:pt x="969584" y="0"/>
                  </a:moveTo>
                  <a:lnTo>
                    <a:pt x="2790614" y="0"/>
                  </a:lnTo>
                  <a:lnTo>
                    <a:pt x="1821030" y="2051335"/>
                  </a:lnTo>
                  <a:lnTo>
                    <a:pt x="0" y="2051335"/>
                  </a:lnTo>
                  <a:close/>
                </a:path>
              </a:pathLst>
            </a:cu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4b782ebaba6748bc">
            <a:alphaModFix amt="1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7144" y="235807"/>
            <a:ext cx="547995" cy="509895"/>
            <a:chOff x="315244" y="264382"/>
            <a:chExt cx="547995" cy="509895"/>
          </a:xfrm>
        </p:grpSpPr>
        <p:sp>
          <p:nvSpPr>
            <p:cNvPr id="6" name="圆: 空心 5"/>
            <p:cNvSpPr/>
            <p:nvPr/>
          </p:nvSpPr>
          <p:spPr>
            <a:xfrm>
              <a:off x="353344" y="264382"/>
              <a:ext cx="509895" cy="509895"/>
            </a:xfrm>
            <a:prstGeom prst="donut">
              <a:avLst/>
            </a:prstGeom>
            <a:solidFill>
              <a:srgbClr val="00B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33819" y="344857"/>
              <a:ext cx="348946" cy="3489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1667" y="412705"/>
              <a:ext cx="213250" cy="213250"/>
            </a:xfrm>
            <a:prstGeom prst="ellipse">
              <a:avLst/>
            </a:prstGeom>
            <a:gradFill>
              <a:gsLst>
                <a:gs pos="100000">
                  <a:srgbClr val="00BCD4">
                    <a:alpha val="66000"/>
                  </a:srgbClr>
                </a:gs>
                <a:gs pos="46000">
                  <a:srgbClr val="00BCD4"/>
                </a:gs>
              </a:gsLst>
              <a:lin ang="7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5" name="圆: 空心 14"/>
            <p:cNvSpPr/>
            <p:nvPr/>
          </p:nvSpPr>
          <p:spPr>
            <a:xfrm>
              <a:off x="315244" y="554489"/>
              <a:ext cx="213250" cy="213250"/>
            </a:xfrm>
            <a:prstGeom prst="donut">
              <a:avLst/>
            </a:prstGeom>
            <a:solidFill>
              <a:srgbClr val="009B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4664" y="229144"/>
            <a:ext cx="28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商 业 模 式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755172" y="1653456"/>
            <a:ext cx="5425595" cy="4083663"/>
            <a:chOff x="755172" y="1653456"/>
            <a:chExt cx="5425595" cy="4083663"/>
          </a:xfrm>
        </p:grpSpPr>
        <p:grpSp>
          <p:nvGrpSpPr>
            <p:cNvPr id="33" name="组合 32"/>
            <p:cNvGrpSpPr/>
            <p:nvPr/>
          </p:nvGrpSpPr>
          <p:grpSpPr>
            <a:xfrm>
              <a:off x="3482080" y="1653456"/>
              <a:ext cx="2698687" cy="2024012"/>
              <a:chOff x="3374208" y="1501056"/>
              <a:chExt cx="2698687" cy="2024012"/>
            </a:xfrm>
          </p:grpSpPr>
          <p:sp>
            <p:nvSpPr>
              <p:cNvPr id="39" name="Rectangle 29"/>
              <p:cNvSpPr>
                <a:spLocks noChangeArrowheads="1"/>
              </p:cNvSpPr>
              <p:nvPr/>
            </p:nvSpPr>
            <p:spPr bwMode="auto">
              <a:xfrm>
                <a:off x="3374208" y="1501056"/>
                <a:ext cx="2698687" cy="2024012"/>
              </a:xfrm>
              <a:prstGeom prst="rect">
                <a:avLst/>
              </a:prstGeom>
              <a:solidFill>
                <a:srgbClr val="00BCD4"/>
              </a:solidFill>
              <a:ln w="15875" cap="flat">
                <a:noFill/>
                <a:prstDash val="solid"/>
                <a:miter lim="800000"/>
              </a:ln>
              <a:effectLst>
                <a:outerShdw blurRad="762000" sx="95000" sy="95000" algn="ctr" rotWithShape="0">
                  <a:srgbClr val="0E9AAB">
                    <a:alpha val="1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dirty="0">
                  <a:solidFill>
                    <a:prstClr val="black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40" name="TextBox 31"/>
              <p:cNvSpPr txBox="1"/>
              <p:nvPr/>
            </p:nvSpPr>
            <p:spPr>
              <a:xfrm>
                <a:off x="3494701" y="1703738"/>
                <a:ext cx="2457701" cy="1523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思源黑体 CN Bold" panose="020B0800000000000000" pitchFamily="34" charset="-122"/>
                  </a:rPr>
                  <a:t>添加标题</a:t>
                </a:r>
                <a:endPara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Bold" panose="020B0800000000000000" pitchFamily="34" charset="-122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思源黑体 CN Bold" panose="020B0800000000000000" pitchFamily="34" charset="-122"/>
                  </a:rPr>
                  <a:t>请您单击此处添加合适文字，可调整文字的大X或者颜色等属性。</a:t>
                </a: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755172" y="3702924"/>
              <a:ext cx="2698687" cy="2034195"/>
              <a:chOff x="675875" y="3550524"/>
              <a:chExt cx="2698687" cy="2034195"/>
            </a:xfrm>
          </p:grpSpPr>
          <p:sp>
            <p:nvSpPr>
              <p:cNvPr id="37" name="Rectangle 28"/>
              <p:cNvSpPr>
                <a:spLocks noChangeArrowheads="1"/>
              </p:cNvSpPr>
              <p:nvPr/>
            </p:nvSpPr>
            <p:spPr bwMode="auto">
              <a:xfrm>
                <a:off x="675875" y="3550524"/>
                <a:ext cx="2698687" cy="2034195"/>
              </a:xfrm>
              <a:prstGeom prst="rect">
                <a:avLst/>
              </a:prstGeom>
              <a:solidFill>
                <a:srgbClr val="009BB0"/>
              </a:solidFill>
              <a:ln w="15875" cap="flat">
                <a:noFill/>
                <a:prstDash val="solid"/>
                <a:miter lim="800000"/>
              </a:ln>
              <a:effectLst>
                <a:outerShdw blurRad="762000" sx="95000" sy="95000" algn="ctr" rotWithShape="0">
                  <a:srgbClr val="0E9AAB">
                    <a:alpha val="1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dirty="0">
                  <a:solidFill>
                    <a:prstClr val="black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8" name="TextBox 47"/>
              <p:cNvSpPr txBox="1"/>
              <p:nvPr/>
            </p:nvSpPr>
            <p:spPr>
              <a:xfrm>
                <a:off x="796368" y="3758297"/>
                <a:ext cx="2457701" cy="1523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zh-CN" altLang="en-US" sz="20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思源黑体 CN Bold" panose="020B0800000000000000" pitchFamily="34" charset="-122"/>
                  </a:rPr>
                  <a:t>添加标题</a:t>
                </a:r>
                <a:endParaRPr lang="en-US" altLang="zh-CN" sz="2000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思源黑体 CN Bold" panose="020B0800000000000000" pitchFamily="34" charset="-122"/>
                </a:endParaRPr>
              </a:p>
              <a:p>
                <a:pPr algn="ctr">
                  <a:lnSpc>
                    <a:spcPct val="150000"/>
                  </a:lnSpc>
                  <a:defRPr/>
                </a:pPr>
                <a:r>
                  <a:rPr lang="zh-CN" altLang="en-US" sz="1400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思源黑体 CN Bold" panose="020B0800000000000000" pitchFamily="34" charset="-122"/>
                  </a:rPr>
                  <a:t>请您单击此处添加合适文字，可调整文字的大X或者颜色等属性。</a:t>
                </a:r>
              </a:p>
            </p:txBody>
          </p:sp>
        </p:grpSp>
        <p:pic>
          <p:nvPicPr>
            <p:cNvPr id="35" name="图片占位符 6"/>
            <p:cNvPicPr>
              <a:picLocks noChangeAspect="1"/>
            </p:cNvPicPr>
            <p:nvPr/>
          </p:nvPicPr>
          <p:blipFill>
            <a:blip r:embed="R201b3e00748746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573" y="1653755"/>
              <a:ext cx="2697884" cy="2023413"/>
            </a:xfrm>
            <a:prstGeom prst="rect">
              <a:avLst/>
            </a:prstGeom>
            <a:effectLst>
              <a:outerShdw blurRad="762000" sx="95000" sy="95000" algn="ctr" rotWithShape="0">
                <a:srgbClr val="0E9AAB">
                  <a:alpha val="10000"/>
                </a:srgbClr>
              </a:outerShdw>
            </a:effectLst>
          </p:spPr>
        </p:pic>
        <p:pic>
          <p:nvPicPr>
            <p:cNvPr id="36" name="图片占位符 9"/>
            <p:cNvPicPr>
              <a:picLocks noChangeAspect="1"/>
            </p:cNvPicPr>
            <p:nvPr/>
          </p:nvPicPr>
          <p:blipFill>
            <a:blip r:embed="Rdbe080a6710a437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4323" y="3705207"/>
              <a:ext cx="2696443" cy="2021134"/>
            </a:xfrm>
            <a:prstGeom prst="rect">
              <a:avLst/>
            </a:prstGeom>
            <a:effectLst>
              <a:outerShdw blurRad="762000" sx="95000" sy="95000" algn="ctr" rotWithShape="0">
                <a:srgbClr val="0E9AAB">
                  <a:alpha val="10000"/>
                </a:srgbClr>
              </a:outerShdw>
            </a:effectLst>
          </p:spPr>
        </p:pic>
      </p:grpSp>
      <p:grpSp>
        <p:nvGrpSpPr>
          <p:cNvPr id="41" name="组合 40"/>
          <p:cNvGrpSpPr/>
          <p:nvPr/>
        </p:nvGrpSpPr>
        <p:grpSpPr>
          <a:xfrm>
            <a:off x="6239216" y="1653455"/>
            <a:ext cx="5197613" cy="4083664"/>
            <a:chOff x="6198019" y="1501055"/>
            <a:chExt cx="5197613" cy="4083664"/>
          </a:xfrm>
        </p:grpSpPr>
        <p:sp>
          <p:nvSpPr>
            <p:cNvPr id="42" name="Rectangle 2"/>
            <p:cNvSpPr/>
            <p:nvPr/>
          </p:nvSpPr>
          <p:spPr>
            <a:xfrm>
              <a:off x="6198019" y="1501055"/>
              <a:ext cx="5197613" cy="4083664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sx="95000" sy="95000" algn="ctr" rotWithShape="0">
                <a:srgbClr val="0E9AAB">
                  <a:alpha val="1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6546795" y="1593425"/>
              <a:ext cx="4500061" cy="3942270"/>
              <a:chOff x="6597488" y="1620727"/>
              <a:chExt cx="4500061" cy="3942270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6597488" y="1620727"/>
                <a:ext cx="4500061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marR="0" lvl="0" indent="-342900" defTabSz="91440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添加标题</a:t>
                </a:r>
                <a:endPara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此处添加合适文字加以说明，可根据自己的需要适当地调整文字大X或颜色等属性，祝你使用愉快。</a:t>
                </a:r>
              </a:p>
            </p:txBody>
          </p:sp>
          <p:sp>
            <p:nvSpPr>
              <p:cNvPr id="45" name="矩形 44"/>
              <p:cNvSpPr/>
              <p:nvPr/>
            </p:nvSpPr>
            <p:spPr>
              <a:xfrm>
                <a:off x="6597488" y="2945531"/>
                <a:ext cx="450006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添加标题</a:t>
                </a:r>
                <a:endPara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此处添加合适文字加以说明，可根据自己的需要适当地调整文字大X或颜色等属性，祝你使用愉快。</a:t>
                </a:r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6597488" y="4270335"/>
                <a:ext cx="4500060" cy="12926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marR="0" lvl="0" indent="-342900" defTabSz="91440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添加标题</a:t>
                </a:r>
                <a:endPara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此处添加合适文字加以说明，可根据自己的需要适当地调整文字大X或颜色等属性。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125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4" dur="125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b3da0cb781cc4c7c">
            <a:alphaModFix amt="1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7144" y="235807"/>
            <a:ext cx="547995" cy="509895"/>
            <a:chOff x="315244" y="264382"/>
            <a:chExt cx="547995" cy="509895"/>
          </a:xfrm>
        </p:grpSpPr>
        <p:sp>
          <p:nvSpPr>
            <p:cNvPr id="6" name="圆: 空心 5"/>
            <p:cNvSpPr/>
            <p:nvPr/>
          </p:nvSpPr>
          <p:spPr>
            <a:xfrm>
              <a:off x="353344" y="264382"/>
              <a:ext cx="509895" cy="509895"/>
            </a:xfrm>
            <a:prstGeom prst="donut">
              <a:avLst/>
            </a:prstGeom>
            <a:solidFill>
              <a:srgbClr val="00B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33819" y="344857"/>
              <a:ext cx="348946" cy="3489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1667" y="412705"/>
              <a:ext cx="213250" cy="213250"/>
            </a:xfrm>
            <a:prstGeom prst="ellipse">
              <a:avLst/>
            </a:prstGeom>
            <a:gradFill>
              <a:gsLst>
                <a:gs pos="100000">
                  <a:srgbClr val="00BCD4">
                    <a:alpha val="66000"/>
                  </a:srgbClr>
                </a:gs>
                <a:gs pos="46000">
                  <a:srgbClr val="00BCD4"/>
                </a:gs>
              </a:gsLst>
              <a:lin ang="7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5" name="圆: 空心 14"/>
            <p:cNvSpPr/>
            <p:nvPr/>
          </p:nvSpPr>
          <p:spPr>
            <a:xfrm>
              <a:off x="315244" y="554489"/>
              <a:ext cx="213250" cy="213250"/>
            </a:xfrm>
            <a:prstGeom prst="donut">
              <a:avLst/>
            </a:prstGeom>
            <a:solidFill>
              <a:srgbClr val="009B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4664" y="229144"/>
            <a:ext cx="28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商 业 模 式</a:t>
            </a:r>
          </a:p>
        </p:txBody>
      </p:sp>
      <p:grpSp>
        <p:nvGrpSpPr>
          <p:cNvPr id="3" name="千图PPT彼岸天：ID 8661124库_组合 1"/>
          <p:cNvGrpSpPr/>
          <p:nvPr>
            <p:custDataLst>
              <p:tags r:id="R9dfb5c95032d46d3"/>
            </p:custDataLst>
          </p:nvPr>
        </p:nvGrpSpPr>
        <p:grpSpPr>
          <a:xfrm>
            <a:off x="682110" y="2005389"/>
            <a:ext cx="2506854" cy="1161174"/>
            <a:chOff x="772446" y="2367921"/>
            <a:chExt cx="2506854" cy="1161174"/>
          </a:xfrm>
        </p:grpSpPr>
        <p:sp>
          <p:nvSpPr>
            <p:cNvPr id="4" name="Freeform: Shape 5"/>
            <p:cNvSpPr/>
            <p:nvPr/>
          </p:nvSpPr>
          <p:spPr>
            <a:xfrm>
              <a:off x="772446" y="2367921"/>
              <a:ext cx="2506854" cy="1161174"/>
            </a:xfrm>
            <a:custGeom>
              <a:avLst/>
              <a:gdLst>
                <a:gd name="connsiteX0" fmla="*/ 0 w 1674206"/>
                <a:gd name="connsiteY0" fmla="*/ 0 h 775493"/>
                <a:gd name="connsiteX1" fmla="*/ 1240155 w 1674206"/>
                <a:gd name="connsiteY1" fmla="*/ 0 h 775493"/>
                <a:gd name="connsiteX2" fmla="*/ 1674206 w 1674206"/>
                <a:gd name="connsiteY2" fmla="*/ 387747 h 775493"/>
                <a:gd name="connsiteX3" fmla="*/ 1240155 w 1674206"/>
                <a:gd name="connsiteY3" fmla="*/ 775493 h 775493"/>
                <a:gd name="connsiteX4" fmla="*/ 0 w 1674206"/>
                <a:gd name="connsiteY4" fmla="*/ 775493 h 775493"/>
                <a:gd name="connsiteX5" fmla="*/ 434051 w 1674206"/>
                <a:gd name="connsiteY5" fmla="*/ 387747 h 775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4205" h="775493">
                  <a:moveTo>
                    <a:pt x="0" y="0"/>
                  </a:moveTo>
                  <a:lnTo>
                    <a:pt x="1240155" y="0"/>
                  </a:lnTo>
                  <a:lnTo>
                    <a:pt x="1674206" y="387747"/>
                  </a:lnTo>
                  <a:lnTo>
                    <a:pt x="1240155" y="775493"/>
                  </a:lnTo>
                  <a:lnTo>
                    <a:pt x="0" y="775493"/>
                  </a:lnTo>
                  <a:lnTo>
                    <a:pt x="434051" y="387747"/>
                  </a:lnTo>
                  <a:close/>
                </a:path>
              </a:pathLst>
            </a:custGeom>
            <a:solidFill>
              <a:srgbClr val="009BB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0000" tIns="0" rIns="252000" bIns="0" anchor="ctr">
              <a:norm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   输入标题</a:t>
              </a:r>
            </a:p>
          </p:txBody>
        </p:sp>
        <p:sp>
          <p:nvSpPr>
            <p:cNvPr id="8" name="Oval 6"/>
            <p:cNvSpPr/>
            <p:nvPr/>
          </p:nvSpPr>
          <p:spPr>
            <a:xfrm>
              <a:off x="778770" y="2582953"/>
              <a:ext cx="682491" cy="684894"/>
            </a:xfrm>
            <a:prstGeom prst="ellipse">
              <a:avLst/>
            </a:prstGeom>
            <a:solidFill>
              <a:srgbClr val="009BB0"/>
            </a:solidFill>
            <a:ln w="254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>
              <a:normAutofit/>
            </a:bodyPr>
            <a:lstStyle/>
            <a:p>
              <a:pPr algn="ctr">
                <a:defRPr/>
              </a:pPr>
              <a:r>
                <a:rPr lang="en-US" altLang="zh-CN" sz="2400" b="1" kern="0" dirty="0">
                  <a:solidFill>
                    <a:prstClr val="white"/>
                  </a:solidFill>
                  <a:latin typeface="字魂35号-经典雅黑" panose="02000000000000000000" pitchFamily="2" charset="-122"/>
                  <a:ea typeface="字魂35号-经典雅黑" panose="02000000000000000000" pitchFamily="2" charset="-122"/>
                  <a:cs typeface="+mn-ea"/>
                  <a:sym typeface="+mn-lt"/>
                </a:rPr>
                <a:t>01</a:t>
              </a:r>
            </a:p>
          </p:txBody>
        </p:sp>
      </p:grpSp>
      <p:grpSp>
        <p:nvGrpSpPr>
          <p:cNvPr id="9" name="千图PPT彼岸天：ID 8661124库_组合 4"/>
          <p:cNvGrpSpPr/>
          <p:nvPr>
            <p:custDataLst>
              <p:tags r:id="Rea852e2de4f64084"/>
            </p:custDataLst>
          </p:nvPr>
        </p:nvGrpSpPr>
        <p:grpSpPr>
          <a:xfrm>
            <a:off x="3393339" y="2005389"/>
            <a:ext cx="2529966" cy="1161174"/>
            <a:chOff x="3462085" y="2367921"/>
            <a:chExt cx="2529966" cy="1161174"/>
          </a:xfrm>
        </p:grpSpPr>
        <p:sp>
          <p:nvSpPr>
            <p:cNvPr id="10" name="Freeform: Shape 7"/>
            <p:cNvSpPr/>
            <p:nvPr/>
          </p:nvSpPr>
          <p:spPr>
            <a:xfrm>
              <a:off x="3487202" y="2367921"/>
              <a:ext cx="2504849" cy="1161174"/>
            </a:xfrm>
            <a:custGeom>
              <a:avLst/>
              <a:gdLst>
                <a:gd name="connsiteX0" fmla="*/ 0 w 1674206"/>
                <a:gd name="connsiteY0" fmla="*/ 0 h 775493"/>
                <a:gd name="connsiteX1" fmla="*/ 1240155 w 1674206"/>
                <a:gd name="connsiteY1" fmla="*/ 0 h 775493"/>
                <a:gd name="connsiteX2" fmla="*/ 1674206 w 1674206"/>
                <a:gd name="connsiteY2" fmla="*/ 387747 h 775493"/>
                <a:gd name="connsiteX3" fmla="*/ 1240155 w 1674206"/>
                <a:gd name="connsiteY3" fmla="*/ 775493 h 775493"/>
                <a:gd name="connsiteX4" fmla="*/ 0 w 1674206"/>
                <a:gd name="connsiteY4" fmla="*/ 775493 h 775493"/>
                <a:gd name="connsiteX5" fmla="*/ 434051 w 1674206"/>
                <a:gd name="connsiteY5" fmla="*/ 387747 h 775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4205" h="775493">
                  <a:moveTo>
                    <a:pt x="0" y="0"/>
                  </a:moveTo>
                  <a:lnTo>
                    <a:pt x="1240155" y="0"/>
                  </a:lnTo>
                  <a:lnTo>
                    <a:pt x="1674206" y="387747"/>
                  </a:lnTo>
                  <a:lnTo>
                    <a:pt x="1240155" y="775493"/>
                  </a:lnTo>
                  <a:lnTo>
                    <a:pt x="0" y="775493"/>
                  </a:lnTo>
                  <a:lnTo>
                    <a:pt x="434051" y="387747"/>
                  </a:lnTo>
                  <a:close/>
                </a:path>
              </a:pathLst>
            </a:custGeom>
            <a:solidFill>
              <a:srgbClr val="00BCD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0000" tIns="0" rIns="252000" bIns="0" anchor="ctr">
              <a:norm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 输入标题</a:t>
              </a:r>
              <a:endParaRPr lang="zh-CN" altLang="en-US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Oval 8"/>
            <p:cNvSpPr/>
            <p:nvPr/>
          </p:nvSpPr>
          <p:spPr>
            <a:xfrm>
              <a:off x="3462085" y="2582953"/>
              <a:ext cx="682491" cy="684894"/>
            </a:xfrm>
            <a:prstGeom prst="ellipse">
              <a:avLst/>
            </a:prstGeom>
            <a:solidFill>
              <a:srgbClr val="00BCD4"/>
            </a:solidFill>
            <a:ln w="254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>
              <a:normAutofit/>
            </a:bodyPr>
            <a:lstStyle/>
            <a:p>
              <a:pPr algn="ctr">
                <a:defRPr/>
              </a:pPr>
              <a:r>
                <a:rPr lang="en-US" altLang="zh-CN" sz="2400" b="1" kern="0" dirty="0">
                  <a:solidFill>
                    <a:prstClr val="white"/>
                  </a:solidFill>
                  <a:latin typeface="字魂35号-经典雅黑" panose="02000000000000000000" pitchFamily="2" charset="-122"/>
                  <a:ea typeface="字魂35号-经典雅黑" panose="02000000000000000000" pitchFamily="2" charset="-122"/>
                  <a:cs typeface="+mn-ea"/>
                  <a:sym typeface="+mn-lt"/>
                </a:rPr>
                <a:t>02</a:t>
              </a:r>
            </a:p>
          </p:txBody>
        </p:sp>
      </p:grpSp>
      <p:grpSp>
        <p:nvGrpSpPr>
          <p:cNvPr id="12" name="千图PPT彼岸天：ID 8661124库_组合 14"/>
          <p:cNvGrpSpPr/>
          <p:nvPr>
            <p:custDataLst>
              <p:tags r:id="R4cbe8c2b760a43a8"/>
            </p:custDataLst>
          </p:nvPr>
        </p:nvGrpSpPr>
        <p:grpSpPr>
          <a:xfrm>
            <a:off x="6287998" y="2005389"/>
            <a:ext cx="2529965" cy="1161174"/>
            <a:chOff x="6174836" y="2367921"/>
            <a:chExt cx="2529965" cy="1161174"/>
          </a:xfrm>
        </p:grpSpPr>
        <p:sp>
          <p:nvSpPr>
            <p:cNvPr id="13" name="Freeform: Shape 9"/>
            <p:cNvSpPr/>
            <p:nvPr/>
          </p:nvSpPr>
          <p:spPr>
            <a:xfrm>
              <a:off x="6199953" y="2367921"/>
              <a:ext cx="2504848" cy="1161174"/>
            </a:xfrm>
            <a:custGeom>
              <a:avLst/>
              <a:gdLst>
                <a:gd name="connsiteX0" fmla="*/ 0 w 1674206"/>
                <a:gd name="connsiteY0" fmla="*/ 0 h 775493"/>
                <a:gd name="connsiteX1" fmla="*/ 1240155 w 1674206"/>
                <a:gd name="connsiteY1" fmla="*/ 0 h 775493"/>
                <a:gd name="connsiteX2" fmla="*/ 1674206 w 1674206"/>
                <a:gd name="connsiteY2" fmla="*/ 387747 h 775493"/>
                <a:gd name="connsiteX3" fmla="*/ 1240155 w 1674206"/>
                <a:gd name="connsiteY3" fmla="*/ 775493 h 775493"/>
                <a:gd name="connsiteX4" fmla="*/ 0 w 1674206"/>
                <a:gd name="connsiteY4" fmla="*/ 775493 h 775493"/>
                <a:gd name="connsiteX5" fmla="*/ 434051 w 1674206"/>
                <a:gd name="connsiteY5" fmla="*/ 387747 h 775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4205" h="775493">
                  <a:moveTo>
                    <a:pt x="0" y="0"/>
                  </a:moveTo>
                  <a:lnTo>
                    <a:pt x="1240155" y="0"/>
                  </a:lnTo>
                  <a:lnTo>
                    <a:pt x="1674206" y="387747"/>
                  </a:lnTo>
                  <a:lnTo>
                    <a:pt x="1240155" y="775493"/>
                  </a:lnTo>
                  <a:lnTo>
                    <a:pt x="0" y="775493"/>
                  </a:lnTo>
                  <a:lnTo>
                    <a:pt x="434051" y="387747"/>
                  </a:lnTo>
                  <a:close/>
                </a:path>
              </a:pathLst>
            </a:custGeom>
            <a:solidFill>
              <a:srgbClr val="009BB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0000" tIns="0" rIns="252000" bIns="0" anchor="ctr">
              <a:norm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 输入标题</a:t>
              </a:r>
              <a:endParaRPr lang="zh-CN" altLang="en-US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6" name="Oval 10"/>
            <p:cNvSpPr/>
            <p:nvPr/>
          </p:nvSpPr>
          <p:spPr>
            <a:xfrm>
              <a:off x="6174836" y="2582953"/>
              <a:ext cx="682491" cy="684894"/>
            </a:xfrm>
            <a:prstGeom prst="ellipse">
              <a:avLst/>
            </a:prstGeom>
            <a:solidFill>
              <a:srgbClr val="009BB0"/>
            </a:solidFill>
            <a:ln w="254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>
              <a:normAutofit/>
            </a:bodyPr>
            <a:lstStyle/>
            <a:p>
              <a:pPr algn="ctr">
                <a:defRPr/>
              </a:pPr>
              <a:r>
                <a:rPr lang="en-US" altLang="zh-CN" sz="2400" b="1" kern="0" dirty="0">
                  <a:solidFill>
                    <a:prstClr val="white"/>
                  </a:solidFill>
                  <a:latin typeface="字魂35号-经典雅黑" panose="02000000000000000000" pitchFamily="2" charset="-122"/>
                  <a:ea typeface="字魂35号-经典雅黑" panose="02000000000000000000" pitchFamily="2" charset="-122"/>
                  <a:cs typeface="+mn-ea"/>
                  <a:sym typeface="+mn-lt"/>
                </a:rPr>
                <a:t>03</a:t>
              </a:r>
            </a:p>
          </p:txBody>
        </p:sp>
      </p:grpSp>
      <p:grpSp>
        <p:nvGrpSpPr>
          <p:cNvPr id="17" name="千图PPT彼岸天：ID 8661124库_组合 18"/>
          <p:cNvGrpSpPr/>
          <p:nvPr>
            <p:custDataLst>
              <p:tags r:id="R06e5d0bb36674192"/>
            </p:custDataLst>
          </p:nvPr>
        </p:nvGrpSpPr>
        <p:grpSpPr>
          <a:xfrm>
            <a:off x="9022337" y="2005389"/>
            <a:ext cx="2506854" cy="1161174"/>
            <a:chOff x="8912701" y="2367921"/>
            <a:chExt cx="2506854" cy="1161174"/>
          </a:xfrm>
        </p:grpSpPr>
        <p:sp>
          <p:nvSpPr>
            <p:cNvPr id="19" name="Freeform: Shape 11"/>
            <p:cNvSpPr/>
            <p:nvPr/>
          </p:nvSpPr>
          <p:spPr>
            <a:xfrm>
              <a:off x="8912701" y="2367921"/>
              <a:ext cx="2506854" cy="1161174"/>
            </a:xfrm>
            <a:custGeom>
              <a:avLst/>
              <a:gdLst>
                <a:gd name="connsiteX0" fmla="*/ 0 w 1674206"/>
                <a:gd name="connsiteY0" fmla="*/ 0 h 775493"/>
                <a:gd name="connsiteX1" fmla="*/ 1240155 w 1674206"/>
                <a:gd name="connsiteY1" fmla="*/ 0 h 775493"/>
                <a:gd name="connsiteX2" fmla="*/ 1674206 w 1674206"/>
                <a:gd name="connsiteY2" fmla="*/ 387747 h 775493"/>
                <a:gd name="connsiteX3" fmla="*/ 1240155 w 1674206"/>
                <a:gd name="connsiteY3" fmla="*/ 775493 h 775493"/>
                <a:gd name="connsiteX4" fmla="*/ 0 w 1674206"/>
                <a:gd name="connsiteY4" fmla="*/ 775493 h 775493"/>
                <a:gd name="connsiteX5" fmla="*/ 434051 w 1674206"/>
                <a:gd name="connsiteY5" fmla="*/ 387747 h 775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4205" h="775493">
                  <a:moveTo>
                    <a:pt x="0" y="0"/>
                  </a:moveTo>
                  <a:lnTo>
                    <a:pt x="1240155" y="0"/>
                  </a:lnTo>
                  <a:lnTo>
                    <a:pt x="1674206" y="387747"/>
                  </a:lnTo>
                  <a:lnTo>
                    <a:pt x="1240155" y="775493"/>
                  </a:lnTo>
                  <a:lnTo>
                    <a:pt x="0" y="775493"/>
                  </a:lnTo>
                  <a:lnTo>
                    <a:pt x="434051" y="387747"/>
                  </a:lnTo>
                  <a:close/>
                </a:path>
              </a:pathLst>
            </a:custGeom>
            <a:solidFill>
              <a:srgbClr val="00BCD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0000" tIns="0" rIns="252000" bIns="0" anchor="ctr">
              <a:norm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 输入标题</a:t>
              </a:r>
              <a:endParaRPr lang="zh-CN" altLang="en-US" sz="160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Oval 12"/>
            <p:cNvSpPr/>
            <p:nvPr/>
          </p:nvSpPr>
          <p:spPr>
            <a:xfrm>
              <a:off x="8912701" y="2606061"/>
              <a:ext cx="684894" cy="684894"/>
            </a:xfrm>
            <a:prstGeom prst="ellipse">
              <a:avLst/>
            </a:prstGeom>
            <a:solidFill>
              <a:srgbClr val="00BCD4"/>
            </a:solidFill>
            <a:ln w="254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>
              <a:normAutofit/>
            </a:bodyPr>
            <a:lstStyle/>
            <a:p>
              <a:pPr algn="ctr">
                <a:defRPr/>
              </a:pPr>
              <a:r>
                <a:rPr lang="en-US" altLang="zh-CN" sz="2400" b="1" kern="0" dirty="0">
                  <a:solidFill>
                    <a:prstClr val="white"/>
                  </a:solidFill>
                  <a:latin typeface="字魂35号-经典雅黑" panose="02000000000000000000" pitchFamily="2" charset="-122"/>
                  <a:ea typeface="字魂35号-经典雅黑" panose="02000000000000000000" pitchFamily="2" charset="-122"/>
                  <a:cs typeface="+mn-ea"/>
                  <a:sym typeface="+mn-lt"/>
                </a:rPr>
                <a:t>04</a:t>
              </a:r>
            </a:p>
          </p:txBody>
        </p:sp>
      </p:grpSp>
      <p:sp>
        <p:nvSpPr>
          <p:cNvPr id="21" name="Shape 767"/>
          <p:cNvSpPr txBox="1"/>
          <p:nvPr/>
        </p:nvSpPr>
        <p:spPr>
          <a:xfrm>
            <a:off x="735622" y="3551252"/>
            <a:ext cx="2399831" cy="2182215"/>
          </a:xfrm>
          <a:prstGeom prst="rect">
            <a:avLst/>
          </a:prstGeom>
          <a:noFill/>
          <a:ln>
            <a:noFill/>
          </a:ln>
        </p:spPr>
        <p:txBody>
          <a:bodyPr lIns="121888" tIns="60938" rIns="121888" bIns="60938" anchor="t" anchorCtr="0">
            <a:noAutofit/>
          </a:bodyPr>
          <a:lstStyle/>
          <a:p>
            <a:pPr algn="ctr" hangingPunct="0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请您单击此处添加合适文字加以解释说明，可根据自己的需要适当地调整文字的大X或者颜色等属性，祝你使用愉快，严禁抄袭。</a:t>
            </a:r>
          </a:p>
        </p:txBody>
      </p:sp>
      <p:sp>
        <p:nvSpPr>
          <p:cNvPr id="22" name="Shape 767"/>
          <p:cNvSpPr txBox="1"/>
          <p:nvPr/>
        </p:nvSpPr>
        <p:spPr>
          <a:xfrm>
            <a:off x="3458407" y="3551252"/>
            <a:ext cx="2399831" cy="2182215"/>
          </a:xfrm>
          <a:prstGeom prst="rect">
            <a:avLst/>
          </a:prstGeom>
          <a:noFill/>
          <a:ln>
            <a:noFill/>
          </a:ln>
        </p:spPr>
        <p:txBody>
          <a:bodyPr lIns="121888" tIns="60938" rIns="121888" bIns="60938" anchor="t" anchorCtr="0">
            <a:noAutofit/>
          </a:bodyPr>
          <a:lstStyle/>
          <a:p>
            <a:pPr algn="ctr" hangingPunct="0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请您单击此处添加合适文字加以解释说明，可根据自己的需要适当地调整文字的大X或者颜色等属性，祝你使用愉快，严禁抄袭。</a:t>
            </a:r>
          </a:p>
        </p:txBody>
      </p:sp>
      <p:sp>
        <p:nvSpPr>
          <p:cNvPr id="23" name="Shape 767"/>
          <p:cNvSpPr txBox="1"/>
          <p:nvPr/>
        </p:nvSpPr>
        <p:spPr>
          <a:xfrm>
            <a:off x="6353065" y="3551252"/>
            <a:ext cx="2399831" cy="2182215"/>
          </a:xfrm>
          <a:prstGeom prst="rect">
            <a:avLst/>
          </a:prstGeom>
          <a:noFill/>
          <a:ln>
            <a:noFill/>
          </a:ln>
        </p:spPr>
        <p:txBody>
          <a:bodyPr lIns="121888" tIns="60938" rIns="121888" bIns="60938" anchor="t" anchorCtr="0">
            <a:noAutofit/>
          </a:bodyPr>
          <a:lstStyle/>
          <a:p>
            <a:pPr algn="ctr" hangingPunct="0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请您单击此处添加合适文字加以解释说明，可根据自己的需要适当地调整文字的大X或者颜色等属性，祝你使用愉快，严禁抄袭。</a:t>
            </a:r>
          </a:p>
        </p:txBody>
      </p:sp>
      <p:sp>
        <p:nvSpPr>
          <p:cNvPr id="24" name="Shape 767"/>
          <p:cNvSpPr txBox="1"/>
          <p:nvPr/>
        </p:nvSpPr>
        <p:spPr>
          <a:xfrm>
            <a:off x="9075849" y="3551252"/>
            <a:ext cx="2399831" cy="2182215"/>
          </a:xfrm>
          <a:prstGeom prst="rect">
            <a:avLst/>
          </a:prstGeom>
          <a:noFill/>
          <a:ln>
            <a:noFill/>
          </a:ln>
        </p:spPr>
        <p:txBody>
          <a:bodyPr lIns="121888" tIns="60938" rIns="121888" bIns="60938" anchor="t" anchorCtr="0">
            <a:noAutofit/>
          </a:bodyPr>
          <a:lstStyle/>
          <a:p>
            <a:pPr algn="ctr" hangingPunct="0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请您单击此处添加合适文字加以解释说明，可根据自己的需要适当地调整文字的大X或者颜色等属性，祝你使用愉快，严禁抄袭。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dur="150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" presetClass="entr" presetSubtype="4" dur="150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" presetClass="entr" presetSubtype="4" dur="150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0" presetID="2" presetClass="entr" presetSubtype="4" dur="150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d5d2f796fb3c448f">
            <a:alphaModFix amt="1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7144" y="235807"/>
            <a:ext cx="547995" cy="509895"/>
            <a:chOff x="315244" y="264382"/>
            <a:chExt cx="547995" cy="509895"/>
          </a:xfrm>
        </p:grpSpPr>
        <p:sp>
          <p:nvSpPr>
            <p:cNvPr id="6" name="圆: 空心 5"/>
            <p:cNvSpPr/>
            <p:nvPr/>
          </p:nvSpPr>
          <p:spPr>
            <a:xfrm>
              <a:off x="353344" y="264382"/>
              <a:ext cx="509895" cy="509895"/>
            </a:xfrm>
            <a:prstGeom prst="donut">
              <a:avLst/>
            </a:prstGeom>
            <a:solidFill>
              <a:srgbClr val="00B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33819" y="344857"/>
              <a:ext cx="348946" cy="3489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1667" y="412705"/>
              <a:ext cx="213250" cy="213250"/>
            </a:xfrm>
            <a:prstGeom prst="ellipse">
              <a:avLst/>
            </a:prstGeom>
            <a:gradFill>
              <a:gsLst>
                <a:gs pos="100000">
                  <a:srgbClr val="00BCD4">
                    <a:alpha val="66000"/>
                  </a:srgbClr>
                </a:gs>
                <a:gs pos="46000">
                  <a:srgbClr val="00BCD4"/>
                </a:gs>
              </a:gsLst>
              <a:lin ang="7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5" name="圆: 空心 14"/>
            <p:cNvSpPr/>
            <p:nvPr/>
          </p:nvSpPr>
          <p:spPr>
            <a:xfrm>
              <a:off x="315244" y="554489"/>
              <a:ext cx="213250" cy="213250"/>
            </a:xfrm>
            <a:prstGeom prst="donut">
              <a:avLst/>
            </a:prstGeom>
            <a:solidFill>
              <a:srgbClr val="009B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4664" y="229144"/>
            <a:ext cx="28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商 业 模 式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819900" y="1554542"/>
            <a:ext cx="5001952" cy="4107060"/>
            <a:chOff x="1389000" y="3432748"/>
            <a:chExt cx="7080445" cy="5813692"/>
          </a:xfrm>
        </p:grpSpPr>
        <p:grpSp>
          <p:nvGrpSpPr>
            <p:cNvPr id="4" name="Group 56"/>
            <p:cNvGrpSpPr/>
            <p:nvPr/>
          </p:nvGrpSpPr>
          <p:grpSpPr>
            <a:xfrm>
              <a:off x="3159111" y="3432748"/>
              <a:ext cx="3540222" cy="2906846"/>
              <a:chOff x="3927432" y="0"/>
              <a:chExt cx="3700079" cy="3700079"/>
            </a:xfrm>
            <a:solidFill>
              <a:srgbClr val="F9960E"/>
            </a:solidFill>
          </p:grpSpPr>
          <p:sp>
            <p:nvSpPr>
              <p:cNvPr id="24" name="Isosceles Triangle 66"/>
              <p:cNvSpPr/>
              <p:nvPr/>
            </p:nvSpPr>
            <p:spPr>
              <a:xfrm>
                <a:off x="3927432" y="0"/>
                <a:ext cx="3700079" cy="3700079"/>
              </a:xfrm>
              <a:prstGeom prst="triangle">
                <a:avLst/>
              </a:prstGeom>
              <a:solidFill>
                <a:srgbClr val="00BCD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Isosceles Triangle 4"/>
              <p:cNvSpPr/>
              <p:nvPr/>
            </p:nvSpPr>
            <p:spPr>
              <a:xfrm>
                <a:off x="4852452" y="1850040"/>
                <a:ext cx="1850039" cy="18500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spcFirstLastPara="0" vert="horz" wrap="square" lIns="247650" tIns="247650" rIns="247650" bIns="247650" numCol="1" spcCol="1270" anchor="ctr" anchorCtr="0">
                <a:noAutofit/>
              </a:bodyPr>
              <a:lstStyle/>
              <a:p>
                <a:pPr marL="0" marR="0" lvl="0" indent="0" algn="ctr" defTabSz="288925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id-ID" sz="6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</a:rPr>
                  <a:t> </a:t>
                </a:r>
                <a:endParaRPr kumimoji="0" lang="en-US" sz="65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8" name="Group 57"/>
            <p:cNvGrpSpPr/>
            <p:nvPr/>
          </p:nvGrpSpPr>
          <p:grpSpPr>
            <a:xfrm>
              <a:off x="1389000" y="6339594"/>
              <a:ext cx="3540222" cy="2906846"/>
              <a:chOff x="2077392" y="3700079"/>
              <a:chExt cx="3700079" cy="3700079"/>
            </a:xfrm>
            <a:solidFill>
              <a:srgbClr val="00A39B"/>
            </a:solidFill>
          </p:grpSpPr>
          <p:sp>
            <p:nvSpPr>
              <p:cNvPr id="22" name="Isosceles Triangle 64"/>
              <p:cNvSpPr/>
              <p:nvPr/>
            </p:nvSpPr>
            <p:spPr>
              <a:xfrm>
                <a:off x="2077392" y="3700079"/>
                <a:ext cx="3700079" cy="3700079"/>
              </a:xfrm>
              <a:prstGeom prst="triangle">
                <a:avLst/>
              </a:prstGeom>
              <a:solidFill>
                <a:srgbClr val="009BB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Isosceles Triangle 6"/>
              <p:cNvSpPr/>
              <p:nvPr/>
            </p:nvSpPr>
            <p:spPr>
              <a:xfrm>
                <a:off x="3002412" y="5550119"/>
                <a:ext cx="1850039" cy="18500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spcFirstLastPara="0" vert="horz" wrap="square" lIns="247650" tIns="247650" rIns="247650" bIns="247650" numCol="1" spcCol="1270" anchor="ctr" anchorCtr="0">
                <a:noAutofit/>
              </a:bodyPr>
              <a:lstStyle/>
              <a:p>
                <a:pPr marL="0" marR="0" lvl="0" indent="0" algn="ctr" defTabSz="288925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id-ID" sz="6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</a:rPr>
                  <a:t> </a:t>
                </a:r>
                <a:endParaRPr kumimoji="0" lang="en-US" sz="65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9" name="Group 58"/>
            <p:cNvGrpSpPr/>
            <p:nvPr/>
          </p:nvGrpSpPr>
          <p:grpSpPr>
            <a:xfrm>
              <a:off x="3159111" y="6339594"/>
              <a:ext cx="3540222" cy="2906846"/>
              <a:chOff x="3927432" y="3700079"/>
              <a:chExt cx="3700079" cy="3700079"/>
            </a:xfrm>
            <a:solidFill>
              <a:srgbClr val="2B68AB"/>
            </a:solidFill>
          </p:grpSpPr>
          <p:sp>
            <p:nvSpPr>
              <p:cNvPr id="20" name="Isosceles Triangle 62"/>
              <p:cNvSpPr/>
              <p:nvPr/>
            </p:nvSpPr>
            <p:spPr>
              <a:xfrm rot="10800000">
                <a:off x="3927432" y="3700079"/>
                <a:ext cx="3700079" cy="3700079"/>
              </a:xfrm>
              <a:prstGeom prst="triangle">
                <a:avLst/>
              </a:prstGeom>
              <a:solidFill>
                <a:sysClr val="window" lastClr="FFFFFF">
                  <a:lumMod val="8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Isosceles Triangle 8"/>
              <p:cNvSpPr/>
              <p:nvPr/>
            </p:nvSpPr>
            <p:spPr>
              <a:xfrm rot="21600000">
                <a:off x="4852452" y="3700079"/>
                <a:ext cx="1850039" cy="18500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spcFirstLastPara="0" vert="horz" wrap="square" lIns="247650" tIns="247650" rIns="247650" bIns="247650" numCol="1" spcCol="1270" anchor="ctr" anchorCtr="0">
                <a:noAutofit/>
              </a:bodyPr>
              <a:lstStyle/>
              <a:p>
                <a:pPr marL="0" marR="0" lvl="0" indent="0" algn="ctr" defTabSz="288925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id-ID" sz="6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</a:rPr>
                  <a:t> </a:t>
                </a:r>
                <a:endParaRPr kumimoji="0" lang="en-US" sz="65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10" name="Group 59"/>
            <p:cNvGrpSpPr/>
            <p:nvPr/>
          </p:nvGrpSpPr>
          <p:grpSpPr>
            <a:xfrm>
              <a:off x="4929223" y="6339594"/>
              <a:ext cx="3540222" cy="2906846"/>
              <a:chOff x="5777472" y="3700079"/>
              <a:chExt cx="3700079" cy="3700079"/>
            </a:xfrm>
            <a:solidFill>
              <a:srgbClr val="82B617"/>
            </a:solidFill>
          </p:grpSpPr>
          <p:sp>
            <p:nvSpPr>
              <p:cNvPr id="17" name="Isosceles Triangle 60"/>
              <p:cNvSpPr/>
              <p:nvPr/>
            </p:nvSpPr>
            <p:spPr>
              <a:xfrm>
                <a:off x="5777472" y="3700079"/>
                <a:ext cx="3700079" cy="3700079"/>
              </a:xfrm>
              <a:prstGeom prst="triangle">
                <a:avLst/>
              </a:prstGeom>
              <a:solidFill>
                <a:srgbClr val="009BB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Isosceles Triangle 10"/>
              <p:cNvSpPr/>
              <p:nvPr/>
            </p:nvSpPr>
            <p:spPr>
              <a:xfrm>
                <a:off x="6702492" y="5550119"/>
                <a:ext cx="1850039" cy="18500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spcFirstLastPara="0" vert="horz" wrap="square" lIns="247650" tIns="247650" rIns="247650" bIns="247650" numCol="1" spcCol="1270" anchor="ctr" anchorCtr="0">
                <a:noAutofit/>
              </a:bodyPr>
              <a:lstStyle/>
              <a:p>
                <a:pPr marL="0" marR="0" lvl="0" indent="0" algn="ctr" defTabSz="288925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id-ID" sz="6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</a:rPr>
                  <a:t> </a:t>
                </a:r>
                <a:endParaRPr kumimoji="0" lang="en-US" sz="65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</a:endParaRPr>
              </a:p>
            </p:txBody>
          </p:sp>
        </p:grpSp>
        <p:sp>
          <p:nvSpPr>
            <p:cNvPr id="11" name="Freeform 130"/>
            <p:cNvSpPr>
              <a:spLocks noEditPoints="1"/>
            </p:cNvSpPr>
            <p:nvPr/>
          </p:nvSpPr>
          <p:spPr bwMode="auto">
            <a:xfrm>
              <a:off x="4630262" y="5162720"/>
              <a:ext cx="597920" cy="527301"/>
            </a:xfrm>
            <a:custGeom>
              <a:avLst/>
              <a:gdLst>
                <a:gd name="T0" fmla="*/ 490 w 669"/>
                <a:gd name="T1" fmla="*/ 241 h 591"/>
                <a:gd name="T2" fmla="*/ 480 w 669"/>
                <a:gd name="T3" fmla="*/ 231 h 591"/>
                <a:gd name="T4" fmla="*/ 593 w 669"/>
                <a:gd name="T5" fmla="*/ 118 h 591"/>
                <a:gd name="T6" fmla="*/ 602 w 669"/>
                <a:gd name="T7" fmla="*/ 128 h 591"/>
                <a:gd name="T8" fmla="*/ 490 w 669"/>
                <a:gd name="T9" fmla="*/ 241 h 591"/>
                <a:gd name="T10" fmla="*/ 453 w 669"/>
                <a:gd name="T11" fmla="*/ 204 h 591"/>
                <a:gd name="T12" fmla="*/ 443 w 669"/>
                <a:gd name="T13" fmla="*/ 194 h 591"/>
                <a:gd name="T14" fmla="*/ 556 w 669"/>
                <a:gd name="T15" fmla="*/ 81 h 591"/>
                <a:gd name="T16" fmla="*/ 566 w 669"/>
                <a:gd name="T17" fmla="*/ 91 h 591"/>
                <a:gd name="T18" fmla="*/ 453 w 669"/>
                <a:gd name="T19" fmla="*/ 204 h 591"/>
                <a:gd name="T20" fmla="*/ 538 w 669"/>
                <a:gd name="T21" fmla="*/ 515 h 591"/>
                <a:gd name="T22" fmla="*/ 562 w 669"/>
                <a:gd name="T23" fmla="*/ 539 h 591"/>
                <a:gd name="T24" fmla="*/ 538 w 669"/>
                <a:gd name="T25" fmla="*/ 563 h 591"/>
                <a:gd name="T26" fmla="*/ 514 w 669"/>
                <a:gd name="T27" fmla="*/ 539 h 591"/>
                <a:gd name="T28" fmla="*/ 538 w 669"/>
                <a:gd name="T29" fmla="*/ 515 h 591"/>
                <a:gd name="T30" fmla="*/ 661 w 669"/>
                <a:gd name="T31" fmla="*/ 81 h 591"/>
                <a:gd name="T32" fmla="*/ 603 w 669"/>
                <a:gd name="T33" fmla="*/ 22 h 591"/>
                <a:gd name="T34" fmla="*/ 573 w 669"/>
                <a:gd name="T35" fmla="*/ 22 h 591"/>
                <a:gd name="T36" fmla="*/ 567 w 669"/>
                <a:gd name="T37" fmla="*/ 40 h 591"/>
                <a:gd name="T38" fmla="*/ 555 w 669"/>
                <a:gd name="T39" fmla="*/ 44 h 591"/>
                <a:gd name="T40" fmla="*/ 555 w 669"/>
                <a:gd name="T41" fmla="*/ 44 h 591"/>
                <a:gd name="T42" fmla="*/ 402 w 669"/>
                <a:gd name="T43" fmla="*/ 196 h 591"/>
                <a:gd name="T44" fmla="*/ 393 w 669"/>
                <a:gd name="T45" fmla="*/ 234 h 591"/>
                <a:gd name="T46" fmla="*/ 409 w 669"/>
                <a:gd name="T47" fmla="*/ 251 h 591"/>
                <a:gd name="T48" fmla="*/ 409 w 669"/>
                <a:gd name="T49" fmla="*/ 250 h 591"/>
                <a:gd name="T50" fmla="*/ 411 w 669"/>
                <a:gd name="T51" fmla="*/ 252 h 591"/>
                <a:gd name="T52" fmla="*/ 377 w 669"/>
                <a:gd name="T53" fmla="*/ 285 h 591"/>
                <a:gd name="T54" fmla="*/ 267 w 669"/>
                <a:gd name="T55" fmla="*/ 175 h 591"/>
                <a:gd name="T56" fmla="*/ 233 w 669"/>
                <a:gd name="T57" fmla="*/ 46 h 591"/>
                <a:gd name="T58" fmla="*/ 105 w 669"/>
                <a:gd name="T59" fmla="*/ 12 h 591"/>
                <a:gd name="T60" fmla="*/ 180 w 669"/>
                <a:gd name="T61" fmla="*/ 87 h 591"/>
                <a:gd name="T62" fmla="*/ 160 w 669"/>
                <a:gd name="T63" fmla="*/ 160 h 591"/>
                <a:gd name="T64" fmla="*/ 87 w 669"/>
                <a:gd name="T65" fmla="*/ 180 h 591"/>
                <a:gd name="T66" fmla="*/ 12 w 669"/>
                <a:gd name="T67" fmla="*/ 105 h 591"/>
                <a:gd name="T68" fmla="*/ 46 w 669"/>
                <a:gd name="T69" fmla="*/ 233 h 591"/>
                <a:gd name="T70" fmla="*/ 181 w 669"/>
                <a:gd name="T71" fmla="*/ 265 h 591"/>
                <a:gd name="T72" fmla="*/ 181 w 669"/>
                <a:gd name="T73" fmla="*/ 266 h 591"/>
                <a:gd name="T74" fmla="*/ 289 w 669"/>
                <a:gd name="T75" fmla="*/ 373 h 591"/>
                <a:gd name="T76" fmla="*/ 186 w 669"/>
                <a:gd name="T77" fmla="*/ 476 h 591"/>
                <a:gd name="T78" fmla="*/ 181 w 669"/>
                <a:gd name="T79" fmla="*/ 471 h 591"/>
                <a:gd name="T80" fmla="*/ 152 w 669"/>
                <a:gd name="T81" fmla="*/ 494 h 591"/>
                <a:gd name="T82" fmla="*/ 103 w 669"/>
                <a:gd name="T83" fmla="*/ 571 h 591"/>
                <a:gd name="T84" fmla="*/ 116 w 669"/>
                <a:gd name="T85" fmla="*/ 583 h 591"/>
                <a:gd name="T86" fmla="*/ 193 w 669"/>
                <a:gd name="T87" fmla="*/ 534 h 591"/>
                <a:gd name="T88" fmla="*/ 216 w 669"/>
                <a:gd name="T89" fmla="*/ 506 h 591"/>
                <a:gd name="T90" fmla="*/ 210 w 669"/>
                <a:gd name="T91" fmla="*/ 500 h 591"/>
                <a:gd name="T92" fmla="*/ 313 w 669"/>
                <a:gd name="T93" fmla="*/ 397 h 591"/>
                <a:gd name="T94" fmla="*/ 489 w 669"/>
                <a:gd name="T95" fmla="*/ 573 h 591"/>
                <a:gd name="T96" fmla="*/ 533 w 669"/>
                <a:gd name="T97" fmla="*/ 591 h 591"/>
                <a:gd name="T98" fmla="*/ 577 w 669"/>
                <a:gd name="T99" fmla="*/ 573 h 591"/>
                <a:gd name="T100" fmla="*/ 577 w 669"/>
                <a:gd name="T101" fmla="*/ 485 h 591"/>
                <a:gd name="T102" fmla="*/ 401 w 669"/>
                <a:gd name="T103" fmla="*/ 309 h 591"/>
                <a:gd name="T104" fmla="*/ 434 w 669"/>
                <a:gd name="T105" fmla="*/ 276 h 591"/>
                <a:gd name="T106" fmla="*/ 448 w 669"/>
                <a:gd name="T107" fmla="*/ 291 h 591"/>
                <a:gd name="T108" fmla="*/ 488 w 669"/>
                <a:gd name="T109" fmla="*/ 281 h 591"/>
                <a:gd name="T110" fmla="*/ 638 w 669"/>
                <a:gd name="T111" fmla="*/ 131 h 591"/>
                <a:gd name="T112" fmla="*/ 640 w 669"/>
                <a:gd name="T113" fmla="*/ 129 h 591"/>
                <a:gd name="T114" fmla="*/ 639 w 669"/>
                <a:gd name="T115" fmla="*/ 128 h 591"/>
                <a:gd name="T116" fmla="*/ 644 w 669"/>
                <a:gd name="T117" fmla="*/ 116 h 591"/>
                <a:gd name="T118" fmla="*/ 661 w 669"/>
                <a:gd name="T119" fmla="*/ 110 h 591"/>
                <a:gd name="T120" fmla="*/ 661 w 669"/>
                <a:gd name="T121" fmla="*/ 8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69" h="591">
                  <a:moveTo>
                    <a:pt x="490" y="241"/>
                  </a:moveTo>
                  <a:lnTo>
                    <a:pt x="480" y="231"/>
                  </a:lnTo>
                  <a:lnTo>
                    <a:pt x="593" y="118"/>
                  </a:lnTo>
                  <a:lnTo>
                    <a:pt x="602" y="128"/>
                  </a:lnTo>
                  <a:lnTo>
                    <a:pt x="490" y="241"/>
                  </a:lnTo>
                  <a:close/>
                  <a:moveTo>
                    <a:pt x="453" y="204"/>
                  </a:moveTo>
                  <a:lnTo>
                    <a:pt x="443" y="194"/>
                  </a:lnTo>
                  <a:lnTo>
                    <a:pt x="556" y="81"/>
                  </a:lnTo>
                  <a:lnTo>
                    <a:pt x="566" y="91"/>
                  </a:lnTo>
                  <a:lnTo>
                    <a:pt x="453" y="204"/>
                  </a:lnTo>
                  <a:close/>
                  <a:moveTo>
                    <a:pt x="538" y="515"/>
                  </a:moveTo>
                  <a:cubicBezTo>
                    <a:pt x="551" y="515"/>
                    <a:pt x="562" y="526"/>
                    <a:pt x="562" y="539"/>
                  </a:cubicBezTo>
                  <a:cubicBezTo>
                    <a:pt x="562" y="552"/>
                    <a:pt x="551" y="563"/>
                    <a:pt x="538" y="563"/>
                  </a:cubicBezTo>
                  <a:cubicBezTo>
                    <a:pt x="525" y="563"/>
                    <a:pt x="514" y="552"/>
                    <a:pt x="514" y="539"/>
                  </a:cubicBezTo>
                  <a:cubicBezTo>
                    <a:pt x="514" y="526"/>
                    <a:pt x="525" y="515"/>
                    <a:pt x="538" y="515"/>
                  </a:cubicBezTo>
                  <a:close/>
                  <a:moveTo>
                    <a:pt x="661" y="81"/>
                  </a:moveTo>
                  <a:lnTo>
                    <a:pt x="603" y="22"/>
                  </a:lnTo>
                  <a:cubicBezTo>
                    <a:pt x="594" y="14"/>
                    <a:pt x="581" y="14"/>
                    <a:pt x="573" y="22"/>
                  </a:cubicBezTo>
                  <a:cubicBezTo>
                    <a:pt x="568" y="27"/>
                    <a:pt x="567" y="33"/>
                    <a:pt x="567" y="40"/>
                  </a:cubicBezTo>
                  <a:cubicBezTo>
                    <a:pt x="563" y="40"/>
                    <a:pt x="559" y="41"/>
                    <a:pt x="555" y="44"/>
                  </a:cubicBezTo>
                  <a:lnTo>
                    <a:pt x="555" y="44"/>
                  </a:lnTo>
                  <a:lnTo>
                    <a:pt x="402" y="196"/>
                  </a:lnTo>
                  <a:cubicBezTo>
                    <a:pt x="404" y="209"/>
                    <a:pt x="400" y="223"/>
                    <a:pt x="393" y="234"/>
                  </a:cubicBezTo>
                  <a:lnTo>
                    <a:pt x="409" y="251"/>
                  </a:lnTo>
                  <a:lnTo>
                    <a:pt x="409" y="250"/>
                  </a:lnTo>
                  <a:lnTo>
                    <a:pt x="411" y="252"/>
                  </a:lnTo>
                  <a:lnTo>
                    <a:pt x="377" y="285"/>
                  </a:lnTo>
                  <a:lnTo>
                    <a:pt x="267" y="175"/>
                  </a:lnTo>
                  <a:cubicBezTo>
                    <a:pt x="279" y="131"/>
                    <a:pt x="268" y="81"/>
                    <a:pt x="233" y="46"/>
                  </a:cubicBezTo>
                  <a:cubicBezTo>
                    <a:pt x="198" y="12"/>
                    <a:pt x="149" y="0"/>
                    <a:pt x="105" y="12"/>
                  </a:cubicBezTo>
                  <a:lnTo>
                    <a:pt x="180" y="87"/>
                  </a:lnTo>
                  <a:lnTo>
                    <a:pt x="160" y="160"/>
                  </a:lnTo>
                  <a:lnTo>
                    <a:pt x="87" y="180"/>
                  </a:lnTo>
                  <a:lnTo>
                    <a:pt x="12" y="105"/>
                  </a:lnTo>
                  <a:cubicBezTo>
                    <a:pt x="0" y="149"/>
                    <a:pt x="12" y="198"/>
                    <a:pt x="46" y="233"/>
                  </a:cubicBezTo>
                  <a:cubicBezTo>
                    <a:pt x="83" y="269"/>
                    <a:pt x="135" y="280"/>
                    <a:pt x="181" y="265"/>
                  </a:cubicBezTo>
                  <a:lnTo>
                    <a:pt x="181" y="266"/>
                  </a:lnTo>
                  <a:lnTo>
                    <a:pt x="289" y="373"/>
                  </a:lnTo>
                  <a:lnTo>
                    <a:pt x="186" y="476"/>
                  </a:lnTo>
                  <a:lnTo>
                    <a:pt x="181" y="471"/>
                  </a:lnTo>
                  <a:lnTo>
                    <a:pt x="152" y="494"/>
                  </a:lnTo>
                  <a:lnTo>
                    <a:pt x="103" y="571"/>
                  </a:lnTo>
                  <a:lnTo>
                    <a:pt x="116" y="583"/>
                  </a:lnTo>
                  <a:lnTo>
                    <a:pt x="193" y="534"/>
                  </a:lnTo>
                  <a:lnTo>
                    <a:pt x="216" y="506"/>
                  </a:lnTo>
                  <a:lnTo>
                    <a:pt x="210" y="500"/>
                  </a:lnTo>
                  <a:lnTo>
                    <a:pt x="313" y="397"/>
                  </a:lnTo>
                  <a:lnTo>
                    <a:pt x="489" y="573"/>
                  </a:lnTo>
                  <a:cubicBezTo>
                    <a:pt x="501" y="585"/>
                    <a:pt x="517" y="591"/>
                    <a:pt x="533" y="591"/>
                  </a:cubicBezTo>
                  <a:cubicBezTo>
                    <a:pt x="549" y="591"/>
                    <a:pt x="565" y="585"/>
                    <a:pt x="577" y="573"/>
                  </a:cubicBezTo>
                  <a:cubicBezTo>
                    <a:pt x="601" y="549"/>
                    <a:pt x="601" y="509"/>
                    <a:pt x="577" y="485"/>
                  </a:cubicBezTo>
                  <a:lnTo>
                    <a:pt x="401" y="309"/>
                  </a:lnTo>
                  <a:lnTo>
                    <a:pt x="434" y="276"/>
                  </a:lnTo>
                  <a:lnTo>
                    <a:pt x="448" y="291"/>
                  </a:lnTo>
                  <a:cubicBezTo>
                    <a:pt x="460" y="283"/>
                    <a:pt x="474" y="280"/>
                    <a:pt x="488" y="281"/>
                  </a:cubicBezTo>
                  <a:lnTo>
                    <a:pt x="638" y="131"/>
                  </a:lnTo>
                  <a:lnTo>
                    <a:pt x="640" y="129"/>
                  </a:lnTo>
                  <a:lnTo>
                    <a:pt x="639" y="128"/>
                  </a:lnTo>
                  <a:cubicBezTo>
                    <a:pt x="642" y="125"/>
                    <a:pt x="644" y="120"/>
                    <a:pt x="644" y="116"/>
                  </a:cubicBezTo>
                  <a:cubicBezTo>
                    <a:pt x="650" y="117"/>
                    <a:pt x="657" y="115"/>
                    <a:pt x="661" y="110"/>
                  </a:cubicBezTo>
                  <a:cubicBezTo>
                    <a:pt x="669" y="102"/>
                    <a:pt x="669" y="89"/>
                    <a:pt x="661" y="81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875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12" name="Freeform 131"/>
            <p:cNvSpPr>
              <a:spLocks noEditPoints="1"/>
            </p:cNvSpPr>
            <p:nvPr/>
          </p:nvSpPr>
          <p:spPr bwMode="auto">
            <a:xfrm>
              <a:off x="6468640" y="7777037"/>
              <a:ext cx="461389" cy="673251"/>
            </a:xfrm>
            <a:custGeom>
              <a:avLst/>
              <a:gdLst>
                <a:gd name="T0" fmla="*/ 280 w 513"/>
                <a:gd name="T1" fmla="*/ 519 h 745"/>
                <a:gd name="T2" fmla="*/ 280 w 513"/>
                <a:gd name="T3" fmla="*/ 466 h 745"/>
                <a:gd name="T4" fmla="*/ 256 w 513"/>
                <a:gd name="T5" fmla="*/ 442 h 745"/>
                <a:gd name="T6" fmla="*/ 233 w 513"/>
                <a:gd name="T7" fmla="*/ 466 h 745"/>
                <a:gd name="T8" fmla="*/ 233 w 513"/>
                <a:gd name="T9" fmla="*/ 519 h 745"/>
                <a:gd name="T10" fmla="*/ 210 w 513"/>
                <a:gd name="T11" fmla="*/ 559 h 745"/>
                <a:gd name="T12" fmla="*/ 256 w 513"/>
                <a:gd name="T13" fmla="*/ 605 h 745"/>
                <a:gd name="T14" fmla="*/ 303 w 513"/>
                <a:gd name="T15" fmla="*/ 559 h 745"/>
                <a:gd name="T16" fmla="*/ 280 w 513"/>
                <a:gd name="T17" fmla="*/ 519 h 745"/>
                <a:gd name="T18" fmla="*/ 466 w 513"/>
                <a:gd name="T19" fmla="*/ 675 h 745"/>
                <a:gd name="T20" fmla="*/ 443 w 513"/>
                <a:gd name="T21" fmla="*/ 699 h 745"/>
                <a:gd name="T22" fmla="*/ 70 w 513"/>
                <a:gd name="T23" fmla="*/ 699 h 745"/>
                <a:gd name="T24" fmla="*/ 47 w 513"/>
                <a:gd name="T25" fmla="*/ 675 h 745"/>
                <a:gd name="T26" fmla="*/ 47 w 513"/>
                <a:gd name="T27" fmla="*/ 396 h 745"/>
                <a:gd name="T28" fmla="*/ 70 w 513"/>
                <a:gd name="T29" fmla="*/ 372 h 745"/>
                <a:gd name="T30" fmla="*/ 443 w 513"/>
                <a:gd name="T31" fmla="*/ 372 h 745"/>
                <a:gd name="T32" fmla="*/ 466 w 513"/>
                <a:gd name="T33" fmla="*/ 396 h 745"/>
                <a:gd name="T34" fmla="*/ 466 w 513"/>
                <a:gd name="T35" fmla="*/ 675 h 745"/>
                <a:gd name="T36" fmla="*/ 117 w 513"/>
                <a:gd name="T37" fmla="*/ 186 h 745"/>
                <a:gd name="T38" fmla="*/ 256 w 513"/>
                <a:gd name="T39" fmla="*/ 46 h 745"/>
                <a:gd name="T40" fmla="*/ 396 w 513"/>
                <a:gd name="T41" fmla="*/ 186 h 745"/>
                <a:gd name="T42" fmla="*/ 396 w 513"/>
                <a:gd name="T43" fmla="*/ 326 h 745"/>
                <a:gd name="T44" fmla="*/ 117 w 513"/>
                <a:gd name="T45" fmla="*/ 326 h 745"/>
                <a:gd name="T46" fmla="*/ 117 w 513"/>
                <a:gd name="T47" fmla="*/ 186 h 745"/>
                <a:gd name="T48" fmla="*/ 443 w 513"/>
                <a:gd name="T49" fmla="*/ 326 h 745"/>
                <a:gd name="T50" fmla="*/ 443 w 513"/>
                <a:gd name="T51" fmla="*/ 186 h 745"/>
                <a:gd name="T52" fmla="*/ 256 w 513"/>
                <a:gd name="T53" fmla="*/ 0 h 745"/>
                <a:gd name="T54" fmla="*/ 70 w 513"/>
                <a:gd name="T55" fmla="*/ 186 h 745"/>
                <a:gd name="T56" fmla="*/ 70 w 513"/>
                <a:gd name="T57" fmla="*/ 326 h 745"/>
                <a:gd name="T58" fmla="*/ 0 w 513"/>
                <a:gd name="T59" fmla="*/ 396 h 745"/>
                <a:gd name="T60" fmla="*/ 0 w 513"/>
                <a:gd name="T61" fmla="*/ 675 h 745"/>
                <a:gd name="T62" fmla="*/ 70 w 513"/>
                <a:gd name="T63" fmla="*/ 745 h 745"/>
                <a:gd name="T64" fmla="*/ 443 w 513"/>
                <a:gd name="T65" fmla="*/ 745 h 745"/>
                <a:gd name="T66" fmla="*/ 513 w 513"/>
                <a:gd name="T67" fmla="*/ 675 h 745"/>
                <a:gd name="T68" fmla="*/ 513 w 513"/>
                <a:gd name="T69" fmla="*/ 396 h 745"/>
                <a:gd name="T70" fmla="*/ 443 w 513"/>
                <a:gd name="T71" fmla="*/ 326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13" h="745">
                  <a:moveTo>
                    <a:pt x="280" y="519"/>
                  </a:moveTo>
                  <a:lnTo>
                    <a:pt x="280" y="466"/>
                  </a:lnTo>
                  <a:cubicBezTo>
                    <a:pt x="280" y="453"/>
                    <a:pt x="269" y="442"/>
                    <a:pt x="256" y="442"/>
                  </a:cubicBezTo>
                  <a:cubicBezTo>
                    <a:pt x="243" y="442"/>
                    <a:pt x="233" y="453"/>
                    <a:pt x="233" y="466"/>
                  </a:cubicBezTo>
                  <a:lnTo>
                    <a:pt x="233" y="519"/>
                  </a:lnTo>
                  <a:cubicBezTo>
                    <a:pt x="219" y="527"/>
                    <a:pt x="210" y="542"/>
                    <a:pt x="210" y="559"/>
                  </a:cubicBezTo>
                  <a:cubicBezTo>
                    <a:pt x="210" y="585"/>
                    <a:pt x="231" y="605"/>
                    <a:pt x="256" y="605"/>
                  </a:cubicBezTo>
                  <a:cubicBezTo>
                    <a:pt x="282" y="605"/>
                    <a:pt x="303" y="585"/>
                    <a:pt x="303" y="559"/>
                  </a:cubicBezTo>
                  <a:cubicBezTo>
                    <a:pt x="303" y="542"/>
                    <a:pt x="294" y="527"/>
                    <a:pt x="280" y="519"/>
                  </a:cubicBezTo>
                  <a:close/>
                  <a:moveTo>
                    <a:pt x="466" y="675"/>
                  </a:moveTo>
                  <a:cubicBezTo>
                    <a:pt x="466" y="688"/>
                    <a:pt x="456" y="699"/>
                    <a:pt x="443" y="699"/>
                  </a:cubicBezTo>
                  <a:lnTo>
                    <a:pt x="70" y="699"/>
                  </a:lnTo>
                  <a:cubicBezTo>
                    <a:pt x="57" y="699"/>
                    <a:pt x="47" y="688"/>
                    <a:pt x="47" y="675"/>
                  </a:cubicBezTo>
                  <a:lnTo>
                    <a:pt x="47" y="396"/>
                  </a:lnTo>
                  <a:cubicBezTo>
                    <a:pt x="47" y="383"/>
                    <a:pt x="57" y="372"/>
                    <a:pt x="70" y="372"/>
                  </a:cubicBezTo>
                  <a:lnTo>
                    <a:pt x="443" y="372"/>
                  </a:lnTo>
                  <a:cubicBezTo>
                    <a:pt x="456" y="372"/>
                    <a:pt x="466" y="383"/>
                    <a:pt x="466" y="396"/>
                  </a:cubicBezTo>
                  <a:lnTo>
                    <a:pt x="466" y="675"/>
                  </a:lnTo>
                  <a:close/>
                  <a:moveTo>
                    <a:pt x="117" y="186"/>
                  </a:moveTo>
                  <a:cubicBezTo>
                    <a:pt x="117" y="109"/>
                    <a:pt x="179" y="46"/>
                    <a:pt x="256" y="46"/>
                  </a:cubicBezTo>
                  <a:cubicBezTo>
                    <a:pt x="333" y="46"/>
                    <a:pt x="396" y="109"/>
                    <a:pt x="396" y="186"/>
                  </a:cubicBezTo>
                  <a:lnTo>
                    <a:pt x="396" y="326"/>
                  </a:lnTo>
                  <a:lnTo>
                    <a:pt x="117" y="326"/>
                  </a:lnTo>
                  <a:lnTo>
                    <a:pt x="117" y="186"/>
                  </a:lnTo>
                  <a:close/>
                  <a:moveTo>
                    <a:pt x="443" y="326"/>
                  </a:moveTo>
                  <a:lnTo>
                    <a:pt x="443" y="186"/>
                  </a:lnTo>
                  <a:cubicBezTo>
                    <a:pt x="443" y="83"/>
                    <a:pt x="359" y="0"/>
                    <a:pt x="256" y="0"/>
                  </a:cubicBezTo>
                  <a:cubicBezTo>
                    <a:pt x="154" y="0"/>
                    <a:pt x="70" y="83"/>
                    <a:pt x="70" y="186"/>
                  </a:cubicBezTo>
                  <a:lnTo>
                    <a:pt x="70" y="326"/>
                  </a:lnTo>
                  <a:cubicBezTo>
                    <a:pt x="31" y="326"/>
                    <a:pt x="0" y="357"/>
                    <a:pt x="0" y="396"/>
                  </a:cubicBezTo>
                  <a:lnTo>
                    <a:pt x="0" y="675"/>
                  </a:lnTo>
                  <a:cubicBezTo>
                    <a:pt x="0" y="714"/>
                    <a:pt x="31" y="745"/>
                    <a:pt x="70" y="745"/>
                  </a:cubicBezTo>
                  <a:lnTo>
                    <a:pt x="443" y="745"/>
                  </a:lnTo>
                  <a:cubicBezTo>
                    <a:pt x="481" y="745"/>
                    <a:pt x="513" y="714"/>
                    <a:pt x="513" y="675"/>
                  </a:cubicBezTo>
                  <a:lnTo>
                    <a:pt x="513" y="396"/>
                  </a:lnTo>
                  <a:cubicBezTo>
                    <a:pt x="513" y="357"/>
                    <a:pt x="481" y="326"/>
                    <a:pt x="443" y="326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875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13" name="Freeform 132"/>
            <p:cNvSpPr>
              <a:spLocks noEditPoints="1"/>
            </p:cNvSpPr>
            <p:nvPr/>
          </p:nvSpPr>
          <p:spPr bwMode="auto">
            <a:xfrm>
              <a:off x="4634970" y="7028935"/>
              <a:ext cx="588505" cy="451973"/>
            </a:xfrm>
            <a:custGeom>
              <a:avLst/>
              <a:gdLst>
                <a:gd name="T0" fmla="*/ 395 w 658"/>
                <a:gd name="T1" fmla="*/ 349 h 499"/>
                <a:gd name="T2" fmla="*/ 263 w 658"/>
                <a:gd name="T3" fmla="*/ 349 h 499"/>
                <a:gd name="T4" fmla="*/ 263 w 658"/>
                <a:gd name="T5" fmla="*/ 288 h 499"/>
                <a:gd name="T6" fmla="*/ 0 w 658"/>
                <a:gd name="T7" fmla="*/ 288 h 499"/>
                <a:gd name="T8" fmla="*/ 0 w 658"/>
                <a:gd name="T9" fmla="*/ 469 h 499"/>
                <a:gd name="T10" fmla="*/ 31 w 658"/>
                <a:gd name="T11" fmla="*/ 499 h 499"/>
                <a:gd name="T12" fmla="*/ 628 w 658"/>
                <a:gd name="T13" fmla="*/ 499 h 499"/>
                <a:gd name="T14" fmla="*/ 658 w 658"/>
                <a:gd name="T15" fmla="*/ 469 h 499"/>
                <a:gd name="T16" fmla="*/ 658 w 658"/>
                <a:gd name="T17" fmla="*/ 288 h 499"/>
                <a:gd name="T18" fmla="*/ 395 w 658"/>
                <a:gd name="T19" fmla="*/ 288 h 499"/>
                <a:gd name="T20" fmla="*/ 395 w 658"/>
                <a:gd name="T21" fmla="*/ 349 h 499"/>
                <a:gd name="T22" fmla="*/ 285 w 658"/>
                <a:gd name="T23" fmla="*/ 288 h 499"/>
                <a:gd name="T24" fmla="*/ 373 w 658"/>
                <a:gd name="T25" fmla="*/ 288 h 499"/>
                <a:gd name="T26" fmla="*/ 373 w 658"/>
                <a:gd name="T27" fmla="*/ 328 h 499"/>
                <a:gd name="T28" fmla="*/ 285 w 658"/>
                <a:gd name="T29" fmla="*/ 328 h 499"/>
                <a:gd name="T30" fmla="*/ 285 w 658"/>
                <a:gd name="T31" fmla="*/ 288 h 499"/>
                <a:gd name="T32" fmla="*/ 248 w 658"/>
                <a:gd name="T33" fmla="*/ 77 h 499"/>
                <a:gd name="T34" fmla="*/ 248 w 658"/>
                <a:gd name="T35" fmla="*/ 24 h 499"/>
                <a:gd name="T36" fmla="*/ 392 w 658"/>
                <a:gd name="T37" fmla="*/ 24 h 499"/>
                <a:gd name="T38" fmla="*/ 392 w 658"/>
                <a:gd name="T39" fmla="*/ 77 h 499"/>
                <a:gd name="T40" fmla="*/ 248 w 658"/>
                <a:gd name="T41" fmla="*/ 77 h 499"/>
                <a:gd name="T42" fmla="*/ 628 w 658"/>
                <a:gd name="T43" fmla="*/ 77 h 499"/>
                <a:gd name="T44" fmla="*/ 423 w 658"/>
                <a:gd name="T45" fmla="*/ 77 h 499"/>
                <a:gd name="T46" fmla="*/ 423 w 658"/>
                <a:gd name="T47" fmla="*/ 11 h 499"/>
                <a:gd name="T48" fmla="*/ 415 w 658"/>
                <a:gd name="T49" fmla="*/ 1 h 499"/>
                <a:gd name="T50" fmla="*/ 225 w 658"/>
                <a:gd name="T51" fmla="*/ 1 h 499"/>
                <a:gd name="T52" fmla="*/ 217 w 658"/>
                <a:gd name="T53" fmla="*/ 11 h 499"/>
                <a:gd name="T54" fmla="*/ 217 w 658"/>
                <a:gd name="T55" fmla="*/ 77 h 499"/>
                <a:gd name="T56" fmla="*/ 31 w 658"/>
                <a:gd name="T57" fmla="*/ 77 h 499"/>
                <a:gd name="T58" fmla="*/ 0 w 658"/>
                <a:gd name="T59" fmla="*/ 108 h 499"/>
                <a:gd name="T60" fmla="*/ 0 w 658"/>
                <a:gd name="T61" fmla="*/ 244 h 499"/>
                <a:gd name="T62" fmla="*/ 658 w 658"/>
                <a:gd name="T63" fmla="*/ 244 h 499"/>
                <a:gd name="T64" fmla="*/ 658 w 658"/>
                <a:gd name="T65" fmla="*/ 108 h 499"/>
                <a:gd name="T66" fmla="*/ 628 w 658"/>
                <a:gd name="T67" fmla="*/ 77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58" h="499">
                  <a:moveTo>
                    <a:pt x="395" y="349"/>
                  </a:moveTo>
                  <a:lnTo>
                    <a:pt x="263" y="349"/>
                  </a:lnTo>
                  <a:lnTo>
                    <a:pt x="263" y="288"/>
                  </a:lnTo>
                  <a:lnTo>
                    <a:pt x="0" y="288"/>
                  </a:lnTo>
                  <a:lnTo>
                    <a:pt x="0" y="469"/>
                  </a:lnTo>
                  <a:cubicBezTo>
                    <a:pt x="0" y="486"/>
                    <a:pt x="14" y="499"/>
                    <a:pt x="31" y="499"/>
                  </a:cubicBezTo>
                  <a:lnTo>
                    <a:pt x="628" y="499"/>
                  </a:lnTo>
                  <a:cubicBezTo>
                    <a:pt x="644" y="499"/>
                    <a:pt x="658" y="486"/>
                    <a:pt x="658" y="469"/>
                  </a:cubicBezTo>
                  <a:lnTo>
                    <a:pt x="658" y="288"/>
                  </a:lnTo>
                  <a:lnTo>
                    <a:pt x="395" y="288"/>
                  </a:lnTo>
                  <a:lnTo>
                    <a:pt x="395" y="349"/>
                  </a:lnTo>
                  <a:close/>
                  <a:moveTo>
                    <a:pt x="285" y="288"/>
                  </a:moveTo>
                  <a:lnTo>
                    <a:pt x="373" y="288"/>
                  </a:lnTo>
                  <a:lnTo>
                    <a:pt x="373" y="328"/>
                  </a:lnTo>
                  <a:lnTo>
                    <a:pt x="285" y="328"/>
                  </a:lnTo>
                  <a:lnTo>
                    <a:pt x="285" y="288"/>
                  </a:lnTo>
                  <a:close/>
                  <a:moveTo>
                    <a:pt x="248" y="77"/>
                  </a:moveTo>
                  <a:lnTo>
                    <a:pt x="248" y="24"/>
                  </a:lnTo>
                  <a:lnTo>
                    <a:pt x="392" y="24"/>
                  </a:lnTo>
                  <a:lnTo>
                    <a:pt x="392" y="77"/>
                  </a:lnTo>
                  <a:lnTo>
                    <a:pt x="248" y="77"/>
                  </a:lnTo>
                  <a:close/>
                  <a:moveTo>
                    <a:pt x="628" y="77"/>
                  </a:moveTo>
                  <a:lnTo>
                    <a:pt x="423" y="77"/>
                  </a:lnTo>
                  <a:cubicBezTo>
                    <a:pt x="423" y="77"/>
                    <a:pt x="423" y="22"/>
                    <a:pt x="423" y="11"/>
                  </a:cubicBezTo>
                  <a:cubicBezTo>
                    <a:pt x="423" y="0"/>
                    <a:pt x="415" y="1"/>
                    <a:pt x="415" y="1"/>
                  </a:cubicBezTo>
                  <a:lnTo>
                    <a:pt x="225" y="1"/>
                  </a:lnTo>
                  <a:cubicBezTo>
                    <a:pt x="225" y="1"/>
                    <a:pt x="217" y="2"/>
                    <a:pt x="217" y="11"/>
                  </a:cubicBezTo>
                  <a:cubicBezTo>
                    <a:pt x="217" y="21"/>
                    <a:pt x="217" y="77"/>
                    <a:pt x="217" y="77"/>
                  </a:cubicBezTo>
                  <a:lnTo>
                    <a:pt x="31" y="77"/>
                  </a:lnTo>
                  <a:cubicBezTo>
                    <a:pt x="14" y="77"/>
                    <a:pt x="0" y="91"/>
                    <a:pt x="0" y="108"/>
                  </a:cubicBezTo>
                  <a:lnTo>
                    <a:pt x="0" y="244"/>
                  </a:lnTo>
                  <a:lnTo>
                    <a:pt x="658" y="244"/>
                  </a:lnTo>
                  <a:lnTo>
                    <a:pt x="658" y="108"/>
                  </a:lnTo>
                  <a:cubicBezTo>
                    <a:pt x="658" y="91"/>
                    <a:pt x="644" y="77"/>
                    <a:pt x="628" y="77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875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  <p:sp>
          <p:nvSpPr>
            <p:cNvPr id="16" name="Freeform 207"/>
            <p:cNvSpPr>
              <a:spLocks noEditPoints="1"/>
            </p:cNvSpPr>
            <p:nvPr/>
          </p:nvSpPr>
          <p:spPr bwMode="auto">
            <a:xfrm>
              <a:off x="2914127" y="7786314"/>
              <a:ext cx="489968" cy="654696"/>
            </a:xfrm>
            <a:custGeom>
              <a:avLst/>
              <a:gdLst>
                <a:gd name="T0" fmla="*/ 609 w 609"/>
                <a:gd name="T1" fmla="*/ 813 h 813"/>
                <a:gd name="T2" fmla="*/ 0 w 609"/>
                <a:gd name="T3" fmla="*/ 813 h 813"/>
                <a:gd name="T4" fmla="*/ 0 w 609"/>
                <a:gd name="T5" fmla="*/ 102 h 813"/>
                <a:gd name="T6" fmla="*/ 78 w 609"/>
                <a:gd name="T7" fmla="*/ 102 h 813"/>
                <a:gd name="T8" fmla="*/ 102 w 609"/>
                <a:gd name="T9" fmla="*/ 102 h 813"/>
                <a:gd name="T10" fmla="*/ 153 w 609"/>
                <a:gd name="T11" fmla="*/ 102 h 813"/>
                <a:gd name="T12" fmla="*/ 153 w 609"/>
                <a:gd name="T13" fmla="*/ 51 h 813"/>
                <a:gd name="T14" fmla="*/ 232 w 609"/>
                <a:gd name="T15" fmla="*/ 51 h 813"/>
                <a:gd name="T16" fmla="*/ 304 w 609"/>
                <a:gd name="T17" fmla="*/ 0 h 813"/>
                <a:gd name="T18" fmla="*/ 376 w 609"/>
                <a:gd name="T19" fmla="*/ 51 h 813"/>
                <a:gd name="T20" fmla="*/ 456 w 609"/>
                <a:gd name="T21" fmla="*/ 51 h 813"/>
                <a:gd name="T22" fmla="*/ 456 w 609"/>
                <a:gd name="T23" fmla="*/ 102 h 813"/>
                <a:gd name="T24" fmla="*/ 506 w 609"/>
                <a:gd name="T25" fmla="*/ 102 h 813"/>
                <a:gd name="T26" fmla="*/ 525 w 609"/>
                <a:gd name="T27" fmla="*/ 102 h 813"/>
                <a:gd name="T28" fmla="*/ 609 w 609"/>
                <a:gd name="T29" fmla="*/ 102 h 813"/>
                <a:gd name="T30" fmla="*/ 609 w 609"/>
                <a:gd name="T31" fmla="*/ 813 h 813"/>
                <a:gd name="T32" fmla="*/ 456 w 609"/>
                <a:gd name="T33" fmla="*/ 357 h 813"/>
                <a:gd name="T34" fmla="*/ 152 w 609"/>
                <a:gd name="T35" fmla="*/ 357 h 813"/>
                <a:gd name="T36" fmla="*/ 152 w 609"/>
                <a:gd name="T37" fmla="*/ 307 h 813"/>
                <a:gd name="T38" fmla="*/ 456 w 609"/>
                <a:gd name="T39" fmla="*/ 307 h 813"/>
                <a:gd name="T40" fmla="*/ 456 w 609"/>
                <a:gd name="T41" fmla="*/ 357 h 813"/>
                <a:gd name="T42" fmla="*/ 456 w 609"/>
                <a:gd name="T43" fmla="*/ 153 h 813"/>
                <a:gd name="T44" fmla="*/ 456 w 609"/>
                <a:gd name="T45" fmla="*/ 204 h 813"/>
                <a:gd name="T46" fmla="*/ 153 w 609"/>
                <a:gd name="T47" fmla="*/ 204 h 813"/>
                <a:gd name="T48" fmla="*/ 153 w 609"/>
                <a:gd name="T49" fmla="*/ 153 h 813"/>
                <a:gd name="T50" fmla="*/ 102 w 609"/>
                <a:gd name="T51" fmla="*/ 153 h 813"/>
                <a:gd name="T52" fmla="*/ 102 w 609"/>
                <a:gd name="T53" fmla="*/ 153 h 813"/>
                <a:gd name="T54" fmla="*/ 51 w 609"/>
                <a:gd name="T55" fmla="*/ 153 h 813"/>
                <a:gd name="T56" fmla="*/ 51 w 609"/>
                <a:gd name="T57" fmla="*/ 762 h 813"/>
                <a:gd name="T58" fmla="*/ 558 w 609"/>
                <a:gd name="T59" fmla="*/ 762 h 813"/>
                <a:gd name="T60" fmla="*/ 558 w 609"/>
                <a:gd name="T61" fmla="*/ 153 h 813"/>
                <a:gd name="T62" fmla="*/ 506 w 609"/>
                <a:gd name="T63" fmla="*/ 153 h 813"/>
                <a:gd name="T64" fmla="*/ 506 w 609"/>
                <a:gd name="T65" fmla="*/ 153 h 813"/>
                <a:gd name="T66" fmla="*/ 456 w 609"/>
                <a:gd name="T67" fmla="*/ 153 h 813"/>
                <a:gd name="T68" fmla="*/ 456 w 609"/>
                <a:gd name="T69" fmla="*/ 660 h 813"/>
                <a:gd name="T70" fmla="*/ 152 w 609"/>
                <a:gd name="T71" fmla="*/ 660 h 813"/>
                <a:gd name="T72" fmla="*/ 152 w 609"/>
                <a:gd name="T73" fmla="*/ 610 h 813"/>
                <a:gd name="T74" fmla="*/ 456 w 609"/>
                <a:gd name="T75" fmla="*/ 610 h 813"/>
                <a:gd name="T76" fmla="*/ 456 w 609"/>
                <a:gd name="T77" fmla="*/ 660 h 813"/>
                <a:gd name="T78" fmla="*/ 456 w 609"/>
                <a:gd name="T79" fmla="*/ 559 h 813"/>
                <a:gd name="T80" fmla="*/ 152 w 609"/>
                <a:gd name="T81" fmla="*/ 559 h 813"/>
                <a:gd name="T82" fmla="*/ 152 w 609"/>
                <a:gd name="T83" fmla="*/ 508 h 813"/>
                <a:gd name="T84" fmla="*/ 456 w 609"/>
                <a:gd name="T85" fmla="*/ 508 h 813"/>
                <a:gd name="T86" fmla="*/ 456 w 609"/>
                <a:gd name="T87" fmla="*/ 559 h 813"/>
                <a:gd name="T88" fmla="*/ 456 w 609"/>
                <a:gd name="T89" fmla="*/ 457 h 813"/>
                <a:gd name="T90" fmla="*/ 152 w 609"/>
                <a:gd name="T91" fmla="*/ 457 h 813"/>
                <a:gd name="T92" fmla="*/ 152 w 609"/>
                <a:gd name="T93" fmla="*/ 407 h 813"/>
                <a:gd name="T94" fmla="*/ 456 w 609"/>
                <a:gd name="T95" fmla="*/ 407 h 813"/>
                <a:gd name="T96" fmla="*/ 456 w 609"/>
                <a:gd name="T97" fmla="*/ 457 h 813"/>
                <a:gd name="T98" fmla="*/ 204 w 609"/>
                <a:gd name="T99" fmla="*/ 153 h 813"/>
                <a:gd name="T100" fmla="*/ 405 w 609"/>
                <a:gd name="T101" fmla="*/ 153 h 813"/>
                <a:gd name="T102" fmla="*/ 405 w 609"/>
                <a:gd name="T103" fmla="*/ 102 h 813"/>
                <a:gd name="T104" fmla="*/ 330 w 609"/>
                <a:gd name="T105" fmla="*/ 102 h 813"/>
                <a:gd name="T106" fmla="*/ 330 w 609"/>
                <a:gd name="T107" fmla="*/ 77 h 813"/>
                <a:gd name="T108" fmla="*/ 304 w 609"/>
                <a:gd name="T109" fmla="*/ 51 h 813"/>
                <a:gd name="T110" fmla="*/ 279 w 609"/>
                <a:gd name="T111" fmla="*/ 77 h 813"/>
                <a:gd name="T112" fmla="*/ 279 w 609"/>
                <a:gd name="T113" fmla="*/ 102 h 813"/>
                <a:gd name="T114" fmla="*/ 204 w 609"/>
                <a:gd name="T115" fmla="*/ 102 h 813"/>
                <a:gd name="T116" fmla="*/ 204 w 609"/>
                <a:gd name="T117" fmla="*/ 153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09" h="813">
                  <a:moveTo>
                    <a:pt x="609" y="813"/>
                  </a:moveTo>
                  <a:lnTo>
                    <a:pt x="0" y="813"/>
                  </a:lnTo>
                  <a:lnTo>
                    <a:pt x="0" y="102"/>
                  </a:lnTo>
                  <a:lnTo>
                    <a:pt x="78" y="102"/>
                  </a:lnTo>
                  <a:lnTo>
                    <a:pt x="102" y="102"/>
                  </a:lnTo>
                  <a:lnTo>
                    <a:pt x="153" y="102"/>
                  </a:lnTo>
                  <a:lnTo>
                    <a:pt x="153" y="51"/>
                  </a:lnTo>
                  <a:lnTo>
                    <a:pt x="232" y="51"/>
                  </a:lnTo>
                  <a:cubicBezTo>
                    <a:pt x="243" y="22"/>
                    <a:pt x="271" y="0"/>
                    <a:pt x="304" y="0"/>
                  </a:cubicBezTo>
                  <a:cubicBezTo>
                    <a:pt x="337" y="0"/>
                    <a:pt x="366" y="22"/>
                    <a:pt x="376" y="51"/>
                  </a:cubicBezTo>
                  <a:lnTo>
                    <a:pt x="456" y="51"/>
                  </a:lnTo>
                  <a:lnTo>
                    <a:pt x="456" y="102"/>
                  </a:lnTo>
                  <a:lnTo>
                    <a:pt x="506" y="102"/>
                  </a:lnTo>
                  <a:lnTo>
                    <a:pt x="525" y="102"/>
                  </a:lnTo>
                  <a:lnTo>
                    <a:pt x="609" y="102"/>
                  </a:lnTo>
                  <a:lnTo>
                    <a:pt x="609" y="813"/>
                  </a:lnTo>
                  <a:close/>
                  <a:moveTo>
                    <a:pt x="456" y="357"/>
                  </a:moveTo>
                  <a:lnTo>
                    <a:pt x="152" y="357"/>
                  </a:lnTo>
                  <a:lnTo>
                    <a:pt x="152" y="307"/>
                  </a:lnTo>
                  <a:lnTo>
                    <a:pt x="456" y="307"/>
                  </a:lnTo>
                  <a:lnTo>
                    <a:pt x="456" y="357"/>
                  </a:lnTo>
                  <a:close/>
                  <a:moveTo>
                    <a:pt x="456" y="153"/>
                  </a:moveTo>
                  <a:lnTo>
                    <a:pt x="456" y="204"/>
                  </a:lnTo>
                  <a:lnTo>
                    <a:pt x="153" y="204"/>
                  </a:lnTo>
                  <a:lnTo>
                    <a:pt x="153" y="153"/>
                  </a:lnTo>
                  <a:lnTo>
                    <a:pt x="102" y="153"/>
                  </a:lnTo>
                  <a:lnTo>
                    <a:pt x="102" y="153"/>
                  </a:lnTo>
                  <a:lnTo>
                    <a:pt x="51" y="153"/>
                  </a:lnTo>
                  <a:lnTo>
                    <a:pt x="51" y="762"/>
                  </a:lnTo>
                  <a:lnTo>
                    <a:pt x="558" y="762"/>
                  </a:lnTo>
                  <a:lnTo>
                    <a:pt x="558" y="153"/>
                  </a:lnTo>
                  <a:lnTo>
                    <a:pt x="506" y="153"/>
                  </a:lnTo>
                  <a:lnTo>
                    <a:pt x="506" y="153"/>
                  </a:lnTo>
                  <a:lnTo>
                    <a:pt x="456" y="153"/>
                  </a:lnTo>
                  <a:close/>
                  <a:moveTo>
                    <a:pt x="456" y="660"/>
                  </a:moveTo>
                  <a:lnTo>
                    <a:pt x="152" y="660"/>
                  </a:lnTo>
                  <a:lnTo>
                    <a:pt x="152" y="610"/>
                  </a:lnTo>
                  <a:lnTo>
                    <a:pt x="456" y="610"/>
                  </a:lnTo>
                  <a:lnTo>
                    <a:pt x="456" y="660"/>
                  </a:lnTo>
                  <a:close/>
                  <a:moveTo>
                    <a:pt x="456" y="559"/>
                  </a:moveTo>
                  <a:lnTo>
                    <a:pt x="152" y="559"/>
                  </a:lnTo>
                  <a:lnTo>
                    <a:pt x="152" y="508"/>
                  </a:lnTo>
                  <a:lnTo>
                    <a:pt x="456" y="508"/>
                  </a:lnTo>
                  <a:lnTo>
                    <a:pt x="456" y="559"/>
                  </a:lnTo>
                  <a:close/>
                  <a:moveTo>
                    <a:pt x="456" y="457"/>
                  </a:moveTo>
                  <a:lnTo>
                    <a:pt x="152" y="457"/>
                  </a:lnTo>
                  <a:lnTo>
                    <a:pt x="152" y="407"/>
                  </a:lnTo>
                  <a:lnTo>
                    <a:pt x="456" y="407"/>
                  </a:lnTo>
                  <a:lnTo>
                    <a:pt x="456" y="457"/>
                  </a:lnTo>
                  <a:close/>
                  <a:moveTo>
                    <a:pt x="204" y="153"/>
                  </a:moveTo>
                  <a:lnTo>
                    <a:pt x="405" y="153"/>
                  </a:lnTo>
                  <a:lnTo>
                    <a:pt x="405" y="102"/>
                  </a:lnTo>
                  <a:lnTo>
                    <a:pt x="330" y="102"/>
                  </a:lnTo>
                  <a:lnTo>
                    <a:pt x="330" y="77"/>
                  </a:lnTo>
                  <a:cubicBezTo>
                    <a:pt x="330" y="63"/>
                    <a:pt x="318" y="51"/>
                    <a:pt x="304" y="51"/>
                  </a:cubicBezTo>
                  <a:cubicBezTo>
                    <a:pt x="290" y="51"/>
                    <a:pt x="279" y="63"/>
                    <a:pt x="279" y="77"/>
                  </a:cubicBezTo>
                  <a:lnTo>
                    <a:pt x="279" y="102"/>
                  </a:lnTo>
                  <a:lnTo>
                    <a:pt x="204" y="102"/>
                  </a:lnTo>
                  <a:lnTo>
                    <a:pt x="204" y="153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146078" tIns="73039" rIns="146078" bIns="73039" numCol="1" anchor="t" anchorCtr="0" compatLnSpc="1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875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92392" y="1570555"/>
            <a:ext cx="6121592" cy="4075034"/>
            <a:chOff x="680829" y="1745740"/>
            <a:chExt cx="6121592" cy="4075034"/>
          </a:xfrm>
        </p:grpSpPr>
        <p:grpSp>
          <p:nvGrpSpPr>
            <p:cNvPr id="27" name="组合 26"/>
            <p:cNvGrpSpPr/>
            <p:nvPr/>
          </p:nvGrpSpPr>
          <p:grpSpPr>
            <a:xfrm>
              <a:off x="680829" y="1745740"/>
              <a:ext cx="6027508" cy="877163"/>
              <a:chOff x="715496" y="1745740"/>
              <a:chExt cx="6027508" cy="877163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715496" y="1867977"/>
                <a:ext cx="545420" cy="632689"/>
                <a:chOff x="823685" y="2050355"/>
                <a:chExt cx="545420" cy="632689"/>
              </a:xfrm>
            </p:grpSpPr>
            <p:sp>
              <p:nvSpPr>
                <p:cNvPr id="45" name="任意多边形: 形状 44"/>
                <p:cNvSpPr/>
                <p:nvPr/>
              </p:nvSpPr>
              <p:spPr>
                <a:xfrm>
                  <a:off x="823685" y="2050355"/>
                  <a:ext cx="545420" cy="632689"/>
                </a:xfrm>
                <a:custGeom>
                  <a:avLst/>
                  <a:gdLst>
                    <a:gd name="connsiteX0" fmla="*/ 1451856 w 2903714"/>
                    <a:gd name="connsiteY0" fmla="*/ 0 h 3368312"/>
                    <a:gd name="connsiteX1" fmla="*/ 2903714 w 2903714"/>
                    <a:gd name="connsiteY1" fmla="*/ 725929 h 3368312"/>
                    <a:gd name="connsiteX2" fmla="*/ 2903714 w 2903714"/>
                    <a:gd name="connsiteY2" fmla="*/ 2642383 h 3368312"/>
                    <a:gd name="connsiteX3" fmla="*/ 1451856 w 2903714"/>
                    <a:gd name="connsiteY3" fmla="*/ 3368312 h 3368312"/>
                    <a:gd name="connsiteX4" fmla="*/ 0 w 2903714"/>
                    <a:gd name="connsiteY4" fmla="*/ 2642383 h 3368312"/>
                    <a:gd name="connsiteX5" fmla="*/ 0 w 2903714"/>
                    <a:gd name="connsiteY5" fmla="*/ 725929 h 3368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03714" h="3368312">
                      <a:moveTo>
                        <a:pt x="1451856" y="0"/>
                      </a:moveTo>
                      <a:lnTo>
                        <a:pt x="2903714" y="725929"/>
                      </a:lnTo>
                      <a:lnTo>
                        <a:pt x="2903714" y="2642383"/>
                      </a:lnTo>
                      <a:lnTo>
                        <a:pt x="1451856" y="3368312"/>
                      </a:lnTo>
                      <a:lnTo>
                        <a:pt x="0" y="2642383"/>
                      </a:lnTo>
                      <a:lnTo>
                        <a:pt x="0" y="725929"/>
                      </a:lnTo>
                      <a:close/>
                    </a:path>
                  </a:pathLst>
                </a:custGeom>
                <a:solidFill>
                  <a:srgbClr val="009BB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algn="ctr">
                    <a:defRPr/>
                  </a:pPr>
                  <a:endParaRPr lang="zh-CN" altLang="en-US" kern="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" name="Freeform 207"/>
                <p:cNvSpPr>
                  <a:spLocks noEditPoints="1"/>
                </p:cNvSpPr>
                <p:nvPr/>
              </p:nvSpPr>
              <p:spPr bwMode="auto">
                <a:xfrm>
                  <a:off x="970525" y="2198511"/>
                  <a:ext cx="251741" cy="336376"/>
                </a:xfrm>
                <a:custGeom>
                  <a:avLst/>
                  <a:gdLst>
                    <a:gd name="T0" fmla="*/ 609 w 609"/>
                    <a:gd name="T1" fmla="*/ 813 h 813"/>
                    <a:gd name="T2" fmla="*/ 0 w 609"/>
                    <a:gd name="T3" fmla="*/ 813 h 813"/>
                    <a:gd name="T4" fmla="*/ 0 w 609"/>
                    <a:gd name="T5" fmla="*/ 102 h 813"/>
                    <a:gd name="T6" fmla="*/ 78 w 609"/>
                    <a:gd name="T7" fmla="*/ 102 h 813"/>
                    <a:gd name="T8" fmla="*/ 102 w 609"/>
                    <a:gd name="T9" fmla="*/ 102 h 813"/>
                    <a:gd name="T10" fmla="*/ 153 w 609"/>
                    <a:gd name="T11" fmla="*/ 102 h 813"/>
                    <a:gd name="T12" fmla="*/ 153 w 609"/>
                    <a:gd name="T13" fmla="*/ 51 h 813"/>
                    <a:gd name="T14" fmla="*/ 232 w 609"/>
                    <a:gd name="T15" fmla="*/ 51 h 813"/>
                    <a:gd name="T16" fmla="*/ 304 w 609"/>
                    <a:gd name="T17" fmla="*/ 0 h 813"/>
                    <a:gd name="T18" fmla="*/ 376 w 609"/>
                    <a:gd name="T19" fmla="*/ 51 h 813"/>
                    <a:gd name="T20" fmla="*/ 456 w 609"/>
                    <a:gd name="T21" fmla="*/ 51 h 813"/>
                    <a:gd name="T22" fmla="*/ 456 w 609"/>
                    <a:gd name="T23" fmla="*/ 102 h 813"/>
                    <a:gd name="T24" fmla="*/ 506 w 609"/>
                    <a:gd name="T25" fmla="*/ 102 h 813"/>
                    <a:gd name="T26" fmla="*/ 525 w 609"/>
                    <a:gd name="T27" fmla="*/ 102 h 813"/>
                    <a:gd name="T28" fmla="*/ 609 w 609"/>
                    <a:gd name="T29" fmla="*/ 102 h 813"/>
                    <a:gd name="T30" fmla="*/ 609 w 609"/>
                    <a:gd name="T31" fmla="*/ 813 h 813"/>
                    <a:gd name="T32" fmla="*/ 456 w 609"/>
                    <a:gd name="T33" fmla="*/ 357 h 813"/>
                    <a:gd name="T34" fmla="*/ 152 w 609"/>
                    <a:gd name="T35" fmla="*/ 357 h 813"/>
                    <a:gd name="T36" fmla="*/ 152 w 609"/>
                    <a:gd name="T37" fmla="*/ 307 h 813"/>
                    <a:gd name="T38" fmla="*/ 456 w 609"/>
                    <a:gd name="T39" fmla="*/ 307 h 813"/>
                    <a:gd name="T40" fmla="*/ 456 w 609"/>
                    <a:gd name="T41" fmla="*/ 357 h 813"/>
                    <a:gd name="T42" fmla="*/ 456 w 609"/>
                    <a:gd name="T43" fmla="*/ 153 h 813"/>
                    <a:gd name="T44" fmla="*/ 456 w 609"/>
                    <a:gd name="T45" fmla="*/ 204 h 813"/>
                    <a:gd name="T46" fmla="*/ 153 w 609"/>
                    <a:gd name="T47" fmla="*/ 204 h 813"/>
                    <a:gd name="T48" fmla="*/ 153 w 609"/>
                    <a:gd name="T49" fmla="*/ 153 h 813"/>
                    <a:gd name="T50" fmla="*/ 102 w 609"/>
                    <a:gd name="T51" fmla="*/ 153 h 813"/>
                    <a:gd name="T52" fmla="*/ 102 w 609"/>
                    <a:gd name="T53" fmla="*/ 153 h 813"/>
                    <a:gd name="T54" fmla="*/ 51 w 609"/>
                    <a:gd name="T55" fmla="*/ 153 h 813"/>
                    <a:gd name="T56" fmla="*/ 51 w 609"/>
                    <a:gd name="T57" fmla="*/ 762 h 813"/>
                    <a:gd name="T58" fmla="*/ 558 w 609"/>
                    <a:gd name="T59" fmla="*/ 762 h 813"/>
                    <a:gd name="T60" fmla="*/ 558 w 609"/>
                    <a:gd name="T61" fmla="*/ 153 h 813"/>
                    <a:gd name="T62" fmla="*/ 506 w 609"/>
                    <a:gd name="T63" fmla="*/ 153 h 813"/>
                    <a:gd name="T64" fmla="*/ 506 w 609"/>
                    <a:gd name="T65" fmla="*/ 153 h 813"/>
                    <a:gd name="T66" fmla="*/ 456 w 609"/>
                    <a:gd name="T67" fmla="*/ 153 h 813"/>
                    <a:gd name="T68" fmla="*/ 456 w 609"/>
                    <a:gd name="T69" fmla="*/ 660 h 813"/>
                    <a:gd name="T70" fmla="*/ 152 w 609"/>
                    <a:gd name="T71" fmla="*/ 660 h 813"/>
                    <a:gd name="T72" fmla="*/ 152 w 609"/>
                    <a:gd name="T73" fmla="*/ 610 h 813"/>
                    <a:gd name="T74" fmla="*/ 456 w 609"/>
                    <a:gd name="T75" fmla="*/ 610 h 813"/>
                    <a:gd name="T76" fmla="*/ 456 w 609"/>
                    <a:gd name="T77" fmla="*/ 660 h 813"/>
                    <a:gd name="T78" fmla="*/ 456 w 609"/>
                    <a:gd name="T79" fmla="*/ 559 h 813"/>
                    <a:gd name="T80" fmla="*/ 152 w 609"/>
                    <a:gd name="T81" fmla="*/ 559 h 813"/>
                    <a:gd name="T82" fmla="*/ 152 w 609"/>
                    <a:gd name="T83" fmla="*/ 508 h 813"/>
                    <a:gd name="T84" fmla="*/ 456 w 609"/>
                    <a:gd name="T85" fmla="*/ 508 h 813"/>
                    <a:gd name="T86" fmla="*/ 456 w 609"/>
                    <a:gd name="T87" fmla="*/ 559 h 813"/>
                    <a:gd name="T88" fmla="*/ 456 w 609"/>
                    <a:gd name="T89" fmla="*/ 457 h 813"/>
                    <a:gd name="T90" fmla="*/ 152 w 609"/>
                    <a:gd name="T91" fmla="*/ 457 h 813"/>
                    <a:gd name="T92" fmla="*/ 152 w 609"/>
                    <a:gd name="T93" fmla="*/ 407 h 813"/>
                    <a:gd name="T94" fmla="*/ 456 w 609"/>
                    <a:gd name="T95" fmla="*/ 407 h 813"/>
                    <a:gd name="T96" fmla="*/ 456 w 609"/>
                    <a:gd name="T97" fmla="*/ 457 h 813"/>
                    <a:gd name="T98" fmla="*/ 204 w 609"/>
                    <a:gd name="T99" fmla="*/ 153 h 813"/>
                    <a:gd name="T100" fmla="*/ 405 w 609"/>
                    <a:gd name="T101" fmla="*/ 153 h 813"/>
                    <a:gd name="T102" fmla="*/ 405 w 609"/>
                    <a:gd name="T103" fmla="*/ 102 h 813"/>
                    <a:gd name="T104" fmla="*/ 330 w 609"/>
                    <a:gd name="T105" fmla="*/ 102 h 813"/>
                    <a:gd name="T106" fmla="*/ 330 w 609"/>
                    <a:gd name="T107" fmla="*/ 77 h 813"/>
                    <a:gd name="T108" fmla="*/ 304 w 609"/>
                    <a:gd name="T109" fmla="*/ 51 h 813"/>
                    <a:gd name="T110" fmla="*/ 279 w 609"/>
                    <a:gd name="T111" fmla="*/ 77 h 813"/>
                    <a:gd name="T112" fmla="*/ 279 w 609"/>
                    <a:gd name="T113" fmla="*/ 102 h 813"/>
                    <a:gd name="T114" fmla="*/ 204 w 609"/>
                    <a:gd name="T115" fmla="*/ 102 h 813"/>
                    <a:gd name="T116" fmla="*/ 204 w 609"/>
                    <a:gd name="T117" fmla="*/ 153 h 8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609" h="813">
                      <a:moveTo>
                        <a:pt x="609" y="813"/>
                      </a:moveTo>
                      <a:lnTo>
                        <a:pt x="0" y="813"/>
                      </a:lnTo>
                      <a:lnTo>
                        <a:pt x="0" y="102"/>
                      </a:lnTo>
                      <a:lnTo>
                        <a:pt x="78" y="102"/>
                      </a:lnTo>
                      <a:lnTo>
                        <a:pt x="102" y="102"/>
                      </a:lnTo>
                      <a:lnTo>
                        <a:pt x="153" y="102"/>
                      </a:lnTo>
                      <a:lnTo>
                        <a:pt x="153" y="51"/>
                      </a:lnTo>
                      <a:lnTo>
                        <a:pt x="232" y="51"/>
                      </a:lnTo>
                      <a:cubicBezTo>
                        <a:pt x="243" y="22"/>
                        <a:pt x="271" y="0"/>
                        <a:pt x="304" y="0"/>
                      </a:cubicBezTo>
                      <a:cubicBezTo>
                        <a:pt x="337" y="0"/>
                        <a:pt x="366" y="22"/>
                        <a:pt x="376" y="51"/>
                      </a:cubicBezTo>
                      <a:lnTo>
                        <a:pt x="456" y="51"/>
                      </a:lnTo>
                      <a:lnTo>
                        <a:pt x="456" y="102"/>
                      </a:lnTo>
                      <a:lnTo>
                        <a:pt x="506" y="102"/>
                      </a:lnTo>
                      <a:lnTo>
                        <a:pt x="525" y="102"/>
                      </a:lnTo>
                      <a:lnTo>
                        <a:pt x="609" y="102"/>
                      </a:lnTo>
                      <a:lnTo>
                        <a:pt x="609" y="813"/>
                      </a:lnTo>
                      <a:close/>
                      <a:moveTo>
                        <a:pt x="456" y="357"/>
                      </a:moveTo>
                      <a:lnTo>
                        <a:pt x="152" y="357"/>
                      </a:lnTo>
                      <a:lnTo>
                        <a:pt x="152" y="307"/>
                      </a:lnTo>
                      <a:lnTo>
                        <a:pt x="456" y="307"/>
                      </a:lnTo>
                      <a:lnTo>
                        <a:pt x="456" y="357"/>
                      </a:lnTo>
                      <a:close/>
                      <a:moveTo>
                        <a:pt x="456" y="153"/>
                      </a:moveTo>
                      <a:lnTo>
                        <a:pt x="456" y="204"/>
                      </a:lnTo>
                      <a:lnTo>
                        <a:pt x="153" y="204"/>
                      </a:lnTo>
                      <a:lnTo>
                        <a:pt x="153" y="153"/>
                      </a:lnTo>
                      <a:lnTo>
                        <a:pt x="102" y="153"/>
                      </a:lnTo>
                      <a:lnTo>
                        <a:pt x="102" y="153"/>
                      </a:lnTo>
                      <a:lnTo>
                        <a:pt x="51" y="153"/>
                      </a:lnTo>
                      <a:lnTo>
                        <a:pt x="51" y="762"/>
                      </a:lnTo>
                      <a:lnTo>
                        <a:pt x="558" y="762"/>
                      </a:lnTo>
                      <a:lnTo>
                        <a:pt x="558" y="153"/>
                      </a:lnTo>
                      <a:lnTo>
                        <a:pt x="506" y="153"/>
                      </a:lnTo>
                      <a:lnTo>
                        <a:pt x="506" y="153"/>
                      </a:lnTo>
                      <a:lnTo>
                        <a:pt x="456" y="153"/>
                      </a:lnTo>
                      <a:close/>
                      <a:moveTo>
                        <a:pt x="456" y="660"/>
                      </a:moveTo>
                      <a:lnTo>
                        <a:pt x="152" y="660"/>
                      </a:lnTo>
                      <a:lnTo>
                        <a:pt x="152" y="610"/>
                      </a:lnTo>
                      <a:lnTo>
                        <a:pt x="456" y="610"/>
                      </a:lnTo>
                      <a:lnTo>
                        <a:pt x="456" y="660"/>
                      </a:lnTo>
                      <a:close/>
                      <a:moveTo>
                        <a:pt x="456" y="559"/>
                      </a:moveTo>
                      <a:lnTo>
                        <a:pt x="152" y="559"/>
                      </a:lnTo>
                      <a:lnTo>
                        <a:pt x="152" y="508"/>
                      </a:lnTo>
                      <a:lnTo>
                        <a:pt x="456" y="508"/>
                      </a:lnTo>
                      <a:lnTo>
                        <a:pt x="456" y="559"/>
                      </a:lnTo>
                      <a:close/>
                      <a:moveTo>
                        <a:pt x="456" y="457"/>
                      </a:moveTo>
                      <a:lnTo>
                        <a:pt x="152" y="457"/>
                      </a:lnTo>
                      <a:lnTo>
                        <a:pt x="152" y="407"/>
                      </a:lnTo>
                      <a:lnTo>
                        <a:pt x="456" y="407"/>
                      </a:lnTo>
                      <a:lnTo>
                        <a:pt x="456" y="457"/>
                      </a:lnTo>
                      <a:close/>
                      <a:moveTo>
                        <a:pt x="204" y="153"/>
                      </a:moveTo>
                      <a:lnTo>
                        <a:pt x="405" y="153"/>
                      </a:lnTo>
                      <a:lnTo>
                        <a:pt x="405" y="102"/>
                      </a:lnTo>
                      <a:lnTo>
                        <a:pt x="330" y="102"/>
                      </a:lnTo>
                      <a:lnTo>
                        <a:pt x="330" y="77"/>
                      </a:lnTo>
                      <a:cubicBezTo>
                        <a:pt x="330" y="63"/>
                        <a:pt x="318" y="51"/>
                        <a:pt x="304" y="51"/>
                      </a:cubicBezTo>
                      <a:cubicBezTo>
                        <a:pt x="290" y="51"/>
                        <a:pt x="279" y="63"/>
                        <a:pt x="279" y="77"/>
                      </a:cubicBezTo>
                      <a:lnTo>
                        <a:pt x="279" y="102"/>
                      </a:lnTo>
                      <a:lnTo>
                        <a:pt x="204" y="102"/>
                      </a:lnTo>
                      <a:lnTo>
                        <a:pt x="204" y="153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</p:spPr>
              <p:txBody>
                <a:bodyPr vert="horz" wrap="square" lIns="146078" tIns="73039" rIns="146078" bIns="73039" numCol="1" anchor="t" anchorCtr="0" compatLnSpc="1"/>
                <a:lstStyle/>
                <a:p>
                  <a:pPr defTabSz="457200">
                    <a:defRPr/>
                  </a:pPr>
                  <a:endParaRPr lang="en-US" sz="2875" kern="0" dirty="0">
                    <a:solidFill>
                      <a:prstClr val="black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4" name="文本框 43"/>
              <p:cNvSpPr txBox="1"/>
              <p:nvPr/>
            </p:nvSpPr>
            <p:spPr>
              <a:xfrm>
                <a:off x="1351874" y="1745740"/>
                <a:ext cx="5391130" cy="87716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20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添加标题</a:t>
                </a:r>
                <a:endParaRPr lang="en-US" altLang="zh-CN" sz="20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defRPr/>
                </a:pPr>
                <a:r>
                  <a:rPr lang="zh-CN" altLang="en-US" sz="14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单击此处添加文字，可根据需要调整文字的大X或者颜色等属性。</a:t>
                </a: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680829" y="4943611"/>
              <a:ext cx="6121592" cy="877163"/>
              <a:chOff x="715496" y="5477011"/>
              <a:chExt cx="6121592" cy="877163"/>
            </a:xfrm>
          </p:grpSpPr>
          <p:grpSp>
            <p:nvGrpSpPr>
              <p:cNvPr id="39" name="组合 38"/>
              <p:cNvGrpSpPr/>
              <p:nvPr/>
            </p:nvGrpSpPr>
            <p:grpSpPr>
              <a:xfrm>
                <a:off x="715496" y="5599248"/>
                <a:ext cx="545420" cy="632689"/>
                <a:chOff x="897389" y="3748935"/>
                <a:chExt cx="545420" cy="632689"/>
              </a:xfrm>
            </p:grpSpPr>
            <p:sp>
              <p:nvSpPr>
                <p:cNvPr id="41" name="任意多边形: 形状 40"/>
                <p:cNvSpPr/>
                <p:nvPr/>
              </p:nvSpPr>
              <p:spPr>
                <a:xfrm>
                  <a:off x="897389" y="3748935"/>
                  <a:ext cx="545420" cy="632689"/>
                </a:xfrm>
                <a:custGeom>
                  <a:avLst/>
                  <a:gdLst>
                    <a:gd name="connsiteX0" fmla="*/ 1451856 w 2903714"/>
                    <a:gd name="connsiteY0" fmla="*/ 0 h 3368312"/>
                    <a:gd name="connsiteX1" fmla="*/ 2903714 w 2903714"/>
                    <a:gd name="connsiteY1" fmla="*/ 725929 h 3368312"/>
                    <a:gd name="connsiteX2" fmla="*/ 2903714 w 2903714"/>
                    <a:gd name="connsiteY2" fmla="*/ 2642383 h 3368312"/>
                    <a:gd name="connsiteX3" fmla="*/ 1451856 w 2903714"/>
                    <a:gd name="connsiteY3" fmla="*/ 3368312 h 3368312"/>
                    <a:gd name="connsiteX4" fmla="*/ 0 w 2903714"/>
                    <a:gd name="connsiteY4" fmla="*/ 2642383 h 3368312"/>
                    <a:gd name="connsiteX5" fmla="*/ 0 w 2903714"/>
                    <a:gd name="connsiteY5" fmla="*/ 725929 h 3368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03714" h="3368312">
                      <a:moveTo>
                        <a:pt x="1451856" y="0"/>
                      </a:moveTo>
                      <a:lnTo>
                        <a:pt x="2903714" y="725929"/>
                      </a:lnTo>
                      <a:lnTo>
                        <a:pt x="2903714" y="2642383"/>
                      </a:lnTo>
                      <a:lnTo>
                        <a:pt x="1451856" y="3368312"/>
                      </a:lnTo>
                      <a:lnTo>
                        <a:pt x="0" y="2642383"/>
                      </a:lnTo>
                      <a:lnTo>
                        <a:pt x="0" y="725929"/>
                      </a:lnTo>
                      <a:close/>
                    </a:path>
                  </a:pathLst>
                </a:custGeom>
                <a:solidFill>
                  <a:srgbClr val="00BCD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algn="ctr">
                    <a:defRPr/>
                  </a:pPr>
                  <a:endParaRPr lang="zh-CN" altLang="en-US" kern="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2" name="Freeform 132"/>
                <p:cNvSpPr>
                  <a:spLocks noEditPoints="1"/>
                </p:cNvSpPr>
                <p:nvPr/>
              </p:nvSpPr>
              <p:spPr bwMode="auto">
                <a:xfrm>
                  <a:off x="1018915" y="3949170"/>
                  <a:ext cx="302368" cy="232219"/>
                </a:xfrm>
                <a:custGeom>
                  <a:avLst/>
                  <a:gdLst>
                    <a:gd name="T0" fmla="*/ 395 w 658"/>
                    <a:gd name="T1" fmla="*/ 349 h 499"/>
                    <a:gd name="T2" fmla="*/ 263 w 658"/>
                    <a:gd name="T3" fmla="*/ 349 h 499"/>
                    <a:gd name="T4" fmla="*/ 263 w 658"/>
                    <a:gd name="T5" fmla="*/ 288 h 499"/>
                    <a:gd name="T6" fmla="*/ 0 w 658"/>
                    <a:gd name="T7" fmla="*/ 288 h 499"/>
                    <a:gd name="T8" fmla="*/ 0 w 658"/>
                    <a:gd name="T9" fmla="*/ 469 h 499"/>
                    <a:gd name="T10" fmla="*/ 31 w 658"/>
                    <a:gd name="T11" fmla="*/ 499 h 499"/>
                    <a:gd name="T12" fmla="*/ 628 w 658"/>
                    <a:gd name="T13" fmla="*/ 499 h 499"/>
                    <a:gd name="T14" fmla="*/ 658 w 658"/>
                    <a:gd name="T15" fmla="*/ 469 h 499"/>
                    <a:gd name="T16" fmla="*/ 658 w 658"/>
                    <a:gd name="T17" fmla="*/ 288 h 499"/>
                    <a:gd name="T18" fmla="*/ 395 w 658"/>
                    <a:gd name="T19" fmla="*/ 288 h 499"/>
                    <a:gd name="T20" fmla="*/ 395 w 658"/>
                    <a:gd name="T21" fmla="*/ 349 h 499"/>
                    <a:gd name="T22" fmla="*/ 285 w 658"/>
                    <a:gd name="T23" fmla="*/ 288 h 499"/>
                    <a:gd name="T24" fmla="*/ 373 w 658"/>
                    <a:gd name="T25" fmla="*/ 288 h 499"/>
                    <a:gd name="T26" fmla="*/ 373 w 658"/>
                    <a:gd name="T27" fmla="*/ 328 h 499"/>
                    <a:gd name="T28" fmla="*/ 285 w 658"/>
                    <a:gd name="T29" fmla="*/ 328 h 499"/>
                    <a:gd name="T30" fmla="*/ 285 w 658"/>
                    <a:gd name="T31" fmla="*/ 288 h 499"/>
                    <a:gd name="T32" fmla="*/ 248 w 658"/>
                    <a:gd name="T33" fmla="*/ 77 h 499"/>
                    <a:gd name="T34" fmla="*/ 248 w 658"/>
                    <a:gd name="T35" fmla="*/ 24 h 499"/>
                    <a:gd name="T36" fmla="*/ 392 w 658"/>
                    <a:gd name="T37" fmla="*/ 24 h 499"/>
                    <a:gd name="T38" fmla="*/ 392 w 658"/>
                    <a:gd name="T39" fmla="*/ 77 h 499"/>
                    <a:gd name="T40" fmla="*/ 248 w 658"/>
                    <a:gd name="T41" fmla="*/ 77 h 499"/>
                    <a:gd name="T42" fmla="*/ 628 w 658"/>
                    <a:gd name="T43" fmla="*/ 77 h 499"/>
                    <a:gd name="T44" fmla="*/ 423 w 658"/>
                    <a:gd name="T45" fmla="*/ 77 h 499"/>
                    <a:gd name="T46" fmla="*/ 423 w 658"/>
                    <a:gd name="T47" fmla="*/ 11 h 499"/>
                    <a:gd name="T48" fmla="*/ 415 w 658"/>
                    <a:gd name="T49" fmla="*/ 1 h 499"/>
                    <a:gd name="T50" fmla="*/ 225 w 658"/>
                    <a:gd name="T51" fmla="*/ 1 h 499"/>
                    <a:gd name="T52" fmla="*/ 217 w 658"/>
                    <a:gd name="T53" fmla="*/ 11 h 499"/>
                    <a:gd name="T54" fmla="*/ 217 w 658"/>
                    <a:gd name="T55" fmla="*/ 77 h 499"/>
                    <a:gd name="T56" fmla="*/ 31 w 658"/>
                    <a:gd name="T57" fmla="*/ 77 h 499"/>
                    <a:gd name="T58" fmla="*/ 0 w 658"/>
                    <a:gd name="T59" fmla="*/ 108 h 499"/>
                    <a:gd name="T60" fmla="*/ 0 w 658"/>
                    <a:gd name="T61" fmla="*/ 244 h 499"/>
                    <a:gd name="T62" fmla="*/ 658 w 658"/>
                    <a:gd name="T63" fmla="*/ 244 h 499"/>
                    <a:gd name="T64" fmla="*/ 658 w 658"/>
                    <a:gd name="T65" fmla="*/ 108 h 499"/>
                    <a:gd name="T66" fmla="*/ 628 w 658"/>
                    <a:gd name="T67" fmla="*/ 77 h 4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658" h="499">
                      <a:moveTo>
                        <a:pt x="395" y="349"/>
                      </a:moveTo>
                      <a:lnTo>
                        <a:pt x="263" y="349"/>
                      </a:lnTo>
                      <a:lnTo>
                        <a:pt x="263" y="288"/>
                      </a:lnTo>
                      <a:lnTo>
                        <a:pt x="0" y="288"/>
                      </a:lnTo>
                      <a:lnTo>
                        <a:pt x="0" y="469"/>
                      </a:lnTo>
                      <a:cubicBezTo>
                        <a:pt x="0" y="486"/>
                        <a:pt x="14" y="499"/>
                        <a:pt x="31" y="499"/>
                      </a:cubicBezTo>
                      <a:lnTo>
                        <a:pt x="628" y="499"/>
                      </a:lnTo>
                      <a:cubicBezTo>
                        <a:pt x="644" y="499"/>
                        <a:pt x="658" y="486"/>
                        <a:pt x="658" y="469"/>
                      </a:cubicBezTo>
                      <a:lnTo>
                        <a:pt x="658" y="288"/>
                      </a:lnTo>
                      <a:lnTo>
                        <a:pt x="395" y="288"/>
                      </a:lnTo>
                      <a:lnTo>
                        <a:pt x="395" y="349"/>
                      </a:lnTo>
                      <a:close/>
                      <a:moveTo>
                        <a:pt x="285" y="288"/>
                      </a:moveTo>
                      <a:lnTo>
                        <a:pt x="373" y="288"/>
                      </a:lnTo>
                      <a:lnTo>
                        <a:pt x="373" y="328"/>
                      </a:lnTo>
                      <a:lnTo>
                        <a:pt x="285" y="328"/>
                      </a:lnTo>
                      <a:lnTo>
                        <a:pt x="285" y="288"/>
                      </a:lnTo>
                      <a:close/>
                      <a:moveTo>
                        <a:pt x="248" y="77"/>
                      </a:moveTo>
                      <a:lnTo>
                        <a:pt x="248" y="24"/>
                      </a:lnTo>
                      <a:lnTo>
                        <a:pt x="392" y="24"/>
                      </a:lnTo>
                      <a:lnTo>
                        <a:pt x="392" y="77"/>
                      </a:lnTo>
                      <a:lnTo>
                        <a:pt x="248" y="77"/>
                      </a:lnTo>
                      <a:close/>
                      <a:moveTo>
                        <a:pt x="628" y="77"/>
                      </a:moveTo>
                      <a:lnTo>
                        <a:pt x="423" y="77"/>
                      </a:lnTo>
                      <a:cubicBezTo>
                        <a:pt x="423" y="77"/>
                        <a:pt x="423" y="22"/>
                        <a:pt x="423" y="11"/>
                      </a:cubicBezTo>
                      <a:cubicBezTo>
                        <a:pt x="423" y="0"/>
                        <a:pt x="415" y="1"/>
                        <a:pt x="415" y="1"/>
                      </a:cubicBezTo>
                      <a:lnTo>
                        <a:pt x="225" y="1"/>
                      </a:lnTo>
                      <a:cubicBezTo>
                        <a:pt x="225" y="1"/>
                        <a:pt x="217" y="2"/>
                        <a:pt x="217" y="11"/>
                      </a:cubicBezTo>
                      <a:cubicBezTo>
                        <a:pt x="217" y="21"/>
                        <a:pt x="217" y="77"/>
                        <a:pt x="217" y="77"/>
                      </a:cubicBezTo>
                      <a:lnTo>
                        <a:pt x="31" y="77"/>
                      </a:lnTo>
                      <a:cubicBezTo>
                        <a:pt x="14" y="77"/>
                        <a:pt x="0" y="91"/>
                        <a:pt x="0" y="108"/>
                      </a:cubicBezTo>
                      <a:lnTo>
                        <a:pt x="0" y="244"/>
                      </a:lnTo>
                      <a:lnTo>
                        <a:pt x="658" y="244"/>
                      </a:lnTo>
                      <a:lnTo>
                        <a:pt x="658" y="108"/>
                      </a:lnTo>
                      <a:cubicBezTo>
                        <a:pt x="658" y="91"/>
                        <a:pt x="644" y="77"/>
                        <a:pt x="628" y="77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</p:spPr>
              <p:txBody>
                <a:bodyPr vert="horz" wrap="square" lIns="146078" tIns="73039" rIns="146078" bIns="73039" numCol="1" anchor="t" anchorCtr="0" compatLnSpc="1"/>
                <a:lstStyle/>
                <a:p>
                  <a:pPr defTabSz="457200">
                    <a:defRPr/>
                  </a:pPr>
                  <a:endParaRPr lang="en-US" sz="2875" kern="0" dirty="0">
                    <a:solidFill>
                      <a:prstClr val="black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0" name="文本框 39"/>
              <p:cNvSpPr txBox="1"/>
              <p:nvPr/>
            </p:nvSpPr>
            <p:spPr>
              <a:xfrm>
                <a:off x="1351874" y="5477011"/>
                <a:ext cx="5485214" cy="87716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添加标题</a:t>
                </a:r>
                <a:endPara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单击此处添加文字，可根据需要调整文字的大X或者颜色等属性。</a:t>
                </a: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680829" y="2811697"/>
              <a:ext cx="5953640" cy="877163"/>
              <a:chOff x="715496" y="2900410"/>
              <a:chExt cx="5953640" cy="877163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715496" y="3022647"/>
                <a:ext cx="545420" cy="632689"/>
                <a:chOff x="3159139" y="3721800"/>
                <a:chExt cx="545420" cy="632689"/>
              </a:xfrm>
            </p:grpSpPr>
            <p:sp>
              <p:nvSpPr>
                <p:cNvPr id="37" name="任意多边形: 形状 36"/>
                <p:cNvSpPr/>
                <p:nvPr/>
              </p:nvSpPr>
              <p:spPr>
                <a:xfrm>
                  <a:off x="3159139" y="3721800"/>
                  <a:ext cx="545420" cy="632689"/>
                </a:xfrm>
                <a:custGeom>
                  <a:avLst/>
                  <a:gdLst>
                    <a:gd name="connsiteX0" fmla="*/ 1451856 w 2903714"/>
                    <a:gd name="connsiteY0" fmla="*/ 0 h 3368312"/>
                    <a:gd name="connsiteX1" fmla="*/ 2903714 w 2903714"/>
                    <a:gd name="connsiteY1" fmla="*/ 725929 h 3368312"/>
                    <a:gd name="connsiteX2" fmla="*/ 2903714 w 2903714"/>
                    <a:gd name="connsiteY2" fmla="*/ 2642383 h 3368312"/>
                    <a:gd name="connsiteX3" fmla="*/ 1451856 w 2903714"/>
                    <a:gd name="connsiteY3" fmla="*/ 3368312 h 3368312"/>
                    <a:gd name="connsiteX4" fmla="*/ 0 w 2903714"/>
                    <a:gd name="connsiteY4" fmla="*/ 2642383 h 3368312"/>
                    <a:gd name="connsiteX5" fmla="*/ 0 w 2903714"/>
                    <a:gd name="connsiteY5" fmla="*/ 725929 h 3368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03714" h="3368312">
                      <a:moveTo>
                        <a:pt x="1451856" y="0"/>
                      </a:moveTo>
                      <a:lnTo>
                        <a:pt x="2903714" y="725929"/>
                      </a:lnTo>
                      <a:lnTo>
                        <a:pt x="2903714" y="2642383"/>
                      </a:lnTo>
                      <a:lnTo>
                        <a:pt x="1451856" y="3368312"/>
                      </a:lnTo>
                      <a:lnTo>
                        <a:pt x="0" y="2642383"/>
                      </a:lnTo>
                      <a:lnTo>
                        <a:pt x="0" y="725929"/>
                      </a:lnTo>
                      <a:close/>
                    </a:path>
                  </a:pathLst>
                </a:custGeom>
                <a:solidFill>
                  <a:srgbClr val="00BCD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algn="ctr">
                    <a:defRPr/>
                  </a:pPr>
                  <a:endParaRPr lang="zh-CN" altLang="en-US" kern="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" name="Freeform 130"/>
                <p:cNvSpPr>
                  <a:spLocks noEditPoints="1"/>
                </p:cNvSpPr>
                <p:nvPr/>
              </p:nvSpPr>
              <p:spPr bwMode="auto">
                <a:xfrm>
                  <a:off x="3278247" y="3902684"/>
                  <a:ext cx="307205" cy="270921"/>
                </a:xfrm>
                <a:custGeom>
                  <a:avLst/>
                  <a:gdLst>
                    <a:gd name="T0" fmla="*/ 490 w 669"/>
                    <a:gd name="T1" fmla="*/ 241 h 591"/>
                    <a:gd name="T2" fmla="*/ 480 w 669"/>
                    <a:gd name="T3" fmla="*/ 231 h 591"/>
                    <a:gd name="T4" fmla="*/ 593 w 669"/>
                    <a:gd name="T5" fmla="*/ 118 h 591"/>
                    <a:gd name="T6" fmla="*/ 602 w 669"/>
                    <a:gd name="T7" fmla="*/ 128 h 591"/>
                    <a:gd name="T8" fmla="*/ 490 w 669"/>
                    <a:gd name="T9" fmla="*/ 241 h 591"/>
                    <a:gd name="T10" fmla="*/ 453 w 669"/>
                    <a:gd name="T11" fmla="*/ 204 h 591"/>
                    <a:gd name="T12" fmla="*/ 443 w 669"/>
                    <a:gd name="T13" fmla="*/ 194 h 591"/>
                    <a:gd name="T14" fmla="*/ 556 w 669"/>
                    <a:gd name="T15" fmla="*/ 81 h 591"/>
                    <a:gd name="T16" fmla="*/ 566 w 669"/>
                    <a:gd name="T17" fmla="*/ 91 h 591"/>
                    <a:gd name="T18" fmla="*/ 453 w 669"/>
                    <a:gd name="T19" fmla="*/ 204 h 591"/>
                    <a:gd name="T20" fmla="*/ 538 w 669"/>
                    <a:gd name="T21" fmla="*/ 515 h 591"/>
                    <a:gd name="T22" fmla="*/ 562 w 669"/>
                    <a:gd name="T23" fmla="*/ 539 h 591"/>
                    <a:gd name="T24" fmla="*/ 538 w 669"/>
                    <a:gd name="T25" fmla="*/ 563 h 591"/>
                    <a:gd name="T26" fmla="*/ 514 w 669"/>
                    <a:gd name="T27" fmla="*/ 539 h 591"/>
                    <a:gd name="T28" fmla="*/ 538 w 669"/>
                    <a:gd name="T29" fmla="*/ 515 h 591"/>
                    <a:gd name="T30" fmla="*/ 661 w 669"/>
                    <a:gd name="T31" fmla="*/ 81 h 591"/>
                    <a:gd name="T32" fmla="*/ 603 w 669"/>
                    <a:gd name="T33" fmla="*/ 22 h 591"/>
                    <a:gd name="T34" fmla="*/ 573 w 669"/>
                    <a:gd name="T35" fmla="*/ 22 h 591"/>
                    <a:gd name="T36" fmla="*/ 567 w 669"/>
                    <a:gd name="T37" fmla="*/ 40 h 591"/>
                    <a:gd name="T38" fmla="*/ 555 w 669"/>
                    <a:gd name="T39" fmla="*/ 44 h 591"/>
                    <a:gd name="T40" fmla="*/ 555 w 669"/>
                    <a:gd name="T41" fmla="*/ 44 h 591"/>
                    <a:gd name="T42" fmla="*/ 402 w 669"/>
                    <a:gd name="T43" fmla="*/ 196 h 591"/>
                    <a:gd name="T44" fmla="*/ 393 w 669"/>
                    <a:gd name="T45" fmla="*/ 234 h 591"/>
                    <a:gd name="T46" fmla="*/ 409 w 669"/>
                    <a:gd name="T47" fmla="*/ 251 h 591"/>
                    <a:gd name="T48" fmla="*/ 409 w 669"/>
                    <a:gd name="T49" fmla="*/ 250 h 591"/>
                    <a:gd name="T50" fmla="*/ 411 w 669"/>
                    <a:gd name="T51" fmla="*/ 252 h 591"/>
                    <a:gd name="T52" fmla="*/ 377 w 669"/>
                    <a:gd name="T53" fmla="*/ 285 h 591"/>
                    <a:gd name="T54" fmla="*/ 267 w 669"/>
                    <a:gd name="T55" fmla="*/ 175 h 591"/>
                    <a:gd name="T56" fmla="*/ 233 w 669"/>
                    <a:gd name="T57" fmla="*/ 46 h 591"/>
                    <a:gd name="T58" fmla="*/ 105 w 669"/>
                    <a:gd name="T59" fmla="*/ 12 h 591"/>
                    <a:gd name="T60" fmla="*/ 180 w 669"/>
                    <a:gd name="T61" fmla="*/ 87 h 591"/>
                    <a:gd name="T62" fmla="*/ 160 w 669"/>
                    <a:gd name="T63" fmla="*/ 160 h 591"/>
                    <a:gd name="T64" fmla="*/ 87 w 669"/>
                    <a:gd name="T65" fmla="*/ 180 h 591"/>
                    <a:gd name="T66" fmla="*/ 12 w 669"/>
                    <a:gd name="T67" fmla="*/ 105 h 591"/>
                    <a:gd name="T68" fmla="*/ 46 w 669"/>
                    <a:gd name="T69" fmla="*/ 233 h 591"/>
                    <a:gd name="T70" fmla="*/ 181 w 669"/>
                    <a:gd name="T71" fmla="*/ 265 h 591"/>
                    <a:gd name="T72" fmla="*/ 181 w 669"/>
                    <a:gd name="T73" fmla="*/ 266 h 591"/>
                    <a:gd name="T74" fmla="*/ 289 w 669"/>
                    <a:gd name="T75" fmla="*/ 373 h 591"/>
                    <a:gd name="T76" fmla="*/ 186 w 669"/>
                    <a:gd name="T77" fmla="*/ 476 h 591"/>
                    <a:gd name="T78" fmla="*/ 181 w 669"/>
                    <a:gd name="T79" fmla="*/ 471 h 591"/>
                    <a:gd name="T80" fmla="*/ 152 w 669"/>
                    <a:gd name="T81" fmla="*/ 494 h 591"/>
                    <a:gd name="T82" fmla="*/ 103 w 669"/>
                    <a:gd name="T83" fmla="*/ 571 h 591"/>
                    <a:gd name="T84" fmla="*/ 116 w 669"/>
                    <a:gd name="T85" fmla="*/ 583 h 591"/>
                    <a:gd name="T86" fmla="*/ 193 w 669"/>
                    <a:gd name="T87" fmla="*/ 534 h 591"/>
                    <a:gd name="T88" fmla="*/ 216 w 669"/>
                    <a:gd name="T89" fmla="*/ 506 h 591"/>
                    <a:gd name="T90" fmla="*/ 210 w 669"/>
                    <a:gd name="T91" fmla="*/ 500 h 591"/>
                    <a:gd name="T92" fmla="*/ 313 w 669"/>
                    <a:gd name="T93" fmla="*/ 397 h 591"/>
                    <a:gd name="T94" fmla="*/ 489 w 669"/>
                    <a:gd name="T95" fmla="*/ 573 h 591"/>
                    <a:gd name="T96" fmla="*/ 533 w 669"/>
                    <a:gd name="T97" fmla="*/ 591 h 591"/>
                    <a:gd name="T98" fmla="*/ 577 w 669"/>
                    <a:gd name="T99" fmla="*/ 573 h 591"/>
                    <a:gd name="T100" fmla="*/ 577 w 669"/>
                    <a:gd name="T101" fmla="*/ 485 h 591"/>
                    <a:gd name="T102" fmla="*/ 401 w 669"/>
                    <a:gd name="T103" fmla="*/ 309 h 591"/>
                    <a:gd name="T104" fmla="*/ 434 w 669"/>
                    <a:gd name="T105" fmla="*/ 276 h 591"/>
                    <a:gd name="T106" fmla="*/ 448 w 669"/>
                    <a:gd name="T107" fmla="*/ 291 h 591"/>
                    <a:gd name="T108" fmla="*/ 488 w 669"/>
                    <a:gd name="T109" fmla="*/ 281 h 591"/>
                    <a:gd name="T110" fmla="*/ 638 w 669"/>
                    <a:gd name="T111" fmla="*/ 131 h 591"/>
                    <a:gd name="T112" fmla="*/ 640 w 669"/>
                    <a:gd name="T113" fmla="*/ 129 h 591"/>
                    <a:gd name="T114" fmla="*/ 639 w 669"/>
                    <a:gd name="T115" fmla="*/ 128 h 591"/>
                    <a:gd name="T116" fmla="*/ 644 w 669"/>
                    <a:gd name="T117" fmla="*/ 116 h 591"/>
                    <a:gd name="T118" fmla="*/ 661 w 669"/>
                    <a:gd name="T119" fmla="*/ 110 h 591"/>
                    <a:gd name="T120" fmla="*/ 661 w 669"/>
                    <a:gd name="T121" fmla="*/ 81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669" h="591">
                      <a:moveTo>
                        <a:pt x="490" y="241"/>
                      </a:moveTo>
                      <a:lnTo>
                        <a:pt x="480" y="231"/>
                      </a:lnTo>
                      <a:lnTo>
                        <a:pt x="593" y="118"/>
                      </a:lnTo>
                      <a:lnTo>
                        <a:pt x="602" y="128"/>
                      </a:lnTo>
                      <a:lnTo>
                        <a:pt x="490" y="241"/>
                      </a:lnTo>
                      <a:close/>
                      <a:moveTo>
                        <a:pt x="453" y="204"/>
                      </a:moveTo>
                      <a:lnTo>
                        <a:pt x="443" y="194"/>
                      </a:lnTo>
                      <a:lnTo>
                        <a:pt x="556" y="81"/>
                      </a:lnTo>
                      <a:lnTo>
                        <a:pt x="566" y="91"/>
                      </a:lnTo>
                      <a:lnTo>
                        <a:pt x="453" y="204"/>
                      </a:lnTo>
                      <a:close/>
                      <a:moveTo>
                        <a:pt x="538" y="515"/>
                      </a:moveTo>
                      <a:cubicBezTo>
                        <a:pt x="551" y="515"/>
                        <a:pt x="562" y="526"/>
                        <a:pt x="562" y="539"/>
                      </a:cubicBezTo>
                      <a:cubicBezTo>
                        <a:pt x="562" y="552"/>
                        <a:pt x="551" y="563"/>
                        <a:pt x="538" y="563"/>
                      </a:cubicBezTo>
                      <a:cubicBezTo>
                        <a:pt x="525" y="563"/>
                        <a:pt x="514" y="552"/>
                        <a:pt x="514" y="539"/>
                      </a:cubicBezTo>
                      <a:cubicBezTo>
                        <a:pt x="514" y="526"/>
                        <a:pt x="525" y="515"/>
                        <a:pt x="538" y="515"/>
                      </a:cubicBezTo>
                      <a:close/>
                      <a:moveTo>
                        <a:pt x="661" y="81"/>
                      </a:moveTo>
                      <a:lnTo>
                        <a:pt x="603" y="22"/>
                      </a:lnTo>
                      <a:cubicBezTo>
                        <a:pt x="594" y="14"/>
                        <a:pt x="581" y="14"/>
                        <a:pt x="573" y="22"/>
                      </a:cubicBezTo>
                      <a:cubicBezTo>
                        <a:pt x="568" y="27"/>
                        <a:pt x="567" y="33"/>
                        <a:pt x="567" y="40"/>
                      </a:cubicBezTo>
                      <a:cubicBezTo>
                        <a:pt x="563" y="40"/>
                        <a:pt x="559" y="41"/>
                        <a:pt x="555" y="44"/>
                      </a:cubicBezTo>
                      <a:lnTo>
                        <a:pt x="555" y="44"/>
                      </a:lnTo>
                      <a:lnTo>
                        <a:pt x="402" y="196"/>
                      </a:lnTo>
                      <a:cubicBezTo>
                        <a:pt x="404" y="209"/>
                        <a:pt x="400" y="223"/>
                        <a:pt x="393" y="234"/>
                      </a:cubicBezTo>
                      <a:lnTo>
                        <a:pt x="409" y="251"/>
                      </a:lnTo>
                      <a:lnTo>
                        <a:pt x="409" y="250"/>
                      </a:lnTo>
                      <a:lnTo>
                        <a:pt x="411" y="252"/>
                      </a:lnTo>
                      <a:lnTo>
                        <a:pt x="377" y="285"/>
                      </a:lnTo>
                      <a:lnTo>
                        <a:pt x="267" y="175"/>
                      </a:lnTo>
                      <a:cubicBezTo>
                        <a:pt x="279" y="131"/>
                        <a:pt x="268" y="81"/>
                        <a:pt x="233" y="46"/>
                      </a:cubicBezTo>
                      <a:cubicBezTo>
                        <a:pt x="198" y="12"/>
                        <a:pt x="149" y="0"/>
                        <a:pt x="105" y="12"/>
                      </a:cubicBezTo>
                      <a:lnTo>
                        <a:pt x="180" y="87"/>
                      </a:lnTo>
                      <a:lnTo>
                        <a:pt x="160" y="160"/>
                      </a:lnTo>
                      <a:lnTo>
                        <a:pt x="87" y="180"/>
                      </a:lnTo>
                      <a:lnTo>
                        <a:pt x="12" y="105"/>
                      </a:lnTo>
                      <a:cubicBezTo>
                        <a:pt x="0" y="149"/>
                        <a:pt x="12" y="198"/>
                        <a:pt x="46" y="233"/>
                      </a:cubicBezTo>
                      <a:cubicBezTo>
                        <a:pt x="83" y="269"/>
                        <a:pt x="135" y="280"/>
                        <a:pt x="181" y="265"/>
                      </a:cubicBezTo>
                      <a:lnTo>
                        <a:pt x="181" y="266"/>
                      </a:lnTo>
                      <a:lnTo>
                        <a:pt x="289" y="373"/>
                      </a:lnTo>
                      <a:lnTo>
                        <a:pt x="186" y="476"/>
                      </a:lnTo>
                      <a:lnTo>
                        <a:pt x="181" y="471"/>
                      </a:lnTo>
                      <a:lnTo>
                        <a:pt x="152" y="494"/>
                      </a:lnTo>
                      <a:lnTo>
                        <a:pt x="103" y="571"/>
                      </a:lnTo>
                      <a:lnTo>
                        <a:pt x="116" y="583"/>
                      </a:lnTo>
                      <a:lnTo>
                        <a:pt x="193" y="534"/>
                      </a:lnTo>
                      <a:lnTo>
                        <a:pt x="216" y="506"/>
                      </a:lnTo>
                      <a:lnTo>
                        <a:pt x="210" y="500"/>
                      </a:lnTo>
                      <a:lnTo>
                        <a:pt x="313" y="397"/>
                      </a:lnTo>
                      <a:lnTo>
                        <a:pt x="489" y="573"/>
                      </a:lnTo>
                      <a:cubicBezTo>
                        <a:pt x="501" y="585"/>
                        <a:pt x="517" y="591"/>
                        <a:pt x="533" y="591"/>
                      </a:cubicBezTo>
                      <a:cubicBezTo>
                        <a:pt x="549" y="591"/>
                        <a:pt x="565" y="585"/>
                        <a:pt x="577" y="573"/>
                      </a:cubicBezTo>
                      <a:cubicBezTo>
                        <a:pt x="601" y="549"/>
                        <a:pt x="601" y="509"/>
                        <a:pt x="577" y="485"/>
                      </a:cubicBezTo>
                      <a:lnTo>
                        <a:pt x="401" y="309"/>
                      </a:lnTo>
                      <a:lnTo>
                        <a:pt x="434" y="276"/>
                      </a:lnTo>
                      <a:lnTo>
                        <a:pt x="448" y="291"/>
                      </a:lnTo>
                      <a:cubicBezTo>
                        <a:pt x="460" y="283"/>
                        <a:pt x="474" y="280"/>
                        <a:pt x="488" y="281"/>
                      </a:cubicBezTo>
                      <a:lnTo>
                        <a:pt x="638" y="131"/>
                      </a:lnTo>
                      <a:lnTo>
                        <a:pt x="640" y="129"/>
                      </a:lnTo>
                      <a:lnTo>
                        <a:pt x="639" y="128"/>
                      </a:lnTo>
                      <a:cubicBezTo>
                        <a:pt x="642" y="125"/>
                        <a:pt x="644" y="120"/>
                        <a:pt x="644" y="116"/>
                      </a:cubicBezTo>
                      <a:cubicBezTo>
                        <a:pt x="650" y="117"/>
                        <a:pt x="657" y="115"/>
                        <a:pt x="661" y="110"/>
                      </a:cubicBezTo>
                      <a:cubicBezTo>
                        <a:pt x="669" y="102"/>
                        <a:pt x="669" y="89"/>
                        <a:pt x="661" y="81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</p:spPr>
              <p:txBody>
                <a:bodyPr vert="horz" wrap="square" lIns="146078" tIns="73039" rIns="146078" bIns="73039" numCol="1" anchor="t" anchorCtr="0" compatLnSpc="1"/>
                <a:lstStyle/>
                <a:p>
                  <a:pPr defTabSz="457200">
                    <a:defRPr/>
                  </a:pPr>
                  <a:endParaRPr lang="en-US" sz="2875" kern="0" dirty="0">
                    <a:solidFill>
                      <a:prstClr val="black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6" name="文本框 35"/>
              <p:cNvSpPr txBox="1"/>
              <p:nvPr/>
            </p:nvSpPr>
            <p:spPr>
              <a:xfrm>
                <a:off x="1351873" y="2900410"/>
                <a:ext cx="5317263" cy="87716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添加标题</a:t>
                </a:r>
                <a:endPara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单击此处添加文字，可根据需要调整文字的大X或者颜色等属性。</a:t>
                </a: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680829" y="3877654"/>
              <a:ext cx="6121592" cy="877163"/>
              <a:chOff x="715496" y="4149791"/>
              <a:chExt cx="6121592" cy="877163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715496" y="4272028"/>
                <a:ext cx="545420" cy="632689"/>
                <a:chOff x="971093" y="5447515"/>
                <a:chExt cx="545420" cy="632689"/>
              </a:xfrm>
            </p:grpSpPr>
            <p:sp>
              <p:nvSpPr>
                <p:cNvPr id="33" name="任意多边形: 形状 32"/>
                <p:cNvSpPr/>
                <p:nvPr/>
              </p:nvSpPr>
              <p:spPr>
                <a:xfrm>
                  <a:off x="971093" y="5447515"/>
                  <a:ext cx="545420" cy="632689"/>
                </a:xfrm>
                <a:custGeom>
                  <a:avLst/>
                  <a:gdLst>
                    <a:gd name="connsiteX0" fmla="*/ 1451856 w 2903714"/>
                    <a:gd name="connsiteY0" fmla="*/ 0 h 3368312"/>
                    <a:gd name="connsiteX1" fmla="*/ 2903714 w 2903714"/>
                    <a:gd name="connsiteY1" fmla="*/ 725929 h 3368312"/>
                    <a:gd name="connsiteX2" fmla="*/ 2903714 w 2903714"/>
                    <a:gd name="connsiteY2" fmla="*/ 2642383 h 3368312"/>
                    <a:gd name="connsiteX3" fmla="*/ 1451856 w 2903714"/>
                    <a:gd name="connsiteY3" fmla="*/ 3368312 h 3368312"/>
                    <a:gd name="connsiteX4" fmla="*/ 0 w 2903714"/>
                    <a:gd name="connsiteY4" fmla="*/ 2642383 h 3368312"/>
                    <a:gd name="connsiteX5" fmla="*/ 0 w 2903714"/>
                    <a:gd name="connsiteY5" fmla="*/ 725929 h 3368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03714" h="3368312">
                      <a:moveTo>
                        <a:pt x="1451856" y="0"/>
                      </a:moveTo>
                      <a:lnTo>
                        <a:pt x="2903714" y="725929"/>
                      </a:lnTo>
                      <a:lnTo>
                        <a:pt x="2903714" y="2642383"/>
                      </a:lnTo>
                      <a:lnTo>
                        <a:pt x="1451856" y="3368312"/>
                      </a:lnTo>
                      <a:lnTo>
                        <a:pt x="0" y="2642383"/>
                      </a:lnTo>
                      <a:lnTo>
                        <a:pt x="0" y="725929"/>
                      </a:lnTo>
                      <a:close/>
                    </a:path>
                  </a:pathLst>
                </a:custGeom>
                <a:solidFill>
                  <a:srgbClr val="009BB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algn="ctr">
                    <a:defRPr/>
                  </a:pPr>
                  <a:endParaRPr lang="zh-CN" altLang="en-US" kern="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Freeform 131"/>
                <p:cNvSpPr>
                  <a:spLocks noEditPoints="1"/>
                </p:cNvSpPr>
                <p:nvPr/>
              </p:nvSpPr>
              <p:spPr bwMode="auto">
                <a:xfrm>
                  <a:off x="1125275" y="5590905"/>
                  <a:ext cx="237057" cy="345909"/>
                </a:xfrm>
                <a:custGeom>
                  <a:avLst/>
                  <a:gdLst>
                    <a:gd name="T0" fmla="*/ 280 w 513"/>
                    <a:gd name="T1" fmla="*/ 519 h 745"/>
                    <a:gd name="T2" fmla="*/ 280 w 513"/>
                    <a:gd name="T3" fmla="*/ 466 h 745"/>
                    <a:gd name="T4" fmla="*/ 256 w 513"/>
                    <a:gd name="T5" fmla="*/ 442 h 745"/>
                    <a:gd name="T6" fmla="*/ 233 w 513"/>
                    <a:gd name="T7" fmla="*/ 466 h 745"/>
                    <a:gd name="T8" fmla="*/ 233 w 513"/>
                    <a:gd name="T9" fmla="*/ 519 h 745"/>
                    <a:gd name="T10" fmla="*/ 210 w 513"/>
                    <a:gd name="T11" fmla="*/ 559 h 745"/>
                    <a:gd name="T12" fmla="*/ 256 w 513"/>
                    <a:gd name="T13" fmla="*/ 605 h 745"/>
                    <a:gd name="T14" fmla="*/ 303 w 513"/>
                    <a:gd name="T15" fmla="*/ 559 h 745"/>
                    <a:gd name="T16" fmla="*/ 280 w 513"/>
                    <a:gd name="T17" fmla="*/ 519 h 745"/>
                    <a:gd name="T18" fmla="*/ 466 w 513"/>
                    <a:gd name="T19" fmla="*/ 675 h 745"/>
                    <a:gd name="T20" fmla="*/ 443 w 513"/>
                    <a:gd name="T21" fmla="*/ 699 h 745"/>
                    <a:gd name="T22" fmla="*/ 70 w 513"/>
                    <a:gd name="T23" fmla="*/ 699 h 745"/>
                    <a:gd name="T24" fmla="*/ 47 w 513"/>
                    <a:gd name="T25" fmla="*/ 675 h 745"/>
                    <a:gd name="T26" fmla="*/ 47 w 513"/>
                    <a:gd name="T27" fmla="*/ 396 h 745"/>
                    <a:gd name="T28" fmla="*/ 70 w 513"/>
                    <a:gd name="T29" fmla="*/ 372 h 745"/>
                    <a:gd name="T30" fmla="*/ 443 w 513"/>
                    <a:gd name="T31" fmla="*/ 372 h 745"/>
                    <a:gd name="T32" fmla="*/ 466 w 513"/>
                    <a:gd name="T33" fmla="*/ 396 h 745"/>
                    <a:gd name="T34" fmla="*/ 466 w 513"/>
                    <a:gd name="T35" fmla="*/ 675 h 745"/>
                    <a:gd name="T36" fmla="*/ 117 w 513"/>
                    <a:gd name="T37" fmla="*/ 186 h 745"/>
                    <a:gd name="T38" fmla="*/ 256 w 513"/>
                    <a:gd name="T39" fmla="*/ 46 h 745"/>
                    <a:gd name="T40" fmla="*/ 396 w 513"/>
                    <a:gd name="T41" fmla="*/ 186 h 745"/>
                    <a:gd name="T42" fmla="*/ 396 w 513"/>
                    <a:gd name="T43" fmla="*/ 326 h 745"/>
                    <a:gd name="T44" fmla="*/ 117 w 513"/>
                    <a:gd name="T45" fmla="*/ 326 h 745"/>
                    <a:gd name="T46" fmla="*/ 117 w 513"/>
                    <a:gd name="T47" fmla="*/ 186 h 745"/>
                    <a:gd name="T48" fmla="*/ 443 w 513"/>
                    <a:gd name="T49" fmla="*/ 326 h 745"/>
                    <a:gd name="T50" fmla="*/ 443 w 513"/>
                    <a:gd name="T51" fmla="*/ 186 h 745"/>
                    <a:gd name="T52" fmla="*/ 256 w 513"/>
                    <a:gd name="T53" fmla="*/ 0 h 745"/>
                    <a:gd name="T54" fmla="*/ 70 w 513"/>
                    <a:gd name="T55" fmla="*/ 186 h 745"/>
                    <a:gd name="T56" fmla="*/ 70 w 513"/>
                    <a:gd name="T57" fmla="*/ 326 h 745"/>
                    <a:gd name="T58" fmla="*/ 0 w 513"/>
                    <a:gd name="T59" fmla="*/ 396 h 745"/>
                    <a:gd name="T60" fmla="*/ 0 w 513"/>
                    <a:gd name="T61" fmla="*/ 675 h 745"/>
                    <a:gd name="T62" fmla="*/ 70 w 513"/>
                    <a:gd name="T63" fmla="*/ 745 h 745"/>
                    <a:gd name="T64" fmla="*/ 443 w 513"/>
                    <a:gd name="T65" fmla="*/ 745 h 745"/>
                    <a:gd name="T66" fmla="*/ 513 w 513"/>
                    <a:gd name="T67" fmla="*/ 675 h 745"/>
                    <a:gd name="T68" fmla="*/ 513 w 513"/>
                    <a:gd name="T69" fmla="*/ 396 h 745"/>
                    <a:gd name="T70" fmla="*/ 443 w 513"/>
                    <a:gd name="T71" fmla="*/ 326 h 7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513" h="745">
                      <a:moveTo>
                        <a:pt x="280" y="519"/>
                      </a:moveTo>
                      <a:lnTo>
                        <a:pt x="280" y="466"/>
                      </a:lnTo>
                      <a:cubicBezTo>
                        <a:pt x="280" y="453"/>
                        <a:pt x="269" y="442"/>
                        <a:pt x="256" y="442"/>
                      </a:cubicBezTo>
                      <a:cubicBezTo>
                        <a:pt x="243" y="442"/>
                        <a:pt x="233" y="453"/>
                        <a:pt x="233" y="466"/>
                      </a:cubicBezTo>
                      <a:lnTo>
                        <a:pt x="233" y="519"/>
                      </a:lnTo>
                      <a:cubicBezTo>
                        <a:pt x="219" y="527"/>
                        <a:pt x="210" y="542"/>
                        <a:pt x="210" y="559"/>
                      </a:cubicBezTo>
                      <a:cubicBezTo>
                        <a:pt x="210" y="585"/>
                        <a:pt x="231" y="605"/>
                        <a:pt x="256" y="605"/>
                      </a:cubicBezTo>
                      <a:cubicBezTo>
                        <a:pt x="282" y="605"/>
                        <a:pt x="303" y="585"/>
                        <a:pt x="303" y="559"/>
                      </a:cubicBezTo>
                      <a:cubicBezTo>
                        <a:pt x="303" y="542"/>
                        <a:pt x="294" y="527"/>
                        <a:pt x="280" y="519"/>
                      </a:cubicBezTo>
                      <a:close/>
                      <a:moveTo>
                        <a:pt x="466" y="675"/>
                      </a:moveTo>
                      <a:cubicBezTo>
                        <a:pt x="466" y="688"/>
                        <a:pt x="456" y="699"/>
                        <a:pt x="443" y="699"/>
                      </a:cubicBezTo>
                      <a:lnTo>
                        <a:pt x="70" y="699"/>
                      </a:lnTo>
                      <a:cubicBezTo>
                        <a:pt x="57" y="699"/>
                        <a:pt x="47" y="688"/>
                        <a:pt x="47" y="675"/>
                      </a:cubicBezTo>
                      <a:lnTo>
                        <a:pt x="47" y="396"/>
                      </a:lnTo>
                      <a:cubicBezTo>
                        <a:pt x="47" y="383"/>
                        <a:pt x="57" y="372"/>
                        <a:pt x="70" y="372"/>
                      </a:cubicBezTo>
                      <a:lnTo>
                        <a:pt x="443" y="372"/>
                      </a:lnTo>
                      <a:cubicBezTo>
                        <a:pt x="456" y="372"/>
                        <a:pt x="466" y="383"/>
                        <a:pt x="466" y="396"/>
                      </a:cubicBezTo>
                      <a:lnTo>
                        <a:pt x="466" y="675"/>
                      </a:lnTo>
                      <a:close/>
                      <a:moveTo>
                        <a:pt x="117" y="186"/>
                      </a:moveTo>
                      <a:cubicBezTo>
                        <a:pt x="117" y="109"/>
                        <a:pt x="179" y="46"/>
                        <a:pt x="256" y="46"/>
                      </a:cubicBezTo>
                      <a:cubicBezTo>
                        <a:pt x="333" y="46"/>
                        <a:pt x="396" y="109"/>
                        <a:pt x="396" y="186"/>
                      </a:cubicBezTo>
                      <a:lnTo>
                        <a:pt x="396" y="326"/>
                      </a:lnTo>
                      <a:lnTo>
                        <a:pt x="117" y="326"/>
                      </a:lnTo>
                      <a:lnTo>
                        <a:pt x="117" y="186"/>
                      </a:lnTo>
                      <a:close/>
                      <a:moveTo>
                        <a:pt x="443" y="326"/>
                      </a:moveTo>
                      <a:lnTo>
                        <a:pt x="443" y="186"/>
                      </a:lnTo>
                      <a:cubicBezTo>
                        <a:pt x="443" y="83"/>
                        <a:pt x="359" y="0"/>
                        <a:pt x="256" y="0"/>
                      </a:cubicBezTo>
                      <a:cubicBezTo>
                        <a:pt x="154" y="0"/>
                        <a:pt x="70" y="83"/>
                        <a:pt x="70" y="186"/>
                      </a:cubicBezTo>
                      <a:lnTo>
                        <a:pt x="70" y="326"/>
                      </a:lnTo>
                      <a:cubicBezTo>
                        <a:pt x="31" y="326"/>
                        <a:pt x="0" y="357"/>
                        <a:pt x="0" y="396"/>
                      </a:cubicBezTo>
                      <a:lnTo>
                        <a:pt x="0" y="675"/>
                      </a:lnTo>
                      <a:cubicBezTo>
                        <a:pt x="0" y="714"/>
                        <a:pt x="31" y="745"/>
                        <a:pt x="70" y="745"/>
                      </a:cubicBezTo>
                      <a:lnTo>
                        <a:pt x="443" y="745"/>
                      </a:lnTo>
                      <a:cubicBezTo>
                        <a:pt x="481" y="745"/>
                        <a:pt x="513" y="714"/>
                        <a:pt x="513" y="675"/>
                      </a:cubicBezTo>
                      <a:lnTo>
                        <a:pt x="513" y="396"/>
                      </a:lnTo>
                      <a:cubicBezTo>
                        <a:pt x="513" y="357"/>
                        <a:pt x="481" y="326"/>
                        <a:pt x="443" y="326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</p:spPr>
              <p:txBody>
                <a:bodyPr vert="horz" wrap="square" lIns="146078" tIns="73039" rIns="146078" bIns="73039" numCol="1" anchor="t" anchorCtr="0" compatLnSpc="1"/>
                <a:lstStyle/>
                <a:p>
                  <a:pPr defTabSz="457200">
                    <a:defRPr/>
                  </a:pPr>
                  <a:endParaRPr lang="en-US" sz="2875" kern="0" dirty="0">
                    <a:solidFill>
                      <a:prstClr val="black"/>
                    </a:solidFill>
                    <a:latin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2" name="文本框 31"/>
              <p:cNvSpPr txBox="1"/>
              <p:nvPr/>
            </p:nvSpPr>
            <p:spPr>
              <a:xfrm>
                <a:off x="1351874" y="4149791"/>
                <a:ext cx="5485214" cy="87716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添加标题</a:t>
                </a:r>
                <a:endPara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单击此处添加文字，可根据需要调整文字的大X或者颜色等属性。</a:t>
                </a:r>
              </a:p>
            </p:txBody>
          </p:sp>
        </p:grpSp>
      </p:grp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, 图标&#10;&#10;中度可信度描述已自动生成"/>
          <p:cNvPicPr>
            <a:picLocks noChangeAspect="1"/>
          </p:cNvPicPr>
          <p:nvPr/>
        </p:nvPicPr>
        <p:blipFill>
          <a:blip r:embed="Rb0f9f250cdf240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58517" y="2828836"/>
            <a:ext cx="2910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字魂35号-经典雅黑" panose="02000000000000000000" pitchFamily="2" charset="-122"/>
                <a:cs typeface="+mn-cs"/>
              </a:rPr>
              <a:t>PART/</a:t>
            </a:r>
            <a:r>
              <a:rPr kumimoji="0" lang="en-US" altLang="zh-CN" sz="7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字魂35号-经典雅黑" panose="02000000000000000000" pitchFamily="2" charset="-122"/>
                <a:cs typeface="+mn-cs"/>
              </a:rPr>
              <a:t>03</a:t>
            </a:r>
            <a:endParaRPr kumimoji="0" lang="en-US" altLang="zh-CN" sz="6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字魂35号-经典雅黑" panose="02000000000000000000" pitchFamily="2" charset="-122"/>
              <a:cs typeface="+mn-cs"/>
            </a:endParaRPr>
          </a:p>
        </p:txBody>
      </p:sp>
      <p:sp>
        <p:nvSpPr>
          <p:cNvPr id="55" name="TextBox 11"/>
          <p:cNvSpPr txBox="1"/>
          <p:nvPr/>
        </p:nvSpPr>
        <p:spPr>
          <a:xfrm>
            <a:off x="5819542" y="2561692"/>
            <a:ext cx="35654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ctr" defTabSz="1219200">
              <a:defRPr/>
            </a:pPr>
            <a:r>
              <a:rPr lang="zh-CN" altLang="en-US" sz="5400" b="1" dirty="0">
                <a:solidFill>
                  <a:prstClr val="white"/>
                </a:solidFill>
                <a:latin typeface="字魂35号-经典雅黑" panose="02000000000000000000" pitchFamily="2" charset="-122"/>
                <a:ea typeface="字魂35号-经典雅黑" panose="02000000000000000000" pitchFamily="2" charset="-122"/>
              </a:rPr>
              <a:t>营 销 方 案</a:t>
            </a:r>
          </a:p>
        </p:txBody>
      </p:sp>
      <p:sp>
        <p:nvSpPr>
          <p:cNvPr id="56" name="TextBox 36"/>
          <p:cNvSpPr txBox="1"/>
          <p:nvPr/>
        </p:nvSpPr>
        <p:spPr>
          <a:xfrm>
            <a:off x="4705064" y="3524302"/>
            <a:ext cx="5794356" cy="606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Please click here to add appropriate text to explain, you can directly copy and paste the text content.</a:t>
            </a:r>
          </a:p>
        </p:txBody>
      </p:sp>
      <p:grpSp>
        <p:nvGrpSpPr>
          <p:cNvPr id="57" name="组合 56"/>
          <p:cNvGrpSpPr/>
          <p:nvPr/>
        </p:nvGrpSpPr>
        <p:grpSpPr>
          <a:xfrm>
            <a:off x="7064207" y="4684844"/>
            <a:ext cx="1076070" cy="66675"/>
            <a:chOff x="4457700" y="5638798"/>
            <a:chExt cx="1076070" cy="66675"/>
          </a:xfrm>
        </p:grpSpPr>
        <p:sp>
          <p:nvSpPr>
            <p:cNvPr id="58" name="椭圆 57"/>
            <p:cNvSpPr/>
            <p:nvPr/>
          </p:nvSpPr>
          <p:spPr>
            <a:xfrm>
              <a:off x="4457700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4659579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4861458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5063337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椭圆 61"/>
            <p:cNvSpPr/>
            <p:nvPr/>
          </p:nvSpPr>
          <p:spPr>
            <a:xfrm>
              <a:off x="5265216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5467095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dur="150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5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d15b4279e6b84887">
            <a:alphaModFix amt="1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7144" y="235807"/>
            <a:ext cx="547995" cy="509895"/>
            <a:chOff x="315244" y="264382"/>
            <a:chExt cx="547995" cy="509895"/>
          </a:xfrm>
        </p:grpSpPr>
        <p:sp>
          <p:nvSpPr>
            <p:cNvPr id="6" name="圆: 空心 5"/>
            <p:cNvSpPr/>
            <p:nvPr/>
          </p:nvSpPr>
          <p:spPr>
            <a:xfrm>
              <a:off x="353344" y="264382"/>
              <a:ext cx="509895" cy="509895"/>
            </a:xfrm>
            <a:prstGeom prst="donut">
              <a:avLst/>
            </a:prstGeom>
            <a:solidFill>
              <a:srgbClr val="00B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33819" y="344857"/>
              <a:ext cx="348946" cy="3489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1667" y="412705"/>
              <a:ext cx="213250" cy="213250"/>
            </a:xfrm>
            <a:prstGeom prst="ellipse">
              <a:avLst/>
            </a:prstGeom>
            <a:gradFill>
              <a:gsLst>
                <a:gs pos="100000">
                  <a:srgbClr val="00BCD4">
                    <a:alpha val="66000"/>
                  </a:srgbClr>
                </a:gs>
                <a:gs pos="46000">
                  <a:srgbClr val="00BCD4"/>
                </a:gs>
              </a:gsLst>
              <a:lin ang="7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5" name="圆: 空心 14"/>
            <p:cNvSpPr/>
            <p:nvPr/>
          </p:nvSpPr>
          <p:spPr>
            <a:xfrm>
              <a:off x="315244" y="554489"/>
              <a:ext cx="213250" cy="213250"/>
            </a:xfrm>
            <a:prstGeom prst="donut">
              <a:avLst/>
            </a:prstGeom>
            <a:solidFill>
              <a:srgbClr val="009B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4664" y="229144"/>
            <a:ext cx="28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营 销 方 案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884694" y="1752930"/>
            <a:ext cx="2842122" cy="3807086"/>
            <a:chOff x="1160919" y="1678284"/>
            <a:chExt cx="2842122" cy="3807086"/>
          </a:xfrm>
        </p:grpSpPr>
        <p:sp>
          <p:nvSpPr>
            <p:cNvPr id="4" name="文本框 3"/>
            <p:cNvSpPr txBox="1"/>
            <p:nvPr/>
          </p:nvSpPr>
          <p:spPr>
            <a:xfrm>
              <a:off x="1160919" y="4138270"/>
              <a:ext cx="2842122" cy="1347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单击此处添加合适文字加以解释说明，可根据自己的需要适当地调整文字大X或者颜色等属性，可复制粘贴文本。</a:t>
              </a: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1447561" y="1678284"/>
              <a:ext cx="2268838" cy="2144439"/>
              <a:chOff x="1447561" y="1678284"/>
              <a:chExt cx="2268838" cy="2144439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447561" y="1678284"/>
                <a:ext cx="2268838" cy="2144439"/>
                <a:chOff x="1554566" y="1802109"/>
                <a:chExt cx="2268838" cy="2144439"/>
              </a:xfrm>
            </p:grpSpPr>
            <p:sp>
              <p:nvSpPr>
                <p:cNvPr id="12" name="等腰三角形 3"/>
                <p:cNvSpPr/>
                <p:nvPr/>
              </p:nvSpPr>
              <p:spPr>
                <a:xfrm>
                  <a:off x="1762470" y="1802109"/>
                  <a:ext cx="1853030" cy="1626891"/>
                </a:xfrm>
                <a:custGeom>
                  <a:avLst/>
                  <a:gdLst>
                    <a:gd name="connsiteX0" fmla="*/ 14743 w 1853030"/>
                    <a:gd name="connsiteY0" fmla="*/ 1464706 h 1626891"/>
                    <a:gd name="connsiteX1" fmla="*/ 833092 w 1853030"/>
                    <a:gd name="connsiteY1" fmla="*/ 53759 h 1626891"/>
                    <a:gd name="connsiteX2" fmla="*/ 1019938 w 1853030"/>
                    <a:gd name="connsiteY2" fmla="*/ 53759 h 1626891"/>
                    <a:gd name="connsiteX3" fmla="*/ 1838287 w 1853030"/>
                    <a:gd name="connsiteY3" fmla="*/ 1464706 h 1626891"/>
                    <a:gd name="connsiteX4" fmla="*/ 1744864 w 1853030"/>
                    <a:gd name="connsiteY4" fmla="*/ 1626891 h 1626891"/>
                    <a:gd name="connsiteX5" fmla="*/ 108166 w 1853030"/>
                    <a:gd name="connsiteY5" fmla="*/ 1626891 h 1626891"/>
                    <a:gd name="connsiteX6" fmla="*/ 14743 w 1853030"/>
                    <a:gd name="connsiteY6" fmla="*/ 1464706 h 1626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53030" h="1626891">
                      <a:moveTo>
                        <a:pt x="14743" y="1464706"/>
                      </a:moveTo>
                      <a:lnTo>
                        <a:pt x="833092" y="53759"/>
                      </a:lnTo>
                      <a:cubicBezTo>
                        <a:pt x="874665" y="-17919"/>
                        <a:pt x="978365" y="-17919"/>
                        <a:pt x="1019938" y="53759"/>
                      </a:cubicBezTo>
                      <a:lnTo>
                        <a:pt x="1838287" y="1464706"/>
                      </a:lnTo>
                      <a:cubicBezTo>
                        <a:pt x="1880054" y="1536716"/>
                        <a:pt x="1828110" y="1626891"/>
                        <a:pt x="1744864" y="1626891"/>
                      </a:cubicBezTo>
                      <a:lnTo>
                        <a:pt x="108166" y="1626891"/>
                      </a:lnTo>
                      <a:cubicBezTo>
                        <a:pt x="24920" y="1626891"/>
                        <a:pt x="-27023" y="1536716"/>
                        <a:pt x="14743" y="1464706"/>
                      </a:cubicBezTo>
                    </a:path>
                  </a:pathLst>
                </a:custGeom>
                <a:solidFill>
                  <a:srgbClr val="009BB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>
                    <a:defRPr/>
                  </a:pPr>
                  <a:endParaRPr lang="zh-CN" altLang="en-US" sz="24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554566" y="3059831"/>
                  <a:ext cx="2268838" cy="8867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68838" h="886717">
                      <a:moveTo>
                        <a:pt x="549631" y="0"/>
                      </a:moveTo>
                      <a:lnTo>
                        <a:pt x="1662511" y="0"/>
                      </a:lnTo>
                      <a:cubicBezTo>
                        <a:pt x="1698001" y="0"/>
                        <a:pt x="1731246" y="17452"/>
                        <a:pt x="1751402" y="46663"/>
                      </a:cubicBezTo>
                      <a:lnTo>
                        <a:pt x="2219147" y="724531"/>
                      </a:lnTo>
                      <a:cubicBezTo>
                        <a:pt x="2268837" y="796541"/>
                        <a:pt x="2207039" y="886716"/>
                        <a:pt x="2108002" y="886716"/>
                      </a:cubicBezTo>
                      <a:lnTo>
                        <a:pt x="160834" y="886716"/>
                      </a:lnTo>
                      <a:cubicBezTo>
                        <a:pt x="61796" y="886716"/>
                        <a:pt x="0" y="796541"/>
                        <a:pt x="49689" y="724531"/>
                      </a:cubicBezTo>
                    </a:path>
                  </a:pathLst>
                </a:custGeom>
                <a:solidFill>
                  <a:srgbClr val="F0F0F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>
                    <a:defRPr/>
                  </a:pPr>
                  <a:endParaRPr lang="zh-CN" altLang="en-US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" name="等腰三角形 3"/>
                <p:cNvSpPr/>
                <p:nvPr/>
              </p:nvSpPr>
              <p:spPr>
                <a:xfrm>
                  <a:off x="1924302" y="1863405"/>
                  <a:ext cx="1529366" cy="1342726"/>
                </a:xfrm>
                <a:custGeom>
                  <a:avLst/>
                  <a:gdLst>
                    <a:gd name="connsiteX0" fmla="*/ 14743 w 1853030"/>
                    <a:gd name="connsiteY0" fmla="*/ 1464706 h 1626891"/>
                    <a:gd name="connsiteX1" fmla="*/ 833092 w 1853030"/>
                    <a:gd name="connsiteY1" fmla="*/ 53759 h 1626891"/>
                    <a:gd name="connsiteX2" fmla="*/ 1019938 w 1853030"/>
                    <a:gd name="connsiteY2" fmla="*/ 53759 h 1626891"/>
                    <a:gd name="connsiteX3" fmla="*/ 1838287 w 1853030"/>
                    <a:gd name="connsiteY3" fmla="*/ 1464706 h 1626891"/>
                    <a:gd name="connsiteX4" fmla="*/ 1744864 w 1853030"/>
                    <a:gd name="connsiteY4" fmla="*/ 1626891 h 1626891"/>
                    <a:gd name="connsiteX5" fmla="*/ 108166 w 1853030"/>
                    <a:gd name="connsiteY5" fmla="*/ 1626891 h 1626891"/>
                    <a:gd name="connsiteX6" fmla="*/ 14743 w 1853030"/>
                    <a:gd name="connsiteY6" fmla="*/ 1464706 h 1626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53030" h="1626891">
                      <a:moveTo>
                        <a:pt x="14743" y="1464706"/>
                      </a:moveTo>
                      <a:lnTo>
                        <a:pt x="833092" y="53759"/>
                      </a:lnTo>
                      <a:cubicBezTo>
                        <a:pt x="874665" y="-17919"/>
                        <a:pt x="978365" y="-17919"/>
                        <a:pt x="1019938" y="53759"/>
                      </a:cubicBezTo>
                      <a:lnTo>
                        <a:pt x="1838287" y="1464706"/>
                      </a:lnTo>
                      <a:cubicBezTo>
                        <a:pt x="1880054" y="1536716"/>
                        <a:pt x="1828110" y="1626891"/>
                        <a:pt x="1744864" y="1626891"/>
                      </a:cubicBezTo>
                      <a:lnTo>
                        <a:pt x="108166" y="1626891"/>
                      </a:lnTo>
                      <a:cubicBezTo>
                        <a:pt x="24920" y="1626891"/>
                        <a:pt x="-27023" y="1536716"/>
                        <a:pt x="14743" y="1464706"/>
                      </a:cubicBezTo>
                    </a:path>
                  </a:pathLst>
                </a:custGeom>
                <a:solidFill>
                  <a:srgbClr val="009BB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>
                    <a:defRPr/>
                  </a:pPr>
                  <a:endParaRPr lang="zh-CN" altLang="en-US" sz="24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" name="文本框 9"/>
              <p:cNvSpPr txBox="1"/>
              <p:nvPr/>
            </p:nvSpPr>
            <p:spPr>
              <a:xfrm>
                <a:off x="1976687" y="3305175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defRPr/>
                </a:pPr>
                <a:r>
                  <a:rPr lang="zh-CN" altLang="en-US" sz="20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添加标题</a:t>
                </a:r>
              </a:p>
            </p:txBody>
          </p:sp>
          <p:sp>
            <p:nvSpPr>
              <p:cNvPr id="11" name="molecule_192494"/>
              <p:cNvSpPr/>
              <p:nvPr/>
            </p:nvSpPr>
            <p:spPr>
              <a:xfrm>
                <a:off x="2280719" y="2313757"/>
                <a:ext cx="602522" cy="609685"/>
              </a:xfrm>
              <a:custGeom>
                <a:avLst/>
                <a:gdLst>
                  <a:gd name="T0" fmla="*/ 6737 w 6737"/>
                  <a:gd name="T1" fmla="*/ 1022 h 6827"/>
                  <a:gd name="T2" fmla="*/ 4693 w 6737"/>
                  <a:gd name="T3" fmla="*/ 1022 h 6827"/>
                  <a:gd name="T4" fmla="*/ 4083 w 6737"/>
                  <a:gd name="T5" fmla="*/ 2505 h 6827"/>
                  <a:gd name="T6" fmla="*/ 2561 w 6737"/>
                  <a:gd name="T7" fmla="*/ 2610 h 6827"/>
                  <a:gd name="T8" fmla="*/ 2183 w 6737"/>
                  <a:gd name="T9" fmla="*/ 1938 h 6827"/>
                  <a:gd name="T10" fmla="*/ 529 w 6737"/>
                  <a:gd name="T11" fmla="*/ 1938 h 6827"/>
                  <a:gd name="T12" fmla="*/ 1759 w 6737"/>
                  <a:gd name="T13" fmla="*/ 2659 h 6827"/>
                  <a:gd name="T14" fmla="*/ 1996 w 6737"/>
                  <a:gd name="T15" fmla="*/ 3737 h 6827"/>
                  <a:gd name="T16" fmla="*/ 1860 w 6737"/>
                  <a:gd name="T17" fmla="*/ 4754 h 6827"/>
                  <a:gd name="T18" fmla="*/ 135 w 6737"/>
                  <a:gd name="T19" fmla="*/ 5942 h 6827"/>
                  <a:gd name="T20" fmla="*/ 1484 w 6737"/>
                  <a:gd name="T21" fmla="*/ 6799 h 6827"/>
                  <a:gd name="T22" fmla="*/ 2238 w 6737"/>
                  <a:gd name="T23" fmla="*/ 5171 h 6827"/>
                  <a:gd name="T24" fmla="*/ 3403 w 6737"/>
                  <a:gd name="T25" fmla="*/ 5145 h 6827"/>
                  <a:gd name="T26" fmla="*/ 4439 w 6737"/>
                  <a:gd name="T27" fmla="*/ 5200 h 6827"/>
                  <a:gd name="T28" fmla="*/ 4448 w 6737"/>
                  <a:gd name="T29" fmla="*/ 5938 h 6827"/>
                  <a:gd name="T30" fmla="*/ 4931 w 6737"/>
                  <a:gd name="T31" fmla="*/ 6347 h 6827"/>
                  <a:gd name="T32" fmla="*/ 5562 w 6737"/>
                  <a:gd name="T33" fmla="*/ 6295 h 6827"/>
                  <a:gd name="T34" fmla="*/ 4841 w 6737"/>
                  <a:gd name="T35" fmla="*/ 4807 h 6827"/>
                  <a:gd name="T36" fmla="*/ 4811 w 6737"/>
                  <a:gd name="T37" fmla="*/ 3737 h 6827"/>
                  <a:gd name="T38" fmla="*/ 5293 w 6737"/>
                  <a:gd name="T39" fmla="*/ 1952 h 6827"/>
                  <a:gd name="T40" fmla="*/ 1356 w 6737"/>
                  <a:gd name="T41" fmla="*/ 2202 h 6827"/>
                  <a:gd name="T42" fmla="*/ 1356 w 6737"/>
                  <a:gd name="T43" fmla="*/ 1673 h 6827"/>
                  <a:gd name="T44" fmla="*/ 1356 w 6737"/>
                  <a:gd name="T45" fmla="*/ 2202 h 6827"/>
                  <a:gd name="T46" fmla="*/ 684 w 6737"/>
                  <a:gd name="T47" fmla="*/ 5820 h 6827"/>
                  <a:gd name="T48" fmla="*/ 1238 w 6737"/>
                  <a:gd name="T49" fmla="*/ 5129 h 6827"/>
                  <a:gd name="T50" fmla="*/ 1362 w 6737"/>
                  <a:gd name="T51" fmla="*/ 6250 h 6827"/>
                  <a:gd name="T52" fmla="*/ 2558 w 6737"/>
                  <a:gd name="T53" fmla="*/ 3737 h 6827"/>
                  <a:gd name="T54" fmla="*/ 4249 w 6737"/>
                  <a:gd name="T55" fmla="*/ 3737 h 6827"/>
                  <a:gd name="T56" fmla="*/ 4931 w 6737"/>
                  <a:gd name="T57" fmla="*/ 5479 h 6827"/>
                  <a:gd name="T58" fmla="*/ 5182 w 6737"/>
                  <a:gd name="T59" fmla="*/ 5295 h 6827"/>
                  <a:gd name="T60" fmla="*/ 5304 w 6737"/>
                  <a:gd name="T61" fmla="*/ 5795 h 6827"/>
                  <a:gd name="T62" fmla="*/ 4948 w 6737"/>
                  <a:gd name="T63" fmla="*/ 5681 h 6827"/>
                  <a:gd name="T64" fmla="*/ 4931 w 6737"/>
                  <a:gd name="T65" fmla="*/ 5479 h 6827"/>
                  <a:gd name="T66" fmla="*/ 6174 w 6737"/>
                  <a:gd name="T67" fmla="*/ 1022 h 6827"/>
                  <a:gd name="T68" fmla="*/ 5256 w 6737"/>
                  <a:gd name="T69" fmla="*/ 1022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737" h="6826">
                    <a:moveTo>
                      <a:pt x="5715" y="2043"/>
                    </a:moveTo>
                    <a:cubicBezTo>
                      <a:pt x="6278" y="2043"/>
                      <a:pt x="6737" y="1585"/>
                      <a:pt x="6737" y="1022"/>
                    </a:cubicBezTo>
                    <a:cubicBezTo>
                      <a:pt x="6737" y="458"/>
                      <a:pt x="6278" y="0"/>
                      <a:pt x="5715" y="0"/>
                    </a:cubicBezTo>
                    <a:cubicBezTo>
                      <a:pt x="5152" y="0"/>
                      <a:pt x="4693" y="458"/>
                      <a:pt x="4693" y="1022"/>
                    </a:cubicBezTo>
                    <a:cubicBezTo>
                      <a:pt x="4693" y="1231"/>
                      <a:pt x="4756" y="1425"/>
                      <a:pt x="4864" y="1587"/>
                    </a:cubicBezTo>
                    <a:lnTo>
                      <a:pt x="4083" y="2505"/>
                    </a:lnTo>
                    <a:cubicBezTo>
                      <a:pt x="3881" y="2393"/>
                      <a:pt x="3650" y="2330"/>
                      <a:pt x="3403" y="2330"/>
                    </a:cubicBezTo>
                    <a:cubicBezTo>
                      <a:pt x="3088" y="2330"/>
                      <a:pt x="2796" y="2434"/>
                      <a:pt x="2561" y="2610"/>
                    </a:cubicBezTo>
                    <a:lnTo>
                      <a:pt x="2127" y="2235"/>
                    </a:lnTo>
                    <a:cubicBezTo>
                      <a:pt x="2163" y="2142"/>
                      <a:pt x="2183" y="2042"/>
                      <a:pt x="2183" y="1938"/>
                    </a:cubicBezTo>
                    <a:cubicBezTo>
                      <a:pt x="2183" y="1482"/>
                      <a:pt x="1812" y="1111"/>
                      <a:pt x="1356" y="1111"/>
                    </a:cubicBezTo>
                    <a:cubicBezTo>
                      <a:pt x="900" y="1111"/>
                      <a:pt x="529" y="1482"/>
                      <a:pt x="529" y="1938"/>
                    </a:cubicBezTo>
                    <a:cubicBezTo>
                      <a:pt x="529" y="2394"/>
                      <a:pt x="900" y="2764"/>
                      <a:pt x="1356" y="2764"/>
                    </a:cubicBezTo>
                    <a:cubicBezTo>
                      <a:pt x="1502" y="2764"/>
                      <a:pt x="1639" y="2726"/>
                      <a:pt x="1759" y="2659"/>
                    </a:cubicBezTo>
                    <a:lnTo>
                      <a:pt x="2187" y="3031"/>
                    </a:lnTo>
                    <a:cubicBezTo>
                      <a:pt x="2065" y="3239"/>
                      <a:pt x="1996" y="3480"/>
                      <a:pt x="1996" y="3737"/>
                    </a:cubicBezTo>
                    <a:cubicBezTo>
                      <a:pt x="1996" y="3999"/>
                      <a:pt x="2067" y="4244"/>
                      <a:pt x="2192" y="4454"/>
                    </a:cubicBezTo>
                    <a:lnTo>
                      <a:pt x="1860" y="4754"/>
                    </a:lnTo>
                    <a:cubicBezTo>
                      <a:pt x="1613" y="4591"/>
                      <a:pt x="1303" y="4524"/>
                      <a:pt x="992" y="4593"/>
                    </a:cubicBezTo>
                    <a:cubicBezTo>
                      <a:pt x="384" y="4729"/>
                      <a:pt x="0" y="5334"/>
                      <a:pt x="135" y="5942"/>
                    </a:cubicBezTo>
                    <a:cubicBezTo>
                      <a:pt x="252" y="6468"/>
                      <a:pt x="720" y="6827"/>
                      <a:pt x="1238" y="6827"/>
                    </a:cubicBezTo>
                    <a:cubicBezTo>
                      <a:pt x="1319" y="6827"/>
                      <a:pt x="1402" y="6818"/>
                      <a:pt x="1484" y="6799"/>
                    </a:cubicBezTo>
                    <a:cubicBezTo>
                      <a:pt x="2092" y="6664"/>
                      <a:pt x="2477" y="6059"/>
                      <a:pt x="2341" y="5451"/>
                    </a:cubicBezTo>
                    <a:cubicBezTo>
                      <a:pt x="2319" y="5351"/>
                      <a:pt x="2284" y="5257"/>
                      <a:pt x="2238" y="5171"/>
                    </a:cubicBezTo>
                    <a:lnTo>
                      <a:pt x="2570" y="4871"/>
                    </a:lnTo>
                    <a:cubicBezTo>
                      <a:pt x="2803" y="5043"/>
                      <a:pt x="3092" y="5145"/>
                      <a:pt x="3403" y="5145"/>
                    </a:cubicBezTo>
                    <a:cubicBezTo>
                      <a:pt x="3684" y="5145"/>
                      <a:pt x="3946" y="5062"/>
                      <a:pt x="4165" y="4920"/>
                    </a:cubicBezTo>
                    <a:lnTo>
                      <a:pt x="4439" y="5200"/>
                    </a:lnTo>
                    <a:cubicBezTo>
                      <a:pt x="4422" y="5235"/>
                      <a:pt x="4407" y="5271"/>
                      <a:pt x="4396" y="5308"/>
                    </a:cubicBezTo>
                    <a:cubicBezTo>
                      <a:pt x="4328" y="5518"/>
                      <a:pt x="4347" y="5742"/>
                      <a:pt x="4448" y="5938"/>
                    </a:cubicBezTo>
                    <a:lnTo>
                      <a:pt x="4448" y="5938"/>
                    </a:lnTo>
                    <a:cubicBezTo>
                      <a:pt x="4549" y="6135"/>
                      <a:pt x="4721" y="6280"/>
                      <a:pt x="4931" y="6347"/>
                    </a:cubicBezTo>
                    <a:cubicBezTo>
                      <a:pt x="5014" y="6374"/>
                      <a:pt x="5099" y="6387"/>
                      <a:pt x="5184" y="6387"/>
                    </a:cubicBezTo>
                    <a:cubicBezTo>
                      <a:pt x="5314" y="6387"/>
                      <a:pt x="5443" y="6356"/>
                      <a:pt x="5562" y="6295"/>
                    </a:cubicBezTo>
                    <a:cubicBezTo>
                      <a:pt x="5967" y="6086"/>
                      <a:pt x="6127" y="5586"/>
                      <a:pt x="5918" y="5181"/>
                    </a:cubicBezTo>
                    <a:cubicBezTo>
                      <a:pt x="5715" y="4788"/>
                      <a:pt x="5239" y="4626"/>
                      <a:pt x="4841" y="4807"/>
                    </a:cubicBezTo>
                    <a:lnTo>
                      <a:pt x="4568" y="4527"/>
                    </a:lnTo>
                    <a:cubicBezTo>
                      <a:pt x="4721" y="4302"/>
                      <a:pt x="4811" y="4030"/>
                      <a:pt x="4811" y="3737"/>
                    </a:cubicBezTo>
                    <a:cubicBezTo>
                      <a:pt x="4811" y="3410"/>
                      <a:pt x="4699" y="3109"/>
                      <a:pt x="4511" y="2870"/>
                    </a:cubicBezTo>
                    <a:lnTo>
                      <a:pt x="5293" y="1952"/>
                    </a:lnTo>
                    <a:cubicBezTo>
                      <a:pt x="5422" y="2010"/>
                      <a:pt x="5564" y="2043"/>
                      <a:pt x="5715" y="2043"/>
                    </a:cubicBezTo>
                    <a:close/>
                    <a:moveTo>
                      <a:pt x="1356" y="2202"/>
                    </a:moveTo>
                    <a:cubicBezTo>
                      <a:pt x="1210" y="2202"/>
                      <a:pt x="1092" y="2083"/>
                      <a:pt x="1092" y="1938"/>
                    </a:cubicBezTo>
                    <a:cubicBezTo>
                      <a:pt x="1092" y="1792"/>
                      <a:pt x="1210" y="1673"/>
                      <a:pt x="1356" y="1673"/>
                    </a:cubicBezTo>
                    <a:cubicBezTo>
                      <a:pt x="1502" y="1673"/>
                      <a:pt x="1620" y="1792"/>
                      <a:pt x="1620" y="1938"/>
                    </a:cubicBezTo>
                    <a:cubicBezTo>
                      <a:pt x="1620" y="2083"/>
                      <a:pt x="1502" y="2202"/>
                      <a:pt x="1356" y="2202"/>
                    </a:cubicBezTo>
                    <a:close/>
                    <a:moveTo>
                      <a:pt x="1362" y="6250"/>
                    </a:moveTo>
                    <a:cubicBezTo>
                      <a:pt x="1056" y="6319"/>
                      <a:pt x="752" y="6125"/>
                      <a:pt x="684" y="5820"/>
                    </a:cubicBezTo>
                    <a:cubicBezTo>
                      <a:pt x="616" y="5514"/>
                      <a:pt x="809" y="5211"/>
                      <a:pt x="1115" y="5142"/>
                    </a:cubicBezTo>
                    <a:cubicBezTo>
                      <a:pt x="1156" y="5133"/>
                      <a:pt x="1197" y="5129"/>
                      <a:pt x="1238" y="5129"/>
                    </a:cubicBezTo>
                    <a:cubicBezTo>
                      <a:pt x="1498" y="5129"/>
                      <a:pt x="1733" y="5309"/>
                      <a:pt x="1792" y="5573"/>
                    </a:cubicBezTo>
                    <a:cubicBezTo>
                      <a:pt x="1860" y="5878"/>
                      <a:pt x="1667" y="6182"/>
                      <a:pt x="1362" y="6250"/>
                    </a:cubicBezTo>
                    <a:close/>
                    <a:moveTo>
                      <a:pt x="3403" y="4583"/>
                    </a:moveTo>
                    <a:cubicBezTo>
                      <a:pt x="2937" y="4583"/>
                      <a:pt x="2558" y="4204"/>
                      <a:pt x="2558" y="3737"/>
                    </a:cubicBezTo>
                    <a:cubicBezTo>
                      <a:pt x="2558" y="3271"/>
                      <a:pt x="2937" y="2892"/>
                      <a:pt x="3403" y="2892"/>
                    </a:cubicBezTo>
                    <a:cubicBezTo>
                      <a:pt x="3869" y="2892"/>
                      <a:pt x="4249" y="3271"/>
                      <a:pt x="4249" y="3737"/>
                    </a:cubicBezTo>
                    <a:cubicBezTo>
                      <a:pt x="4249" y="4204"/>
                      <a:pt x="3869" y="4583"/>
                      <a:pt x="3403" y="4583"/>
                    </a:cubicBezTo>
                    <a:close/>
                    <a:moveTo>
                      <a:pt x="4931" y="5479"/>
                    </a:moveTo>
                    <a:cubicBezTo>
                      <a:pt x="4953" y="5412"/>
                      <a:pt x="4999" y="5357"/>
                      <a:pt x="5062" y="5325"/>
                    </a:cubicBezTo>
                    <a:cubicBezTo>
                      <a:pt x="5100" y="5305"/>
                      <a:pt x="5142" y="5295"/>
                      <a:pt x="5182" y="5295"/>
                    </a:cubicBezTo>
                    <a:cubicBezTo>
                      <a:pt x="5278" y="5295"/>
                      <a:pt x="5371" y="5348"/>
                      <a:pt x="5418" y="5439"/>
                    </a:cubicBezTo>
                    <a:cubicBezTo>
                      <a:pt x="5485" y="5568"/>
                      <a:pt x="5433" y="5728"/>
                      <a:pt x="5304" y="5795"/>
                    </a:cubicBezTo>
                    <a:cubicBezTo>
                      <a:pt x="5241" y="5827"/>
                      <a:pt x="5170" y="5833"/>
                      <a:pt x="5102" y="5811"/>
                    </a:cubicBezTo>
                    <a:cubicBezTo>
                      <a:pt x="5035" y="5790"/>
                      <a:pt x="4980" y="5743"/>
                      <a:pt x="4948" y="5681"/>
                    </a:cubicBezTo>
                    <a:lnTo>
                      <a:pt x="4948" y="5681"/>
                    </a:lnTo>
                    <a:cubicBezTo>
                      <a:pt x="4916" y="5618"/>
                      <a:pt x="4910" y="5546"/>
                      <a:pt x="4931" y="5479"/>
                    </a:cubicBezTo>
                    <a:close/>
                    <a:moveTo>
                      <a:pt x="5715" y="563"/>
                    </a:moveTo>
                    <a:cubicBezTo>
                      <a:pt x="5968" y="563"/>
                      <a:pt x="6174" y="768"/>
                      <a:pt x="6174" y="1022"/>
                    </a:cubicBezTo>
                    <a:cubicBezTo>
                      <a:pt x="6174" y="1275"/>
                      <a:pt x="5968" y="1481"/>
                      <a:pt x="5715" y="1481"/>
                    </a:cubicBezTo>
                    <a:cubicBezTo>
                      <a:pt x="5462" y="1481"/>
                      <a:pt x="5256" y="1275"/>
                      <a:pt x="5256" y="1022"/>
                    </a:cubicBezTo>
                    <a:cubicBezTo>
                      <a:pt x="5256" y="768"/>
                      <a:pt x="5462" y="563"/>
                      <a:pt x="5715" y="5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4674940" y="1752930"/>
            <a:ext cx="2842122" cy="3807086"/>
            <a:chOff x="4674940" y="1678284"/>
            <a:chExt cx="2842122" cy="3807086"/>
          </a:xfrm>
        </p:grpSpPr>
        <p:sp>
          <p:nvSpPr>
            <p:cNvPr id="19" name="文本框 18"/>
            <p:cNvSpPr txBox="1"/>
            <p:nvPr/>
          </p:nvSpPr>
          <p:spPr>
            <a:xfrm>
              <a:off x="4674940" y="4138270"/>
              <a:ext cx="2842122" cy="1347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单击此处添加合适文字加以解释说明，可根据自己的需要适当地调整文字大X或者颜色等属性，可复制粘贴文本。</a:t>
              </a: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4961583" y="1678284"/>
              <a:ext cx="2268837" cy="2144439"/>
              <a:chOff x="4961583" y="1678284"/>
              <a:chExt cx="2268837" cy="2144439"/>
            </a:xfrm>
          </p:grpSpPr>
          <p:grpSp>
            <p:nvGrpSpPr>
              <p:cNvPr id="21" name="组合 20"/>
              <p:cNvGrpSpPr/>
              <p:nvPr/>
            </p:nvGrpSpPr>
            <p:grpSpPr>
              <a:xfrm>
                <a:off x="4961583" y="1678284"/>
                <a:ext cx="2268837" cy="2144439"/>
                <a:chOff x="5060451" y="1802109"/>
                <a:chExt cx="2268837" cy="2144439"/>
              </a:xfrm>
            </p:grpSpPr>
            <p:sp>
              <p:nvSpPr>
                <p:cNvPr id="24" name="等腰三角形 3"/>
                <p:cNvSpPr/>
                <p:nvPr/>
              </p:nvSpPr>
              <p:spPr>
                <a:xfrm>
                  <a:off x="5268354" y="1802109"/>
                  <a:ext cx="1853030" cy="1626891"/>
                </a:xfrm>
                <a:custGeom>
                  <a:avLst/>
                  <a:gdLst>
                    <a:gd name="connsiteX0" fmla="*/ 14743 w 1853030"/>
                    <a:gd name="connsiteY0" fmla="*/ 1464706 h 1626891"/>
                    <a:gd name="connsiteX1" fmla="*/ 833092 w 1853030"/>
                    <a:gd name="connsiteY1" fmla="*/ 53759 h 1626891"/>
                    <a:gd name="connsiteX2" fmla="*/ 1019938 w 1853030"/>
                    <a:gd name="connsiteY2" fmla="*/ 53759 h 1626891"/>
                    <a:gd name="connsiteX3" fmla="*/ 1838287 w 1853030"/>
                    <a:gd name="connsiteY3" fmla="*/ 1464706 h 1626891"/>
                    <a:gd name="connsiteX4" fmla="*/ 1744864 w 1853030"/>
                    <a:gd name="connsiteY4" fmla="*/ 1626891 h 1626891"/>
                    <a:gd name="connsiteX5" fmla="*/ 108166 w 1853030"/>
                    <a:gd name="connsiteY5" fmla="*/ 1626891 h 1626891"/>
                    <a:gd name="connsiteX6" fmla="*/ 14743 w 1853030"/>
                    <a:gd name="connsiteY6" fmla="*/ 1464706 h 1626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53030" h="1626891">
                      <a:moveTo>
                        <a:pt x="14743" y="1464706"/>
                      </a:moveTo>
                      <a:lnTo>
                        <a:pt x="833092" y="53759"/>
                      </a:lnTo>
                      <a:cubicBezTo>
                        <a:pt x="874665" y="-17919"/>
                        <a:pt x="978365" y="-17919"/>
                        <a:pt x="1019938" y="53759"/>
                      </a:cubicBezTo>
                      <a:lnTo>
                        <a:pt x="1838287" y="1464706"/>
                      </a:lnTo>
                      <a:cubicBezTo>
                        <a:pt x="1880054" y="1536716"/>
                        <a:pt x="1828110" y="1626891"/>
                        <a:pt x="1744864" y="1626891"/>
                      </a:cubicBezTo>
                      <a:lnTo>
                        <a:pt x="108166" y="1626891"/>
                      </a:lnTo>
                      <a:cubicBezTo>
                        <a:pt x="24920" y="1626891"/>
                        <a:pt x="-27023" y="1536716"/>
                        <a:pt x="14743" y="1464706"/>
                      </a:cubicBezTo>
                    </a:path>
                  </a:pathLst>
                </a:custGeom>
                <a:solidFill>
                  <a:srgbClr val="00BCD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zh-CN" altLang="en-US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" name="Freeform 14"/>
                <p:cNvSpPr/>
                <p:nvPr/>
              </p:nvSpPr>
              <p:spPr>
                <a:xfrm>
                  <a:off x="5060451" y="3059831"/>
                  <a:ext cx="2268837" cy="8867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68837" h="886717">
                      <a:moveTo>
                        <a:pt x="549631" y="0"/>
                      </a:moveTo>
                      <a:lnTo>
                        <a:pt x="1662511" y="0"/>
                      </a:lnTo>
                      <a:cubicBezTo>
                        <a:pt x="1698001" y="0"/>
                        <a:pt x="1731246" y="17452"/>
                        <a:pt x="1751402" y="46663"/>
                      </a:cubicBezTo>
                      <a:lnTo>
                        <a:pt x="2219146" y="724531"/>
                      </a:lnTo>
                      <a:cubicBezTo>
                        <a:pt x="2268836" y="796541"/>
                        <a:pt x="2207039" y="886716"/>
                        <a:pt x="2108002" y="886716"/>
                      </a:cubicBezTo>
                      <a:lnTo>
                        <a:pt x="160834" y="886716"/>
                      </a:lnTo>
                      <a:cubicBezTo>
                        <a:pt x="61796" y="886716"/>
                        <a:pt x="0" y="796541"/>
                        <a:pt x="49689" y="724531"/>
                      </a:cubicBezTo>
                    </a:path>
                  </a:pathLst>
                </a:custGeom>
                <a:solidFill>
                  <a:srgbClr val="F0F0F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>
                    <a:defRPr/>
                  </a:pPr>
                  <a:endParaRPr lang="zh-CN" altLang="en-US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" name="等腰三角形 3"/>
                <p:cNvSpPr/>
                <p:nvPr/>
              </p:nvSpPr>
              <p:spPr>
                <a:xfrm>
                  <a:off x="5430186" y="1863405"/>
                  <a:ext cx="1529366" cy="1342726"/>
                </a:xfrm>
                <a:custGeom>
                  <a:avLst/>
                  <a:gdLst>
                    <a:gd name="connsiteX0" fmla="*/ 14743 w 1853030"/>
                    <a:gd name="connsiteY0" fmla="*/ 1464706 h 1626891"/>
                    <a:gd name="connsiteX1" fmla="*/ 833092 w 1853030"/>
                    <a:gd name="connsiteY1" fmla="*/ 53759 h 1626891"/>
                    <a:gd name="connsiteX2" fmla="*/ 1019938 w 1853030"/>
                    <a:gd name="connsiteY2" fmla="*/ 53759 h 1626891"/>
                    <a:gd name="connsiteX3" fmla="*/ 1838287 w 1853030"/>
                    <a:gd name="connsiteY3" fmla="*/ 1464706 h 1626891"/>
                    <a:gd name="connsiteX4" fmla="*/ 1744864 w 1853030"/>
                    <a:gd name="connsiteY4" fmla="*/ 1626891 h 1626891"/>
                    <a:gd name="connsiteX5" fmla="*/ 108166 w 1853030"/>
                    <a:gd name="connsiteY5" fmla="*/ 1626891 h 1626891"/>
                    <a:gd name="connsiteX6" fmla="*/ 14743 w 1853030"/>
                    <a:gd name="connsiteY6" fmla="*/ 1464706 h 1626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53030" h="1626891">
                      <a:moveTo>
                        <a:pt x="14743" y="1464706"/>
                      </a:moveTo>
                      <a:lnTo>
                        <a:pt x="833092" y="53759"/>
                      </a:lnTo>
                      <a:cubicBezTo>
                        <a:pt x="874665" y="-17919"/>
                        <a:pt x="978365" y="-17919"/>
                        <a:pt x="1019938" y="53759"/>
                      </a:cubicBezTo>
                      <a:lnTo>
                        <a:pt x="1838287" y="1464706"/>
                      </a:lnTo>
                      <a:cubicBezTo>
                        <a:pt x="1880054" y="1536716"/>
                        <a:pt x="1828110" y="1626891"/>
                        <a:pt x="1744864" y="1626891"/>
                      </a:cubicBezTo>
                      <a:lnTo>
                        <a:pt x="108166" y="1626891"/>
                      </a:lnTo>
                      <a:cubicBezTo>
                        <a:pt x="24920" y="1626891"/>
                        <a:pt x="-27023" y="1536716"/>
                        <a:pt x="14743" y="1464706"/>
                      </a:cubicBezTo>
                    </a:path>
                  </a:pathLst>
                </a:custGeom>
                <a:solidFill>
                  <a:srgbClr val="00BCD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zh-CN" altLang="en-US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2" name="文本框 21"/>
              <p:cNvSpPr txBox="1"/>
              <p:nvPr/>
            </p:nvSpPr>
            <p:spPr>
              <a:xfrm>
                <a:off x="5490707" y="3305175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defRPr/>
                </a:pPr>
                <a:r>
                  <a:rPr lang="zh-CN" altLang="en-US" sz="20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添加标题</a:t>
                </a:r>
              </a:p>
            </p:txBody>
          </p:sp>
          <p:sp>
            <p:nvSpPr>
              <p:cNvPr id="23" name="molecule_192494"/>
              <p:cNvSpPr/>
              <p:nvPr/>
            </p:nvSpPr>
            <p:spPr>
              <a:xfrm>
                <a:off x="5847246" y="2320575"/>
                <a:ext cx="497508" cy="483219"/>
              </a:xfrm>
              <a:custGeom>
                <a:avLst/>
                <a:gdLst>
                  <a:gd name="T0" fmla="*/ 1408 w 11168"/>
                  <a:gd name="T1" fmla="*/ 224 h 10848"/>
                  <a:gd name="T2" fmla="*/ 2400 w 11168"/>
                  <a:gd name="T3" fmla="*/ 1824 h 10848"/>
                  <a:gd name="T4" fmla="*/ 928 w 11168"/>
                  <a:gd name="T5" fmla="*/ 1120 h 10848"/>
                  <a:gd name="T6" fmla="*/ 416 w 11168"/>
                  <a:gd name="T7" fmla="*/ 1216 h 10848"/>
                  <a:gd name="T8" fmla="*/ 2400 w 11168"/>
                  <a:gd name="T9" fmla="*/ 4448 h 10848"/>
                  <a:gd name="T10" fmla="*/ 6688 w 11168"/>
                  <a:gd name="T11" fmla="*/ 7872 h 10848"/>
                  <a:gd name="T12" fmla="*/ 8768 w 11168"/>
                  <a:gd name="T13" fmla="*/ 10848 h 10848"/>
                  <a:gd name="T14" fmla="*/ 9856 w 11168"/>
                  <a:gd name="T15" fmla="*/ 10112 h 10848"/>
                  <a:gd name="T16" fmla="*/ 9152 w 11168"/>
                  <a:gd name="T17" fmla="*/ 8640 h 10848"/>
                  <a:gd name="T18" fmla="*/ 10464 w 11168"/>
                  <a:gd name="T19" fmla="*/ 9824 h 10848"/>
                  <a:gd name="T20" fmla="*/ 10336 w 11168"/>
                  <a:gd name="T21" fmla="*/ 7040 h 10848"/>
                  <a:gd name="T22" fmla="*/ 8000 w 11168"/>
                  <a:gd name="T23" fmla="*/ 6528 h 10848"/>
                  <a:gd name="T24" fmla="*/ 3936 w 11168"/>
                  <a:gd name="T25" fmla="*/ 640 h 10848"/>
                  <a:gd name="T26" fmla="*/ 1984 w 11168"/>
                  <a:gd name="T27" fmla="*/ 2880 h 10848"/>
                  <a:gd name="T28" fmla="*/ 2816 w 11168"/>
                  <a:gd name="T29" fmla="*/ 2304 h 10848"/>
                  <a:gd name="T30" fmla="*/ 2080 w 11168"/>
                  <a:gd name="T31" fmla="*/ 672 h 10848"/>
                  <a:gd name="T32" fmla="*/ 3488 w 11168"/>
                  <a:gd name="T33" fmla="*/ 1120 h 10848"/>
                  <a:gd name="T34" fmla="*/ 4032 w 11168"/>
                  <a:gd name="T35" fmla="*/ 3456 h 10848"/>
                  <a:gd name="T36" fmla="*/ 8032 w 11168"/>
                  <a:gd name="T37" fmla="*/ 7200 h 10848"/>
                  <a:gd name="T38" fmla="*/ 8800 w 11168"/>
                  <a:gd name="T39" fmla="*/ 7072 h 10848"/>
                  <a:gd name="T40" fmla="*/ 10368 w 11168"/>
                  <a:gd name="T41" fmla="*/ 8960 h 10848"/>
                  <a:gd name="T42" fmla="*/ 9184 w 11168"/>
                  <a:gd name="T43" fmla="*/ 8032 h 10848"/>
                  <a:gd name="T44" fmla="*/ 8352 w 11168"/>
                  <a:gd name="T45" fmla="*/ 8608 h 10848"/>
                  <a:gd name="T46" fmla="*/ 8352 w 11168"/>
                  <a:gd name="T47" fmla="*/ 9504 h 10848"/>
                  <a:gd name="T48" fmla="*/ 8800 w 11168"/>
                  <a:gd name="T49" fmla="*/ 10272 h 10848"/>
                  <a:gd name="T50" fmla="*/ 7296 w 11168"/>
                  <a:gd name="T51" fmla="*/ 8128 h 10848"/>
                  <a:gd name="T52" fmla="*/ 3584 w 11168"/>
                  <a:gd name="T53" fmla="*/ 3904 h 10848"/>
                  <a:gd name="T54" fmla="*/ 2912 w 11168"/>
                  <a:gd name="T55" fmla="*/ 3744 h 10848"/>
                  <a:gd name="T56" fmla="*/ 1248 w 11168"/>
                  <a:gd name="T57" fmla="*/ 3360 h 10848"/>
                  <a:gd name="T58" fmla="*/ 1536 w 11168"/>
                  <a:gd name="T59" fmla="*/ 2688 h 10848"/>
                  <a:gd name="T60" fmla="*/ 3392 w 11168"/>
                  <a:gd name="T61" fmla="*/ 6080 h 10848"/>
                  <a:gd name="T62" fmla="*/ 640 w 11168"/>
                  <a:gd name="T63" fmla="*/ 8576 h 10848"/>
                  <a:gd name="T64" fmla="*/ 1536 w 11168"/>
                  <a:gd name="T65" fmla="*/ 10368 h 10848"/>
                  <a:gd name="T66" fmla="*/ 2432 w 11168"/>
                  <a:gd name="T67" fmla="*/ 10368 h 10848"/>
                  <a:gd name="T68" fmla="*/ 4736 w 11168"/>
                  <a:gd name="T69" fmla="*/ 7168 h 10848"/>
                  <a:gd name="T70" fmla="*/ 3392 w 11168"/>
                  <a:gd name="T71" fmla="*/ 6080 h 10848"/>
                  <a:gd name="T72" fmla="*/ 1120 w 11168"/>
                  <a:gd name="T73" fmla="*/ 9024 h 10848"/>
                  <a:gd name="T74" fmla="*/ 4320 w 11168"/>
                  <a:gd name="T75" fmla="*/ 7616 h 10848"/>
                  <a:gd name="T76" fmla="*/ 9792 w 11168"/>
                  <a:gd name="T77" fmla="*/ 768 h 10848"/>
                  <a:gd name="T78" fmla="*/ 9120 w 11168"/>
                  <a:gd name="T79" fmla="*/ 2336 h 10848"/>
                  <a:gd name="T80" fmla="*/ 8672 w 11168"/>
                  <a:gd name="T81" fmla="*/ 1888 h 10848"/>
                  <a:gd name="T82" fmla="*/ 9792 w 11168"/>
                  <a:gd name="T83" fmla="*/ 0 h 10848"/>
                  <a:gd name="T84" fmla="*/ 8000 w 11168"/>
                  <a:gd name="T85" fmla="*/ 1664 h 10848"/>
                  <a:gd name="T86" fmla="*/ 8224 w 11168"/>
                  <a:gd name="T87" fmla="*/ 2336 h 10848"/>
                  <a:gd name="T88" fmla="*/ 6656 w 11168"/>
                  <a:gd name="T89" fmla="*/ 4352 h 10848"/>
                  <a:gd name="T90" fmla="*/ 7104 w 11168"/>
                  <a:gd name="T91" fmla="*/ 4352 h 10848"/>
                  <a:gd name="T92" fmla="*/ 8896 w 11168"/>
                  <a:gd name="T93" fmla="*/ 3008 h 10848"/>
                  <a:gd name="T94" fmla="*/ 9344 w 11168"/>
                  <a:gd name="T95" fmla="*/ 3008 h 10848"/>
                  <a:gd name="T96" fmla="*/ 10912 w 11168"/>
                  <a:gd name="T97" fmla="*/ 992 h 10848"/>
                  <a:gd name="T98" fmla="*/ 9792 w 11168"/>
                  <a:gd name="T99" fmla="*/ 0 h 10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1168" h="10848">
                    <a:moveTo>
                      <a:pt x="2400" y="0"/>
                    </a:moveTo>
                    <a:cubicBezTo>
                      <a:pt x="2048" y="0"/>
                      <a:pt x="1728" y="64"/>
                      <a:pt x="1408" y="224"/>
                    </a:cubicBezTo>
                    <a:cubicBezTo>
                      <a:pt x="1216" y="320"/>
                      <a:pt x="1152" y="576"/>
                      <a:pt x="1312" y="736"/>
                    </a:cubicBezTo>
                    <a:lnTo>
                      <a:pt x="2400" y="1824"/>
                    </a:lnTo>
                    <a:lnTo>
                      <a:pt x="2016" y="2208"/>
                    </a:lnTo>
                    <a:lnTo>
                      <a:pt x="928" y="1120"/>
                    </a:lnTo>
                    <a:cubicBezTo>
                      <a:pt x="864" y="1056"/>
                      <a:pt x="800" y="1024"/>
                      <a:pt x="704" y="1024"/>
                    </a:cubicBezTo>
                    <a:cubicBezTo>
                      <a:pt x="576" y="1024"/>
                      <a:pt x="480" y="1088"/>
                      <a:pt x="416" y="1216"/>
                    </a:cubicBezTo>
                    <a:cubicBezTo>
                      <a:pt x="0" y="2048"/>
                      <a:pt x="128" y="3104"/>
                      <a:pt x="832" y="3808"/>
                    </a:cubicBezTo>
                    <a:cubicBezTo>
                      <a:pt x="1280" y="4256"/>
                      <a:pt x="1824" y="4448"/>
                      <a:pt x="2400" y="4448"/>
                    </a:cubicBezTo>
                    <a:cubicBezTo>
                      <a:pt x="2656" y="4448"/>
                      <a:pt x="2912" y="4416"/>
                      <a:pt x="3136" y="4320"/>
                    </a:cubicBezTo>
                    <a:lnTo>
                      <a:pt x="6688" y="7872"/>
                    </a:lnTo>
                    <a:cubicBezTo>
                      <a:pt x="6400" y="8672"/>
                      <a:pt x="6592" y="9568"/>
                      <a:pt x="7200" y="10208"/>
                    </a:cubicBezTo>
                    <a:cubicBezTo>
                      <a:pt x="7648" y="10656"/>
                      <a:pt x="8192" y="10848"/>
                      <a:pt x="8768" y="10848"/>
                    </a:cubicBezTo>
                    <a:cubicBezTo>
                      <a:pt x="9120" y="10848"/>
                      <a:pt x="9440" y="10784"/>
                      <a:pt x="9760" y="10624"/>
                    </a:cubicBezTo>
                    <a:cubicBezTo>
                      <a:pt x="9952" y="10528"/>
                      <a:pt x="10016" y="10272"/>
                      <a:pt x="9856" y="10112"/>
                    </a:cubicBezTo>
                    <a:lnTo>
                      <a:pt x="8768" y="9024"/>
                    </a:lnTo>
                    <a:lnTo>
                      <a:pt x="9152" y="8640"/>
                    </a:lnTo>
                    <a:lnTo>
                      <a:pt x="10240" y="9728"/>
                    </a:lnTo>
                    <a:cubicBezTo>
                      <a:pt x="10304" y="9792"/>
                      <a:pt x="10368" y="9824"/>
                      <a:pt x="10464" y="9824"/>
                    </a:cubicBezTo>
                    <a:cubicBezTo>
                      <a:pt x="10592" y="9824"/>
                      <a:pt x="10688" y="9760"/>
                      <a:pt x="10752" y="9632"/>
                    </a:cubicBezTo>
                    <a:cubicBezTo>
                      <a:pt x="11168" y="8800"/>
                      <a:pt x="11040" y="7744"/>
                      <a:pt x="10336" y="7040"/>
                    </a:cubicBezTo>
                    <a:cubicBezTo>
                      <a:pt x="9888" y="6592"/>
                      <a:pt x="9344" y="6400"/>
                      <a:pt x="8768" y="6400"/>
                    </a:cubicBezTo>
                    <a:cubicBezTo>
                      <a:pt x="8512" y="6400"/>
                      <a:pt x="8256" y="6432"/>
                      <a:pt x="8000" y="6528"/>
                    </a:cubicBezTo>
                    <a:lnTo>
                      <a:pt x="4448" y="2976"/>
                    </a:lnTo>
                    <a:cubicBezTo>
                      <a:pt x="4736" y="2176"/>
                      <a:pt x="4544" y="1280"/>
                      <a:pt x="3936" y="640"/>
                    </a:cubicBezTo>
                    <a:cubicBezTo>
                      <a:pt x="3520" y="224"/>
                      <a:pt x="2976" y="0"/>
                      <a:pt x="2400" y="0"/>
                    </a:cubicBezTo>
                    <a:close/>
                    <a:moveTo>
                      <a:pt x="1984" y="2880"/>
                    </a:moveTo>
                    <a:cubicBezTo>
                      <a:pt x="2144" y="2880"/>
                      <a:pt x="2304" y="2816"/>
                      <a:pt x="2432" y="2688"/>
                    </a:cubicBezTo>
                    <a:lnTo>
                      <a:pt x="2816" y="2304"/>
                    </a:lnTo>
                    <a:cubicBezTo>
                      <a:pt x="3072" y="2048"/>
                      <a:pt x="3072" y="1664"/>
                      <a:pt x="2816" y="1408"/>
                    </a:cubicBezTo>
                    <a:lnTo>
                      <a:pt x="2080" y="672"/>
                    </a:lnTo>
                    <a:cubicBezTo>
                      <a:pt x="2176" y="672"/>
                      <a:pt x="2272" y="640"/>
                      <a:pt x="2368" y="640"/>
                    </a:cubicBezTo>
                    <a:cubicBezTo>
                      <a:pt x="2784" y="640"/>
                      <a:pt x="3200" y="800"/>
                      <a:pt x="3488" y="1120"/>
                    </a:cubicBezTo>
                    <a:cubicBezTo>
                      <a:pt x="3936" y="1568"/>
                      <a:pt x="4064" y="2208"/>
                      <a:pt x="3872" y="2784"/>
                    </a:cubicBezTo>
                    <a:cubicBezTo>
                      <a:pt x="3776" y="3008"/>
                      <a:pt x="3840" y="3264"/>
                      <a:pt x="4032" y="3456"/>
                    </a:cubicBezTo>
                    <a:lnTo>
                      <a:pt x="7584" y="7008"/>
                    </a:lnTo>
                    <a:cubicBezTo>
                      <a:pt x="7712" y="7136"/>
                      <a:pt x="7872" y="7200"/>
                      <a:pt x="8032" y="7200"/>
                    </a:cubicBezTo>
                    <a:cubicBezTo>
                      <a:pt x="8096" y="7200"/>
                      <a:pt x="8192" y="7200"/>
                      <a:pt x="8256" y="7168"/>
                    </a:cubicBezTo>
                    <a:cubicBezTo>
                      <a:pt x="8416" y="7104"/>
                      <a:pt x="8608" y="7072"/>
                      <a:pt x="8800" y="7072"/>
                    </a:cubicBezTo>
                    <a:cubicBezTo>
                      <a:pt x="9216" y="7072"/>
                      <a:pt x="9632" y="7232"/>
                      <a:pt x="9920" y="7552"/>
                    </a:cubicBezTo>
                    <a:cubicBezTo>
                      <a:pt x="10304" y="7936"/>
                      <a:pt x="10464" y="8448"/>
                      <a:pt x="10368" y="8960"/>
                    </a:cubicBezTo>
                    <a:lnTo>
                      <a:pt x="9632" y="8224"/>
                    </a:lnTo>
                    <a:cubicBezTo>
                      <a:pt x="9504" y="8096"/>
                      <a:pt x="9344" y="8032"/>
                      <a:pt x="9184" y="8032"/>
                    </a:cubicBezTo>
                    <a:cubicBezTo>
                      <a:pt x="9024" y="8032"/>
                      <a:pt x="8864" y="8096"/>
                      <a:pt x="8736" y="8224"/>
                    </a:cubicBezTo>
                    <a:lnTo>
                      <a:pt x="8352" y="8608"/>
                    </a:lnTo>
                    <a:cubicBezTo>
                      <a:pt x="8224" y="8736"/>
                      <a:pt x="8160" y="8896"/>
                      <a:pt x="8160" y="9056"/>
                    </a:cubicBezTo>
                    <a:cubicBezTo>
                      <a:pt x="8160" y="9216"/>
                      <a:pt x="8224" y="9376"/>
                      <a:pt x="8352" y="9504"/>
                    </a:cubicBezTo>
                    <a:lnTo>
                      <a:pt x="9088" y="10240"/>
                    </a:lnTo>
                    <a:cubicBezTo>
                      <a:pt x="8992" y="10240"/>
                      <a:pt x="8896" y="10272"/>
                      <a:pt x="8800" y="10272"/>
                    </a:cubicBezTo>
                    <a:cubicBezTo>
                      <a:pt x="8384" y="10272"/>
                      <a:pt x="7968" y="10112"/>
                      <a:pt x="7680" y="9792"/>
                    </a:cubicBezTo>
                    <a:cubicBezTo>
                      <a:pt x="7232" y="9344"/>
                      <a:pt x="7104" y="8704"/>
                      <a:pt x="7296" y="8128"/>
                    </a:cubicBezTo>
                    <a:cubicBezTo>
                      <a:pt x="7392" y="7904"/>
                      <a:pt x="7328" y="7648"/>
                      <a:pt x="7136" y="7456"/>
                    </a:cubicBezTo>
                    <a:lnTo>
                      <a:pt x="3584" y="3904"/>
                    </a:lnTo>
                    <a:cubicBezTo>
                      <a:pt x="3456" y="3776"/>
                      <a:pt x="3296" y="3712"/>
                      <a:pt x="3136" y="3712"/>
                    </a:cubicBezTo>
                    <a:cubicBezTo>
                      <a:pt x="3072" y="3712"/>
                      <a:pt x="3008" y="3712"/>
                      <a:pt x="2912" y="3744"/>
                    </a:cubicBezTo>
                    <a:cubicBezTo>
                      <a:pt x="2752" y="3808"/>
                      <a:pt x="2560" y="3840"/>
                      <a:pt x="2368" y="3840"/>
                    </a:cubicBezTo>
                    <a:cubicBezTo>
                      <a:pt x="1952" y="3840"/>
                      <a:pt x="1536" y="3680"/>
                      <a:pt x="1248" y="3360"/>
                    </a:cubicBezTo>
                    <a:cubicBezTo>
                      <a:pt x="864" y="2976"/>
                      <a:pt x="704" y="2464"/>
                      <a:pt x="800" y="1952"/>
                    </a:cubicBezTo>
                    <a:lnTo>
                      <a:pt x="1536" y="2688"/>
                    </a:lnTo>
                    <a:cubicBezTo>
                      <a:pt x="1664" y="2816"/>
                      <a:pt x="1824" y="2880"/>
                      <a:pt x="1984" y="2880"/>
                    </a:cubicBezTo>
                    <a:close/>
                    <a:moveTo>
                      <a:pt x="3392" y="6080"/>
                    </a:moveTo>
                    <a:cubicBezTo>
                      <a:pt x="3232" y="6080"/>
                      <a:pt x="3072" y="6144"/>
                      <a:pt x="2944" y="6272"/>
                    </a:cubicBezTo>
                    <a:lnTo>
                      <a:pt x="640" y="8576"/>
                    </a:lnTo>
                    <a:cubicBezTo>
                      <a:pt x="384" y="8832"/>
                      <a:pt x="384" y="9216"/>
                      <a:pt x="640" y="9472"/>
                    </a:cubicBezTo>
                    <a:lnTo>
                      <a:pt x="1536" y="10368"/>
                    </a:lnTo>
                    <a:cubicBezTo>
                      <a:pt x="1664" y="10496"/>
                      <a:pt x="1824" y="10560"/>
                      <a:pt x="1984" y="10560"/>
                    </a:cubicBezTo>
                    <a:cubicBezTo>
                      <a:pt x="2144" y="10560"/>
                      <a:pt x="2304" y="10496"/>
                      <a:pt x="2432" y="10368"/>
                    </a:cubicBezTo>
                    <a:lnTo>
                      <a:pt x="4736" y="8064"/>
                    </a:lnTo>
                    <a:cubicBezTo>
                      <a:pt x="4992" y="7808"/>
                      <a:pt x="4992" y="7424"/>
                      <a:pt x="4736" y="7168"/>
                    </a:cubicBezTo>
                    <a:lnTo>
                      <a:pt x="3840" y="6272"/>
                    </a:lnTo>
                    <a:cubicBezTo>
                      <a:pt x="3744" y="6144"/>
                      <a:pt x="3584" y="6080"/>
                      <a:pt x="3392" y="6080"/>
                    </a:cubicBezTo>
                    <a:close/>
                    <a:moveTo>
                      <a:pt x="2016" y="9920"/>
                    </a:moveTo>
                    <a:lnTo>
                      <a:pt x="1120" y="9024"/>
                    </a:lnTo>
                    <a:lnTo>
                      <a:pt x="3424" y="6720"/>
                    </a:lnTo>
                    <a:lnTo>
                      <a:pt x="4320" y="7616"/>
                    </a:lnTo>
                    <a:lnTo>
                      <a:pt x="2016" y="9920"/>
                    </a:lnTo>
                    <a:close/>
                    <a:moveTo>
                      <a:pt x="9792" y="768"/>
                    </a:moveTo>
                    <a:lnTo>
                      <a:pt x="10240" y="1216"/>
                    </a:lnTo>
                    <a:lnTo>
                      <a:pt x="9120" y="2336"/>
                    </a:lnTo>
                    <a:lnTo>
                      <a:pt x="8896" y="2112"/>
                    </a:lnTo>
                    <a:lnTo>
                      <a:pt x="8672" y="1888"/>
                    </a:lnTo>
                    <a:lnTo>
                      <a:pt x="9792" y="768"/>
                    </a:lnTo>
                    <a:moveTo>
                      <a:pt x="9792" y="0"/>
                    </a:moveTo>
                    <a:cubicBezTo>
                      <a:pt x="9696" y="0"/>
                      <a:pt x="9632" y="32"/>
                      <a:pt x="9568" y="96"/>
                    </a:cubicBezTo>
                    <a:lnTo>
                      <a:pt x="8000" y="1664"/>
                    </a:lnTo>
                    <a:cubicBezTo>
                      <a:pt x="7872" y="1792"/>
                      <a:pt x="7872" y="1984"/>
                      <a:pt x="8000" y="2112"/>
                    </a:cubicBezTo>
                    <a:lnTo>
                      <a:pt x="8224" y="2336"/>
                    </a:lnTo>
                    <a:lnTo>
                      <a:pt x="6656" y="3904"/>
                    </a:lnTo>
                    <a:cubicBezTo>
                      <a:pt x="6528" y="4032"/>
                      <a:pt x="6528" y="4224"/>
                      <a:pt x="6656" y="4352"/>
                    </a:cubicBezTo>
                    <a:cubicBezTo>
                      <a:pt x="6720" y="4416"/>
                      <a:pt x="6816" y="4448"/>
                      <a:pt x="6880" y="4448"/>
                    </a:cubicBezTo>
                    <a:cubicBezTo>
                      <a:pt x="6944" y="4448"/>
                      <a:pt x="7040" y="4416"/>
                      <a:pt x="7104" y="4352"/>
                    </a:cubicBezTo>
                    <a:lnTo>
                      <a:pt x="8672" y="2784"/>
                    </a:lnTo>
                    <a:lnTo>
                      <a:pt x="8896" y="3008"/>
                    </a:lnTo>
                    <a:cubicBezTo>
                      <a:pt x="8960" y="3072"/>
                      <a:pt x="9056" y="3104"/>
                      <a:pt x="9120" y="3104"/>
                    </a:cubicBezTo>
                    <a:cubicBezTo>
                      <a:pt x="9184" y="3104"/>
                      <a:pt x="9280" y="3072"/>
                      <a:pt x="9344" y="3008"/>
                    </a:cubicBezTo>
                    <a:lnTo>
                      <a:pt x="10912" y="1440"/>
                    </a:lnTo>
                    <a:cubicBezTo>
                      <a:pt x="11040" y="1312"/>
                      <a:pt x="11040" y="1120"/>
                      <a:pt x="10912" y="992"/>
                    </a:cubicBezTo>
                    <a:lnTo>
                      <a:pt x="10016" y="96"/>
                    </a:lnTo>
                    <a:cubicBezTo>
                      <a:pt x="9984" y="32"/>
                      <a:pt x="9888" y="0"/>
                      <a:pt x="97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8465186" y="1752930"/>
            <a:ext cx="2842122" cy="3807086"/>
            <a:chOff x="8188961" y="1678284"/>
            <a:chExt cx="2842122" cy="3807086"/>
          </a:xfrm>
        </p:grpSpPr>
        <p:sp>
          <p:nvSpPr>
            <p:cNvPr id="28" name="文本框 27"/>
            <p:cNvSpPr txBox="1"/>
            <p:nvPr/>
          </p:nvSpPr>
          <p:spPr>
            <a:xfrm>
              <a:off x="8188961" y="4138270"/>
              <a:ext cx="2842122" cy="1347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单击此处添加合适文字加以解释说明，可根据自己的需要适当地调整文字大X或者颜色等属性，可复制粘贴文本。</a:t>
              </a: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8475604" y="1678284"/>
              <a:ext cx="2268837" cy="2144439"/>
              <a:chOff x="8475604" y="1678284"/>
              <a:chExt cx="2268837" cy="2144439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8475604" y="1678284"/>
                <a:ext cx="2268837" cy="2144439"/>
                <a:chOff x="8566336" y="1802109"/>
                <a:chExt cx="2268837" cy="2144439"/>
              </a:xfrm>
            </p:grpSpPr>
            <p:sp>
              <p:nvSpPr>
                <p:cNvPr id="33" name="等腰三角形 3"/>
                <p:cNvSpPr/>
                <p:nvPr/>
              </p:nvSpPr>
              <p:spPr>
                <a:xfrm>
                  <a:off x="8774239" y="1802109"/>
                  <a:ext cx="1853030" cy="1626891"/>
                </a:xfrm>
                <a:custGeom>
                  <a:avLst/>
                  <a:gdLst>
                    <a:gd name="connsiteX0" fmla="*/ 14743 w 1853030"/>
                    <a:gd name="connsiteY0" fmla="*/ 1464706 h 1626891"/>
                    <a:gd name="connsiteX1" fmla="*/ 833092 w 1853030"/>
                    <a:gd name="connsiteY1" fmla="*/ 53759 h 1626891"/>
                    <a:gd name="connsiteX2" fmla="*/ 1019938 w 1853030"/>
                    <a:gd name="connsiteY2" fmla="*/ 53759 h 1626891"/>
                    <a:gd name="connsiteX3" fmla="*/ 1838287 w 1853030"/>
                    <a:gd name="connsiteY3" fmla="*/ 1464706 h 1626891"/>
                    <a:gd name="connsiteX4" fmla="*/ 1744864 w 1853030"/>
                    <a:gd name="connsiteY4" fmla="*/ 1626891 h 1626891"/>
                    <a:gd name="connsiteX5" fmla="*/ 108166 w 1853030"/>
                    <a:gd name="connsiteY5" fmla="*/ 1626891 h 1626891"/>
                    <a:gd name="connsiteX6" fmla="*/ 14743 w 1853030"/>
                    <a:gd name="connsiteY6" fmla="*/ 1464706 h 1626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53030" h="1626891">
                      <a:moveTo>
                        <a:pt x="14743" y="1464706"/>
                      </a:moveTo>
                      <a:lnTo>
                        <a:pt x="833092" y="53759"/>
                      </a:lnTo>
                      <a:cubicBezTo>
                        <a:pt x="874665" y="-17919"/>
                        <a:pt x="978365" y="-17919"/>
                        <a:pt x="1019938" y="53759"/>
                      </a:cubicBezTo>
                      <a:lnTo>
                        <a:pt x="1838287" y="1464706"/>
                      </a:lnTo>
                      <a:cubicBezTo>
                        <a:pt x="1880054" y="1536716"/>
                        <a:pt x="1828110" y="1626891"/>
                        <a:pt x="1744864" y="1626891"/>
                      </a:cubicBezTo>
                      <a:lnTo>
                        <a:pt x="108166" y="1626891"/>
                      </a:lnTo>
                      <a:cubicBezTo>
                        <a:pt x="24920" y="1626891"/>
                        <a:pt x="-27023" y="1536716"/>
                        <a:pt x="14743" y="1464706"/>
                      </a:cubicBezTo>
                    </a:path>
                  </a:pathLst>
                </a:custGeom>
                <a:solidFill>
                  <a:srgbClr val="009BB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>
                    <a:defRPr/>
                  </a:pPr>
                  <a:endParaRPr lang="zh-CN" altLang="en-US" sz="24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Freeform 15"/>
                <p:cNvSpPr/>
                <p:nvPr/>
              </p:nvSpPr>
              <p:spPr>
                <a:xfrm>
                  <a:off x="8566336" y="3059831"/>
                  <a:ext cx="2268837" cy="88671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268837" h="886717">
                      <a:moveTo>
                        <a:pt x="549631" y="0"/>
                      </a:moveTo>
                      <a:lnTo>
                        <a:pt x="1662510" y="0"/>
                      </a:lnTo>
                      <a:cubicBezTo>
                        <a:pt x="1698000" y="0"/>
                        <a:pt x="1731246" y="17452"/>
                        <a:pt x="1751402" y="46663"/>
                      </a:cubicBezTo>
                      <a:lnTo>
                        <a:pt x="2219146" y="724531"/>
                      </a:lnTo>
                      <a:cubicBezTo>
                        <a:pt x="2268836" y="796541"/>
                        <a:pt x="2207039" y="886716"/>
                        <a:pt x="2108002" y="886716"/>
                      </a:cubicBezTo>
                      <a:lnTo>
                        <a:pt x="160833" y="886716"/>
                      </a:lnTo>
                      <a:cubicBezTo>
                        <a:pt x="61796" y="886716"/>
                        <a:pt x="0" y="796541"/>
                        <a:pt x="49689" y="724531"/>
                      </a:cubicBezTo>
                    </a:path>
                  </a:pathLst>
                </a:custGeom>
                <a:solidFill>
                  <a:srgbClr val="F0F0F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>
                    <a:defRPr/>
                  </a:pPr>
                  <a:endParaRPr lang="zh-CN" altLang="en-US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等腰三角形 3"/>
                <p:cNvSpPr/>
                <p:nvPr/>
              </p:nvSpPr>
              <p:spPr>
                <a:xfrm>
                  <a:off x="8936071" y="1863405"/>
                  <a:ext cx="1529366" cy="1342726"/>
                </a:xfrm>
                <a:custGeom>
                  <a:avLst/>
                  <a:gdLst>
                    <a:gd name="connsiteX0" fmla="*/ 14743 w 1853030"/>
                    <a:gd name="connsiteY0" fmla="*/ 1464706 h 1626891"/>
                    <a:gd name="connsiteX1" fmla="*/ 833092 w 1853030"/>
                    <a:gd name="connsiteY1" fmla="*/ 53759 h 1626891"/>
                    <a:gd name="connsiteX2" fmla="*/ 1019938 w 1853030"/>
                    <a:gd name="connsiteY2" fmla="*/ 53759 h 1626891"/>
                    <a:gd name="connsiteX3" fmla="*/ 1838287 w 1853030"/>
                    <a:gd name="connsiteY3" fmla="*/ 1464706 h 1626891"/>
                    <a:gd name="connsiteX4" fmla="*/ 1744864 w 1853030"/>
                    <a:gd name="connsiteY4" fmla="*/ 1626891 h 1626891"/>
                    <a:gd name="connsiteX5" fmla="*/ 108166 w 1853030"/>
                    <a:gd name="connsiteY5" fmla="*/ 1626891 h 1626891"/>
                    <a:gd name="connsiteX6" fmla="*/ 14743 w 1853030"/>
                    <a:gd name="connsiteY6" fmla="*/ 1464706 h 1626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53030" h="1626891">
                      <a:moveTo>
                        <a:pt x="14743" y="1464706"/>
                      </a:moveTo>
                      <a:lnTo>
                        <a:pt x="833092" y="53759"/>
                      </a:lnTo>
                      <a:cubicBezTo>
                        <a:pt x="874665" y="-17919"/>
                        <a:pt x="978365" y="-17919"/>
                        <a:pt x="1019938" y="53759"/>
                      </a:cubicBezTo>
                      <a:lnTo>
                        <a:pt x="1838287" y="1464706"/>
                      </a:lnTo>
                      <a:cubicBezTo>
                        <a:pt x="1880054" y="1536716"/>
                        <a:pt x="1828110" y="1626891"/>
                        <a:pt x="1744864" y="1626891"/>
                      </a:cubicBezTo>
                      <a:lnTo>
                        <a:pt x="108166" y="1626891"/>
                      </a:lnTo>
                      <a:cubicBezTo>
                        <a:pt x="24920" y="1626891"/>
                        <a:pt x="-27023" y="1536716"/>
                        <a:pt x="14743" y="1464706"/>
                      </a:cubicBezTo>
                    </a:path>
                  </a:pathLst>
                </a:custGeom>
                <a:solidFill>
                  <a:srgbClr val="009BB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>
                    <a:defRPr/>
                  </a:pPr>
                  <a:endParaRPr lang="zh-CN" altLang="en-US" sz="24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1" name="文本框 30"/>
              <p:cNvSpPr txBox="1"/>
              <p:nvPr/>
            </p:nvSpPr>
            <p:spPr>
              <a:xfrm>
                <a:off x="9004728" y="3305175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defRPr/>
                </a:pPr>
                <a:r>
                  <a:rPr lang="zh-CN" altLang="en-US" sz="20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添加标题</a:t>
                </a:r>
              </a:p>
            </p:txBody>
          </p:sp>
          <p:sp>
            <p:nvSpPr>
              <p:cNvPr id="32" name="molecule_192494"/>
              <p:cNvSpPr/>
              <p:nvPr/>
            </p:nvSpPr>
            <p:spPr>
              <a:xfrm>
                <a:off x="9351521" y="2350369"/>
                <a:ext cx="517003" cy="514082"/>
              </a:xfrm>
              <a:custGeom>
                <a:avLst/>
                <a:gdLst>
                  <a:gd name="T0" fmla="*/ 10734 w 11801"/>
                  <a:gd name="T1" fmla="*/ 1688 h 11734"/>
                  <a:gd name="T2" fmla="*/ 7597 w 11801"/>
                  <a:gd name="T3" fmla="*/ 4153 h 11734"/>
                  <a:gd name="T4" fmla="*/ 6961 w 11801"/>
                  <a:gd name="T5" fmla="*/ 4170 h 11734"/>
                  <a:gd name="T6" fmla="*/ 4622 w 11801"/>
                  <a:gd name="T7" fmla="*/ 2533 h 11734"/>
                  <a:gd name="T8" fmla="*/ 934 w 11801"/>
                  <a:gd name="T9" fmla="*/ 5483 h 11734"/>
                  <a:gd name="T10" fmla="*/ 184 w 11801"/>
                  <a:gd name="T11" fmla="*/ 5400 h 11734"/>
                  <a:gd name="T12" fmla="*/ 267 w 11801"/>
                  <a:gd name="T13" fmla="*/ 4650 h 11734"/>
                  <a:gd name="T14" fmla="*/ 4267 w 11801"/>
                  <a:gd name="T15" fmla="*/ 1450 h 11734"/>
                  <a:gd name="T16" fmla="*/ 4907 w 11801"/>
                  <a:gd name="T17" fmla="*/ 1430 h 11734"/>
                  <a:gd name="T18" fmla="*/ 7249 w 11801"/>
                  <a:gd name="T19" fmla="*/ 3070 h 11734"/>
                  <a:gd name="T20" fmla="*/ 9798 w 11801"/>
                  <a:gd name="T21" fmla="*/ 1067 h 11734"/>
                  <a:gd name="T22" fmla="*/ 8601 w 11801"/>
                  <a:gd name="T23" fmla="*/ 1067 h 11734"/>
                  <a:gd name="T24" fmla="*/ 8067 w 11801"/>
                  <a:gd name="T25" fmla="*/ 534 h 11734"/>
                  <a:gd name="T26" fmla="*/ 8601 w 11801"/>
                  <a:gd name="T27" fmla="*/ 0 h 11734"/>
                  <a:gd name="T28" fmla="*/ 11267 w 11801"/>
                  <a:gd name="T29" fmla="*/ 0 h 11734"/>
                  <a:gd name="T30" fmla="*/ 11801 w 11801"/>
                  <a:gd name="T31" fmla="*/ 534 h 11734"/>
                  <a:gd name="T32" fmla="*/ 11801 w 11801"/>
                  <a:gd name="T33" fmla="*/ 3200 h 11734"/>
                  <a:gd name="T34" fmla="*/ 11267 w 11801"/>
                  <a:gd name="T35" fmla="*/ 3734 h 11734"/>
                  <a:gd name="T36" fmla="*/ 10734 w 11801"/>
                  <a:gd name="T37" fmla="*/ 3200 h 11734"/>
                  <a:gd name="T38" fmla="*/ 10734 w 11801"/>
                  <a:gd name="T39" fmla="*/ 1688 h 11734"/>
                  <a:gd name="T40" fmla="*/ 1401 w 11801"/>
                  <a:gd name="T41" fmla="*/ 6400 h 11734"/>
                  <a:gd name="T42" fmla="*/ 1934 w 11801"/>
                  <a:gd name="T43" fmla="*/ 5867 h 11734"/>
                  <a:gd name="T44" fmla="*/ 2467 w 11801"/>
                  <a:gd name="T45" fmla="*/ 6400 h 11734"/>
                  <a:gd name="T46" fmla="*/ 2467 w 11801"/>
                  <a:gd name="T47" fmla="*/ 11200 h 11734"/>
                  <a:gd name="T48" fmla="*/ 1934 w 11801"/>
                  <a:gd name="T49" fmla="*/ 11734 h 11734"/>
                  <a:gd name="T50" fmla="*/ 1401 w 11801"/>
                  <a:gd name="T51" fmla="*/ 11200 h 11734"/>
                  <a:gd name="T52" fmla="*/ 1401 w 11801"/>
                  <a:gd name="T53" fmla="*/ 6400 h 11734"/>
                  <a:gd name="T54" fmla="*/ 4067 w 11801"/>
                  <a:gd name="T55" fmla="*/ 4267 h 11734"/>
                  <a:gd name="T56" fmla="*/ 4601 w 11801"/>
                  <a:gd name="T57" fmla="*/ 3734 h 11734"/>
                  <a:gd name="T58" fmla="*/ 5134 w 11801"/>
                  <a:gd name="T59" fmla="*/ 4267 h 11734"/>
                  <a:gd name="T60" fmla="*/ 5134 w 11801"/>
                  <a:gd name="T61" fmla="*/ 11200 h 11734"/>
                  <a:gd name="T62" fmla="*/ 4601 w 11801"/>
                  <a:gd name="T63" fmla="*/ 11734 h 11734"/>
                  <a:gd name="T64" fmla="*/ 4067 w 11801"/>
                  <a:gd name="T65" fmla="*/ 11200 h 11734"/>
                  <a:gd name="T66" fmla="*/ 4067 w 11801"/>
                  <a:gd name="T67" fmla="*/ 4267 h 11734"/>
                  <a:gd name="T68" fmla="*/ 6734 w 11801"/>
                  <a:gd name="T69" fmla="*/ 5867 h 11734"/>
                  <a:gd name="T70" fmla="*/ 7267 w 11801"/>
                  <a:gd name="T71" fmla="*/ 5334 h 11734"/>
                  <a:gd name="T72" fmla="*/ 7801 w 11801"/>
                  <a:gd name="T73" fmla="*/ 5867 h 11734"/>
                  <a:gd name="T74" fmla="*/ 7801 w 11801"/>
                  <a:gd name="T75" fmla="*/ 11200 h 11734"/>
                  <a:gd name="T76" fmla="*/ 7267 w 11801"/>
                  <a:gd name="T77" fmla="*/ 11734 h 11734"/>
                  <a:gd name="T78" fmla="*/ 6734 w 11801"/>
                  <a:gd name="T79" fmla="*/ 11200 h 11734"/>
                  <a:gd name="T80" fmla="*/ 6734 w 11801"/>
                  <a:gd name="T81" fmla="*/ 5867 h 11734"/>
                  <a:gd name="T82" fmla="*/ 9401 w 11801"/>
                  <a:gd name="T83" fmla="*/ 4800 h 11734"/>
                  <a:gd name="T84" fmla="*/ 9934 w 11801"/>
                  <a:gd name="T85" fmla="*/ 4267 h 11734"/>
                  <a:gd name="T86" fmla="*/ 10467 w 11801"/>
                  <a:gd name="T87" fmla="*/ 4800 h 11734"/>
                  <a:gd name="T88" fmla="*/ 10467 w 11801"/>
                  <a:gd name="T89" fmla="*/ 11200 h 11734"/>
                  <a:gd name="T90" fmla="*/ 9934 w 11801"/>
                  <a:gd name="T91" fmla="*/ 11734 h 11734"/>
                  <a:gd name="T92" fmla="*/ 9401 w 11801"/>
                  <a:gd name="T93" fmla="*/ 11200 h 11734"/>
                  <a:gd name="T94" fmla="*/ 9401 w 11801"/>
                  <a:gd name="T95" fmla="*/ 4800 h 117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1801" h="11734">
                    <a:moveTo>
                      <a:pt x="10734" y="1688"/>
                    </a:moveTo>
                    <a:lnTo>
                      <a:pt x="7597" y="4153"/>
                    </a:lnTo>
                    <a:cubicBezTo>
                      <a:pt x="7412" y="4298"/>
                      <a:pt x="7154" y="4305"/>
                      <a:pt x="6961" y="4170"/>
                    </a:cubicBezTo>
                    <a:lnTo>
                      <a:pt x="4622" y="2533"/>
                    </a:lnTo>
                    <a:lnTo>
                      <a:pt x="934" y="5483"/>
                    </a:lnTo>
                    <a:cubicBezTo>
                      <a:pt x="704" y="5667"/>
                      <a:pt x="368" y="5630"/>
                      <a:pt x="184" y="5400"/>
                    </a:cubicBezTo>
                    <a:cubicBezTo>
                      <a:pt x="0" y="5170"/>
                      <a:pt x="37" y="4834"/>
                      <a:pt x="267" y="4650"/>
                    </a:cubicBezTo>
                    <a:lnTo>
                      <a:pt x="4267" y="1450"/>
                    </a:lnTo>
                    <a:cubicBezTo>
                      <a:pt x="4452" y="1302"/>
                      <a:pt x="4713" y="1294"/>
                      <a:pt x="4907" y="1430"/>
                    </a:cubicBezTo>
                    <a:lnTo>
                      <a:pt x="7249" y="3070"/>
                    </a:lnTo>
                    <a:lnTo>
                      <a:pt x="9798" y="1067"/>
                    </a:lnTo>
                    <a:lnTo>
                      <a:pt x="8601" y="1067"/>
                    </a:lnTo>
                    <a:cubicBezTo>
                      <a:pt x="8306" y="1067"/>
                      <a:pt x="8067" y="828"/>
                      <a:pt x="8067" y="534"/>
                    </a:cubicBezTo>
                    <a:cubicBezTo>
                      <a:pt x="8067" y="239"/>
                      <a:pt x="8306" y="0"/>
                      <a:pt x="8601" y="0"/>
                    </a:cubicBezTo>
                    <a:lnTo>
                      <a:pt x="11267" y="0"/>
                    </a:lnTo>
                    <a:cubicBezTo>
                      <a:pt x="11562" y="0"/>
                      <a:pt x="11801" y="239"/>
                      <a:pt x="11801" y="534"/>
                    </a:cubicBezTo>
                    <a:lnTo>
                      <a:pt x="11801" y="3200"/>
                    </a:lnTo>
                    <a:cubicBezTo>
                      <a:pt x="11801" y="3495"/>
                      <a:pt x="11562" y="3734"/>
                      <a:pt x="11267" y="3734"/>
                    </a:cubicBezTo>
                    <a:cubicBezTo>
                      <a:pt x="10973" y="3734"/>
                      <a:pt x="10734" y="3495"/>
                      <a:pt x="10734" y="3200"/>
                    </a:cubicBezTo>
                    <a:lnTo>
                      <a:pt x="10734" y="1688"/>
                    </a:lnTo>
                    <a:close/>
                    <a:moveTo>
                      <a:pt x="1401" y="6400"/>
                    </a:moveTo>
                    <a:cubicBezTo>
                      <a:pt x="1401" y="6106"/>
                      <a:pt x="1639" y="5867"/>
                      <a:pt x="1934" y="5867"/>
                    </a:cubicBezTo>
                    <a:cubicBezTo>
                      <a:pt x="2229" y="5867"/>
                      <a:pt x="2467" y="6106"/>
                      <a:pt x="2467" y="6400"/>
                    </a:cubicBezTo>
                    <a:lnTo>
                      <a:pt x="2467" y="11200"/>
                    </a:lnTo>
                    <a:cubicBezTo>
                      <a:pt x="2467" y="11495"/>
                      <a:pt x="2229" y="11734"/>
                      <a:pt x="1934" y="11734"/>
                    </a:cubicBezTo>
                    <a:cubicBezTo>
                      <a:pt x="1639" y="11734"/>
                      <a:pt x="1401" y="11495"/>
                      <a:pt x="1401" y="11200"/>
                    </a:cubicBezTo>
                    <a:lnTo>
                      <a:pt x="1401" y="6400"/>
                    </a:lnTo>
                    <a:close/>
                    <a:moveTo>
                      <a:pt x="4067" y="4267"/>
                    </a:moveTo>
                    <a:cubicBezTo>
                      <a:pt x="4067" y="3972"/>
                      <a:pt x="4306" y="3734"/>
                      <a:pt x="4601" y="3734"/>
                    </a:cubicBezTo>
                    <a:cubicBezTo>
                      <a:pt x="4895" y="3734"/>
                      <a:pt x="5134" y="3972"/>
                      <a:pt x="5134" y="4267"/>
                    </a:cubicBezTo>
                    <a:lnTo>
                      <a:pt x="5134" y="11200"/>
                    </a:lnTo>
                    <a:cubicBezTo>
                      <a:pt x="5134" y="11495"/>
                      <a:pt x="4895" y="11734"/>
                      <a:pt x="4601" y="11734"/>
                    </a:cubicBezTo>
                    <a:cubicBezTo>
                      <a:pt x="4306" y="11734"/>
                      <a:pt x="4067" y="11495"/>
                      <a:pt x="4067" y="11200"/>
                    </a:cubicBezTo>
                    <a:lnTo>
                      <a:pt x="4067" y="4267"/>
                    </a:lnTo>
                    <a:close/>
                    <a:moveTo>
                      <a:pt x="6734" y="5867"/>
                    </a:moveTo>
                    <a:cubicBezTo>
                      <a:pt x="6734" y="5572"/>
                      <a:pt x="6973" y="5334"/>
                      <a:pt x="7267" y="5334"/>
                    </a:cubicBezTo>
                    <a:cubicBezTo>
                      <a:pt x="7562" y="5334"/>
                      <a:pt x="7801" y="5572"/>
                      <a:pt x="7801" y="5867"/>
                    </a:cubicBezTo>
                    <a:lnTo>
                      <a:pt x="7801" y="11200"/>
                    </a:lnTo>
                    <a:cubicBezTo>
                      <a:pt x="7801" y="11495"/>
                      <a:pt x="7562" y="11734"/>
                      <a:pt x="7267" y="11734"/>
                    </a:cubicBezTo>
                    <a:cubicBezTo>
                      <a:pt x="6973" y="11734"/>
                      <a:pt x="6734" y="11495"/>
                      <a:pt x="6734" y="11200"/>
                    </a:cubicBezTo>
                    <a:lnTo>
                      <a:pt x="6734" y="5867"/>
                    </a:lnTo>
                    <a:close/>
                    <a:moveTo>
                      <a:pt x="9401" y="4800"/>
                    </a:moveTo>
                    <a:cubicBezTo>
                      <a:pt x="9401" y="4506"/>
                      <a:pt x="9639" y="4267"/>
                      <a:pt x="9934" y="4267"/>
                    </a:cubicBezTo>
                    <a:cubicBezTo>
                      <a:pt x="10229" y="4267"/>
                      <a:pt x="10467" y="4506"/>
                      <a:pt x="10467" y="4800"/>
                    </a:cubicBezTo>
                    <a:lnTo>
                      <a:pt x="10467" y="11200"/>
                    </a:lnTo>
                    <a:cubicBezTo>
                      <a:pt x="10467" y="11495"/>
                      <a:pt x="10229" y="11734"/>
                      <a:pt x="9934" y="11734"/>
                    </a:cubicBezTo>
                    <a:cubicBezTo>
                      <a:pt x="9639" y="11734"/>
                      <a:pt x="9401" y="11495"/>
                      <a:pt x="9401" y="11200"/>
                    </a:cubicBezTo>
                    <a:lnTo>
                      <a:pt x="9401" y="48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1500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4" dur="1500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4" dur="1500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e2b1b33cf857468d">
            <a:alphaModFix amt="1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7144" y="235807"/>
            <a:ext cx="547995" cy="509895"/>
            <a:chOff x="315244" y="264382"/>
            <a:chExt cx="547995" cy="509895"/>
          </a:xfrm>
        </p:grpSpPr>
        <p:sp>
          <p:nvSpPr>
            <p:cNvPr id="6" name="圆: 空心 5"/>
            <p:cNvSpPr/>
            <p:nvPr/>
          </p:nvSpPr>
          <p:spPr>
            <a:xfrm>
              <a:off x="353344" y="264382"/>
              <a:ext cx="509895" cy="509895"/>
            </a:xfrm>
            <a:prstGeom prst="donut">
              <a:avLst/>
            </a:prstGeom>
            <a:solidFill>
              <a:srgbClr val="00B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33819" y="344857"/>
              <a:ext cx="348946" cy="3489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1667" y="412705"/>
              <a:ext cx="213250" cy="213250"/>
            </a:xfrm>
            <a:prstGeom prst="ellipse">
              <a:avLst/>
            </a:prstGeom>
            <a:gradFill>
              <a:gsLst>
                <a:gs pos="100000">
                  <a:srgbClr val="00BCD4">
                    <a:alpha val="66000"/>
                  </a:srgbClr>
                </a:gs>
                <a:gs pos="46000">
                  <a:srgbClr val="00BCD4"/>
                </a:gs>
              </a:gsLst>
              <a:lin ang="7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5" name="圆: 空心 14"/>
            <p:cNvSpPr/>
            <p:nvPr/>
          </p:nvSpPr>
          <p:spPr>
            <a:xfrm>
              <a:off x="315244" y="554489"/>
              <a:ext cx="213250" cy="213250"/>
            </a:xfrm>
            <a:prstGeom prst="donut">
              <a:avLst/>
            </a:prstGeom>
            <a:solidFill>
              <a:srgbClr val="009B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4664" y="229144"/>
            <a:ext cx="28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营 销 方 案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194425" y="1682750"/>
            <a:ext cx="2743200" cy="3752850"/>
            <a:chOff x="5194300" y="1797050"/>
            <a:chExt cx="2743200" cy="3752850"/>
          </a:xfrm>
        </p:grpSpPr>
        <p:sp>
          <p:nvSpPr>
            <p:cNvPr id="4" name="矩形 3"/>
            <p:cNvSpPr/>
            <p:nvPr/>
          </p:nvSpPr>
          <p:spPr>
            <a:xfrm>
              <a:off x="5194300" y="1797050"/>
              <a:ext cx="2743200" cy="3657600"/>
            </a:xfrm>
            <a:prstGeom prst="rect">
              <a:avLst/>
            </a:prstGeom>
            <a:blipFill>
              <a:blip r:embed="R944e529ae9ef48c5"/>
              <a:stretch>
                <a:fillRect t="-2604" b="-2604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5194300" y="5016500"/>
              <a:ext cx="2743200" cy="533400"/>
            </a:xfrm>
            <a:prstGeom prst="rect">
              <a:avLst/>
            </a:prstGeom>
            <a:solidFill>
              <a:srgbClr val="009BB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ysClr val="window" lastClr="FFFFFF">
                  <a:lumMod val="50000"/>
                  <a:alpha val="1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9032875" y="1682750"/>
            <a:ext cx="2743200" cy="3752850"/>
            <a:chOff x="5194300" y="1797050"/>
            <a:chExt cx="2743200" cy="3752850"/>
          </a:xfrm>
        </p:grpSpPr>
        <p:sp>
          <p:nvSpPr>
            <p:cNvPr id="10" name="矩形 9"/>
            <p:cNvSpPr/>
            <p:nvPr/>
          </p:nvSpPr>
          <p:spPr>
            <a:xfrm>
              <a:off x="5194300" y="1797050"/>
              <a:ext cx="2743200" cy="3657600"/>
            </a:xfrm>
            <a:prstGeom prst="rect">
              <a:avLst/>
            </a:prstGeom>
            <a:blipFill>
              <a:blip r:embed="Rb9e126d679944f07"/>
              <a:stretch>
                <a:fillRect t="-2604" b="-2604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5194300" y="5016500"/>
              <a:ext cx="2743200" cy="533400"/>
            </a:xfrm>
            <a:prstGeom prst="rect">
              <a:avLst/>
            </a:prstGeom>
            <a:solidFill>
              <a:srgbClr val="00BCD4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ysClr val="window" lastClr="FFFFFF">
                  <a:lumMod val="50000"/>
                  <a:alpha val="1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54417" y="1774825"/>
            <a:ext cx="5623039" cy="1523494"/>
            <a:chOff x="454417" y="1517650"/>
            <a:chExt cx="5623039" cy="1523494"/>
          </a:xfrm>
        </p:grpSpPr>
        <p:grpSp>
          <p:nvGrpSpPr>
            <p:cNvPr id="13" name="组合 12"/>
            <p:cNvGrpSpPr/>
            <p:nvPr/>
          </p:nvGrpSpPr>
          <p:grpSpPr>
            <a:xfrm>
              <a:off x="454417" y="1655066"/>
              <a:ext cx="1037778" cy="1037783"/>
              <a:chOff x="454417" y="1655066"/>
              <a:chExt cx="1037778" cy="1037783"/>
            </a:xfrm>
          </p:grpSpPr>
          <p:sp>
            <p:nvSpPr>
              <p:cNvPr id="17" name="Oval 104"/>
              <p:cNvSpPr/>
              <p:nvPr/>
            </p:nvSpPr>
            <p:spPr>
              <a:xfrm>
                <a:off x="454417" y="1655066"/>
                <a:ext cx="1037778" cy="1037783"/>
              </a:xfrm>
              <a:prstGeom prst="ellipse">
                <a:avLst/>
              </a:prstGeom>
              <a:solidFill>
                <a:srgbClr val="009BB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endParaRPr>
              </a:p>
            </p:txBody>
          </p:sp>
          <p:grpSp>
            <p:nvGrpSpPr>
              <p:cNvPr id="19" name="Group 556"/>
              <p:cNvGrpSpPr>
                <a:grpSpLocks noChangeAspect="1"/>
              </p:cNvGrpSpPr>
              <p:nvPr/>
            </p:nvGrpSpPr>
            <p:grpSpPr>
              <a:xfrm>
                <a:off x="768451" y="1990853"/>
                <a:ext cx="467034" cy="411782"/>
                <a:chOff x="-145" y="1651"/>
                <a:chExt cx="2054" cy="1811"/>
              </a:xfrm>
              <a:solidFill>
                <a:sysClr val="window" lastClr="FFFFFF"/>
              </a:solidFill>
            </p:grpSpPr>
            <p:sp>
              <p:nvSpPr>
                <p:cNvPr id="20" name="Freeform 558"/>
                <p:cNvSpPr/>
                <p:nvPr/>
              </p:nvSpPr>
              <p:spPr bwMode="auto">
                <a:xfrm>
                  <a:off x="825" y="2371"/>
                  <a:ext cx="329" cy="521"/>
                </a:xfrm>
                <a:custGeom>
                  <a:avLst/>
                  <a:gdLst>
                    <a:gd name="T0" fmla="*/ 76 w 657"/>
                    <a:gd name="T1" fmla="*/ 0 h 1041"/>
                    <a:gd name="T2" fmla="*/ 581 w 657"/>
                    <a:gd name="T3" fmla="*/ 0 h 1041"/>
                    <a:gd name="T4" fmla="*/ 601 w 657"/>
                    <a:gd name="T5" fmla="*/ 3 h 1041"/>
                    <a:gd name="T6" fmla="*/ 620 w 657"/>
                    <a:gd name="T7" fmla="*/ 10 h 1041"/>
                    <a:gd name="T8" fmla="*/ 635 w 657"/>
                    <a:gd name="T9" fmla="*/ 22 h 1041"/>
                    <a:gd name="T10" fmla="*/ 647 w 657"/>
                    <a:gd name="T11" fmla="*/ 37 h 1041"/>
                    <a:gd name="T12" fmla="*/ 655 w 657"/>
                    <a:gd name="T13" fmla="*/ 56 h 1041"/>
                    <a:gd name="T14" fmla="*/ 657 w 657"/>
                    <a:gd name="T15" fmla="*/ 76 h 1041"/>
                    <a:gd name="T16" fmla="*/ 657 w 657"/>
                    <a:gd name="T17" fmla="*/ 127 h 1041"/>
                    <a:gd name="T18" fmla="*/ 578 w 657"/>
                    <a:gd name="T19" fmla="*/ 171 h 1041"/>
                    <a:gd name="T20" fmla="*/ 503 w 657"/>
                    <a:gd name="T21" fmla="*/ 218 h 1041"/>
                    <a:gd name="T22" fmla="*/ 431 w 657"/>
                    <a:gd name="T23" fmla="*/ 272 h 1041"/>
                    <a:gd name="T24" fmla="*/ 363 w 657"/>
                    <a:gd name="T25" fmla="*/ 331 h 1041"/>
                    <a:gd name="T26" fmla="*/ 301 w 657"/>
                    <a:gd name="T27" fmla="*/ 395 h 1041"/>
                    <a:gd name="T28" fmla="*/ 244 w 657"/>
                    <a:gd name="T29" fmla="*/ 462 h 1041"/>
                    <a:gd name="T30" fmla="*/ 190 w 657"/>
                    <a:gd name="T31" fmla="*/ 534 h 1041"/>
                    <a:gd name="T32" fmla="*/ 144 w 657"/>
                    <a:gd name="T33" fmla="*/ 611 h 1041"/>
                    <a:gd name="T34" fmla="*/ 102 w 657"/>
                    <a:gd name="T35" fmla="*/ 691 h 1041"/>
                    <a:gd name="T36" fmla="*/ 67 w 657"/>
                    <a:gd name="T37" fmla="*/ 775 h 1041"/>
                    <a:gd name="T38" fmla="*/ 38 w 657"/>
                    <a:gd name="T39" fmla="*/ 860 h 1041"/>
                    <a:gd name="T40" fmla="*/ 14 w 657"/>
                    <a:gd name="T41" fmla="*/ 950 h 1041"/>
                    <a:gd name="T42" fmla="*/ 0 w 657"/>
                    <a:gd name="T43" fmla="*/ 1041 h 1041"/>
                    <a:gd name="T44" fmla="*/ 0 w 657"/>
                    <a:gd name="T45" fmla="*/ 76 h 1041"/>
                    <a:gd name="T46" fmla="*/ 2 w 657"/>
                    <a:gd name="T47" fmla="*/ 56 h 1041"/>
                    <a:gd name="T48" fmla="*/ 9 w 657"/>
                    <a:gd name="T49" fmla="*/ 37 h 1041"/>
                    <a:gd name="T50" fmla="*/ 22 w 657"/>
                    <a:gd name="T51" fmla="*/ 22 h 1041"/>
                    <a:gd name="T52" fmla="*/ 37 w 657"/>
                    <a:gd name="T53" fmla="*/ 10 h 1041"/>
                    <a:gd name="T54" fmla="*/ 56 w 657"/>
                    <a:gd name="T55" fmla="*/ 3 h 1041"/>
                    <a:gd name="T56" fmla="*/ 76 w 657"/>
                    <a:gd name="T57" fmla="*/ 0 h 10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657" h="1041">
                      <a:moveTo>
                        <a:pt x="76" y="0"/>
                      </a:moveTo>
                      <a:lnTo>
                        <a:pt x="581" y="0"/>
                      </a:lnTo>
                      <a:lnTo>
                        <a:pt x="601" y="3"/>
                      </a:lnTo>
                      <a:lnTo>
                        <a:pt x="620" y="10"/>
                      </a:lnTo>
                      <a:lnTo>
                        <a:pt x="635" y="22"/>
                      </a:lnTo>
                      <a:lnTo>
                        <a:pt x="647" y="37"/>
                      </a:lnTo>
                      <a:lnTo>
                        <a:pt x="655" y="56"/>
                      </a:lnTo>
                      <a:lnTo>
                        <a:pt x="657" y="76"/>
                      </a:lnTo>
                      <a:lnTo>
                        <a:pt x="657" y="127"/>
                      </a:lnTo>
                      <a:lnTo>
                        <a:pt x="578" y="171"/>
                      </a:lnTo>
                      <a:lnTo>
                        <a:pt x="503" y="218"/>
                      </a:lnTo>
                      <a:lnTo>
                        <a:pt x="431" y="272"/>
                      </a:lnTo>
                      <a:lnTo>
                        <a:pt x="363" y="331"/>
                      </a:lnTo>
                      <a:lnTo>
                        <a:pt x="301" y="395"/>
                      </a:lnTo>
                      <a:lnTo>
                        <a:pt x="244" y="462"/>
                      </a:lnTo>
                      <a:lnTo>
                        <a:pt x="190" y="534"/>
                      </a:lnTo>
                      <a:lnTo>
                        <a:pt x="144" y="611"/>
                      </a:lnTo>
                      <a:lnTo>
                        <a:pt x="102" y="691"/>
                      </a:lnTo>
                      <a:lnTo>
                        <a:pt x="67" y="775"/>
                      </a:lnTo>
                      <a:lnTo>
                        <a:pt x="38" y="860"/>
                      </a:lnTo>
                      <a:lnTo>
                        <a:pt x="14" y="950"/>
                      </a:lnTo>
                      <a:lnTo>
                        <a:pt x="0" y="1041"/>
                      </a:lnTo>
                      <a:lnTo>
                        <a:pt x="0" y="76"/>
                      </a:lnTo>
                      <a:lnTo>
                        <a:pt x="2" y="56"/>
                      </a:lnTo>
                      <a:lnTo>
                        <a:pt x="9" y="37"/>
                      </a:lnTo>
                      <a:lnTo>
                        <a:pt x="22" y="22"/>
                      </a:lnTo>
                      <a:lnTo>
                        <a:pt x="37" y="10"/>
                      </a:lnTo>
                      <a:lnTo>
                        <a:pt x="56" y="3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1" name="Freeform 559"/>
                <p:cNvSpPr/>
                <p:nvPr/>
              </p:nvSpPr>
              <p:spPr bwMode="auto">
                <a:xfrm>
                  <a:off x="825" y="3047"/>
                  <a:ext cx="246" cy="407"/>
                </a:xfrm>
                <a:custGeom>
                  <a:avLst/>
                  <a:gdLst>
                    <a:gd name="T0" fmla="*/ 0 w 490"/>
                    <a:gd name="T1" fmla="*/ 0 h 814"/>
                    <a:gd name="T2" fmla="*/ 14 w 490"/>
                    <a:gd name="T3" fmla="*/ 91 h 814"/>
                    <a:gd name="T4" fmla="*/ 37 w 490"/>
                    <a:gd name="T5" fmla="*/ 178 h 814"/>
                    <a:gd name="T6" fmla="*/ 66 w 490"/>
                    <a:gd name="T7" fmla="*/ 264 h 814"/>
                    <a:gd name="T8" fmla="*/ 99 w 490"/>
                    <a:gd name="T9" fmla="*/ 346 h 814"/>
                    <a:gd name="T10" fmla="*/ 140 w 490"/>
                    <a:gd name="T11" fmla="*/ 425 h 814"/>
                    <a:gd name="T12" fmla="*/ 186 w 490"/>
                    <a:gd name="T13" fmla="*/ 501 h 814"/>
                    <a:gd name="T14" fmla="*/ 237 w 490"/>
                    <a:gd name="T15" fmla="*/ 572 h 814"/>
                    <a:gd name="T16" fmla="*/ 294 w 490"/>
                    <a:gd name="T17" fmla="*/ 640 h 814"/>
                    <a:gd name="T18" fmla="*/ 355 w 490"/>
                    <a:gd name="T19" fmla="*/ 702 h 814"/>
                    <a:gd name="T20" fmla="*/ 421 w 490"/>
                    <a:gd name="T21" fmla="*/ 761 h 814"/>
                    <a:gd name="T22" fmla="*/ 490 w 490"/>
                    <a:gd name="T23" fmla="*/ 814 h 814"/>
                    <a:gd name="T24" fmla="*/ 76 w 490"/>
                    <a:gd name="T25" fmla="*/ 814 h 814"/>
                    <a:gd name="T26" fmla="*/ 56 w 490"/>
                    <a:gd name="T27" fmla="*/ 812 h 814"/>
                    <a:gd name="T28" fmla="*/ 37 w 490"/>
                    <a:gd name="T29" fmla="*/ 804 h 814"/>
                    <a:gd name="T30" fmla="*/ 22 w 490"/>
                    <a:gd name="T31" fmla="*/ 793 h 814"/>
                    <a:gd name="T32" fmla="*/ 9 w 490"/>
                    <a:gd name="T33" fmla="*/ 777 h 814"/>
                    <a:gd name="T34" fmla="*/ 2 w 490"/>
                    <a:gd name="T35" fmla="*/ 758 h 814"/>
                    <a:gd name="T36" fmla="*/ 0 w 490"/>
                    <a:gd name="T37" fmla="*/ 738 h 814"/>
                    <a:gd name="T38" fmla="*/ 0 w 490"/>
                    <a:gd name="T39" fmla="*/ 0 h 8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490" h="814">
                      <a:moveTo>
                        <a:pt x="0" y="0"/>
                      </a:moveTo>
                      <a:lnTo>
                        <a:pt x="14" y="91"/>
                      </a:lnTo>
                      <a:lnTo>
                        <a:pt x="37" y="178"/>
                      </a:lnTo>
                      <a:lnTo>
                        <a:pt x="66" y="264"/>
                      </a:lnTo>
                      <a:lnTo>
                        <a:pt x="99" y="346"/>
                      </a:lnTo>
                      <a:lnTo>
                        <a:pt x="140" y="425"/>
                      </a:lnTo>
                      <a:lnTo>
                        <a:pt x="186" y="501"/>
                      </a:lnTo>
                      <a:lnTo>
                        <a:pt x="237" y="572"/>
                      </a:lnTo>
                      <a:lnTo>
                        <a:pt x="294" y="640"/>
                      </a:lnTo>
                      <a:lnTo>
                        <a:pt x="355" y="702"/>
                      </a:lnTo>
                      <a:lnTo>
                        <a:pt x="421" y="761"/>
                      </a:lnTo>
                      <a:lnTo>
                        <a:pt x="490" y="814"/>
                      </a:lnTo>
                      <a:lnTo>
                        <a:pt x="76" y="814"/>
                      </a:lnTo>
                      <a:lnTo>
                        <a:pt x="56" y="812"/>
                      </a:lnTo>
                      <a:lnTo>
                        <a:pt x="37" y="804"/>
                      </a:lnTo>
                      <a:lnTo>
                        <a:pt x="22" y="793"/>
                      </a:lnTo>
                      <a:lnTo>
                        <a:pt x="9" y="777"/>
                      </a:lnTo>
                      <a:lnTo>
                        <a:pt x="2" y="758"/>
                      </a:lnTo>
                      <a:lnTo>
                        <a:pt x="0" y="7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2" name="Freeform 560"/>
                <p:cNvSpPr/>
                <p:nvPr/>
              </p:nvSpPr>
              <p:spPr bwMode="auto">
                <a:xfrm>
                  <a:off x="-145" y="1651"/>
                  <a:ext cx="1685" cy="610"/>
                </a:xfrm>
                <a:custGeom>
                  <a:avLst/>
                  <a:gdLst>
                    <a:gd name="T0" fmla="*/ 3248 w 3370"/>
                    <a:gd name="T1" fmla="*/ 0 h 1219"/>
                    <a:gd name="T2" fmla="*/ 3301 w 3370"/>
                    <a:gd name="T3" fmla="*/ 12 h 1219"/>
                    <a:gd name="T4" fmla="*/ 3342 w 3370"/>
                    <a:gd name="T5" fmla="*/ 46 h 1219"/>
                    <a:gd name="T6" fmla="*/ 3366 w 3370"/>
                    <a:gd name="T7" fmla="*/ 94 h 1219"/>
                    <a:gd name="T8" fmla="*/ 3370 w 3370"/>
                    <a:gd name="T9" fmla="*/ 663 h 1219"/>
                    <a:gd name="T10" fmla="*/ 3361 w 3370"/>
                    <a:gd name="T11" fmla="*/ 711 h 1219"/>
                    <a:gd name="T12" fmla="*/ 3334 w 3370"/>
                    <a:gd name="T13" fmla="*/ 751 h 1219"/>
                    <a:gd name="T14" fmla="*/ 3294 w 3370"/>
                    <a:gd name="T15" fmla="*/ 777 h 1219"/>
                    <a:gd name="T16" fmla="*/ 3248 w 3370"/>
                    <a:gd name="T17" fmla="*/ 787 h 1219"/>
                    <a:gd name="T18" fmla="*/ 3200 w 3370"/>
                    <a:gd name="T19" fmla="*/ 777 h 1219"/>
                    <a:gd name="T20" fmla="*/ 3160 w 3370"/>
                    <a:gd name="T21" fmla="*/ 751 h 1219"/>
                    <a:gd name="T22" fmla="*/ 2528 w 3370"/>
                    <a:gd name="T23" fmla="*/ 1130 h 1219"/>
                    <a:gd name="T24" fmla="*/ 2463 w 3370"/>
                    <a:gd name="T25" fmla="*/ 1180 h 1219"/>
                    <a:gd name="T26" fmla="*/ 2391 w 3370"/>
                    <a:gd name="T27" fmla="*/ 1209 h 1219"/>
                    <a:gd name="T28" fmla="*/ 2313 w 3370"/>
                    <a:gd name="T29" fmla="*/ 1219 h 1219"/>
                    <a:gd name="T30" fmla="*/ 2239 w 3370"/>
                    <a:gd name="T31" fmla="*/ 1209 h 1219"/>
                    <a:gd name="T32" fmla="*/ 2166 w 3370"/>
                    <a:gd name="T33" fmla="*/ 1180 h 1219"/>
                    <a:gd name="T34" fmla="*/ 2103 w 3370"/>
                    <a:gd name="T35" fmla="*/ 1133 h 1219"/>
                    <a:gd name="T36" fmla="*/ 991 w 3370"/>
                    <a:gd name="T37" fmla="*/ 863 h 1219"/>
                    <a:gd name="T38" fmla="*/ 919 w 3370"/>
                    <a:gd name="T39" fmla="*/ 880 h 1219"/>
                    <a:gd name="T40" fmla="*/ 204 w 3370"/>
                    <a:gd name="T41" fmla="*/ 883 h 1219"/>
                    <a:gd name="T42" fmla="*/ 133 w 3370"/>
                    <a:gd name="T43" fmla="*/ 870 h 1219"/>
                    <a:gd name="T44" fmla="*/ 72 w 3370"/>
                    <a:gd name="T45" fmla="*/ 835 h 1219"/>
                    <a:gd name="T46" fmla="*/ 27 w 3370"/>
                    <a:gd name="T47" fmla="*/ 782 h 1219"/>
                    <a:gd name="T48" fmla="*/ 3 w 3370"/>
                    <a:gd name="T49" fmla="*/ 716 h 1219"/>
                    <a:gd name="T50" fmla="*/ 3 w 3370"/>
                    <a:gd name="T51" fmla="*/ 642 h 1219"/>
                    <a:gd name="T52" fmla="*/ 27 w 3370"/>
                    <a:gd name="T53" fmla="*/ 576 h 1219"/>
                    <a:gd name="T54" fmla="*/ 72 w 3370"/>
                    <a:gd name="T55" fmla="*/ 523 h 1219"/>
                    <a:gd name="T56" fmla="*/ 133 w 3370"/>
                    <a:gd name="T57" fmla="*/ 488 h 1219"/>
                    <a:gd name="T58" fmla="*/ 204 w 3370"/>
                    <a:gd name="T59" fmla="*/ 474 h 1219"/>
                    <a:gd name="T60" fmla="*/ 1502 w 3370"/>
                    <a:gd name="T61" fmla="*/ 224 h 1219"/>
                    <a:gd name="T62" fmla="*/ 1587 w 3370"/>
                    <a:gd name="T63" fmla="*/ 204 h 1219"/>
                    <a:gd name="T64" fmla="*/ 1673 w 3370"/>
                    <a:gd name="T65" fmla="*/ 209 h 1219"/>
                    <a:gd name="T66" fmla="*/ 1753 w 3370"/>
                    <a:gd name="T67" fmla="*/ 238 h 1219"/>
                    <a:gd name="T68" fmla="*/ 1824 w 3370"/>
                    <a:gd name="T69" fmla="*/ 289 h 1219"/>
                    <a:gd name="T70" fmla="*/ 2746 w 3370"/>
                    <a:gd name="T71" fmla="*/ 336 h 1219"/>
                    <a:gd name="T72" fmla="*/ 2604 w 3370"/>
                    <a:gd name="T73" fmla="*/ 190 h 1219"/>
                    <a:gd name="T74" fmla="*/ 2585 w 3370"/>
                    <a:gd name="T75" fmla="*/ 147 h 1219"/>
                    <a:gd name="T76" fmla="*/ 2585 w 3370"/>
                    <a:gd name="T77" fmla="*/ 99 h 1219"/>
                    <a:gd name="T78" fmla="*/ 2604 w 3370"/>
                    <a:gd name="T79" fmla="*/ 55 h 1219"/>
                    <a:gd name="T80" fmla="*/ 2637 w 3370"/>
                    <a:gd name="T81" fmla="*/ 21 h 1219"/>
                    <a:gd name="T82" fmla="*/ 2681 w 3370"/>
                    <a:gd name="T83" fmla="*/ 2 h 12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370" h="1219">
                      <a:moveTo>
                        <a:pt x="2706" y="0"/>
                      </a:moveTo>
                      <a:lnTo>
                        <a:pt x="3248" y="0"/>
                      </a:lnTo>
                      <a:lnTo>
                        <a:pt x="3275" y="3"/>
                      </a:lnTo>
                      <a:lnTo>
                        <a:pt x="3301" y="12"/>
                      </a:lnTo>
                      <a:lnTo>
                        <a:pt x="3324" y="27"/>
                      </a:lnTo>
                      <a:lnTo>
                        <a:pt x="3342" y="46"/>
                      </a:lnTo>
                      <a:lnTo>
                        <a:pt x="3357" y="68"/>
                      </a:lnTo>
                      <a:lnTo>
                        <a:pt x="3366" y="94"/>
                      </a:lnTo>
                      <a:lnTo>
                        <a:pt x="3370" y="123"/>
                      </a:lnTo>
                      <a:lnTo>
                        <a:pt x="3370" y="663"/>
                      </a:lnTo>
                      <a:lnTo>
                        <a:pt x="3367" y="688"/>
                      </a:lnTo>
                      <a:lnTo>
                        <a:pt x="3361" y="711"/>
                      </a:lnTo>
                      <a:lnTo>
                        <a:pt x="3350" y="732"/>
                      </a:lnTo>
                      <a:lnTo>
                        <a:pt x="3334" y="751"/>
                      </a:lnTo>
                      <a:lnTo>
                        <a:pt x="3316" y="765"/>
                      </a:lnTo>
                      <a:lnTo>
                        <a:pt x="3294" y="777"/>
                      </a:lnTo>
                      <a:lnTo>
                        <a:pt x="3271" y="784"/>
                      </a:lnTo>
                      <a:lnTo>
                        <a:pt x="3248" y="787"/>
                      </a:lnTo>
                      <a:lnTo>
                        <a:pt x="3224" y="784"/>
                      </a:lnTo>
                      <a:lnTo>
                        <a:pt x="3200" y="777"/>
                      </a:lnTo>
                      <a:lnTo>
                        <a:pt x="3179" y="765"/>
                      </a:lnTo>
                      <a:lnTo>
                        <a:pt x="3160" y="751"/>
                      </a:lnTo>
                      <a:lnTo>
                        <a:pt x="3035" y="624"/>
                      </a:lnTo>
                      <a:lnTo>
                        <a:pt x="2528" y="1130"/>
                      </a:lnTo>
                      <a:lnTo>
                        <a:pt x="2496" y="1158"/>
                      </a:lnTo>
                      <a:lnTo>
                        <a:pt x="2463" y="1180"/>
                      </a:lnTo>
                      <a:lnTo>
                        <a:pt x="2428" y="1196"/>
                      </a:lnTo>
                      <a:lnTo>
                        <a:pt x="2391" y="1209"/>
                      </a:lnTo>
                      <a:lnTo>
                        <a:pt x="2352" y="1216"/>
                      </a:lnTo>
                      <a:lnTo>
                        <a:pt x="2313" y="1219"/>
                      </a:lnTo>
                      <a:lnTo>
                        <a:pt x="2276" y="1216"/>
                      </a:lnTo>
                      <a:lnTo>
                        <a:pt x="2239" y="1209"/>
                      </a:lnTo>
                      <a:lnTo>
                        <a:pt x="2201" y="1198"/>
                      </a:lnTo>
                      <a:lnTo>
                        <a:pt x="2166" y="1180"/>
                      </a:lnTo>
                      <a:lnTo>
                        <a:pt x="2133" y="1159"/>
                      </a:lnTo>
                      <a:lnTo>
                        <a:pt x="2103" y="1133"/>
                      </a:lnTo>
                      <a:lnTo>
                        <a:pt x="1587" y="629"/>
                      </a:lnTo>
                      <a:lnTo>
                        <a:pt x="991" y="863"/>
                      </a:lnTo>
                      <a:lnTo>
                        <a:pt x="957" y="874"/>
                      </a:lnTo>
                      <a:lnTo>
                        <a:pt x="919" y="880"/>
                      </a:lnTo>
                      <a:lnTo>
                        <a:pt x="882" y="883"/>
                      </a:lnTo>
                      <a:lnTo>
                        <a:pt x="204" y="883"/>
                      </a:lnTo>
                      <a:lnTo>
                        <a:pt x="167" y="880"/>
                      </a:lnTo>
                      <a:lnTo>
                        <a:pt x="133" y="870"/>
                      </a:lnTo>
                      <a:lnTo>
                        <a:pt x="101" y="855"/>
                      </a:lnTo>
                      <a:lnTo>
                        <a:pt x="72" y="835"/>
                      </a:lnTo>
                      <a:lnTo>
                        <a:pt x="48" y="810"/>
                      </a:lnTo>
                      <a:lnTo>
                        <a:pt x="27" y="782"/>
                      </a:lnTo>
                      <a:lnTo>
                        <a:pt x="12" y="751"/>
                      </a:lnTo>
                      <a:lnTo>
                        <a:pt x="3" y="716"/>
                      </a:lnTo>
                      <a:lnTo>
                        <a:pt x="0" y="678"/>
                      </a:lnTo>
                      <a:lnTo>
                        <a:pt x="3" y="642"/>
                      </a:lnTo>
                      <a:lnTo>
                        <a:pt x="12" y="607"/>
                      </a:lnTo>
                      <a:lnTo>
                        <a:pt x="27" y="576"/>
                      </a:lnTo>
                      <a:lnTo>
                        <a:pt x="48" y="548"/>
                      </a:lnTo>
                      <a:lnTo>
                        <a:pt x="72" y="523"/>
                      </a:lnTo>
                      <a:lnTo>
                        <a:pt x="101" y="503"/>
                      </a:lnTo>
                      <a:lnTo>
                        <a:pt x="133" y="488"/>
                      </a:lnTo>
                      <a:lnTo>
                        <a:pt x="167" y="478"/>
                      </a:lnTo>
                      <a:lnTo>
                        <a:pt x="204" y="474"/>
                      </a:lnTo>
                      <a:lnTo>
                        <a:pt x="862" y="474"/>
                      </a:lnTo>
                      <a:lnTo>
                        <a:pt x="1502" y="224"/>
                      </a:lnTo>
                      <a:lnTo>
                        <a:pt x="1545" y="210"/>
                      </a:lnTo>
                      <a:lnTo>
                        <a:pt x="1587" y="204"/>
                      </a:lnTo>
                      <a:lnTo>
                        <a:pt x="1631" y="203"/>
                      </a:lnTo>
                      <a:lnTo>
                        <a:pt x="1673" y="209"/>
                      </a:lnTo>
                      <a:lnTo>
                        <a:pt x="1714" y="220"/>
                      </a:lnTo>
                      <a:lnTo>
                        <a:pt x="1753" y="238"/>
                      </a:lnTo>
                      <a:lnTo>
                        <a:pt x="1790" y="260"/>
                      </a:lnTo>
                      <a:lnTo>
                        <a:pt x="1824" y="289"/>
                      </a:lnTo>
                      <a:lnTo>
                        <a:pt x="2313" y="768"/>
                      </a:lnTo>
                      <a:lnTo>
                        <a:pt x="2746" y="336"/>
                      </a:lnTo>
                      <a:lnTo>
                        <a:pt x="2618" y="209"/>
                      </a:lnTo>
                      <a:lnTo>
                        <a:pt x="2604" y="190"/>
                      </a:lnTo>
                      <a:lnTo>
                        <a:pt x="2592" y="169"/>
                      </a:lnTo>
                      <a:lnTo>
                        <a:pt x="2585" y="147"/>
                      </a:lnTo>
                      <a:lnTo>
                        <a:pt x="2582" y="123"/>
                      </a:lnTo>
                      <a:lnTo>
                        <a:pt x="2585" y="99"/>
                      </a:lnTo>
                      <a:lnTo>
                        <a:pt x="2592" y="76"/>
                      </a:lnTo>
                      <a:lnTo>
                        <a:pt x="2604" y="55"/>
                      </a:lnTo>
                      <a:lnTo>
                        <a:pt x="2618" y="36"/>
                      </a:lnTo>
                      <a:lnTo>
                        <a:pt x="2637" y="21"/>
                      </a:lnTo>
                      <a:lnTo>
                        <a:pt x="2658" y="10"/>
                      </a:lnTo>
                      <a:lnTo>
                        <a:pt x="2681" y="2"/>
                      </a:lnTo>
                      <a:lnTo>
                        <a:pt x="270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3" name="Freeform 561"/>
                <p:cNvSpPr>
                  <a:spLocks noEditPoints="1"/>
                </p:cNvSpPr>
                <p:nvPr/>
              </p:nvSpPr>
              <p:spPr bwMode="auto">
                <a:xfrm>
                  <a:off x="922" y="2476"/>
                  <a:ext cx="987" cy="986"/>
                </a:xfrm>
                <a:custGeom>
                  <a:avLst/>
                  <a:gdLst>
                    <a:gd name="T0" fmla="*/ 843 w 1973"/>
                    <a:gd name="T1" fmla="*/ 288 h 1974"/>
                    <a:gd name="T2" fmla="*/ 646 w 1973"/>
                    <a:gd name="T3" fmla="*/ 359 h 1974"/>
                    <a:gd name="T4" fmla="*/ 481 w 1973"/>
                    <a:gd name="T5" fmla="*/ 482 h 1974"/>
                    <a:gd name="T6" fmla="*/ 358 w 1973"/>
                    <a:gd name="T7" fmla="*/ 646 h 1974"/>
                    <a:gd name="T8" fmla="*/ 286 w 1973"/>
                    <a:gd name="T9" fmla="*/ 843 h 1974"/>
                    <a:gd name="T10" fmla="*/ 275 w 1973"/>
                    <a:gd name="T11" fmla="*/ 1060 h 1974"/>
                    <a:gd name="T12" fmla="*/ 327 w 1973"/>
                    <a:gd name="T13" fmla="*/ 1265 h 1974"/>
                    <a:gd name="T14" fmla="*/ 434 w 1973"/>
                    <a:gd name="T15" fmla="*/ 1442 h 1974"/>
                    <a:gd name="T16" fmla="*/ 586 w 1973"/>
                    <a:gd name="T17" fmla="*/ 1579 h 1974"/>
                    <a:gd name="T18" fmla="*/ 775 w 1973"/>
                    <a:gd name="T19" fmla="*/ 1670 h 1974"/>
                    <a:gd name="T20" fmla="*/ 986 w 1973"/>
                    <a:gd name="T21" fmla="*/ 1702 h 1974"/>
                    <a:gd name="T22" fmla="*/ 1199 w 1973"/>
                    <a:gd name="T23" fmla="*/ 1670 h 1974"/>
                    <a:gd name="T24" fmla="*/ 1386 w 1973"/>
                    <a:gd name="T25" fmla="*/ 1579 h 1974"/>
                    <a:gd name="T26" fmla="*/ 1538 w 1973"/>
                    <a:gd name="T27" fmla="*/ 1442 h 1974"/>
                    <a:gd name="T28" fmla="*/ 1645 w 1973"/>
                    <a:gd name="T29" fmla="*/ 1265 h 1974"/>
                    <a:gd name="T30" fmla="*/ 1698 w 1973"/>
                    <a:gd name="T31" fmla="*/ 1060 h 1974"/>
                    <a:gd name="T32" fmla="*/ 1686 w 1973"/>
                    <a:gd name="T33" fmla="*/ 843 h 1974"/>
                    <a:gd name="T34" fmla="*/ 1615 w 1973"/>
                    <a:gd name="T35" fmla="*/ 646 h 1974"/>
                    <a:gd name="T36" fmla="*/ 1492 w 1973"/>
                    <a:gd name="T37" fmla="*/ 482 h 1974"/>
                    <a:gd name="T38" fmla="*/ 1326 w 1973"/>
                    <a:gd name="T39" fmla="*/ 359 h 1974"/>
                    <a:gd name="T40" fmla="*/ 1131 w 1973"/>
                    <a:gd name="T41" fmla="*/ 288 h 1974"/>
                    <a:gd name="T42" fmla="*/ 986 w 1973"/>
                    <a:gd name="T43" fmla="*/ 0 h 1974"/>
                    <a:gd name="T44" fmla="*/ 1235 w 1973"/>
                    <a:gd name="T45" fmla="*/ 33 h 1974"/>
                    <a:gd name="T46" fmla="*/ 1461 w 1973"/>
                    <a:gd name="T47" fmla="*/ 122 h 1974"/>
                    <a:gd name="T48" fmla="*/ 1655 w 1973"/>
                    <a:gd name="T49" fmla="*/ 262 h 1974"/>
                    <a:gd name="T50" fmla="*/ 1810 w 1973"/>
                    <a:gd name="T51" fmla="*/ 445 h 1974"/>
                    <a:gd name="T52" fmla="*/ 1918 w 1973"/>
                    <a:gd name="T53" fmla="*/ 660 h 1974"/>
                    <a:gd name="T54" fmla="*/ 1971 w 1973"/>
                    <a:gd name="T55" fmla="*/ 902 h 1974"/>
                    <a:gd name="T56" fmla="*/ 1959 w 1973"/>
                    <a:gd name="T57" fmla="*/ 1156 h 1974"/>
                    <a:gd name="T58" fmla="*/ 1888 w 1973"/>
                    <a:gd name="T59" fmla="*/ 1390 h 1974"/>
                    <a:gd name="T60" fmla="*/ 1764 w 1973"/>
                    <a:gd name="T61" fmla="*/ 1595 h 1974"/>
                    <a:gd name="T62" fmla="*/ 1594 w 1973"/>
                    <a:gd name="T63" fmla="*/ 1765 h 1974"/>
                    <a:gd name="T64" fmla="*/ 1389 w 1973"/>
                    <a:gd name="T65" fmla="*/ 1888 h 1974"/>
                    <a:gd name="T66" fmla="*/ 1155 w 1973"/>
                    <a:gd name="T67" fmla="*/ 1960 h 1974"/>
                    <a:gd name="T68" fmla="*/ 902 w 1973"/>
                    <a:gd name="T69" fmla="*/ 1970 h 1974"/>
                    <a:gd name="T70" fmla="*/ 659 w 1973"/>
                    <a:gd name="T71" fmla="*/ 1918 h 1974"/>
                    <a:gd name="T72" fmla="*/ 443 w 1973"/>
                    <a:gd name="T73" fmla="*/ 1811 h 1974"/>
                    <a:gd name="T74" fmla="*/ 261 w 1973"/>
                    <a:gd name="T75" fmla="*/ 1656 h 1974"/>
                    <a:gd name="T76" fmla="*/ 120 w 1973"/>
                    <a:gd name="T77" fmla="*/ 1462 h 1974"/>
                    <a:gd name="T78" fmla="*/ 31 w 1973"/>
                    <a:gd name="T79" fmla="*/ 1237 h 1974"/>
                    <a:gd name="T80" fmla="*/ 0 w 1973"/>
                    <a:gd name="T81" fmla="*/ 988 h 1974"/>
                    <a:gd name="T82" fmla="*/ 31 w 1973"/>
                    <a:gd name="T83" fmla="*/ 739 h 1974"/>
                    <a:gd name="T84" fmla="*/ 120 w 1973"/>
                    <a:gd name="T85" fmla="*/ 513 h 1974"/>
                    <a:gd name="T86" fmla="*/ 261 w 1973"/>
                    <a:gd name="T87" fmla="*/ 319 h 1974"/>
                    <a:gd name="T88" fmla="*/ 443 w 1973"/>
                    <a:gd name="T89" fmla="*/ 163 h 1974"/>
                    <a:gd name="T90" fmla="*/ 659 w 1973"/>
                    <a:gd name="T91" fmla="*/ 56 h 1974"/>
                    <a:gd name="T92" fmla="*/ 902 w 1973"/>
                    <a:gd name="T93" fmla="*/ 4 h 19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973" h="1973">
                      <a:moveTo>
                        <a:pt x="986" y="273"/>
                      </a:moveTo>
                      <a:lnTo>
                        <a:pt x="913" y="277"/>
                      </a:lnTo>
                      <a:lnTo>
                        <a:pt x="843" y="288"/>
                      </a:lnTo>
                      <a:lnTo>
                        <a:pt x="775" y="305"/>
                      </a:lnTo>
                      <a:lnTo>
                        <a:pt x="708" y="329"/>
                      </a:lnTo>
                      <a:lnTo>
                        <a:pt x="646" y="359"/>
                      </a:lnTo>
                      <a:lnTo>
                        <a:pt x="586" y="395"/>
                      </a:lnTo>
                      <a:lnTo>
                        <a:pt x="532" y="436"/>
                      </a:lnTo>
                      <a:lnTo>
                        <a:pt x="481" y="482"/>
                      </a:lnTo>
                      <a:lnTo>
                        <a:pt x="434" y="533"/>
                      </a:lnTo>
                      <a:lnTo>
                        <a:pt x="393" y="588"/>
                      </a:lnTo>
                      <a:lnTo>
                        <a:pt x="358" y="646"/>
                      </a:lnTo>
                      <a:lnTo>
                        <a:pt x="327" y="710"/>
                      </a:lnTo>
                      <a:lnTo>
                        <a:pt x="304" y="775"/>
                      </a:lnTo>
                      <a:lnTo>
                        <a:pt x="286" y="843"/>
                      </a:lnTo>
                      <a:lnTo>
                        <a:pt x="275" y="914"/>
                      </a:lnTo>
                      <a:lnTo>
                        <a:pt x="271" y="988"/>
                      </a:lnTo>
                      <a:lnTo>
                        <a:pt x="275" y="1060"/>
                      </a:lnTo>
                      <a:lnTo>
                        <a:pt x="286" y="1131"/>
                      </a:lnTo>
                      <a:lnTo>
                        <a:pt x="304" y="1199"/>
                      </a:lnTo>
                      <a:lnTo>
                        <a:pt x="327" y="1265"/>
                      </a:lnTo>
                      <a:lnTo>
                        <a:pt x="358" y="1328"/>
                      </a:lnTo>
                      <a:lnTo>
                        <a:pt x="393" y="1386"/>
                      </a:lnTo>
                      <a:lnTo>
                        <a:pt x="434" y="1442"/>
                      </a:lnTo>
                      <a:lnTo>
                        <a:pt x="481" y="1492"/>
                      </a:lnTo>
                      <a:lnTo>
                        <a:pt x="532" y="1538"/>
                      </a:lnTo>
                      <a:lnTo>
                        <a:pt x="586" y="1579"/>
                      </a:lnTo>
                      <a:lnTo>
                        <a:pt x="646" y="1615"/>
                      </a:lnTo>
                      <a:lnTo>
                        <a:pt x="708" y="1645"/>
                      </a:lnTo>
                      <a:lnTo>
                        <a:pt x="775" y="1670"/>
                      </a:lnTo>
                      <a:lnTo>
                        <a:pt x="843" y="1687"/>
                      </a:lnTo>
                      <a:lnTo>
                        <a:pt x="913" y="1699"/>
                      </a:lnTo>
                      <a:lnTo>
                        <a:pt x="986" y="1702"/>
                      </a:lnTo>
                      <a:lnTo>
                        <a:pt x="1060" y="1699"/>
                      </a:lnTo>
                      <a:lnTo>
                        <a:pt x="1131" y="1687"/>
                      </a:lnTo>
                      <a:lnTo>
                        <a:pt x="1199" y="1670"/>
                      </a:lnTo>
                      <a:lnTo>
                        <a:pt x="1264" y="1645"/>
                      </a:lnTo>
                      <a:lnTo>
                        <a:pt x="1326" y="1615"/>
                      </a:lnTo>
                      <a:lnTo>
                        <a:pt x="1386" y="1579"/>
                      </a:lnTo>
                      <a:lnTo>
                        <a:pt x="1441" y="1538"/>
                      </a:lnTo>
                      <a:lnTo>
                        <a:pt x="1492" y="1492"/>
                      </a:lnTo>
                      <a:lnTo>
                        <a:pt x="1538" y="1442"/>
                      </a:lnTo>
                      <a:lnTo>
                        <a:pt x="1579" y="1386"/>
                      </a:lnTo>
                      <a:lnTo>
                        <a:pt x="1615" y="1328"/>
                      </a:lnTo>
                      <a:lnTo>
                        <a:pt x="1645" y="1265"/>
                      </a:lnTo>
                      <a:lnTo>
                        <a:pt x="1669" y="1199"/>
                      </a:lnTo>
                      <a:lnTo>
                        <a:pt x="1686" y="1131"/>
                      </a:lnTo>
                      <a:lnTo>
                        <a:pt x="1698" y="1060"/>
                      </a:lnTo>
                      <a:lnTo>
                        <a:pt x="1701" y="988"/>
                      </a:lnTo>
                      <a:lnTo>
                        <a:pt x="1698" y="914"/>
                      </a:lnTo>
                      <a:lnTo>
                        <a:pt x="1686" y="843"/>
                      </a:lnTo>
                      <a:lnTo>
                        <a:pt x="1669" y="775"/>
                      </a:lnTo>
                      <a:lnTo>
                        <a:pt x="1645" y="710"/>
                      </a:lnTo>
                      <a:lnTo>
                        <a:pt x="1615" y="646"/>
                      </a:lnTo>
                      <a:lnTo>
                        <a:pt x="1579" y="588"/>
                      </a:lnTo>
                      <a:lnTo>
                        <a:pt x="1538" y="533"/>
                      </a:lnTo>
                      <a:lnTo>
                        <a:pt x="1492" y="482"/>
                      </a:lnTo>
                      <a:lnTo>
                        <a:pt x="1441" y="436"/>
                      </a:lnTo>
                      <a:lnTo>
                        <a:pt x="1386" y="395"/>
                      </a:lnTo>
                      <a:lnTo>
                        <a:pt x="1326" y="359"/>
                      </a:lnTo>
                      <a:lnTo>
                        <a:pt x="1264" y="329"/>
                      </a:lnTo>
                      <a:lnTo>
                        <a:pt x="1199" y="305"/>
                      </a:lnTo>
                      <a:lnTo>
                        <a:pt x="1131" y="288"/>
                      </a:lnTo>
                      <a:lnTo>
                        <a:pt x="1060" y="277"/>
                      </a:lnTo>
                      <a:lnTo>
                        <a:pt x="986" y="273"/>
                      </a:lnTo>
                      <a:close/>
                      <a:moveTo>
                        <a:pt x="986" y="0"/>
                      </a:moveTo>
                      <a:lnTo>
                        <a:pt x="1071" y="4"/>
                      </a:lnTo>
                      <a:lnTo>
                        <a:pt x="1155" y="15"/>
                      </a:lnTo>
                      <a:lnTo>
                        <a:pt x="1235" y="33"/>
                      </a:lnTo>
                      <a:lnTo>
                        <a:pt x="1314" y="56"/>
                      </a:lnTo>
                      <a:lnTo>
                        <a:pt x="1389" y="86"/>
                      </a:lnTo>
                      <a:lnTo>
                        <a:pt x="1461" y="122"/>
                      </a:lnTo>
                      <a:lnTo>
                        <a:pt x="1530" y="163"/>
                      </a:lnTo>
                      <a:lnTo>
                        <a:pt x="1594" y="211"/>
                      </a:lnTo>
                      <a:lnTo>
                        <a:pt x="1655" y="262"/>
                      </a:lnTo>
                      <a:lnTo>
                        <a:pt x="1711" y="319"/>
                      </a:lnTo>
                      <a:lnTo>
                        <a:pt x="1764" y="380"/>
                      </a:lnTo>
                      <a:lnTo>
                        <a:pt x="1810" y="445"/>
                      </a:lnTo>
                      <a:lnTo>
                        <a:pt x="1852" y="513"/>
                      </a:lnTo>
                      <a:lnTo>
                        <a:pt x="1888" y="585"/>
                      </a:lnTo>
                      <a:lnTo>
                        <a:pt x="1918" y="660"/>
                      </a:lnTo>
                      <a:lnTo>
                        <a:pt x="1942" y="739"/>
                      </a:lnTo>
                      <a:lnTo>
                        <a:pt x="1959" y="820"/>
                      </a:lnTo>
                      <a:lnTo>
                        <a:pt x="1971" y="902"/>
                      </a:lnTo>
                      <a:lnTo>
                        <a:pt x="1973" y="988"/>
                      </a:lnTo>
                      <a:lnTo>
                        <a:pt x="1971" y="1072"/>
                      </a:lnTo>
                      <a:lnTo>
                        <a:pt x="1959" y="1156"/>
                      </a:lnTo>
                      <a:lnTo>
                        <a:pt x="1942" y="1237"/>
                      </a:lnTo>
                      <a:lnTo>
                        <a:pt x="1918" y="1314"/>
                      </a:lnTo>
                      <a:lnTo>
                        <a:pt x="1888" y="1390"/>
                      </a:lnTo>
                      <a:lnTo>
                        <a:pt x="1852" y="1462"/>
                      </a:lnTo>
                      <a:lnTo>
                        <a:pt x="1810" y="1531"/>
                      </a:lnTo>
                      <a:lnTo>
                        <a:pt x="1764" y="1595"/>
                      </a:lnTo>
                      <a:lnTo>
                        <a:pt x="1711" y="1656"/>
                      </a:lnTo>
                      <a:lnTo>
                        <a:pt x="1655" y="1712"/>
                      </a:lnTo>
                      <a:lnTo>
                        <a:pt x="1594" y="1765"/>
                      </a:lnTo>
                      <a:lnTo>
                        <a:pt x="1530" y="1811"/>
                      </a:lnTo>
                      <a:lnTo>
                        <a:pt x="1461" y="1852"/>
                      </a:lnTo>
                      <a:lnTo>
                        <a:pt x="1389" y="1888"/>
                      </a:lnTo>
                      <a:lnTo>
                        <a:pt x="1314" y="1918"/>
                      </a:lnTo>
                      <a:lnTo>
                        <a:pt x="1235" y="1943"/>
                      </a:lnTo>
                      <a:lnTo>
                        <a:pt x="1155" y="1960"/>
                      </a:lnTo>
                      <a:lnTo>
                        <a:pt x="1071" y="1970"/>
                      </a:lnTo>
                      <a:lnTo>
                        <a:pt x="986" y="1974"/>
                      </a:lnTo>
                      <a:lnTo>
                        <a:pt x="902" y="1970"/>
                      </a:lnTo>
                      <a:lnTo>
                        <a:pt x="818" y="1960"/>
                      </a:lnTo>
                      <a:lnTo>
                        <a:pt x="737" y="1943"/>
                      </a:lnTo>
                      <a:lnTo>
                        <a:pt x="659" y="1918"/>
                      </a:lnTo>
                      <a:lnTo>
                        <a:pt x="584" y="1888"/>
                      </a:lnTo>
                      <a:lnTo>
                        <a:pt x="512" y="1852"/>
                      </a:lnTo>
                      <a:lnTo>
                        <a:pt x="443" y="1811"/>
                      </a:lnTo>
                      <a:lnTo>
                        <a:pt x="378" y="1765"/>
                      </a:lnTo>
                      <a:lnTo>
                        <a:pt x="317" y="1712"/>
                      </a:lnTo>
                      <a:lnTo>
                        <a:pt x="261" y="1656"/>
                      </a:lnTo>
                      <a:lnTo>
                        <a:pt x="209" y="1595"/>
                      </a:lnTo>
                      <a:lnTo>
                        <a:pt x="163" y="1531"/>
                      </a:lnTo>
                      <a:lnTo>
                        <a:pt x="120" y="1462"/>
                      </a:lnTo>
                      <a:lnTo>
                        <a:pt x="86" y="1390"/>
                      </a:lnTo>
                      <a:lnTo>
                        <a:pt x="54" y="1314"/>
                      </a:lnTo>
                      <a:lnTo>
                        <a:pt x="31" y="1237"/>
                      </a:lnTo>
                      <a:lnTo>
                        <a:pt x="13" y="1156"/>
                      </a:lnTo>
                      <a:lnTo>
                        <a:pt x="3" y="1072"/>
                      </a:lnTo>
                      <a:lnTo>
                        <a:pt x="0" y="988"/>
                      </a:lnTo>
                      <a:lnTo>
                        <a:pt x="3" y="902"/>
                      </a:lnTo>
                      <a:lnTo>
                        <a:pt x="13" y="820"/>
                      </a:lnTo>
                      <a:lnTo>
                        <a:pt x="31" y="739"/>
                      </a:lnTo>
                      <a:lnTo>
                        <a:pt x="54" y="660"/>
                      </a:lnTo>
                      <a:lnTo>
                        <a:pt x="86" y="585"/>
                      </a:lnTo>
                      <a:lnTo>
                        <a:pt x="120" y="513"/>
                      </a:lnTo>
                      <a:lnTo>
                        <a:pt x="163" y="445"/>
                      </a:lnTo>
                      <a:lnTo>
                        <a:pt x="209" y="380"/>
                      </a:lnTo>
                      <a:lnTo>
                        <a:pt x="261" y="319"/>
                      </a:lnTo>
                      <a:lnTo>
                        <a:pt x="317" y="262"/>
                      </a:lnTo>
                      <a:lnTo>
                        <a:pt x="378" y="211"/>
                      </a:lnTo>
                      <a:lnTo>
                        <a:pt x="443" y="163"/>
                      </a:lnTo>
                      <a:lnTo>
                        <a:pt x="512" y="122"/>
                      </a:lnTo>
                      <a:lnTo>
                        <a:pt x="584" y="86"/>
                      </a:lnTo>
                      <a:lnTo>
                        <a:pt x="659" y="56"/>
                      </a:lnTo>
                      <a:lnTo>
                        <a:pt x="737" y="33"/>
                      </a:lnTo>
                      <a:lnTo>
                        <a:pt x="818" y="15"/>
                      </a:lnTo>
                      <a:lnTo>
                        <a:pt x="902" y="4"/>
                      </a:lnTo>
                      <a:lnTo>
                        <a:pt x="98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4" name="Freeform 562"/>
                <p:cNvSpPr/>
                <p:nvPr/>
              </p:nvSpPr>
              <p:spPr bwMode="auto">
                <a:xfrm>
                  <a:off x="1300" y="2699"/>
                  <a:ext cx="230" cy="394"/>
                </a:xfrm>
                <a:custGeom>
                  <a:avLst/>
                  <a:gdLst>
                    <a:gd name="T0" fmla="*/ 220 w 461"/>
                    <a:gd name="T1" fmla="*/ 0 h 788"/>
                    <a:gd name="T2" fmla="*/ 240 w 461"/>
                    <a:gd name="T3" fmla="*/ 0 h 788"/>
                    <a:gd name="T4" fmla="*/ 279 w 461"/>
                    <a:gd name="T5" fmla="*/ 3 h 788"/>
                    <a:gd name="T6" fmla="*/ 315 w 461"/>
                    <a:gd name="T7" fmla="*/ 13 h 788"/>
                    <a:gd name="T8" fmla="*/ 350 w 461"/>
                    <a:gd name="T9" fmla="*/ 29 h 788"/>
                    <a:gd name="T10" fmla="*/ 382 w 461"/>
                    <a:gd name="T11" fmla="*/ 51 h 788"/>
                    <a:gd name="T12" fmla="*/ 410 w 461"/>
                    <a:gd name="T13" fmla="*/ 79 h 788"/>
                    <a:gd name="T14" fmla="*/ 432 w 461"/>
                    <a:gd name="T15" fmla="*/ 110 h 788"/>
                    <a:gd name="T16" fmla="*/ 448 w 461"/>
                    <a:gd name="T17" fmla="*/ 145 h 788"/>
                    <a:gd name="T18" fmla="*/ 458 w 461"/>
                    <a:gd name="T19" fmla="*/ 182 h 788"/>
                    <a:gd name="T20" fmla="*/ 461 w 461"/>
                    <a:gd name="T21" fmla="*/ 221 h 788"/>
                    <a:gd name="T22" fmla="*/ 458 w 461"/>
                    <a:gd name="T23" fmla="*/ 259 h 788"/>
                    <a:gd name="T24" fmla="*/ 374 w 461"/>
                    <a:gd name="T25" fmla="*/ 745 h 788"/>
                    <a:gd name="T26" fmla="*/ 367 w 461"/>
                    <a:gd name="T27" fmla="*/ 762 h 788"/>
                    <a:gd name="T28" fmla="*/ 356 w 461"/>
                    <a:gd name="T29" fmla="*/ 776 h 788"/>
                    <a:gd name="T30" fmla="*/ 340 w 461"/>
                    <a:gd name="T31" fmla="*/ 785 h 788"/>
                    <a:gd name="T32" fmla="*/ 323 w 461"/>
                    <a:gd name="T33" fmla="*/ 788 h 788"/>
                    <a:gd name="T34" fmla="*/ 138 w 461"/>
                    <a:gd name="T35" fmla="*/ 788 h 788"/>
                    <a:gd name="T36" fmla="*/ 121 w 461"/>
                    <a:gd name="T37" fmla="*/ 785 h 788"/>
                    <a:gd name="T38" fmla="*/ 104 w 461"/>
                    <a:gd name="T39" fmla="*/ 776 h 788"/>
                    <a:gd name="T40" fmla="*/ 93 w 461"/>
                    <a:gd name="T41" fmla="*/ 762 h 788"/>
                    <a:gd name="T42" fmla="*/ 87 w 461"/>
                    <a:gd name="T43" fmla="*/ 745 h 788"/>
                    <a:gd name="T44" fmla="*/ 2 w 461"/>
                    <a:gd name="T45" fmla="*/ 259 h 788"/>
                    <a:gd name="T46" fmla="*/ 0 w 461"/>
                    <a:gd name="T47" fmla="*/ 221 h 788"/>
                    <a:gd name="T48" fmla="*/ 4 w 461"/>
                    <a:gd name="T49" fmla="*/ 182 h 788"/>
                    <a:gd name="T50" fmla="*/ 14 w 461"/>
                    <a:gd name="T51" fmla="*/ 145 h 788"/>
                    <a:gd name="T52" fmla="*/ 30 w 461"/>
                    <a:gd name="T53" fmla="*/ 110 h 788"/>
                    <a:gd name="T54" fmla="*/ 52 w 461"/>
                    <a:gd name="T55" fmla="*/ 79 h 788"/>
                    <a:gd name="T56" fmla="*/ 80 w 461"/>
                    <a:gd name="T57" fmla="*/ 51 h 788"/>
                    <a:gd name="T58" fmla="*/ 111 w 461"/>
                    <a:gd name="T59" fmla="*/ 29 h 788"/>
                    <a:gd name="T60" fmla="*/ 146 w 461"/>
                    <a:gd name="T61" fmla="*/ 13 h 788"/>
                    <a:gd name="T62" fmla="*/ 182 w 461"/>
                    <a:gd name="T63" fmla="*/ 3 h 788"/>
                    <a:gd name="T64" fmla="*/ 220 w 461"/>
                    <a:gd name="T65" fmla="*/ 0 h 7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461" h="788">
                      <a:moveTo>
                        <a:pt x="220" y="0"/>
                      </a:moveTo>
                      <a:lnTo>
                        <a:pt x="240" y="0"/>
                      </a:lnTo>
                      <a:lnTo>
                        <a:pt x="279" y="3"/>
                      </a:lnTo>
                      <a:lnTo>
                        <a:pt x="315" y="13"/>
                      </a:lnTo>
                      <a:lnTo>
                        <a:pt x="350" y="29"/>
                      </a:lnTo>
                      <a:lnTo>
                        <a:pt x="382" y="51"/>
                      </a:lnTo>
                      <a:lnTo>
                        <a:pt x="410" y="79"/>
                      </a:lnTo>
                      <a:lnTo>
                        <a:pt x="432" y="110"/>
                      </a:lnTo>
                      <a:lnTo>
                        <a:pt x="448" y="145"/>
                      </a:lnTo>
                      <a:lnTo>
                        <a:pt x="458" y="182"/>
                      </a:lnTo>
                      <a:lnTo>
                        <a:pt x="461" y="221"/>
                      </a:lnTo>
                      <a:lnTo>
                        <a:pt x="458" y="259"/>
                      </a:lnTo>
                      <a:lnTo>
                        <a:pt x="374" y="745"/>
                      </a:lnTo>
                      <a:lnTo>
                        <a:pt x="367" y="762"/>
                      </a:lnTo>
                      <a:lnTo>
                        <a:pt x="356" y="776"/>
                      </a:lnTo>
                      <a:lnTo>
                        <a:pt x="340" y="785"/>
                      </a:lnTo>
                      <a:lnTo>
                        <a:pt x="323" y="788"/>
                      </a:lnTo>
                      <a:lnTo>
                        <a:pt x="138" y="788"/>
                      </a:lnTo>
                      <a:lnTo>
                        <a:pt x="121" y="785"/>
                      </a:lnTo>
                      <a:lnTo>
                        <a:pt x="104" y="776"/>
                      </a:lnTo>
                      <a:lnTo>
                        <a:pt x="93" y="762"/>
                      </a:lnTo>
                      <a:lnTo>
                        <a:pt x="87" y="745"/>
                      </a:lnTo>
                      <a:lnTo>
                        <a:pt x="2" y="259"/>
                      </a:lnTo>
                      <a:lnTo>
                        <a:pt x="0" y="221"/>
                      </a:lnTo>
                      <a:lnTo>
                        <a:pt x="4" y="182"/>
                      </a:lnTo>
                      <a:lnTo>
                        <a:pt x="14" y="145"/>
                      </a:lnTo>
                      <a:lnTo>
                        <a:pt x="30" y="110"/>
                      </a:lnTo>
                      <a:lnTo>
                        <a:pt x="52" y="79"/>
                      </a:lnTo>
                      <a:lnTo>
                        <a:pt x="80" y="51"/>
                      </a:lnTo>
                      <a:lnTo>
                        <a:pt x="111" y="29"/>
                      </a:lnTo>
                      <a:lnTo>
                        <a:pt x="146" y="13"/>
                      </a:lnTo>
                      <a:lnTo>
                        <a:pt x="182" y="3"/>
                      </a:lnTo>
                      <a:lnTo>
                        <a:pt x="22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5" name="Freeform 563"/>
                <p:cNvSpPr/>
                <p:nvPr/>
              </p:nvSpPr>
              <p:spPr bwMode="auto">
                <a:xfrm>
                  <a:off x="1336" y="3124"/>
                  <a:ext cx="159" cy="159"/>
                </a:xfrm>
                <a:custGeom>
                  <a:avLst/>
                  <a:gdLst>
                    <a:gd name="T0" fmla="*/ 158 w 318"/>
                    <a:gd name="T1" fmla="*/ 0 h 317"/>
                    <a:gd name="T2" fmla="*/ 191 w 318"/>
                    <a:gd name="T3" fmla="*/ 2 h 317"/>
                    <a:gd name="T4" fmla="*/ 221 w 318"/>
                    <a:gd name="T5" fmla="*/ 12 h 317"/>
                    <a:gd name="T6" fmla="*/ 247 w 318"/>
                    <a:gd name="T7" fmla="*/ 27 h 317"/>
                    <a:gd name="T8" fmla="*/ 270 w 318"/>
                    <a:gd name="T9" fmla="*/ 46 h 317"/>
                    <a:gd name="T10" fmla="*/ 290 w 318"/>
                    <a:gd name="T11" fmla="*/ 69 h 317"/>
                    <a:gd name="T12" fmla="*/ 305 w 318"/>
                    <a:gd name="T13" fmla="*/ 97 h 317"/>
                    <a:gd name="T14" fmla="*/ 314 w 318"/>
                    <a:gd name="T15" fmla="*/ 127 h 317"/>
                    <a:gd name="T16" fmla="*/ 318 w 318"/>
                    <a:gd name="T17" fmla="*/ 158 h 317"/>
                    <a:gd name="T18" fmla="*/ 314 w 318"/>
                    <a:gd name="T19" fmla="*/ 190 h 317"/>
                    <a:gd name="T20" fmla="*/ 305 w 318"/>
                    <a:gd name="T21" fmla="*/ 220 h 317"/>
                    <a:gd name="T22" fmla="*/ 290 w 318"/>
                    <a:gd name="T23" fmla="*/ 247 h 317"/>
                    <a:gd name="T24" fmla="*/ 270 w 318"/>
                    <a:gd name="T25" fmla="*/ 271 h 317"/>
                    <a:gd name="T26" fmla="*/ 247 w 318"/>
                    <a:gd name="T27" fmla="*/ 290 h 317"/>
                    <a:gd name="T28" fmla="*/ 221 w 318"/>
                    <a:gd name="T29" fmla="*/ 305 h 317"/>
                    <a:gd name="T30" fmla="*/ 191 w 318"/>
                    <a:gd name="T31" fmla="*/ 313 h 317"/>
                    <a:gd name="T32" fmla="*/ 158 w 318"/>
                    <a:gd name="T33" fmla="*/ 317 h 317"/>
                    <a:gd name="T34" fmla="*/ 126 w 318"/>
                    <a:gd name="T35" fmla="*/ 313 h 317"/>
                    <a:gd name="T36" fmla="*/ 96 w 318"/>
                    <a:gd name="T37" fmla="*/ 305 h 317"/>
                    <a:gd name="T38" fmla="*/ 70 w 318"/>
                    <a:gd name="T39" fmla="*/ 290 h 317"/>
                    <a:gd name="T40" fmla="*/ 46 w 318"/>
                    <a:gd name="T41" fmla="*/ 271 h 317"/>
                    <a:gd name="T42" fmla="*/ 26 w 318"/>
                    <a:gd name="T43" fmla="*/ 247 h 317"/>
                    <a:gd name="T44" fmla="*/ 13 w 318"/>
                    <a:gd name="T45" fmla="*/ 220 h 317"/>
                    <a:gd name="T46" fmla="*/ 3 w 318"/>
                    <a:gd name="T47" fmla="*/ 190 h 317"/>
                    <a:gd name="T48" fmla="*/ 0 w 318"/>
                    <a:gd name="T49" fmla="*/ 158 h 317"/>
                    <a:gd name="T50" fmla="*/ 3 w 318"/>
                    <a:gd name="T51" fmla="*/ 127 h 317"/>
                    <a:gd name="T52" fmla="*/ 13 w 318"/>
                    <a:gd name="T53" fmla="*/ 97 h 317"/>
                    <a:gd name="T54" fmla="*/ 26 w 318"/>
                    <a:gd name="T55" fmla="*/ 69 h 317"/>
                    <a:gd name="T56" fmla="*/ 46 w 318"/>
                    <a:gd name="T57" fmla="*/ 46 h 317"/>
                    <a:gd name="T58" fmla="*/ 70 w 318"/>
                    <a:gd name="T59" fmla="*/ 27 h 317"/>
                    <a:gd name="T60" fmla="*/ 96 w 318"/>
                    <a:gd name="T61" fmla="*/ 12 h 317"/>
                    <a:gd name="T62" fmla="*/ 126 w 318"/>
                    <a:gd name="T63" fmla="*/ 2 h 317"/>
                    <a:gd name="T64" fmla="*/ 158 w 318"/>
                    <a:gd name="T65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18" h="317">
                      <a:moveTo>
                        <a:pt x="158" y="0"/>
                      </a:moveTo>
                      <a:lnTo>
                        <a:pt x="191" y="2"/>
                      </a:lnTo>
                      <a:lnTo>
                        <a:pt x="221" y="12"/>
                      </a:lnTo>
                      <a:lnTo>
                        <a:pt x="247" y="27"/>
                      </a:lnTo>
                      <a:lnTo>
                        <a:pt x="270" y="46"/>
                      </a:lnTo>
                      <a:lnTo>
                        <a:pt x="290" y="69"/>
                      </a:lnTo>
                      <a:lnTo>
                        <a:pt x="305" y="97"/>
                      </a:lnTo>
                      <a:lnTo>
                        <a:pt x="314" y="127"/>
                      </a:lnTo>
                      <a:lnTo>
                        <a:pt x="318" y="158"/>
                      </a:lnTo>
                      <a:lnTo>
                        <a:pt x="314" y="190"/>
                      </a:lnTo>
                      <a:lnTo>
                        <a:pt x="305" y="220"/>
                      </a:lnTo>
                      <a:lnTo>
                        <a:pt x="290" y="247"/>
                      </a:lnTo>
                      <a:lnTo>
                        <a:pt x="270" y="271"/>
                      </a:lnTo>
                      <a:lnTo>
                        <a:pt x="247" y="290"/>
                      </a:lnTo>
                      <a:lnTo>
                        <a:pt x="221" y="305"/>
                      </a:lnTo>
                      <a:lnTo>
                        <a:pt x="191" y="313"/>
                      </a:lnTo>
                      <a:lnTo>
                        <a:pt x="158" y="317"/>
                      </a:lnTo>
                      <a:lnTo>
                        <a:pt x="126" y="313"/>
                      </a:lnTo>
                      <a:lnTo>
                        <a:pt x="96" y="305"/>
                      </a:lnTo>
                      <a:lnTo>
                        <a:pt x="70" y="290"/>
                      </a:lnTo>
                      <a:lnTo>
                        <a:pt x="46" y="271"/>
                      </a:lnTo>
                      <a:lnTo>
                        <a:pt x="26" y="247"/>
                      </a:lnTo>
                      <a:lnTo>
                        <a:pt x="13" y="220"/>
                      </a:lnTo>
                      <a:lnTo>
                        <a:pt x="3" y="190"/>
                      </a:lnTo>
                      <a:lnTo>
                        <a:pt x="0" y="158"/>
                      </a:lnTo>
                      <a:lnTo>
                        <a:pt x="3" y="127"/>
                      </a:lnTo>
                      <a:lnTo>
                        <a:pt x="13" y="97"/>
                      </a:lnTo>
                      <a:lnTo>
                        <a:pt x="26" y="69"/>
                      </a:lnTo>
                      <a:lnTo>
                        <a:pt x="46" y="46"/>
                      </a:lnTo>
                      <a:lnTo>
                        <a:pt x="70" y="27"/>
                      </a:lnTo>
                      <a:lnTo>
                        <a:pt x="96" y="12"/>
                      </a:lnTo>
                      <a:lnTo>
                        <a:pt x="126" y="2"/>
                      </a:lnTo>
                      <a:lnTo>
                        <a:pt x="15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6" name="Freeform 564"/>
                <p:cNvSpPr/>
                <p:nvPr/>
              </p:nvSpPr>
              <p:spPr bwMode="auto">
                <a:xfrm>
                  <a:off x="-128" y="2371"/>
                  <a:ext cx="329" cy="1083"/>
                </a:xfrm>
                <a:custGeom>
                  <a:avLst/>
                  <a:gdLst>
                    <a:gd name="T0" fmla="*/ 76 w 658"/>
                    <a:gd name="T1" fmla="*/ 0 h 2165"/>
                    <a:gd name="T2" fmla="*/ 581 w 658"/>
                    <a:gd name="T3" fmla="*/ 0 h 2165"/>
                    <a:gd name="T4" fmla="*/ 602 w 658"/>
                    <a:gd name="T5" fmla="*/ 3 h 2165"/>
                    <a:gd name="T6" fmla="*/ 620 w 658"/>
                    <a:gd name="T7" fmla="*/ 10 h 2165"/>
                    <a:gd name="T8" fmla="*/ 636 w 658"/>
                    <a:gd name="T9" fmla="*/ 22 h 2165"/>
                    <a:gd name="T10" fmla="*/ 647 w 658"/>
                    <a:gd name="T11" fmla="*/ 37 h 2165"/>
                    <a:gd name="T12" fmla="*/ 656 w 658"/>
                    <a:gd name="T13" fmla="*/ 56 h 2165"/>
                    <a:gd name="T14" fmla="*/ 658 w 658"/>
                    <a:gd name="T15" fmla="*/ 76 h 2165"/>
                    <a:gd name="T16" fmla="*/ 658 w 658"/>
                    <a:gd name="T17" fmla="*/ 2089 h 2165"/>
                    <a:gd name="T18" fmla="*/ 656 w 658"/>
                    <a:gd name="T19" fmla="*/ 2109 h 2165"/>
                    <a:gd name="T20" fmla="*/ 647 w 658"/>
                    <a:gd name="T21" fmla="*/ 2128 h 2165"/>
                    <a:gd name="T22" fmla="*/ 636 w 658"/>
                    <a:gd name="T23" fmla="*/ 2143 h 2165"/>
                    <a:gd name="T24" fmla="*/ 620 w 658"/>
                    <a:gd name="T25" fmla="*/ 2155 h 2165"/>
                    <a:gd name="T26" fmla="*/ 602 w 658"/>
                    <a:gd name="T27" fmla="*/ 2163 h 2165"/>
                    <a:gd name="T28" fmla="*/ 582 w 658"/>
                    <a:gd name="T29" fmla="*/ 2165 h 2165"/>
                    <a:gd name="T30" fmla="*/ 76 w 658"/>
                    <a:gd name="T31" fmla="*/ 2165 h 2165"/>
                    <a:gd name="T32" fmla="*/ 56 w 658"/>
                    <a:gd name="T33" fmla="*/ 2163 h 2165"/>
                    <a:gd name="T34" fmla="*/ 38 w 658"/>
                    <a:gd name="T35" fmla="*/ 2155 h 2165"/>
                    <a:gd name="T36" fmla="*/ 22 w 658"/>
                    <a:gd name="T37" fmla="*/ 2143 h 2165"/>
                    <a:gd name="T38" fmla="*/ 10 w 658"/>
                    <a:gd name="T39" fmla="*/ 2128 h 2165"/>
                    <a:gd name="T40" fmla="*/ 3 w 658"/>
                    <a:gd name="T41" fmla="*/ 2109 h 2165"/>
                    <a:gd name="T42" fmla="*/ 0 w 658"/>
                    <a:gd name="T43" fmla="*/ 2089 h 2165"/>
                    <a:gd name="T44" fmla="*/ 0 w 658"/>
                    <a:gd name="T45" fmla="*/ 76 h 2165"/>
                    <a:gd name="T46" fmla="*/ 3 w 658"/>
                    <a:gd name="T47" fmla="*/ 56 h 2165"/>
                    <a:gd name="T48" fmla="*/ 10 w 658"/>
                    <a:gd name="T49" fmla="*/ 37 h 2165"/>
                    <a:gd name="T50" fmla="*/ 22 w 658"/>
                    <a:gd name="T51" fmla="*/ 22 h 2165"/>
                    <a:gd name="T52" fmla="*/ 38 w 658"/>
                    <a:gd name="T53" fmla="*/ 10 h 2165"/>
                    <a:gd name="T54" fmla="*/ 56 w 658"/>
                    <a:gd name="T55" fmla="*/ 3 h 2165"/>
                    <a:gd name="T56" fmla="*/ 76 w 658"/>
                    <a:gd name="T57" fmla="*/ 0 h 2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658" h="2165">
                      <a:moveTo>
                        <a:pt x="76" y="0"/>
                      </a:moveTo>
                      <a:lnTo>
                        <a:pt x="581" y="0"/>
                      </a:lnTo>
                      <a:lnTo>
                        <a:pt x="602" y="3"/>
                      </a:lnTo>
                      <a:lnTo>
                        <a:pt x="620" y="10"/>
                      </a:lnTo>
                      <a:lnTo>
                        <a:pt x="636" y="22"/>
                      </a:lnTo>
                      <a:lnTo>
                        <a:pt x="647" y="37"/>
                      </a:lnTo>
                      <a:lnTo>
                        <a:pt x="656" y="56"/>
                      </a:lnTo>
                      <a:lnTo>
                        <a:pt x="658" y="76"/>
                      </a:lnTo>
                      <a:lnTo>
                        <a:pt x="658" y="2089"/>
                      </a:lnTo>
                      <a:lnTo>
                        <a:pt x="656" y="2109"/>
                      </a:lnTo>
                      <a:lnTo>
                        <a:pt x="647" y="2128"/>
                      </a:lnTo>
                      <a:lnTo>
                        <a:pt x="636" y="2143"/>
                      </a:lnTo>
                      <a:lnTo>
                        <a:pt x="620" y="2155"/>
                      </a:lnTo>
                      <a:lnTo>
                        <a:pt x="602" y="2163"/>
                      </a:lnTo>
                      <a:lnTo>
                        <a:pt x="582" y="2165"/>
                      </a:lnTo>
                      <a:lnTo>
                        <a:pt x="76" y="2165"/>
                      </a:lnTo>
                      <a:lnTo>
                        <a:pt x="56" y="2163"/>
                      </a:lnTo>
                      <a:lnTo>
                        <a:pt x="38" y="2155"/>
                      </a:lnTo>
                      <a:lnTo>
                        <a:pt x="22" y="2143"/>
                      </a:lnTo>
                      <a:lnTo>
                        <a:pt x="10" y="2128"/>
                      </a:lnTo>
                      <a:lnTo>
                        <a:pt x="3" y="2109"/>
                      </a:lnTo>
                      <a:lnTo>
                        <a:pt x="0" y="2089"/>
                      </a:lnTo>
                      <a:lnTo>
                        <a:pt x="0" y="76"/>
                      </a:lnTo>
                      <a:lnTo>
                        <a:pt x="3" y="56"/>
                      </a:lnTo>
                      <a:lnTo>
                        <a:pt x="10" y="37"/>
                      </a:lnTo>
                      <a:lnTo>
                        <a:pt x="22" y="22"/>
                      </a:lnTo>
                      <a:lnTo>
                        <a:pt x="38" y="10"/>
                      </a:lnTo>
                      <a:lnTo>
                        <a:pt x="56" y="3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27" name="Freeform 565"/>
                <p:cNvSpPr/>
                <p:nvPr/>
              </p:nvSpPr>
              <p:spPr bwMode="auto">
                <a:xfrm>
                  <a:off x="349" y="2218"/>
                  <a:ext cx="329" cy="1236"/>
                </a:xfrm>
                <a:custGeom>
                  <a:avLst/>
                  <a:gdLst>
                    <a:gd name="T0" fmla="*/ 76 w 658"/>
                    <a:gd name="T1" fmla="*/ 0 h 2471"/>
                    <a:gd name="T2" fmla="*/ 582 w 658"/>
                    <a:gd name="T3" fmla="*/ 0 h 2471"/>
                    <a:gd name="T4" fmla="*/ 602 w 658"/>
                    <a:gd name="T5" fmla="*/ 2 h 2471"/>
                    <a:gd name="T6" fmla="*/ 621 w 658"/>
                    <a:gd name="T7" fmla="*/ 10 h 2471"/>
                    <a:gd name="T8" fmla="*/ 636 w 658"/>
                    <a:gd name="T9" fmla="*/ 22 h 2471"/>
                    <a:gd name="T10" fmla="*/ 648 w 658"/>
                    <a:gd name="T11" fmla="*/ 37 h 2471"/>
                    <a:gd name="T12" fmla="*/ 656 w 658"/>
                    <a:gd name="T13" fmla="*/ 56 h 2471"/>
                    <a:gd name="T14" fmla="*/ 658 w 658"/>
                    <a:gd name="T15" fmla="*/ 76 h 2471"/>
                    <a:gd name="T16" fmla="*/ 658 w 658"/>
                    <a:gd name="T17" fmla="*/ 2395 h 2471"/>
                    <a:gd name="T18" fmla="*/ 656 w 658"/>
                    <a:gd name="T19" fmla="*/ 2415 h 2471"/>
                    <a:gd name="T20" fmla="*/ 648 w 658"/>
                    <a:gd name="T21" fmla="*/ 2434 h 2471"/>
                    <a:gd name="T22" fmla="*/ 636 w 658"/>
                    <a:gd name="T23" fmla="*/ 2449 h 2471"/>
                    <a:gd name="T24" fmla="*/ 621 w 658"/>
                    <a:gd name="T25" fmla="*/ 2461 h 2471"/>
                    <a:gd name="T26" fmla="*/ 602 w 658"/>
                    <a:gd name="T27" fmla="*/ 2469 h 2471"/>
                    <a:gd name="T28" fmla="*/ 582 w 658"/>
                    <a:gd name="T29" fmla="*/ 2471 h 2471"/>
                    <a:gd name="T30" fmla="*/ 76 w 658"/>
                    <a:gd name="T31" fmla="*/ 2471 h 2471"/>
                    <a:gd name="T32" fmla="*/ 57 w 658"/>
                    <a:gd name="T33" fmla="*/ 2469 h 2471"/>
                    <a:gd name="T34" fmla="*/ 38 w 658"/>
                    <a:gd name="T35" fmla="*/ 2461 h 2471"/>
                    <a:gd name="T36" fmla="*/ 23 w 658"/>
                    <a:gd name="T37" fmla="*/ 2449 h 2471"/>
                    <a:gd name="T38" fmla="*/ 10 w 658"/>
                    <a:gd name="T39" fmla="*/ 2434 h 2471"/>
                    <a:gd name="T40" fmla="*/ 3 w 658"/>
                    <a:gd name="T41" fmla="*/ 2415 h 2471"/>
                    <a:gd name="T42" fmla="*/ 0 w 658"/>
                    <a:gd name="T43" fmla="*/ 2395 h 2471"/>
                    <a:gd name="T44" fmla="*/ 0 w 658"/>
                    <a:gd name="T45" fmla="*/ 76 h 2471"/>
                    <a:gd name="T46" fmla="*/ 3 w 658"/>
                    <a:gd name="T47" fmla="*/ 56 h 2471"/>
                    <a:gd name="T48" fmla="*/ 10 w 658"/>
                    <a:gd name="T49" fmla="*/ 37 h 2471"/>
                    <a:gd name="T50" fmla="*/ 23 w 658"/>
                    <a:gd name="T51" fmla="*/ 22 h 2471"/>
                    <a:gd name="T52" fmla="*/ 38 w 658"/>
                    <a:gd name="T53" fmla="*/ 10 h 2471"/>
                    <a:gd name="T54" fmla="*/ 57 w 658"/>
                    <a:gd name="T55" fmla="*/ 2 h 2471"/>
                    <a:gd name="T56" fmla="*/ 76 w 658"/>
                    <a:gd name="T57" fmla="*/ 0 h 24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658" h="2471">
                      <a:moveTo>
                        <a:pt x="76" y="0"/>
                      </a:moveTo>
                      <a:lnTo>
                        <a:pt x="582" y="0"/>
                      </a:lnTo>
                      <a:lnTo>
                        <a:pt x="602" y="2"/>
                      </a:lnTo>
                      <a:lnTo>
                        <a:pt x="621" y="10"/>
                      </a:lnTo>
                      <a:lnTo>
                        <a:pt x="636" y="22"/>
                      </a:lnTo>
                      <a:lnTo>
                        <a:pt x="648" y="37"/>
                      </a:lnTo>
                      <a:lnTo>
                        <a:pt x="656" y="56"/>
                      </a:lnTo>
                      <a:lnTo>
                        <a:pt x="658" y="76"/>
                      </a:lnTo>
                      <a:lnTo>
                        <a:pt x="658" y="2395"/>
                      </a:lnTo>
                      <a:lnTo>
                        <a:pt x="656" y="2415"/>
                      </a:lnTo>
                      <a:lnTo>
                        <a:pt x="648" y="2434"/>
                      </a:lnTo>
                      <a:lnTo>
                        <a:pt x="636" y="2449"/>
                      </a:lnTo>
                      <a:lnTo>
                        <a:pt x="621" y="2461"/>
                      </a:lnTo>
                      <a:lnTo>
                        <a:pt x="602" y="2469"/>
                      </a:lnTo>
                      <a:lnTo>
                        <a:pt x="582" y="2471"/>
                      </a:lnTo>
                      <a:lnTo>
                        <a:pt x="76" y="2471"/>
                      </a:lnTo>
                      <a:lnTo>
                        <a:pt x="57" y="2469"/>
                      </a:lnTo>
                      <a:lnTo>
                        <a:pt x="38" y="2461"/>
                      </a:lnTo>
                      <a:lnTo>
                        <a:pt x="23" y="2449"/>
                      </a:lnTo>
                      <a:lnTo>
                        <a:pt x="10" y="2434"/>
                      </a:lnTo>
                      <a:lnTo>
                        <a:pt x="3" y="2415"/>
                      </a:lnTo>
                      <a:lnTo>
                        <a:pt x="0" y="2395"/>
                      </a:lnTo>
                      <a:lnTo>
                        <a:pt x="0" y="76"/>
                      </a:lnTo>
                      <a:lnTo>
                        <a:pt x="3" y="56"/>
                      </a:lnTo>
                      <a:lnTo>
                        <a:pt x="10" y="37"/>
                      </a:lnTo>
                      <a:lnTo>
                        <a:pt x="23" y="22"/>
                      </a:lnTo>
                      <a:lnTo>
                        <a:pt x="38" y="10"/>
                      </a:lnTo>
                      <a:lnTo>
                        <a:pt x="57" y="2"/>
                      </a:lnTo>
                      <a:lnTo>
                        <a:pt x="7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6" name="Rectangle 122"/>
            <p:cNvSpPr/>
            <p:nvPr/>
          </p:nvSpPr>
          <p:spPr>
            <a:xfrm>
              <a:off x="1577538" y="1517650"/>
              <a:ext cx="4499918" cy="15234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请您单击此处添加合适文字加以解释说明，可根据自己的需要适当地调整文字的大X或者颜色等属性，祝你使用愉快，严禁</a:t>
              </a:r>
              <a:r>
                <a:rPr lang="zh-CN" altLang="en-US" sz="14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搬运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抄袭。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54414" y="3791470"/>
            <a:ext cx="5623042" cy="1523494"/>
            <a:chOff x="454414" y="3791470"/>
            <a:chExt cx="5623042" cy="1523494"/>
          </a:xfrm>
        </p:grpSpPr>
        <p:grpSp>
          <p:nvGrpSpPr>
            <p:cNvPr id="29" name="组合 28"/>
            <p:cNvGrpSpPr/>
            <p:nvPr/>
          </p:nvGrpSpPr>
          <p:grpSpPr>
            <a:xfrm>
              <a:off x="454414" y="3902836"/>
              <a:ext cx="1037778" cy="1037783"/>
              <a:chOff x="454414" y="4388611"/>
              <a:chExt cx="1037778" cy="1037783"/>
            </a:xfrm>
          </p:grpSpPr>
          <p:sp>
            <p:nvSpPr>
              <p:cNvPr id="31" name="Oval 105"/>
              <p:cNvSpPr/>
              <p:nvPr/>
            </p:nvSpPr>
            <p:spPr>
              <a:xfrm>
                <a:off x="454414" y="4388611"/>
                <a:ext cx="1037778" cy="1037783"/>
              </a:xfrm>
              <a:prstGeom prst="ellipse">
                <a:avLst/>
              </a:prstGeom>
              <a:solidFill>
                <a:srgbClr val="00BCD4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endParaRPr>
              </a:p>
            </p:txBody>
          </p:sp>
          <p:grpSp>
            <p:nvGrpSpPr>
              <p:cNvPr id="32" name="Group 547"/>
              <p:cNvGrpSpPr>
                <a:grpSpLocks noChangeAspect="1"/>
              </p:cNvGrpSpPr>
              <p:nvPr/>
            </p:nvGrpSpPr>
            <p:grpSpPr>
              <a:xfrm>
                <a:off x="759711" y="4671950"/>
                <a:ext cx="497465" cy="496982"/>
                <a:chOff x="647" y="1848"/>
                <a:chExt cx="2051" cy="2049"/>
              </a:xfrm>
              <a:solidFill>
                <a:sysClr val="window" lastClr="FFFFFF"/>
              </a:solidFill>
            </p:grpSpPr>
            <p:sp>
              <p:nvSpPr>
                <p:cNvPr id="33" name="Freeform 549"/>
                <p:cNvSpPr/>
                <p:nvPr/>
              </p:nvSpPr>
              <p:spPr bwMode="auto">
                <a:xfrm>
                  <a:off x="647" y="1982"/>
                  <a:ext cx="1466" cy="1496"/>
                </a:xfrm>
                <a:custGeom>
                  <a:avLst/>
                  <a:gdLst>
                    <a:gd name="T0" fmla="*/ 1428 w 2931"/>
                    <a:gd name="T1" fmla="*/ 0 h 2992"/>
                    <a:gd name="T2" fmla="*/ 1479 w 2931"/>
                    <a:gd name="T3" fmla="*/ 18 h 2992"/>
                    <a:gd name="T4" fmla="*/ 1519 w 2931"/>
                    <a:gd name="T5" fmla="*/ 54 h 2992"/>
                    <a:gd name="T6" fmla="*/ 1542 w 2931"/>
                    <a:gd name="T7" fmla="*/ 104 h 2992"/>
                    <a:gd name="T8" fmla="*/ 1544 w 2931"/>
                    <a:gd name="T9" fmla="*/ 1407 h 2992"/>
                    <a:gd name="T10" fmla="*/ 1557 w 2931"/>
                    <a:gd name="T11" fmla="*/ 1464 h 2992"/>
                    <a:gd name="T12" fmla="*/ 1593 w 2931"/>
                    <a:gd name="T13" fmla="*/ 1508 h 2992"/>
                    <a:gd name="T14" fmla="*/ 1645 w 2931"/>
                    <a:gd name="T15" fmla="*/ 1534 h 2992"/>
                    <a:gd name="T16" fmla="*/ 2931 w 2931"/>
                    <a:gd name="T17" fmla="*/ 1536 h 2992"/>
                    <a:gd name="T18" fmla="*/ 2860 w 2931"/>
                    <a:gd name="T19" fmla="*/ 1596 h 2992"/>
                    <a:gd name="T20" fmla="*/ 2807 w 2931"/>
                    <a:gd name="T21" fmla="*/ 1673 h 2992"/>
                    <a:gd name="T22" fmla="*/ 2778 w 2931"/>
                    <a:gd name="T23" fmla="*/ 1766 h 2992"/>
                    <a:gd name="T24" fmla="*/ 2701 w 2931"/>
                    <a:gd name="T25" fmla="*/ 1746 h 2992"/>
                    <a:gd name="T26" fmla="*/ 2619 w 2931"/>
                    <a:gd name="T27" fmla="*/ 1746 h 2992"/>
                    <a:gd name="T28" fmla="*/ 2536 w 2931"/>
                    <a:gd name="T29" fmla="*/ 1768 h 2992"/>
                    <a:gd name="T30" fmla="*/ 2463 w 2931"/>
                    <a:gd name="T31" fmla="*/ 1811 h 2992"/>
                    <a:gd name="T32" fmla="*/ 2402 w 2931"/>
                    <a:gd name="T33" fmla="*/ 1870 h 2992"/>
                    <a:gd name="T34" fmla="*/ 2232 w 2931"/>
                    <a:gd name="T35" fmla="*/ 2159 h 2992"/>
                    <a:gd name="T36" fmla="*/ 2201 w 2931"/>
                    <a:gd name="T37" fmla="*/ 2235 h 2992"/>
                    <a:gd name="T38" fmla="*/ 2155 w 2931"/>
                    <a:gd name="T39" fmla="*/ 2254 h 2992"/>
                    <a:gd name="T40" fmla="*/ 2071 w 2931"/>
                    <a:gd name="T41" fmla="*/ 2228 h 2992"/>
                    <a:gd name="T42" fmla="*/ 1793 w 2931"/>
                    <a:gd name="T43" fmla="*/ 2224 h 2992"/>
                    <a:gd name="T44" fmla="*/ 1707 w 2931"/>
                    <a:gd name="T45" fmla="*/ 2237 h 2992"/>
                    <a:gd name="T46" fmla="*/ 1631 w 2931"/>
                    <a:gd name="T47" fmla="*/ 2271 h 2992"/>
                    <a:gd name="T48" fmla="*/ 1569 w 2931"/>
                    <a:gd name="T49" fmla="*/ 2325 h 2992"/>
                    <a:gd name="T50" fmla="*/ 1522 w 2931"/>
                    <a:gd name="T51" fmla="*/ 2394 h 2992"/>
                    <a:gd name="T52" fmla="*/ 1476 w 2931"/>
                    <a:gd name="T53" fmla="*/ 2427 h 2992"/>
                    <a:gd name="T54" fmla="*/ 1404 w 2931"/>
                    <a:gd name="T55" fmla="*/ 2428 h 2992"/>
                    <a:gd name="T56" fmla="*/ 1328 w 2931"/>
                    <a:gd name="T57" fmla="*/ 2448 h 2992"/>
                    <a:gd name="T58" fmla="*/ 1260 w 2931"/>
                    <a:gd name="T59" fmla="*/ 2488 h 2992"/>
                    <a:gd name="T60" fmla="*/ 1205 w 2931"/>
                    <a:gd name="T61" fmla="*/ 2543 h 2992"/>
                    <a:gd name="T62" fmla="*/ 1067 w 2931"/>
                    <a:gd name="T63" fmla="*/ 2777 h 2992"/>
                    <a:gd name="T64" fmla="*/ 1034 w 2931"/>
                    <a:gd name="T65" fmla="*/ 2862 h 2992"/>
                    <a:gd name="T66" fmla="*/ 1028 w 2931"/>
                    <a:gd name="T67" fmla="*/ 2949 h 2992"/>
                    <a:gd name="T68" fmla="*/ 935 w 2931"/>
                    <a:gd name="T69" fmla="*/ 2954 h 2992"/>
                    <a:gd name="T70" fmla="*/ 748 w 2931"/>
                    <a:gd name="T71" fmla="*/ 2858 h 2992"/>
                    <a:gd name="T72" fmla="*/ 577 w 2931"/>
                    <a:gd name="T73" fmla="*/ 2739 h 2992"/>
                    <a:gd name="T74" fmla="*/ 424 w 2931"/>
                    <a:gd name="T75" fmla="*/ 2598 h 2992"/>
                    <a:gd name="T76" fmla="*/ 291 w 2931"/>
                    <a:gd name="T77" fmla="*/ 2438 h 2992"/>
                    <a:gd name="T78" fmla="*/ 180 w 2931"/>
                    <a:gd name="T79" fmla="*/ 2262 h 2992"/>
                    <a:gd name="T80" fmla="*/ 94 w 2931"/>
                    <a:gd name="T81" fmla="*/ 2068 h 2992"/>
                    <a:gd name="T82" fmla="*/ 35 w 2931"/>
                    <a:gd name="T83" fmla="*/ 1864 h 2992"/>
                    <a:gd name="T84" fmla="*/ 3 w 2931"/>
                    <a:gd name="T85" fmla="*/ 1649 h 2992"/>
                    <a:gd name="T86" fmla="*/ 3 w 2931"/>
                    <a:gd name="T87" fmla="*/ 1428 h 2992"/>
                    <a:gd name="T88" fmla="*/ 33 w 2931"/>
                    <a:gd name="T89" fmla="*/ 1218 h 2992"/>
                    <a:gd name="T90" fmla="*/ 89 w 2931"/>
                    <a:gd name="T91" fmla="*/ 1016 h 2992"/>
                    <a:gd name="T92" fmla="*/ 173 w 2931"/>
                    <a:gd name="T93" fmla="*/ 828 h 2992"/>
                    <a:gd name="T94" fmla="*/ 279 w 2931"/>
                    <a:gd name="T95" fmla="*/ 653 h 2992"/>
                    <a:gd name="T96" fmla="*/ 406 w 2931"/>
                    <a:gd name="T97" fmla="*/ 494 h 2992"/>
                    <a:gd name="T98" fmla="*/ 553 w 2931"/>
                    <a:gd name="T99" fmla="*/ 354 h 2992"/>
                    <a:gd name="T100" fmla="*/ 716 w 2931"/>
                    <a:gd name="T101" fmla="*/ 233 h 2992"/>
                    <a:gd name="T102" fmla="*/ 897 w 2931"/>
                    <a:gd name="T103" fmla="*/ 135 h 2992"/>
                    <a:gd name="T104" fmla="*/ 1090 w 2931"/>
                    <a:gd name="T105" fmla="*/ 61 h 2992"/>
                    <a:gd name="T106" fmla="*/ 1295 w 2931"/>
                    <a:gd name="T107" fmla="*/ 14 h 29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2931" h="2992">
                      <a:moveTo>
                        <a:pt x="1401" y="0"/>
                      </a:moveTo>
                      <a:lnTo>
                        <a:pt x="1428" y="0"/>
                      </a:lnTo>
                      <a:lnTo>
                        <a:pt x="1454" y="7"/>
                      </a:lnTo>
                      <a:lnTo>
                        <a:pt x="1479" y="18"/>
                      </a:lnTo>
                      <a:lnTo>
                        <a:pt x="1502" y="34"/>
                      </a:lnTo>
                      <a:lnTo>
                        <a:pt x="1519" y="54"/>
                      </a:lnTo>
                      <a:lnTo>
                        <a:pt x="1533" y="78"/>
                      </a:lnTo>
                      <a:lnTo>
                        <a:pt x="1542" y="104"/>
                      </a:lnTo>
                      <a:lnTo>
                        <a:pt x="1544" y="130"/>
                      </a:lnTo>
                      <a:lnTo>
                        <a:pt x="1544" y="1407"/>
                      </a:lnTo>
                      <a:lnTo>
                        <a:pt x="1548" y="1437"/>
                      </a:lnTo>
                      <a:lnTo>
                        <a:pt x="1557" y="1464"/>
                      </a:lnTo>
                      <a:lnTo>
                        <a:pt x="1573" y="1488"/>
                      </a:lnTo>
                      <a:lnTo>
                        <a:pt x="1593" y="1508"/>
                      </a:lnTo>
                      <a:lnTo>
                        <a:pt x="1618" y="1524"/>
                      </a:lnTo>
                      <a:lnTo>
                        <a:pt x="1645" y="1534"/>
                      </a:lnTo>
                      <a:lnTo>
                        <a:pt x="1675" y="1536"/>
                      </a:lnTo>
                      <a:lnTo>
                        <a:pt x="2931" y="1536"/>
                      </a:lnTo>
                      <a:lnTo>
                        <a:pt x="2894" y="1564"/>
                      </a:lnTo>
                      <a:lnTo>
                        <a:pt x="2860" y="1596"/>
                      </a:lnTo>
                      <a:lnTo>
                        <a:pt x="2830" y="1634"/>
                      </a:lnTo>
                      <a:lnTo>
                        <a:pt x="2807" y="1673"/>
                      </a:lnTo>
                      <a:lnTo>
                        <a:pt x="2789" y="1718"/>
                      </a:lnTo>
                      <a:lnTo>
                        <a:pt x="2778" y="1766"/>
                      </a:lnTo>
                      <a:lnTo>
                        <a:pt x="2741" y="1753"/>
                      </a:lnTo>
                      <a:lnTo>
                        <a:pt x="2701" y="1746"/>
                      </a:lnTo>
                      <a:lnTo>
                        <a:pt x="2661" y="1743"/>
                      </a:lnTo>
                      <a:lnTo>
                        <a:pt x="2619" y="1746"/>
                      </a:lnTo>
                      <a:lnTo>
                        <a:pt x="2576" y="1754"/>
                      </a:lnTo>
                      <a:lnTo>
                        <a:pt x="2536" y="1768"/>
                      </a:lnTo>
                      <a:lnTo>
                        <a:pt x="2498" y="1787"/>
                      </a:lnTo>
                      <a:lnTo>
                        <a:pt x="2463" y="1811"/>
                      </a:lnTo>
                      <a:lnTo>
                        <a:pt x="2430" y="1839"/>
                      </a:lnTo>
                      <a:lnTo>
                        <a:pt x="2402" y="1870"/>
                      </a:lnTo>
                      <a:lnTo>
                        <a:pt x="2378" y="1906"/>
                      </a:lnTo>
                      <a:lnTo>
                        <a:pt x="2232" y="2159"/>
                      </a:lnTo>
                      <a:lnTo>
                        <a:pt x="2213" y="2197"/>
                      </a:lnTo>
                      <a:lnTo>
                        <a:pt x="2201" y="2235"/>
                      </a:lnTo>
                      <a:lnTo>
                        <a:pt x="2192" y="2275"/>
                      </a:lnTo>
                      <a:lnTo>
                        <a:pt x="2155" y="2254"/>
                      </a:lnTo>
                      <a:lnTo>
                        <a:pt x="2114" y="2238"/>
                      </a:lnTo>
                      <a:lnTo>
                        <a:pt x="2071" y="2228"/>
                      </a:lnTo>
                      <a:lnTo>
                        <a:pt x="2025" y="2224"/>
                      </a:lnTo>
                      <a:lnTo>
                        <a:pt x="1793" y="2224"/>
                      </a:lnTo>
                      <a:lnTo>
                        <a:pt x="1750" y="2228"/>
                      </a:lnTo>
                      <a:lnTo>
                        <a:pt x="1707" y="2237"/>
                      </a:lnTo>
                      <a:lnTo>
                        <a:pt x="1669" y="2252"/>
                      </a:lnTo>
                      <a:lnTo>
                        <a:pt x="1631" y="2271"/>
                      </a:lnTo>
                      <a:lnTo>
                        <a:pt x="1598" y="2296"/>
                      </a:lnTo>
                      <a:lnTo>
                        <a:pt x="1569" y="2325"/>
                      </a:lnTo>
                      <a:lnTo>
                        <a:pt x="1543" y="2357"/>
                      </a:lnTo>
                      <a:lnTo>
                        <a:pt x="1522" y="2394"/>
                      </a:lnTo>
                      <a:lnTo>
                        <a:pt x="1507" y="2432"/>
                      </a:lnTo>
                      <a:lnTo>
                        <a:pt x="1476" y="2427"/>
                      </a:lnTo>
                      <a:lnTo>
                        <a:pt x="1444" y="2426"/>
                      </a:lnTo>
                      <a:lnTo>
                        <a:pt x="1404" y="2428"/>
                      </a:lnTo>
                      <a:lnTo>
                        <a:pt x="1366" y="2436"/>
                      </a:lnTo>
                      <a:lnTo>
                        <a:pt x="1328" y="2448"/>
                      </a:lnTo>
                      <a:lnTo>
                        <a:pt x="1294" y="2466"/>
                      </a:lnTo>
                      <a:lnTo>
                        <a:pt x="1260" y="2488"/>
                      </a:lnTo>
                      <a:lnTo>
                        <a:pt x="1231" y="2513"/>
                      </a:lnTo>
                      <a:lnTo>
                        <a:pt x="1205" y="2543"/>
                      </a:lnTo>
                      <a:lnTo>
                        <a:pt x="1183" y="2577"/>
                      </a:lnTo>
                      <a:lnTo>
                        <a:pt x="1067" y="2777"/>
                      </a:lnTo>
                      <a:lnTo>
                        <a:pt x="1047" y="2818"/>
                      </a:lnTo>
                      <a:lnTo>
                        <a:pt x="1034" y="2862"/>
                      </a:lnTo>
                      <a:lnTo>
                        <a:pt x="1027" y="2906"/>
                      </a:lnTo>
                      <a:lnTo>
                        <a:pt x="1028" y="2949"/>
                      </a:lnTo>
                      <a:lnTo>
                        <a:pt x="1034" y="2992"/>
                      </a:lnTo>
                      <a:lnTo>
                        <a:pt x="935" y="2954"/>
                      </a:lnTo>
                      <a:lnTo>
                        <a:pt x="840" y="2909"/>
                      </a:lnTo>
                      <a:lnTo>
                        <a:pt x="748" y="2858"/>
                      </a:lnTo>
                      <a:lnTo>
                        <a:pt x="660" y="2801"/>
                      </a:lnTo>
                      <a:lnTo>
                        <a:pt x="577" y="2739"/>
                      </a:lnTo>
                      <a:lnTo>
                        <a:pt x="498" y="2671"/>
                      </a:lnTo>
                      <a:lnTo>
                        <a:pt x="424" y="2598"/>
                      </a:lnTo>
                      <a:lnTo>
                        <a:pt x="355" y="2521"/>
                      </a:lnTo>
                      <a:lnTo>
                        <a:pt x="291" y="2438"/>
                      </a:lnTo>
                      <a:lnTo>
                        <a:pt x="233" y="2351"/>
                      </a:lnTo>
                      <a:lnTo>
                        <a:pt x="180" y="2262"/>
                      </a:lnTo>
                      <a:lnTo>
                        <a:pt x="134" y="2167"/>
                      </a:lnTo>
                      <a:lnTo>
                        <a:pt x="94" y="2068"/>
                      </a:lnTo>
                      <a:lnTo>
                        <a:pt x="61" y="1968"/>
                      </a:lnTo>
                      <a:lnTo>
                        <a:pt x="35" y="1864"/>
                      </a:lnTo>
                      <a:lnTo>
                        <a:pt x="16" y="1757"/>
                      </a:lnTo>
                      <a:lnTo>
                        <a:pt x="3" y="1649"/>
                      </a:lnTo>
                      <a:lnTo>
                        <a:pt x="0" y="1536"/>
                      </a:lnTo>
                      <a:lnTo>
                        <a:pt x="3" y="1428"/>
                      </a:lnTo>
                      <a:lnTo>
                        <a:pt x="15" y="1322"/>
                      </a:lnTo>
                      <a:lnTo>
                        <a:pt x="33" y="1218"/>
                      </a:lnTo>
                      <a:lnTo>
                        <a:pt x="58" y="1115"/>
                      </a:lnTo>
                      <a:lnTo>
                        <a:pt x="89" y="1016"/>
                      </a:lnTo>
                      <a:lnTo>
                        <a:pt x="128" y="920"/>
                      </a:lnTo>
                      <a:lnTo>
                        <a:pt x="173" y="828"/>
                      </a:lnTo>
                      <a:lnTo>
                        <a:pt x="223" y="738"/>
                      </a:lnTo>
                      <a:lnTo>
                        <a:pt x="279" y="653"/>
                      </a:lnTo>
                      <a:lnTo>
                        <a:pt x="340" y="571"/>
                      </a:lnTo>
                      <a:lnTo>
                        <a:pt x="406" y="494"/>
                      </a:lnTo>
                      <a:lnTo>
                        <a:pt x="477" y="421"/>
                      </a:lnTo>
                      <a:lnTo>
                        <a:pt x="553" y="354"/>
                      </a:lnTo>
                      <a:lnTo>
                        <a:pt x="633" y="291"/>
                      </a:lnTo>
                      <a:lnTo>
                        <a:pt x="716" y="233"/>
                      </a:lnTo>
                      <a:lnTo>
                        <a:pt x="805" y="182"/>
                      </a:lnTo>
                      <a:lnTo>
                        <a:pt x="897" y="135"/>
                      </a:lnTo>
                      <a:lnTo>
                        <a:pt x="992" y="95"/>
                      </a:lnTo>
                      <a:lnTo>
                        <a:pt x="1090" y="61"/>
                      </a:lnTo>
                      <a:lnTo>
                        <a:pt x="1191" y="34"/>
                      </a:lnTo>
                      <a:lnTo>
                        <a:pt x="1295" y="14"/>
                      </a:lnTo>
                      <a:lnTo>
                        <a:pt x="140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34" name="Freeform 550"/>
                <p:cNvSpPr/>
                <p:nvPr/>
              </p:nvSpPr>
              <p:spPr bwMode="auto">
                <a:xfrm>
                  <a:off x="1554" y="1848"/>
                  <a:ext cx="769" cy="768"/>
                </a:xfrm>
                <a:custGeom>
                  <a:avLst/>
                  <a:gdLst>
                    <a:gd name="T0" fmla="*/ 143 w 1538"/>
                    <a:gd name="T1" fmla="*/ 0 h 1537"/>
                    <a:gd name="T2" fmla="*/ 248 w 1538"/>
                    <a:gd name="T3" fmla="*/ 13 h 1537"/>
                    <a:gd name="T4" fmla="*/ 350 w 1538"/>
                    <a:gd name="T5" fmla="*/ 33 h 1537"/>
                    <a:gd name="T6" fmla="*/ 449 w 1538"/>
                    <a:gd name="T7" fmla="*/ 60 h 1537"/>
                    <a:gd name="T8" fmla="*/ 546 w 1538"/>
                    <a:gd name="T9" fmla="*/ 93 h 1537"/>
                    <a:gd name="T10" fmla="*/ 641 w 1538"/>
                    <a:gd name="T11" fmla="*/ 131 h 1537"/>
                    <a:gd name="T12" fmla="*/ 730 w 1538"/>
                    <a:gd name="T13" fmla="*/ 177 h 1537"/>
                    <a:gd name="T14" fmla="*/ 818 w 1538"/>
                    <a:gd name="T15" fmla="*/ 227 h 1537"/>
                    <a:gd name="T16" fmla="*/ 901 w 1538"/>
                    <a:gd name="T17" fmla="*/ 283 h 1537"/>
                    <a:gd name="T18" fmla="*/ 981 w 1538"/>
                    <a:gd name="T19" fmla="*/ 344 h 1537"/>
                    <a:gd name="T20" fmla="*/ 1056 w 1538"/>
                    <a:gd name="T21" fmla="*/ 410 h 1537"/>
                    <a:gd name="T22" fmla="*/ 1127 w 1538"/>
                    <a:gd name="T23" fmla="*/ 481 h 1537"/>
                    <a:gd name="T24" fmla="*/ 1193 w 1538"/>
                    <a:gd name="T25" fmla="*/ 556 h 1537"/>
                    <a:gd name="T26" fmla="*/ 1254 w 1538"/>
                    <a:gd name="T27" fmla="*/ 636 h 1537"/>
                    <a:gd name="T28" fmla="*/ 1310 w 1538"/>
                    <a:gd name="T29" fmla="*/ 719 h 1537"/>
                    <a:gd name="T30" fmla="*/ 1361 w 1538"/>
                    <a:gd name="T31" fmla="*/ 807 h 1537"/>
                    <a:gd name="T32" fmla="*/ 1406 w 1538"/>
                    <a:gd name="T33" fmla="*/ 897 h 1537"/>
                    <a:gd name="T34" fmla="*/ 1445 w 1538"/>
                    <a:gd name="T35" fmla="*/ 991 h 1537"/>
                    <a:gd name="T36" fmla="*/ 1478 w 1538"/>
                    <a:gd name="T37" fmla="*/ 1088 h 1537"/>
                    <a:gd name="T38" fmla="*/ 1505 w 1538"/>
                    <a:gd name="T39" fmla="*/ 1188 h 1537"/>
                    <a:gd name="T40" fmla="*/ 1524 w 1538"/>
                    <a:gd name="T41" fmla="*/ 1289 h 1537"/>
                    <a:gd name="T42" fmla="*/ 1538 w 1538"/>
                    <a:gd name="T43" fmla="*/ 1393 h 1537"/>
                    <a:gd name="T44" fmla="*/ 1537 w 1538"/>
                    <a:gd name="T45" fmla="*/ 1421 h 1537"/>
                    <a:gd name="T46" fmla="*/ 1532 w 1538"/>
                    <a:gd name="T47" fmla="*/ 1447 h 1537"/>
                    <a:gd name="T48" fmla="*/ 1521 w 1538"/>
                    <a:gd name="T49" fmla="*/ 1472 h 1537"/>
                    <a:gd name="T50" fmla="*/ 1505 w 1538"/>
                    <a:gd name="T51" fmla="*/ 1494 h 1537"/>
                    <a:gd name="T52" fmla="*/ 1483 w 1538"/>
                    <a:gd name="T53" fmla="*/ 1512 h 1537"/>
                    <a:gd name="T54" fmla="*/ 1461 w 1538"/>
                    <a:gd name="T55" fmla="*/ 1525 h 1537"/>
                    <a:gd name="T56" fmla="*/ 1435 w 1538"/>
                    <a:gd name="T57" fmla="*/ 1534 h 1537"/>
                    <a:gd name="T58" fmla="*/ 1407 w 1538"/>
                    <a:gd name="T59" fmla="*/ 1537 h 1537"/>
                    <a:gd name="T60" fmla="*/ 131 w 1538"/>
                    <a:gd name="T61" fmla="*/ 1537 h 1537"/>
                    <a:gd name="T62" fmla="*/ 101 w 1538"/>
                    <a:gd name="T63" fmla="*/ 1533 h 1537"/>
                    <a:gd name="T64" fmla="*/ 74 w 1538"/>
                    <a:gd name="T65" fmla="*/ 1523 h 1537"/>
                    <a:gd name="T66" fmla="*/ 50 w 1538"/>
                    <a:gd name="T67" fmla="*/ 1508 h 1537"/>
                    <a:gd name="T68" fmla="*/ 29 w 1538"/>
                    <a:gd name="T69" fmla="*/ 1488 h 1537"/>
                    <a:gd name="T70" fmla="*/ 14 w 1538"/>
                    <a:gd name="T71" fmla="*/ 1463 h 1537"/>
                    <a:gd name="T72" fmla="*/ 4 w 1538"/>
                    <a:gd name="T73" fmla="*/ 1436 h 1537"/>
                    <a:gd name="T74" fmla="*/ 0 w 1538"/>
                    <a:gd name="T75" fmla="*/ 1406 h 1537"/>
                    <a:gd name="T76" fmla="*/ 0 w 1538"/>
                    <a:gd name="T77" fmla="*/ 130 h 1537"/>
                    <a:gd name="T78" fmla="*/ 4 w 1538"/>
                    <a:gd name="T79" fmla="*/ 103 h 1537"/>
                    <a:gd name="T80" fmla="*/ 11 w 1538"/>
                    <a:gd name="T81" fmla="*/ 78 h 1537"/>
                    <a:gd name="T82" fmla="*/ 25 w 1538"/>
                    <a:gd name="T83" fmla="*/ 54 h 1537"/>
                    <a:gd name="T84" fmla="*/ 44 w 1538"/>
                    <a:gd name="T85" fmla="*/ 34 h 1537"/>
                    <a:gd name="T86" fmla="*/ 65 w 1538"/>
                    <a:gd name="T87" fmla="*/ 18 h 1537"/>
                    <a:gd name="T88" fmla="*/ 90 w 1538"/>
                    <a:gd name="T89" fmla="*/ 7 h 1537"/>
                    <a:gd name="T90" fmla="*/ 116 w 1538"/>
                    <a:gd name="T91" fmla="*/ 0 h 1537"/>
                    <a:gd name="T92" fmla="*/ 143 w 1538"/>
                    <a:gd name="T93" fmla="*/ 0 h 15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538" h="1537">
                      <a:moveTo>
                        <a:pt x="143" y="0"/>
                      </a:moveTo>
                      <a:lnTo>
                        <a:pt x="248" y="13"/>
                      </a:lnTo>
                      <a:lnTo>
                        <a:pt x="350" y="33"/>
                      </a:lnTo>
                      <a:lnTo>
                        <a:pt x="449" y="60"/>
                      </a:lnTo>
                      <a:lnTo>
                        <a:pt x="546" y="93"/>
                      </a:lnTo>
                      <a:lnTo>
                        <a:pt x="641" y="131"/>
                      </a:lnTo>
                      <a:lnTo>
                        <a:pt x="730" y="177"/>
                      </a:lnTo>
                      <a:lnTo>
                        <a:pt x="818" y="227"/>
                      </a:lnTo>
                      <a:lnTo>
                        <a:pt x="901" y="283"/>
                      </a:lnTo>
                      <a:lnTo>
                        <a:pt x="981" y="344"/>
                      </a:lnTo>
                      <a:lnTo>
                        <a:pt x="1056" y="410"/>
                      </a:lnTo>
                      <a:lnTo>
                        <a:pt x="1127" y="481"/>
                      </a:lnTo>
                      <a:lnTo>
                        <a:pt x="1193" y="556"/>
                      </a:lnTo>
                      <a:lnTo>
                        <a:pt x="1254" y="636"/>
                      </a:lnTo>
                      <a:lnTo>
                        <a:pt x="1310" y="719"/>
                      </a:lnTo>
                      <a:lnTo>
                        <a:pt x="1361" y="807"/>
                      </a:lnTo>
                      <a:lnTo>
                        <a:pt x="1406" y="897"/>
                      </a:lnTo>
                      <a:lnTo>
                        <a:pt x="1445" y="991"/>
                      </a:lnTo>
                      <a:lnTo>
                        <a:pt x="1478" y="1088"/>
                      </a:lnTo>
                      <a:lnTo>
                        <a:pt x="1505" y="1188"/>
                      </a:lnTo>
                      <a:lnTo>
                        <a:pt x="1524" y="1289"/>
                      </a:lnTo>
                      <a:lnTo>
                        <a:pt x="1538" y="1393"/>
                      </a:lnTo>
                      <a:lnTo>
                        <a:pt x="1537" y="1421"/>
                      </a:lnTo>
                      <a:lnTo>
                        <a:pt x="1532" y="1447"/>
                      </a:lnTo>
                      <a:lnTo>
                        <a:pt x="1521" y="1472"/>
                      </a:lnTo>
                      <a:lnTo>
                        <a:pt x="1505" y="1494"/>
                      </a:lnTo>
                      <a:lnTo>
                        <a:pt x="1483" y="1512"/>
                      </a:lnTo>
                      <a:lnTo>
                        <a:pt x="1461" y="1525"/>
                      </a:lnTo>
                      <a:lnTo>
                        <a:pt x="1435" y="1534"/>
                      </a:lnTo>
                      <a:lnTo>
                        <a:pt x="1407" y="1537"/>
                      </a:lnTo>
                      <a:lnTo>
                        <a:pt x="131" y="1537"/>
                      </a:lnTo>
                      <a:lnTo>
                        <a:pt x="101" y="1533"/>
                      </a:lnTo>
                      <a:lnTo>
                        <a:pt x="74" y="1523"/>
                      </a:lnTo>
                      <a:lnTo>
                        <a:pt x="50" y="1508"/>
                      </a:lnTo>
                      <a:lnTo>
                        <a:pt x="29" y="1488"/>
                      </a:lnTo>
                      <a:lnTo>
                        <a:pt x="14" y="1463"/>
                      </a:lnTo>
                      <a:lnTo>
                        <a:pt x="4" y="1436"/>
                      </a:lnTo>
                      <a:lnTo>
                        <a:pt x="0" y="1406"/>
                      </a:lnTo>
                      <a:lnTo>
                        <a:pt x="0" y="130"/>
                      </a:lnTo>
                      <a:lnTo>
                        <a:pt x="4" y="103"/>
                      </a:lnTo>
                      <a:lnTo>
                        <a:pt x="11" y="78"/>
                      </a:lnTo>
                      <a:lnTo>
                        <a:pt x="25" y="54"/>
                      </a:lnTo>
                      <a:lnTo>
                        <a:pt x="44" y="34"/>
                      </a:lnTo>
                      <a:lnTo>
                        <a:pt x="65" y="18"/>
                      </a:lnTo>
                      <a:lnTo>
                        <a:pt x="90" y="7"/>
                      </a:lnTo>
                      <a:lnTo>
                        <a:pt x="116" y="0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35" name="Freeform 551"/>
                <p:cNvSpPr/>
                <p:nvPr/>
              </p:nvSpPr>
              <p:spPr bwMode="auto">
                <a:xfrm>
                  <a:off x="2118" y="3117"/>
                  <a:ext cx="307" cy="307"/>
                </a:xfrm>
                <a:custGeom>
                  <a:avLst/>
                  <a:gdLst>
                    <a:gd name="T0" fmla="*/ 307 w 614"/>
                    <a:gd name="T1" fmla="*/ 0 h 613"/>
                    <a:gd name="T2" fmla="*/ 352 w 614"/>
                    <a:gd name="T3" fmla="*/ 4 h 613"/>
                    <a:gd name="T4" fmla="*/ 395 w 614"/>
                    <a:gd name="T5" fmla="*/ 14 h 613"/>
                    <a:gd name="T6" fmla="*/ 435 w 614"/>
                    <a:gd name="T7" fmla="*/ 29 h 613"/>
                    <a:gd name="T8" fmla="*/ 473 w 614"/>
                    <a:gd name="T9" fmla="*/ 50 h 613"/>
                    <a:gd name="T10" fmla="*/ 508 w 614"/>
                    <a:gd name="T11" fmla="*/ 76 h 613"/>
                    <a:gd name="T12" fmla="*/ 538 w 614"/>
                    <a:gd name="T13" fmla="*/ 106 h 613"/>
                    <a:gd name="T14" fmla="*/ 564 w 614"/>
                    <a:gd name="T15" fmla="*/ 141 h 613"/>
                    <a:gd name="T16" fmla="*/ 585 w 614"/>
                    <a:gd name="T17" fmla="*/ 178 h 613"/>
                    <a:gd name="T18" fmla="*/ 600 w 614"/>
                    <a:gd name="T19" fmla="*/ 218 h 613"/>
                    <a:gd name="T20" fmla="*/ 610 w 614"/>
                    <a:gd name="T21" fmla="*/ 262 h 613"/>
                    <a:gd name="T22" fmla="*/ 614 w 614"/>
                    <a:gd name="T23" fmla="*/ 307 h 613"/>
                    <a:gd name="T24" fmla="*/ 610 w 614"/>
                    <a:gd name="T25" fmla="*/ 353 h 613"/>
                    <a:gd name="T26" fmla="*/ 600 w 614"/>
                    <a:gd name="T27" fmla="*/ 395 h 613"/>
                    <a:gd name="T28" fmla="*/ 585 w 614"/>
                    <a:gd name="T29" fmla="*/ 436 h 613"/>
                    <a:gd name="T30" fmla="*/ 564 w 614"/>
                    <a:gd name="T31" fmla="*/ 474 h 613"/>
                    <a:gd name="T32" fmla="*/ 538 w 614"/>
                    <a:gd name="T33" fmla="*/ 509 h 613"/>
                    <a:gd name="T34" fmla="*/ 508 w 614"/>
                    <a:gd name="T35" fmla="*/ 538 h 613"/>
                    <a:gd name="T36" fmla="*/ 473 w 614"/>
                    <a:gd name="T37" fmla="*/ 565 h 613"/>
                    <a:gd name="T38" fmla="*/ 435 w 614"/>
                    <a:gd name="T39" fmla="*/ 585 h 613"/>
                    <a:gd name="T40" fmla="*/ 395 w 614"/>
                    <a:gd name="T41" fmla="*/ 601 h 613"/>
                    <a:gd name="T42" fmla="*/ 352 w 614"/>
                    <a:gd name="T43" fmla="*/ 611 h 613"/>
                    <a:gd name="T44" fmla="*/ 307 w 614"/>
                    <a:gd name="T45" fmla="*/ 613 h 613"/>
                    <a:gd name="T46" fmla="*/ 261 w 614"/>
                    <a:gd name="T47" fmla="*/ 611 h 613"/>
                    <a:gd name="T48" fmla="*/ 218 w 614"/>
                    <a:gd name="T49" fmla="*/ 601 h 613"/>
                    <a:gd name="T50" fmla="*/ 177 w 614"/>
                    <a:gd name="T51" fmla="*/ 585 h 613"/>
                    <a:gd name="T52" fmla="*/ 140 w 614"/>
                    <a:gd name="T53" fmla="*/ 565 h 613"/>
                    <a:gd name="T54" fmla="*/ 105 w 614"/>
                    <a:gd name="T55" fmla="*/ 538 h 613"/>
                    <a:gd name="T56" fmla="*/ 75 w 614"/>
                    <a:gd name="T57" fmla="*/ 509 h 613"/>
                    <a:gd name="T58" fmla="*/ 49 w 614"/>
                    <a:gd name="T59" fmla="*/ 474 h 613"/>
                    <a:gd name="T60" fmla="*/ 28 w 614"/>
                    <a:gd name="T61" fmla="*/ 436 h 613"/>
                    <a:gd name="T62" fmla="*/ 13 w 614"/>
                    <a:gd name="T63" fmla="*/ 395 h 613"/>
                    <a:gd name="T64" fmla="*/ 3 w 614"/>
                    <a:gd name="T65" fmla="*/ 353 h 613"/>
                    <a:gd name="T66" fmla="*/ 0 w 614"/>
                    <a:gd name="T67" fmla="*/ 307 h 613"/>
                    <a:gd name="T68" fmla="*/ 3 w 614"/>
                    <a:gd name="T69" fmla="*/ 262 h 613"/>
                    <a:gd name="T70" fmla="*/ 13 w 614"/>
                    <a:gd name="T71" fmla="*/ 218 h 613"/>
                    <a:gd name="T72" fmla="*/ 28 w 614"/>
                    <a:gd name="T73" fmla="*/ 178 h 613"/>
                    <a:gd name="T74" fmla="*/ 49 w 614"/>
                    <a:gd name="T75" fmla="*/ 141 h 613"/>
                    <a:gd name="T76" fmla="*/ 75 w 614"/>
                    <a:gd name="T77" fmla="*/ 106 h 613"/>
                    <a:gd name="T78" fmla="*/ 105 w 614"/>
                    <a:gd name="T79" fmla="*/ 76 h 613"/>
                    <a:gd name="T80" fmla="*/ 140 w 614"/>
                    <a:gd name="T81" fmla="*/ 50 h 613"/>
                    <a:gd name="T82" fmla="*/ 177 w 614"/>
                    <a:gd name="T83" fmla="*/ 29 h 613"/>
                    <a:gd name="T84" fmla="*/ 218 w 614"/>
                    <a:gd name="T85" fmla="*/ 14 h 613"/>
                    <a:gd name="T86" fmla="*/ 261 w 614"/>
                    <a:gd name="T87" fmla="*/ 4 h 613"/>
                    <a:gd name="T88" fmla="*/ 307 w 614"/>
                    <a:gd name="T89" fmla="*/ 0 h 6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614" h="613">
                      <a:moveTo>
                        <a:pt x="307" y="0"/>
                      </a:moveTo>
                      <a:lnTo>
                        <a:pt x="352" y="4"/>
                      </a:lnTo>
                      <a:lnTo>
                        <a:pt x="395" y="14"/>
                      </a:lnTo>
                      <a:lnTo>
                        <a:pt x="435" y="29"/>
                      </a:lnTo>
                      <a:lnTo>
                        <a:pt x="473" y="50"/>
                      </a:lnTo>
                      <a:lnTo>
                        <a:pt x="508" y="76"/>
                      </a:lnTo>
                      <a:lnTo>
                        <a:pt x="538" y="106"/>
                      </a:lnTo>
                      <a:lnTo>
                        <a:pt x="564" y="141"/>
                      </a:lnTo>
                      <a:lnTo>
                        <a:pt x="585" y="178"/>
                      </a:lnTo>
                      <a:lnTo>
                        <a:pt x="600" y="218"/>
                      </a:lnTo>
                      <a:lnTo>
                        <a:pt x="610" y="262"/>
                      </a:lnTo>
                      <a:lnTo>
                        <a:pt x="614" y="307"/>
                      </a:lnTo>
                      <a:lnTo>
                        <a:pt x="610" y="353"/>
                      </a:lnTo>
                      <a:lnTo>
                        <a:pt x="600" y="395"/>
                      </a:lnTo>
                      <a:lnTo>
                        <a:pt x="585" y="436"/>
                      </a:lnTo>
                      <a:lnTo>
                        <a:pt x="564" y="474"/>
                      </a:lnTo>
                      <a:lnTo>
                        <a:pt x="538" y="509"/>
                      </a:lnTo>
                      <a:lnTo>
                        <a:pt x="508" y="538"/>
                      </a:lnTo>
                      <a:lnTo>
                        <a:pt x="473" y="565"/>
                      </a:lnTo>
                      <a:lnTo>
                        <a:pt x="435" y="585"/>
                      </a:lnTo>
                      <a:lnTo>
                        <a:pt x="395" y="601"/>
                      </a:lnTo>
                      <a:lnTo>
                        <a:pt x="352" y="611"/>
                      </a:lnTo>
                      <a:lnTo>
                        <a:pt x="307" y="613"/>
                      </a:lnTo>
                      <a:lnTo>
                        <a:pt x="261" y="611"/>
                      </a:lnTo>
                      <a:lnTo>
                        <a:pt x="218" y="601"/>
                      </a:lnTo>
                      <a:lnTo>
                        <a:pt x="177" y="585"/>
                      </a:lnTo>
                      <a:lnTo>
                        <a:pt x="140" y="565"/>
                      </a:lnTo>
                      <a:lnTo>
                        <a:pt x="105" y="538"/>
                      </a:lnTo>
                      <a:lnTo>
                        <a:pt x="75" y="509"/>
                      </a:lnTo>
                      <a:lnTo>
                        <a:pt x="49" y="474"/>
                      </a:lnTo>
                      <a:lnTo>
                        <a:pt x="28" y="436"/>
                      </a:lnTo>
                      <a:lnTo>
                        <a:pt x="13" y="395"/>
                      </a:lnTo>
                      <a:lnTo>
                        <a:pt x="3" y="353"/>
                      </a:lnTo>
                      <a:lnTo>
                        <a:pt x="0" y="307"/>
                      </a:lnTo>
                      <a:lnTo>
                        <a:pt x="3" y="262"/>
                      </a:lnTo>
                      <a:lnTo>
                        <a:pt x="13" y="218"/>
                      </a:lnTo>
                      <a:lnTo>
                        <a:pt x="28" y="178"/>
                      </a:lnTo>
                      <a:lnTo>
                        <a:pt x="49" y="141"/>
                      </a:lnTo>
                      <a:lnTo>
                        <a:pt x="75" y="106"/>
                      </a:lnTo>
                      <a:lnTo>
                        <a:pt x="105" y="76"/>
                      </a:lnTo>
                      <a:lnTo>
                        <a:pt x="140" y="50"/>
                      </a:lnTo>
                      <a:lnTo>
                        <a:pt x="177" y="29"/>
                      </a:lnTo>
                      <a:lnTo>
                        <a:pt x="218" y="14"/>
                      </a:lnTo>
                      <a:lnTo>
                        <a:pt x="261" y="4"/>
                      </a:lnTo>
                      <a:lnTo>
                        <a:pt x="30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36" name="Freeform 552"/>
                <p:cNvSpPr>
                  <a:spLocks noEditPoints="1"/>
                </p:cNvSpPr>
                <p:nvPr/>
              </p:nvSpPr>
              <p:spPr bwMode="auto">
                <a:xfrm>
                  <a:off x="1845" y="2830"/>
                  <a:ext cx="853" cy="881"/>
                </a:xfrm>
                <a:custGeom>
                  <a:avLst/>
                  <a:gdLst>
                    <a:gd name="T0" fmla="*/ 743 w 1706"/>
                    <a:gd name="T1" fmla="*/ 451 h 1763"/>
                    <a:gd name="T2" fmla="*/ 599 w 1706"/>
                    <a:gd name="T3" fmla="*/ 517 h 1763"/>
                    <a:gd name="T4" fmla="*/ 488 w 1706"/>
                    <a:gd name="T5" fmla="*/ 628 h 1763"/>
                    <a:gd name="T6" fmla="*/ 422 w 1706"/>
                    <a:gd name="T7" fmla="*/ 772 h 1763"/>
                    <a:gd name="T8" fmla="*/ 412 w 1706"/>
                    <a:gd name="T9" fmla="*/ 937 h 1763"/>
                    <a:gd name="T10" fmla="*/ 460 w 1706"/>
                    <a:gd name="T11" fmla="*/ 1090 h 1763"/>
                    <a:gd name="T12" fmla="*/ 558 w 1706"/>
                    <a:gd name="T13" fmla="*/ 1213 h 1763"/>
                    <a:gd name="T14" fmla="*/ 692 w 1706"/>
                    <a:gd name="T15" fmla="*/ 1296 h 1763"/>
                    <a:gd name="T16" fmla="*/ 853 w 1706"/>
                    <a:gd name="T17" fmla="*/ 1325 h 1763"/>
                    <a:gd name="T18" fmla="*/ 1012 w 1706"/>
                    <a:gd name="T19" fmla="*/ 1296 h 1763"/>
                    <a:gd name="T20" fmla="*/ 1147 w 1706"/>
                    <a:gd name="T21" fmla="*/ 1213 h 1763"/>
                    <a:gd name="T22" fmla="*/ 1244 w 1706"/>
                    <a:gd name="T23" fmla="*/ 1090 h 1763"/>
                    <a:gd name="T24" fmla="*/ 1293 w 1706"/>
                    <a:gd name="T25" fmla="*/ 937 h 1763"/>
                    <a:gd name="T26" fmla="*/ 1283 w 1706"/>
                    <a:gd name="T27" fmla="*/ 772 h 1763"/>
                    <a:gd name="T28" fmla="*/ 1217 w 1706"/>
                    <a:gd name="T29" fmla="*/ 628 h 1763"/>
                    <a:gd name="T30" fmla="*/ 1106 w 1706"/>
                    <a:gd name="T31" fmla="*/ 517 h 1763"/>
                    <a:gd name="T32" fmla="*/ 961 w 1706"/>
                    <a:gd name="T33" fmla="*/ 451 h 1763"/>
                    <a:gd name="T34" fmla="*/ 706 w 1706"/>
                    <a:gd name="T35" fmla="*/ 0 h 1763"/>
                    <a:gd name="T36" fmla="*/ 1051 w 1706"/>
                    <a:gd name="T37" fmla="*/ 12 h 1763"/>
                    <a:gd name="T38" fmla="*/ 1107 w 1706"/>
                    <a:gd name="T39" fmla="*/ 67 h 1763"/>
                    <a:gd name="T40" fmla="*/ 1120 w 1706"/>
                    <a:gd name="T41" fmla="*/ 244 h 1763"/>
                    <a:gd name="T42" fmla="*/ 1268 w 1706"/>
                    <a:gd name="T43" fmla="*/ 334 h 1763"/>
                    <a:gd name="T44" fmla="*/ 1418 w 1706"/>
                    <a:gd name="T45" fmla="*/ 255 h 1763"/>
                    <a:gd name="T46" fmla="*/ 1486 w 1706"/>
                    <a:gd name="T47" fmla="*/ 264 h 1763"/>
                    <a:gd name="T48" fmla="*/ 1542 w 1706"/>
                    <a:gd name="T49" fmla="*/ 314 h 1763"/>
                    <a:gd name="T50" fmla="*/ 1704 w 1706"/>
                    <a:gd name="T51" fmla="*/ 612 h 1763"/>
                    <a:gd name="T52" fmla="*/ 1693 w 1706"/>
                    <a:gd name="T53" fmla="*/ 680 h 1763"/>
                    <a:gd name="T54" fmla="*/ 1644 w 1706"/>
                    <a:gd name="T55" fmla="*/ 731 h 1763"/>
                    <a:gd name="T56" fmla="*/ 1543 w 1706"/>
                    <a:gd name="T57" fmla="*/ 881 h 1763"/>
                    <a:gd name="T58" fmla="*/ 1644 w 1706"/>
                    <a:gd name="T59" fmla="*/ 1030 h 1763"/>
                    <a:gd name="T60" fmla="*/ 1697 w 1706"/>
                    <a:gd name="T61" fmla="*/ 1091 h 1763"/>
                    <a:gd name="T62" fmla="*/ 1701 w 1706"/>
                    <a:gd name="T63" fmla="*/ 1170 h 1763"/>
                    <a:gd name="T64" fmla="*/ 1529 w 1706"/>
                    <a:gd name="T65" fmla="*/ 1468 h 1763"/>
                    <a:gd name="T66" fmla="*/ 1470 w 1706"/>
                    <a:gd name="T67" fmla="*/ 1505 h 1763"/>
                    <a:gd name="T68" fmla="*/ 1398 w 1706"/>
                    <a:gd name="T69" fmla="*/ 1501 h 1763"/>
                    <a:gd name="T70" fmla="*/ 1222 w 1706"/>
                    <a:gd name="T71" fmla="*/ 1463 h 1763"/>
                    <a:gd name="T72" fmla="*/ 1120 w 1706"/>
                    <a:gd name="T73" fmla="*/ 1642 h 1763"/>
                    <a:gd name="T74" fmla="*/ 1092 w 1706"/>
                    <a:gd name="T75" fmla="*/ 1718 h 1763"/>
                    <a:gd name="T76" fmla="*/ 1026 w 1706"/>
                    <a:gd name="T77" fmla="*/ 1759 h 1763"/>
                    <a:gd name="T78" fmla="*/ 678 w 1706"/>
                    <a:gd name="T79" fmla="*/ 1759 h 1763"/>
                    <a:gd name="T80" fmla="*/ 612 w 1706"/>
                    <a:gd name="T81" fmla="*/ 1718 h 1763"/>
                    <a:gd name="T82" fmla="*/ 586 w 1706"/>
                    <a:gd name="T83" fmla="*/ 1642 h 1763"/>
                    <a:gd name="T84" fmla="*/ 484 w 1706"/>
                    <a:gd name="T85" fmla="*/ 1463 h 1763"/>
                    <a:gd name="T86" fmla="*/ 338 w 1706"/>
                    <a:gd name="T87" fmla="*/ 1455 h 1763"/>
                    <a:gd name="T88" fmla="*/ 361 w 1706"/>
                    <a:gd name="T89" fmla="*/ 1377 h 1763"/>
                    <a:gd name="T90" fmla="*/ 396 w 1706"/>
                    <a:gd name="T91" fmla="*/ 1263 h 1763"/>
                    <a:gd name="T92" fmla="*/ 378 w 1706"/>
                    <a:gd name="T93" fmla="*/ 1125 h 1763"/>
                    <a:gd name="T94" fmla="*/ 221 w 1706"/>
                    <a:gd name="T95" fmla="*/ 851 h 1763"/>
                    <a:gd name="T96" fmla="*/ 170 w 1706"/>
                    <a:gd name="T97" fmla="*/ 795 h 1763"/>
                    <a:gd name="T98" fmla="*/ 60 w 1706"/>
                    <a:gd name="T99" fmla="*/ 731 h 1763"/>
                    <a:gd name="T100" fmla="*/ 8 w 1706"/>
                    <a:gd name="T101" fmla="*/ 671 h 1763"/>
                    <a:gd name="T102" fmla="*/ 4 w 1706"/>
                    <a:gd name="T103" fmla="*/ 593 h 1763"/>
                    <a:gd name="T104" fmla="*/ 176 w 1706"/>
                    <a:gd name="T105" fmla="*/ 295 h 1763"/>
                    <a:gd name="T106" fmla="*/ 235 w 1706"/>
                    <a:gd name="T107" fmla="*/ 258 h 1763"/>
                    <a:gd name="T108" fmla="*/ 307 w 1706"/>
                    <a:gd name="T109" fmla="*/ 262 h 1763"/>
                    <a:gd name="T110" fmla="*/ 484 w 1706"/>
                    <a:gd name="T111" fmla="*/ 300 h 1763"/>
                    <a:gd name="T112" fmla="*/ 586 w 1706"/>
                    <a:gd name="T113" fmla="*/ 121 h 1763"/>
                    <a:gd name="T114" fmla="*/ 612 w 1706"/>
                    <a:gd name="T115" fmla="*/ 45 h 1763"/>
                    <a:gd name="T116" fmla="*/ 678 w 1706"/>
                    <a:gd name="T117" fmla="*/ 4 h 17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706" h="1763">
                      <a:moveTo>
                        <a:pt x="853" y="437"/>
                      </a:moveTo>
                      <a:lnTo>
                        <a:pt x="797" y="441"/>
                      </a:lnTo>
                      <a:lnTo>
                        <a:pt x="743" y="451"/>
                      </a:lnTo>
                      <a:lnTo>
                        <a:pt x="692" y="467"/>
                      </a:lnTo>
                      <a:lnTo>
                        <a:pt x="644" y="490"/>
                      </a:lnTo>
                      <a:lnTo>
                        <a:pt x="599" y="517"/>
                      </a:lnTo>
                      <a:lnTo>
                        <a:pt x="558" y="549"/>
                      </a:lnTo>
                      <a:lnTo>
                        <a:pt x="520" y="587"/>
                      </a:lnTo>
                      <a:lnTo>
                        <a:pt x="488" y="628"/>
                      </a:lnTo>
                      <a:lnTo>
                        <a:pt x="460" y="673"/>
                      </a:lnTo>
                      <a:lnTo>
                        <a:pt x="438" y="721"/>
                      </a:lnTo>
                      <a:lnTo>
                        <a:pt x="422" y="772"/>
                      </a:lnTo>
                      <a:lnTo>
                        <a:pt x="412" y="826"/>
                      </a:lnTo>
                      <a:lnTo>
                        <a:pt x="408" y="881"/>
                      </a:lnTo>
                      <a:lnTo>
                        <a:pt x="412" y="937"/>
                      </a:lnTo>
                      <a:lnTo>
                        <a:pt x="422" y="990"/>
                      </a:lnTo>
                      <a:lnTo>
                        <a:pt x="438" y="1041"/>
                      </a:lnTo>
                      <a:lnTo>
                        <a:pt x="460" y="1090"/>
                      </a:lnTo>
                      <a:lnTo>
                        <a:pt x="488" y="1135"/>
                      </a:lnTo>
                      <a:lnTo>
                        <a:pt x="520" y="1176"/>
                      </a:lnTo>
                      <a:lnTo>
                        <a:pt x="558" y="1213"/>
                      </a:lnTo>
                      <a:lnTo>
                        <a:pt x="599" y="1246"/>
                      </a:lnTo>
                      <a:lnTo>
                        <a:pt x="644" y="1273"/>
                      </a:lnTo>
                      <a:lnTo>
                        <a:pt x="692" y="1296"/>
                      </a:lnTo>
                      <a:lnTo>
                        <a:pt x="743" y="1312"/>
                      </a:lnTo>
                      <a:lnTo>
                        <a:pt x="797" y="1322"/>
                      </a:lnTo>
                      <a:lnTo>
                        <a:pt x="853" y="1325"/>
                      </a:lnTo>
                      <a:lnTo>
                        <a:pt x="908" y="1322"/>
                      </a:lnTo>
                      <a:lnTo>
                        <a:pt x="961" y="1312"/>
                      </a:lnTo>
                      <a:lnTo>
                        <a:pt x="1012" y="1296"/>
                      </a:lnTo>
                      <a:lnTo>
                        <a:pt x="1061" y="1273"/>
                      </a:lnTo>
                      <a:lnTo>
                        <a:pt x="1106" y="1246"/>
                      </a:lnTo>
                      <a:lnTo>
                        <a:pt x="1147" y="1213"/>
                      </a:lnTo>
                      <a:lnTo>
                        <a:pt x="1184" y="1176"/>
                      </a:lnTo>
                      <a:lnTo>
                        <a:pt x="1217" y="1135"/>
                      </a:lnTo>
                      <a:lnTo>
                        <a:pt x="1244" y="1090"/>
                      </a:lnTo>
                      <a:lnTo>
                        <a:pt x="1267" y="1041"/>
                      </a:lnTo>
                      <a:lnTo>
                        <a:pt x="1283" y="990"/>
                      </a:lnTo>
                      <a:lnTo>
                        <a:pt x="1293" y="937"/>
                      </a:lnTo>
                      <a:lnTo>
                        <a:pt x="1297" y="881"/>
                      </a:lnTo>
                      <a:lnTo>
                        <a:pt x="1293" y="826"/>
                      </a:lnTo>
                      <a:lnTo>
                        <a:pt x="1283" y="772"/>
                      </a:lnTo>
                      <a:lnTo>
                        <a:pt x="1267" y="721"/>
                      </a:lnTo>
                      <a:lnTo>
                        <a:pt x="1244" y="673"/>
                      </a:lnTo>
                      <a:lnTo>
                        <a:pt x="1217" y="628"/>
                      </a:lnTo>
                      <a:lnTo>
                        <a:pt x="1184" y="587"/>
                      </a:lnTo>
                      <a:lnTo>
                        <a:pt x="1147" y="549"/>
                      </a:lnTo>
                      <a:lnTo>
                        <a:pt x="1106" y="517"/>
                      </a:lnTo>
                      <a:lnTo>
                        <a:pt x="1061" y="490"/>
                      </a:lnTo>
                      <a:lnTo>
                        <a:pt x="1012" y="467"/>
                      </a:lnTo>
                      <a:lnTo>
                        <a:pt x="961" y="451"/>
                      </a:lnTo>
                      <a:lnTo>
                        <a:pt x="908" y="441"/>
                      </a:lnTo>
                      <a:lnTo>
                        <a:pt x="853" y="437"/>
                      </a:lnTo>
                      <a:close/>
                      <a:moveTo>
                        <a:pt x="706" y="0"/>
                      </a:moveTo>
                      <a:lnTo>
                        <a:pt x="999" y="0"/>
                      </a:lnTo>
                      <a:lnTo>
                        <a:pt x="1026" y="4"/>
                      </a:lnTo>
                      <a:lnTo>
                        <a:pt x="1051" y="12"/>
                      </a:lnTo>
                      <a:lnTo>
                        <a:pt x="1074" y="26"/>
                      </a:lnTo>
                      <a:lnTo>
                        <a:pt x="1092" y="45"/>
                      </a:lnTo>
                      <a:lnTo>
                        <a:pt x="1107" y="67"/>
                      </a:lnTo>
                      <a:lnTo>
                        <a:pt x="1116" y="92"/>
                      </a:lnTo>
                      <a:lnTo>
                        <a:pt x="1120" y="121"/>
                      </a:lnTo>
                      <a:lnTo>
                        <a:pt x="1120" y="244"/>
                      </a:lnTo>
                      <a:lnTo>
                        <a:pt x="1172" y="269"/>
                      </a:lnTo>
                      <a:lnTo>
                        <a:pt x="1221" y="300"/>
                      </a:lnTo>
                      <a:lnTo>
                        <a:pt x="1268" y="334"/>
                      </a:lnTo>
                      <a:lnTo>
                        <a:pt x="1379" y="270"/>
                      </a:lnTo>
                      <a:lnTo>
                        <a:pt x="1398" y="260"/>
                      </a:lnTo>
                      <a:lnTo>
                        <a:pt x="1418" y="255"/>
                      </a:lnTo>
                      <a:lnTo>
                        <a:pt x="1439" y="254"/>
                      </a:lnTo>
                      <a:lnTo>
                        <a:pt x="1464" y="257"/>
                      </a:lnTo>
                      <a:lnTo>
                        <a:pt x="1486" y="264"/>
                      </a:lnTo>
                      <a:lnTo>
                        <a:pt x="1509" y="276"/>
                      </a:lnTo>
                      <a:lnTo>
                        <a:pt x="1527" y="293"/>
                      </a:lnTo>
                      <a:lnTo>
                        <a:pt x="1542" y="314"/>
                      </a:lnTo>
                      <a:lnTo>
                        <a:pt x="1689" y="567"/>
                      </a:lnTo>
                      <a:lnTo>
                        <a:pt x="1699" y="589"/>
                      </a:lnTo>
                      <a:lnTo>
                        <a:pt x="1704" y="612"/>
                      </a:lnTo>
                      <a:lnTo>
                        <a:pt x="1706" y="635"/>
                      </a:lnTo>
                      <a:lnTo>
                        <a:pt x="1701" y="659"/>
                      </a:lnTo>
                      <a:lnTo>
                        <a:pt x="1693" y="680"/>
                      </a:lnTo>
                      <a:lnTo>
                        <a:pt x="1681" y="700"/>
                      </a:lnTo>
                      <a:lnTo>
                        <a:pt x="1664" y="718"/>
                      </a:lnTo>
                      <a:lnTo>
                        <a:pt x="1644" y="731"/>
                      </a:lnTo>
                      <a:lnTo>
                        <a:pt x="1535" y="795"/>
                      </a:lnTo>
                      <a:lnTo>
                        <a:pt x="1540" y="838"/>
                      </a:lnTo>
                      <a:lnTo>
                        <a:pt x="1543" y="881"/>
                      </a:lnTo>
                      <a:lnTo>
                        <a:pt x="1540" y="924"/>
                      </a:lnTo>
                      <a:lnTo>
                        <a:pt x="1535" y="967"/>
                      </a:lnTo>
                      <a:lnTo>
                        <a:pt x="1644" y="1030"/>
                      </a:lnTo>
                      <a:lnTo>
                        <a:pt x="1667" y="1048"/>
                      </a:lnTo>
                      <a:lnTo>
                        <a:pt x="1684" y="1068"/>
                      </a:lnTo>
                      <a:lnTo>
                        <a:pt x="1697" y="1091"/>
                      </a:lnTo>
                      <a:lnTo>
                        <a:pt x="1704" y="1117"/>
                      </a:lnTo>
                      <a:lnTo>
                        <a:pt x="1706" y="1144"/>
                      </a:lnTo>
                      <a:lnTo>
                        <a:pt x="1701" y="1170"/>
                      </a:lnTo>
                      <a:lnTo>
                        <a:pt x="1689" y="1195"/>
                      </a:lnTo>
                      <a:lnTo>
                        <a:pt x="1542" y="1449"/>
                      </a:lnTo>
                      <a:lnTo>
                        <a:pt x="1529" y="1468"/>
                      </a:lnTo>
                      <a:lnTo>
                        <a:pt x="1512" y="1484"/>
                      </a:lnTo>
                      <a:lnTo>
                        <a:pt x="1492" y="1496"/>
                      </a:lnTo>
                      <a:lnTo>
                        <a:pt x="1470" y="1505"/>
                      </a:lnTo>
                      <a:lnTo>
                        <a:pt x="1439" y="1509"/>
                      </a:lnTo>
                      <a:lnTo>
                        <a:pt x="1418" y="1507"/>
                      </a:lnTo>
                      <a:lnTo>
                        <a:pt x="1398" y="1501"/>
                      </a:lnTo>
                      <a:lnTo>
                        <a:pt x="1379" y="1492"/>
                      </a:lnTo>
                      <a:lnTo>
                        <a:pt x="1268" y="1429"/>
                      </a:lnTo>
                      <a:lnTo>
                        <a:pt x="1222" y="1463"/>
                      </a:lnTo>
                      <a:lnTo>
                        <a:pt x="1172" y="1492"/>
                      </a:lnTo>
                      <a:lnTo>
                        <a:pt x="1120" y="1519"/>
                      </a:lnTo>
                      <a:lnTo>
                        <a:pt x="1120" y="1642"/>
                      </a:lnTo>
                      <a:lnTo>
                        <a:pt x="1116" y="1669"/>
                      </a:lnTo>
                      <a:lnTo>
                        <a:pt x="1107" y="1696"/>
                      </a:lnTo>
                      <a:lnTo>
                        <a:pt x="1092" y="1718"/>
                      </a:lnTo>
                      <a:lnTo>
                        <a:pt x="1074" y="1737"/>
                      </a:lnTo>
                      <a:lnTo>
                        <a:pt x="1051" y="1750"/>
                      </a:lnTo>
                      <a:lnTo>
                        <a:pt x="1026" y="1759"/>
                      </a:lnTo>
                      <a:lnTo>
                        <a:pt x="999" y="1763"/>
                      </a:lnTo>
                      <a:lnTo>
                        <a:pt x="706" y="1763"/>
                      </a:lnTo>
                      <a:lnTo>
                        <a:pt x="678" y="1759"/>
                      </a:lnTo>
                      <a:lnTo>
                        <a:pt x="654" y="1750"/>
                      </a:lnTo>
                      <a:lnTo>
                        <a:pt x="631" y="1737"/>
                      </a:lnTo>
                      <a:lnTo>
                        <a:pt x="612" y="1718"/>
                      </a:lnTo>
                      <a:lnTo>
                        <a:pt x="597" y="1696"/>
                      </a:lnTo>
                      <a:lnTo>
                        <a:pt x="589" y="1669"/>
                      </a:lnTo>
                      <a:lnTo>
                        <a:pt x="586" y="1642"/>
                      </a:lnTo>
                      <a:lnTo>
                        <a:pt x="586" y="1519"/>
                      </a:lnTo>
                      <a:lnTo>
                        <a:pt x="533" y="1492"/>
                      </a:lnTo>
                      <a:lnTo>
                        <a:pt x="484" y="1463"/>
                      </a:lnTo>
                      <a:lnTo>
                        <a:pt x="437" y="1429"/>
                      </a:lnTo>
                      <a:lnTo>
                        <a:pt x="352" y="1477"/>
                      </a:lnTo>
                      <a:lnTo>
                        <a:pt x="338" y="1455"/>
                      </a:lnTo>
                      <a:lnTo>
                        <a:pt x="321" y="1434"/>
                      </a:lnTo>
                      <a:lnTo>
                        <a:pt x="343" y="1406"/>
                      </a:lnTo>
                      <a:lnTo>
                        <a:pt x="361" y="1377"/>
                      </a:lnTo>
                      <a:lnTo>
                        <a:pt x="376" y="1345"/>
                      </a:lnTo>
                      <a:lnTo>
                        <a:pt x="387" y="1311"/>
                      </a:lnTo>
                      <a:lnTo>
                        <a:pt x="396" y="1263"/>
                      </a:lnTo>
                      <a:lnTo>
                        <a:pt x="397" y="1217"/>
                      </a:lnTo>
                      <a:lnTo>
                        <a:pt x="392" y="1170"/>
                      </a:lnTo>
                      <a:lnTo>
                        <a:pt x="378" y="1125"/>
                      </a:lnTo>
                      <a:lnTo>
                        <a:pt x="358" y="1083"/>
                      </a:lnTo>
                      <a:lnTo>
                        <a:pt x="241" y="881"/>
                      </a:lnTo>
                      <a:lnTo>
                        <a:pt x="221" y="851"/>
                      </a:lnTo>
                      <a:lnTo>
                        <a:pt x="196" y="825"/>
                      </a:lnTo>
                      <a:lnTo>
                        <a:pt x="170" y="800"/>
                      </a:lnTo>
                      <a:lnTo>
                        <a:pt x="170" y="795"/>
                      </a:lnTo>
                      <a:lnTo>
                        <a:pt x="141" y="779"/>
                      </a:lnTo>
                      <a:lnTo>
                        <a:pt x="118" y="765"/>
                      </a:lnTo>
                      <a:lnTo>
                        <a:pt x="60" y="731"/>
                      </a:lnTo>
                      <a:lnTo>
                        <a:pt x="38" y="715"/>
                      </a:lnTo>
                      <a:lnTo>
                        <a:pt x="20" y="695"/>
                      </a:lnTo>
                      <a:lnTo>
                        <a:pt x="8" y="671"/>
                      </a:lnTo>
                      <a:lnTo>
                        <a:pt x="0" y="645"/>
                      </a:lnTo>
                      <a:lnTo>
                        <a:pt x="0" y="619"/>
                      </a:lnTo>
                      <a:lnTo>
                        <a:pt x="4" y="593"/>
                      </a:lnTo>
                      <a:lnTo>
                        <a:pt x="15" y="567"/>
                      </a:lnTo>
                      <a:lnTo>
                        <a:pt x="162" y="314"/>
                      </a:lnTo>
                      <a:lnTo>
                        <a:pt x="176" y="295"/>
                      </a:lnTo>
                      <a:lnTo>
                        <a:pt x="192" y="279"/>
                      </a:lnTo>
                      <a:lnTo>
                        <a:pt x="212" y="267"/>
                      </a:lnTo>
                      <a:lnTo>
                        <a:pt x="235" y="258"/>
                      </a:lnTo>
                      <a:lnTo>
                        <a:pt x="266" y="254"/>
                      </a:lnTo>
                      <a:lnTo>
                        <a:pt x="287" y="255"/>
                      </a:lnTo>
                      <a:lnTo>
                        <a:pt x="307" y="262"/>
                      </a:lnTo>
                      <a:lnTo>
                        <a:pt x="327" y="270"/>
                      </a:lnTo>
                      <a:lnTo>
                        <a:pt x="437" y="334"/>
                      </a:lnTo>
                      <a:lnTo>
                        <a:pt x="484" y="300"/>
                      </a:lnTo>
                      <a:lnTo>
                        <a:pt x="533" y="269"/>
                      </a:lnTo>
                      <a:lnTo>
                        <a:pt x="586" y="244"/>
                      </a:lnTo>
                      <a:lnTo>
                        <a:pt x="586" y="121"/>
                      </a:lnTo>
                      <a:lnTo>
                        <a:pt x="589" y="92"/>
                      </a:lnTo>
                      <a:lnTo>
                        <a:pt x="597" y="67"/>
                      </a:lnTo>
                      <a:lnTo>
                        <a:pt x="612" y="45"/>
                      </a:lnTo>
                      <a:lnTo>
                        <a:pt x="631" y="26"/>
                      </a:lnTo>
                      <a:lnTo>
                        <a:pt x="654" y="12"/>
                      </a:lnTo>
                      <a:lnTo>
                        <a:pt x="678" y="4"/>
                      </a:lnTo>
                      <a:lnTo>
                        <a:pt x="70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</a:endParaRPr>
                </a:p>
              </p:txBody>
            </p:sp>
            <p:sp>
              <p:nvSpPr>
                <p:cNvPr id="37" name="Freeform 553"/>
                <p:cNvSpPr>
                  <a:spLocks noEditPoints="1"/>
                </p:cNvSpPr>
                <p:nvPr/>
              </p:nvSpPr>
              <p:spPr bwMode="auto">
                <a:xfrm>
                  <a:off x="1264" y="3197"/>
                  <a:ext cx="677" cy="700"/>
                </a:xfrm>
                <a:custGeom>
                  <a:avLst/>
                  <a:gdLst>
                    <a:gd name="T0" fmla="*/ 594 w 1354"/>
                    <a:gd name="T1" fmla="*/ 448 h 1399"/>
                    <a:gd name="T2" fmla="*/ 492 w 1354"/>
                    <a:gd name="T3" fmla="*/ 513 h 1399"/>
                    <a:gd name="T4" fmla="*/ 427 w 1354"/>
                    <a:gd name="T5" fmla="*/ 615 h 1399"/>
                    <a:gd name="T6" fmla="*/ 417 w 1354"/>
                    <a:gd name="T7" fmla="*/ 741 h 1399"/>
                    <a:gd name="T8" fmla="*/ 464 w 1354"/>
                    <a:gd name="T9" fmla="*/ 855 h 1399"/>
                    <a:gd name="T10" fmla="*/ 556 w 1354"/>
                    <a:gd name="T11" fmla="*/ 933 h 1399"/>
                    <a:gd name="T12" fmla="*/ 677 w 1354"/>
                    <a:gd name="T13" fmla="*/ 963 h 1399"/>
                    <a:gd name="T14" fmla="*/ 798 w 1354"/>
                    <a:gd name="T15" fmla="*/ 933 h 1399"/>
                    <a:gd name="T16" fmla="*/ 890 w 1354"/>
                    <a:gd name="T17" fmla="*/ 855 h 1399"/>
                    <a:gd name="T18" fmla="*/ 938 w 1354"/>
                    <a:gd name="T19" fmla="*/ 741 h 1399"/>
                    <a:gd name="T20" fmla="*/ 928 w 1354"/>
                    <a:gd name="T21" fmla="*/ 615 h 1399"/>
                    <a:gd name="T22" fmla="*/ 864 w 1354"/>
                    <a:gd name="T23" fmla="*/ 513 h 1399"/>
                    <a:gd name="T24" fmla="*/ 761 w 1354"/>
                    <a:gd name="T25" fmla="*/ 448 h 1399"/>
                    <a:gd name="T26" fmla="*/ 561 w 1354"/>
                    <a:gd name="T27" fmla="*/ 0 h 1399"/>
                    <a:gd name="T28" fmla="*/ 842 w 1354"/>
                    <a:gd name="T29" fmla="*/ 12 h 1399"/>
                    <a:gd name="T30" fmla="*/ 885 w 1354"/>
                    <a:gd name="T31" fmla="*/ 70 h 1399"/>
                    <a:gd name="T32" fmla="*/ 930 w 1354"/>
                    <a:gd name="T33" fmla="*/ 214 h 1399"/>
                    <a:gd name="T34" fmla="*/ 1095 w 1354"/>
                    <a:gd name="T35" fmla="*/ 214 h 1399"/>
                    <a:gd name="T36" fmla="*/ 1162 w 1354"/>
                    <a:gd name="T37" fmla="*/ 203 h 1399"/>
                    <a:gd name="T38" fmla="*/ 1213 w 1354"/>
                    <a:gd name="T39" fmla="*/ 232 h 1399"/>
                    <a:gd name="T40" fmla="*/ 1352 w 1354"/>
                    <a:gd name="T41" fmla="*/ 473 h 1399"/>
                    <a:gd name="T42" fmla="*/ 1342 w 1354"/>
                    <a:gd name="T43" fmla="*/ 546 h 1399"/>
                    <a:gd name="T44" fmla="*/ 1218 w 1354"/>
                    <a:gd name="T45" fmla="*/ 630 h 1399"/>
                    <a:gd name="T46" fmla="*/ 1223 w 1354"/>
                    <a:gd name="T47" fmla="*/ 734 h 1399"/>
                    <a:gd name="T48" fmla="*/ 1324 w 1354"/>
                    <a:gd name="T49" fmla="*/ 831 h 1399"/>
                    <a:gd name="T50" fmla="*/ 1353 w 1354"/>
                    <a:gd name="T51" fmla="*/ 886 h 1399"/>
                    <a:gd name="T52" fmla="*/ 1342 w 1354"/>
                    <a:gd name="T53" fmla="*/ 948 h 1399"/>
                    <a:gd name="T54" fmla="*/ 1191 w 1354"/>
                    <a:gd name="T55" fmla="*/ 1185 h 1399"/>
                    <a:gd name="T56" fmla="*/ 1119 w 1354"/>
                    <a:gd name="T57" fmla="*/ 1193 h 1399"/>
                    <a:gd name="T58" fmla="*/ 970 w 1354"/>
                    <a:gd name="T59" fmla="*/ 1161 h 1399"/>
                    <a:gd name="T60" fmla="*/ 889 w 1354"/>
                    <a:gd name="T61" fmla="*/ 1303 h 1399"/>
                    <a:gd name="T62" fmla="*/ 861 w 1354"/>
                    <a:gd name="T63" fmla="*/ 1370 h 1399"/>
                    <a:gd name="T64" fmla="*/ 793 w 1354"/>
                    <a:gd name="T65" fmla="*/ 1399 h 1399"/>
                    <a:gd name="T66" fmla="*/ 513 w 1354"/>
                    <a:gd name="T67" fmla="*/ 1385 h 1399"/>
                    <a:gd name="T68" fmla="*/ 469 w 1354"/>
                    <a:gd name="T69" fmla="*/ 1328 h 1399"/>
                    <a:gd name="T70" fmla="*/ 424 w 1354"/>
                    <a:gd name="T71" fmla="*/ 1185 h 1399"/>
                    <a:gd name="T72" fmla="*/ 260 w 1354"/>
                    <a:gd name="T73" fmla="*/ 1185 h 1399"/>
                    <a:gd name="T74" fmla="*/ 187 w 1354"/>
                    <a:gd name="T75" fmla="*/ 1193 h 1399"/>
                    <a:gd name="T76" fmla="*/ 129 w 1354"/>
                    <a:gd name="T77" fmla="*/ 1150 h 1399"/>
                    <a:gd name="T78" fmla="*/ 0 w 1354"/>
                    <a:gd name="T79" fmla="*/ 907 h 1399"/>
                    <a:gd name="T80" fmla="*/ 17 w 1354"/>
                    <a:gd name="T81" fmla="*/ 847 h 1399"/>
                    <a:gd name="T82" fmla="*/ 136 w 1354"/>
                    <a:gd name="T83" fmla="*/ 767 h 1399"/>
                    <a:gd name="T84" fmla="*/ 131 w 1354"/>
                    <a:gd name="T85" fmla="*/ 665 h 1399"/>
                    <a:gd name="T86" fmla="*/ 30 w 1354"/>
                    <a:gd name="T87" fmla="*/ 567 h 1399"/>
                    <a:gd name="T88" fmla="*/ 2 w 1354"/>
                    <a:gd name="T89" fmla="*/ 512 h 1399"/>
                    <a:gd name="T90" fmla="*/ 13 w 1354"/>
                    <a:gd name="T91" fmla="*/ 450 h 1399"/>
                    <a:gd name="T92" fmla="*/ 164 w 1354"/>
                    <a:gd name="T93" fmla="*/ 214 h 1399"/>
                    <a:gd name="T94" fmla="*/ 237 w 1354"/>
                    <a:gd name="T95" fmla="*/ 204 h 1399"/>
                    <a:gd name="T96" fmla="*/ 384 w 1354"/>
                    <a:gd name="T97" fmla="*/ 238 h 1399"/>
                    <a:gd name="T98" fmla="*/ 465 w 1354"/>
                    <a:gd name="T99" fmla="*/ 95 h 1399"/>
                    <a:gd name="T100" fmla="*/ 494 w 1354"/>
                    <a:gd name="T101" fmla="*/ 27 h 1399"/>
                    <a:gd name="T102" fmla="*/ 561 w 1354"/>
                    <a:gd name="T103" fmla="*/ 0 h 13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354" h="1399">
                      <a:moveTo>
                        <a:pt x="677" y="436"/>
                      </a:moveTo>
                      <a:lnTo>
                        <a:pt x="635" y="438"/>
                      </a:lnTo>
                      <a:lnTo>
                        <a:pt x="594" y="448"/>
                      </a:lnTo>
                      <a:lnTo>
                        <a:pt x="556" y="465"/>
                      </a:lnTo>
                      <a:lnTo>
                        <a:pt x="521" y="487"/>
                      </a:lnTo>
                      <a:lnTo>
                        <a:pt x="492" y="513"/>
                      </a:lnTo>
                      <a:lnTo>
                        <a:pt x="464" y="543"/>
                      </a:lnTo>
                      <a:lnTo>
                        <a:pt x="443" y="578"/>
                      </a:lnTo>
                      <a:lnTo>
                        <a:pt x="427" y="615"/>
                      </a:lnTo>
                      <a:lnTo>
                        <a:pt x="417" y="657"/>
                      </a:lnTo>
                      <a:lnTo>
                        <a:pt x="414" y="699"/>
                      </a:lnTo>
                      <a:lnTo>
                        <a:pt x="417" y="741"/>
                      </a:lnTo>
                      <a:lnTo>
                        <a:pt x="427" y="782"/>
                      </a:lnTo>
                      <a:lnTo>
                        <a:pt x="443" y="820"/>
                      </a:lnTo>
                      <a:lnTo>
                        <a:pt x="464" y="855"/>
                      </a:lnTo>
                      <a:lnTo>
                        <a:pt x="492" y="886"/>
                      </a:lnTo>
                      <a:lnTo>
                        <a:pt x="521" y="912"/>
                      </a:lnTo>
                      <a:lnTo>
                        <a:pt x="556" y="933"/>
                      </a:lnTo>
                      <a:lnTo>
                        <a:pt x="594" y="949"/>
                      </a:lnTo>
                      <a:lnTo>
                        <a:pt x="635" y="959"/>
                      </a:lnTo>
                      <a:lnTo>
                        <a:pt x="677" y="963"/>
                      </a:lnTo>
                      <a:lnTo>
                        <a:pt x="720" y="959"/>
                      </a:lnTo>
                      <a:lnTo>
                        <a:pt x="761" y="949"/>
                      </a:lnTo>
                      <a:lnTo>
                        <a:pt x="798" y="933"/>
                      </a:lnTo>
                      <a:lnTo>
                        <a:pt x="833" y="912"/>
                      </a:lnTo>
                      <a:lnTo>
                        <a:pt x="864" y="886"/>
                      </a:lnTo>
                      <a:lnTo>
                        <a:pt x="890" y="855"/>
                      </a:lnTo>
                      <a:lnTo>
                        <a:pt x="912" y="820"/>
                      </a:lnTo>
                      <a:lnTo>
                        <a:pt x="928" y="782"/>
                      </a:lnTo>
                      <a:lnTo>
                        <a:pt x="938" y="741"/>
                      </a:lnTo>
                      <a:lnTo>
                        <a:pt x="942" y="699"/>
                      </a:lnTo>
                      <a:lnTo>
                        <a:pt x="938" y="657"/>
                      </a:lnTo>
                      <a:lnTo>
                        <a:pt x="928" y="615"/>
                      </a:lnTo>
                      <a:lnTo>
                        <a:pt x="912" y="578"/>
                      </a:lnTo>
                      <a:lnTo>
                        <a:pt x="890" y="543"/>
                      </a:lnTo>
                      <a:lnTo>
                        <a:pt x="864" y="513"/>
                      </a:lnTo>
                      <a:lnTo>
                        <a:pt x="833" y="487"/>
                      </a:lnTo>
                      <a:lnTo>
                        <a:pt x="798" y="465"/>
                      </a:lnTo>
                      <a:lnTo>
                        <a:pt x="761" y="448"/>
                      </a:lnTo>
                      <a:lnTo>
                        <a:pt x="720" y="438"/>
                      </a:lnTo>
                      <a:lnTo>
                        <a:pt x="677" y="436"/>
                      </a:lnTo>
                      <a:close/>
                      <a:moveTo>
                        <a:pt x="561" y="0"/>
                      </a:moveTo>
                      <a:lnTo>
                        <a:pt x="793" y="0"/>
                      </a:lnTo>
                      <a:lnTo>
                        <a:pt x="818" y="2"/>
                      </a:lnTo>
                      <a:lnTo>
                        <a:pt x="842" y="12"/>
                      </a:lnTo>
                      <a:lnTo>
                        <a:pt x="861" y="27"/>
                      </a:lnTo>
                      <a:lnTo>
                        <a:pt x="875" y="47"/>
                      </a:lnTo>
                      <a:lnTo>
                        <a:pt x="885" y="70"/>
                      </a:lnTo>
                      <a:lnTo>
                        <a:pt x="889" y="95"/>
                      </a:lnTo>
                      <a:lnTo>
                        <a:pt x="889" y="193"/>
                      </a:lnTo>
                      <a:lnTo>
                        <a:pt x="930" y="214"/>
                      </a:lnTo>
                      <a:lnTo>
                        <a:pt x="970" y="238"/>
                      </a:lnTo>
                      <a:lnTo>
                        <a:pt x="1008" y="264"/>
                      </a:lnTo>
                      <a:lnTo>
                        <a:pt x="1095" y="214"/>
                      </a:lnTo>
                      <a:lnTo>
                        <a:pt x="1119" y="204"/>
                      </a:lnTo>
                      <a:lnTo>
                        <a:pt x="1142" y="201"/>
                      </a:lnTo>
                      <a:lnTo>
                        <a:pt x="1162" y="203"/>
                      </a:lnTo>
                      <a:lnTo>
                        <a:pt x="1181" y="209"/>
                      </a:lnTo>
                      <a:lnTo>
                        <a:pt x="1198" y="219"/>
                      </a:lnTo>
                      <a:lnTo>
                        <a:pt x="1213" y="232"/>
                      </a:lnTo>
                      <a:lnTo>
                        <a:pt x="1226" y="249"/>
                      </a:lnTo>
                      <a:lnTo>
                        <a:pt x="1342" y="450"/>
                      </a:lnTo>
                      <a:lnTo>
                        <a:pt x="1352" y="473"/>
                      </a:lnTo>
                      <a:lnTo>
                        <a:pt x="1354" y="497"/>
                      </a:lnTo>
                      <a:lnTo>
                        <a:pt x="1352" y="522"/>
                      </a:lnTo>
                      <a:lnTo>
                        <a:pt x="1342" y="546"/>
                      </a:lnTo>
                      <a:lnTo>
                        <a:pt x="1327" y="566"/>
                      </a:lnTo>
                      <a:lnTo>
                        <a:pt x="1307" y="581"/>
                      </a:lnTo>
                      <a:lnTo>
                        <a:pt x="1218" y="630"/>
                      </a:lnTo>
                      <a:lnTo>
                        <a:pt x="1223" y="665"/>
                      </a:lnTo>
                      <a:lnTo>
                        <a:pt x="1226" y="699"/>
                      </a:lnTo>
                      <a:lnTo>
                        <a:pt x="1223" y="734"/>
                      </a:lnTo>
                      <a:lnTo>
                        <a:pt x="1218" y="767"/>
                      </a:lnTo>
                      <a:lnTo>
                        <a:pt x="1307" y="818"/>
                      </a:lnTo>
                      <a:lnTo>
                        <a:pt x="1324" y="831"/>
                      </a:lnTo>
                      <a:lnTo>
                        <a:pt x="1338" y="847"/>
                      </a:lnTo>
                      <a:lnTo>
                        <a:pt x="1348" y="866"/>
                      </a:lnTo>
                      <a:lnTo>
                        <a:pt x="1353" y="886"/>
                      </a:lnTo>
                      <a:lnTo>
                        <a:pt x="1354" y="907"/>
                      </a:lnTo>
                      <a:lnTo>
                        <a:pt x="1350" y="928"/>
                      </a:lnTo>
                      <a:lnTo>
                        <a:pt x="1342" y="948"/>
                      </a:lnTo>
                      <a:lnTo>
                        <a:pt x="1226" y="1150"/>
                      </a:lnTo>
                      <a:lnTo>
                        <a:pt x="1210" y="1169"/>
                      </a:lnTo>
                      <a:lnTo>
                        <a:pt x="1191" y="1185"/>
                      </a:lnTo>
                      <a:lnTo>
                        <a:pt x="1167" y="1193"/>
                      </a:lnTo>
                      <a:lnTo>
                        <a:pt x="1142" y="1197"/>
                      </a:lnTo>
                      <a:lnTo>
                        <a:pt x="1119" y="1193"/>
                      </a:lnTo>
                      <a:lnTo>
                        <a:pt x="1095" y="1185"/>
                      </a:lnTo>
                      <a:lnTo>
                        <a:pt x="1008" y="1134"/>
                      </a:lnTo>
                      <a:lnTo>
                        <a:pt x="970" y="1161"/>
                      </a:lnTo>
                      <a:lnTo>
                        <a:pt x="930" y="1185"/>
                      </a:lnTo>
                      <a:lnTo>
                        <a:pt x="889" y="1205"/>
                      </a:lnTo>
                      <a:lnTo>
                        <a:pt x="889" y="1303"/>
                      </a:lnTo>
                      <a:lnTo>
                        <a:pt x="885" y="1328"/>
                      </a:lnTo>
                      <a:lnTo>
                        <a:pt x="875" y="1352"/>
                      </a:lnTo>
                      <a:lnTo>
                        <a:pt x="861" y="1370"/>
                      </a:lnTo>
                      <a:lnTo>
                        <a:pt x="842" y="1385"/>
                      </a:lnTo>
                      <a:lnTo>
                        <a:pt x="818" y="1395"/>
                      </a:lnTo>
                      <a:lnTo>
                        <a:pt x="793" y="1399"/>
                      </a:lnTo>
                      <a:lnTo>
                        <a:pt x="561" y="1399"/>
                      </a:lnTo>
                      <a:lnTo>
                        <a:pt x="535" y="1395"/>
                      </a:lnTo>
                      <a:lnTo>
                        <a:pt x="513" y="1385"/>
                      </a:lnTo>
                      <a:lnTo>
                        <a:pt x="494" y="1370"/>
                      </a:lnTo>
                      <a:lnTo>
                        <a:pt x="479" y="1352"/>
                      </a:lnTo>
                      <a:lnTo>
                        <a:pt x="469" y="1328"/>
                      </a:lnTo>
                      <a:lnTo>
                        <a:pt x="465" y="1303"/>
                      </a:lnTo>
                      <a:lnTo>
                        <a:pt x="465" y="1205"/>
                      </a:lnTo>
                      <a:lnTo>
                        <a:pt x="424" y="1185"/>
                      </a:lnTo>
                      <a:lnTo>
                        <a:pt x="384" y="1161"/>
                      </a:lnTo>
                      <a:lnTo>
                        <a:pt x="347" y="1134"/>
                      </a:lnTo>
                      <a:lnTo>
                        <a:pt x="260" y="1185"/>
                      </a:lnTo>
                      <a:lnTo>
                        <a:pt x="237" y="1193"/>
                      </a:lnTo>
                      <a:lnTo>
                        <a:pt x="212" y="1197"/>
                      </a:lnTo>
                      <a:lnTo>
                        <a:pt x="187" y="1193"/>
                      </a:lnTo>
                      <a:lnTo>
                        <a:pt x="164" y="1185"/>
                      </a:lnTo>
                      <a:lnTo>
                        <a:pt x="145" y="1169"/>
                      </a:lnTo>
                      <a:lnTo>
                        <a:pt x="129" y="1150"/>
                      </a:lnTo>
                      <a:lnTo>
                        <a:pt x="13" y="948"/>
                      </a:lnTo>
                      <a:lnTo>
                        <a:pt x="4" y="928"/>
                      </a:lnTo>
                      <a:lnTo>
                        <a:pt x="0" y="907"/>
                      </a:lnTo>
                      <a:lnTo>
                        <a:pt x="2" y="886"/>
                      </a:lnTo>
                      <a:lnTo>
                        <a:pt x="7" y="866"/>
                      </a:lnTo>
                      <a:lnTo>
                        <a:pt x="17" y="847"/>
                      </a:lnTo>
                      <a:lnTo>
                        <a:pt x="30" y="831"/>
                      </a:lnTo>
                      <a:lnTo>
                        <a:pt x="48" y="817"/>
                      </a:lnTo>
                      <a:lnTo>
                        <a:pt x="136" y="767"/>
                      </a:lnTo>
                      <a:lnTo>
                        <a:pt x="131" y="734"/>
                      </a:lnTo>
                      <a:lnTo>
                        <a:pt x="129" y="699"/>
                      </a:lnTo>
                      <a:lnTo>
                        <a:pt x="131" y="665"/>
                      </a:lnTo>
                      <a:lnTo>
                        <a:pt x="136" y="630"/>
                      </a:lnTo>
                      <a:lnTo>
                        <a:pt x="48" y="581"/>
                      </a:lnTo>
                      <a:lnTo>
                        <a:pt x="30" y="567"/>
                      </a:lnTo>
                      <a:lnTo>
                        <a:pt x="17" y="551"/>
                      </a:lnTo>
                      <a:lnTo>
                        <a:pt x="7" y="532"/>
                      </a:lnTo>
                      <a:lnTo>
                        <a:pt x="2" y="512"/>
                      </a:lnTo>
                      <a:lnTo>
                        <a:pt x="0" y="491"/>
                      </a:lnTo>
                      <a:lnTo>
                        <a:pt x="4" y="470"/>
                      </a:lnTo>
                      <a:lnTo>
                        <a:pt x="13" y="450"/>
                      </a:lnTo>
                      <a:lnTo>
                        <a:pt x="129" y="249"/>
                      </a:lnTo>
                      <a:lnTo>
                        <a:pt x="145" y="229"/>
                      </a:lnTo>
                      <a:lnTo>
                        <a:pt x="164" y="214"/>
                      </a:lnTo>
                      <a:lnTo>
                        <a:pt x="187" y="204"/>
                      </a:lnTo>
                      <a:lnTo>
                        <a:pt x="212" y="201"/>
                      </a:lnTo>
                      <a:lnTo>
                        <a:pt x="237" y="204"/>
                      </a:lnTo>
                      <a:lnTo>
                        <a:pt x="260" y="214"/>
                      </a:lnTo>
                      <a:lnTo>
                        <a:pt x="347" y="264"/>
                      </a:lnTo>
                      <a:lnTo>
                        <a:pt x="384" y="238"/>
                      </a:lnTo>
                      <a:lnTo>
                        <a:pt x="424" y="214"/>
                      </a:lnTo>
                      <a:lnTo>
                        <a:pt x="465" y="193"/>
                      </a:lnTo>
                      <a:lnTo>
                        <a:pt x="465" y="95"/>
                      </a:lnTo>
                      <a:lnTo>
                        <a:pt x="469" y="70"/>
                      </a:lnTo>
                      <a:lnTo>
                        <a:pt x="479" y="47"/>
                      </a:lnTo>
                      <a:lnTo>
                        <a:pt x="494" y="27"/>
                      </a:lnTo>
                      <a:lnTo>
                        <a:pt x="513" y="12"/>
                      </a:lnTo>
                      <a:lnTo>
                        <a:pt x="535" y="2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30" name="Rectangle 126"/>
            <p:cNvSpPr/>
            <p:nvPr/>
          </p:nvSpPr>
          <p:spPr>
            <a:xfrm>
              <a:off x="1577538" y="3791470"/>
              <a:ext cx="4499918" cy="15234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请您单击此处添加合适文字加以解释说明，可根据自己的需要适当地调整文字的大X或者颜色等属性，祝你使用愉快，严禁搬运抄袭。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2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8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" presetClass="entr" presetSubtype="8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9da82fdb2e5f457e">
            <a:alphaModFix amt="1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7144" y="235807"/>
            <a:ext cx="547995" cy="509895"/>
            <a:chOff x="315244" y="264382"/>
            <a:chExt cx="547995" cy="509895"/>
          </a:xfrm>
        </p:grpSpPr>
        <p:sp>
          <p:nvSpPr>
            <p:cNvPr id="6" name="圆: 空心 5"/>
            <p:cNvSpPr/>
            <p:nvPr/>
          </p:nvSpPr>
          <p:spPr>
            <a:xfrm>
              <a:off x="353344" y="264382"/>
              <a:ext cx="509895" cy="509895"/>
            </a:xfrm>
            <a:prstGeom prst="donut">
              <a:avLst/>
            </a:prstGeom>
            <a:solidFill>
              <a:srgbClr val="00B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33819" y="344857"/>
              <a:ext cx="348946" cy="3489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1667" y="412705"/>
              <a:ext cx="213250" cy="213250"/>
            </a:xfrm>
            <a:prstGeom prst="ellipse">
              <a:avLst/>
            </a:prstGeom>
            <a:gradFill>
              <a:gsLst>
                <a:gs pos="100000">
                  <a:srgbClr val="00BCD4">
                    <a:alpha val="66000"/>
                  </a:srgbClr>
                </a:gs>
                <a:gs pos="46000">
                  <a:srgbClr val="00BCD4"/>
                </a:gs>
              </a:gsLst>
              <a:lin ang="7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5" name="圆: 空心 14"/>
            <p:cNvSpPr/>
            <p:nvPr/>
          </p:nvSpPr>
          <p:spPr>
            <a:xfrm>
              <a:off x="315244" y="554489"/>
              <a:ext cx="213250" cy="213250"/>
            </a:xfrm>
            <a:prstGeom prst="donut">
              <a:avLst/>
            </a:prstGeom>
            <a:solidFill>
              <a:srgbClr val="009B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4664" y="229144"/>
            <a:ext cx="28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营 销 方 案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71443" y="2941626"/>
            <a:ext cx="5672763" cy="1180595"/>
            <a:chOff x="499436" y="2809828"/>
            <a:chExt cx="5672763" cy="1180595"/>
          </a:xfrm>
        </p:grpSpPr>
        <p:sp>
          <p:nvSpPr>
            <p:cNvPr id="4" name="Kotak Teks 3"/>
            <p:cNvSpPr txBox="1"/>
            <p:nvPr/>
          </p:nvSpPr>
          <p:spPr>
            <a:xfrm>
              <a:off x="499436" y="2809828"/>
              <a:ext cx="16683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Poppins SemiBold" panose="00000700000000000000" pitchFamily="2" charset="0"/>
                </a:rPr>
                <a:t>添加标题</a:t>
              </a:r>
              <a:endParaRPr lang="en-ID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 SemiBold" panose="00000700000000000000" pitchFamily="2" charset="0"/>
              </a:endParaRPr>
            </a:p>
          </p:txBody>
        </p:sp>
        <p:sp>
          <p:nvSpPr>
            <p:cNvPr id="8" name="Kotak Teks 3"/>
            <p:cNvSpPr txBox="1"/>
            <p:nvPr/>
          </p:nvSpPr>
          <p:spPr>
            <a:xfrm>
              <a:off x="5168398" y="3043760"/>
              <a:ext cx="10038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Poppins SemiBold" panose="00000700000000000000" pitchFamily="2" charset="0"/>
                </a:rPr>
                <a:t>50%</a:t>
              </a:r>
              <a:endParaRPr lang="en-ID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 SemiBold" panose="00000700000000000000" pitchFamily="2" charset="0"/>
              </a:endParaRPr>
            </a:p>
          </p:txBody>
        </p:sp>
        <p:cxnSp>
          <p:nvCxnSpPr>
            <p:cNvPr id="9" name="Straight Connector 9"/>
            <p:cNvCxnSpPr/>
            <p:nvPr/>
          </p:nvCxnSpPr>
          <p:spPr>
            <a:xfrm>
              <a:off x="600530" y="3231431"/>
              <a:ext cx="4161970" cy="0"/>
            </a:xfrm>
            <a:prstGeom prst="line">
              <a:avLst/>
            </a:prstGeom>
            <a:noFill/>
            <a:ln w="76200" cap="rnd" cmpd="sng" algn="ctr">
              <a:solidFill>
                <a:sysClr val="windowText" lastClr="000000">
                  <a:alpha val="25000"/>
                </a:sysClr>
              </a:solidFill>
              <a:prstDash val="solid"/>
              <a:round/>
            </a:ln>
            <a:effectLst/>
          </p:spPr>
        </p:cxnSp>
        <p:cxnSp>
          <p:nvCxnSpPr>
            <p:cNvPr id="10" name="Straight Connector 10"/>
            <p:cNvCxnSpPr/>
            <p:nvPr/>
          </p:nvCxnSpPr>
          <p:spPr>
            <a:xfrm>
              <a:off x="600530" y="3231431"/>
              <a:ext cx="2171245" cy="0"/>
            </a:xfrm>
            <a:prstGeom prst="line">
              <a:avLst/>
            </a:prstGeom>
            <a:noFill/>
            <a:ln w="76200" cap="rnd" cmpd="sng" algn="ctr">
              <a:solidFill>
                <a:srgbClr val="009BB0"/>
              </a:solidFill>
              <a:prstDash val="solid"/>
              <a:round/>
              <a:tailEnd type="oval"/>
            </a:ln>
            <a:effectLst/>
          </p:spPr>
        </p:cxnSp>
        <p:sp>
          <p:nvSpPr>
            <p:cNvPr id="11" name="Kotak Teks 3"/>
            <p:cNvSpPr txBox="1"/>
            <p:nvPr/>
          </p:nvSpPr>
          <p:spPr>
            <a:xfrm>
              <a:off x="499436" y="3417937"/>
              <a:ext cx="16683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Poppins SemiBold" panose="00000700000000000000" pitchFamily="2" charset="0"/>
                </a:rPr>
                <a:t>添加标题</a:t>
              </a:r>
              <a:endParaRPr lang="en-ID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 SemiBold" panose="00000700000000000000" pitchFamily="2" charset="0"/>
              </a:endParaRPr>
            </a:p>
          </p:txBody>
        </p:sp>
        <p:sp>
          <p:nvSpPr>
            <p:cNvPr id="12" name="Kotak Teks 3"/>
            <p:cNvSpPr txBox="1"/>
            <p:nvPr/>
          </p:nvSpPr>
          <p:spPr>
            <a:xfrm>
              <a:off x="5168398" y="3651869"/>
              <a:ext cx="10038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Poppins SemiBold" panose="00000700000000000000" pitchFamily="2" charset="0"/>
                </a:rPr>
                <a:t>50%</a:t>
              </a:r>
              <a:endParaRPr lang="en-ID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 SemiBold" panose="00000700000000000000" pitchFamily="2" charset="0"/>
              </a:endParaRPr>
            </a:p>
          </p:txBody>
        </p:sp>
        <p:cxnSp>
          <p:nvCxnSpPr>
            <p:cNvPr id="13" name="Straight Connector 13"/>
            <p:cNvCxnSpPr/>
            <p:nvPr/>
          </p:nvCxnSpPr>
          <p:spPr>
            <a:xfrm>
              <a:off x="600530" y="3839540"/>
              <a:ext cx="4161970" cy="0"/>
            </a:xfrm>
            <a:prstGeom prst="line">
              <a:avLst/>
            </a:prstGeom>
            <a:noFill/>
            <a:ln w="76200" cap="rnd" cmpd="sng" algn="ctr">
              <a:solidFill>
                <a:sysClr val="windowText" lastClr="000000">
                  <a:alpha val="25000"/>
                </a:sysClr>
              </a:solidFill>
              <a:prstDash val="solid"/>
              <a:round/>
            </a:ln>
            <a:effectLst/>
          </p:spPr>
        </p:cxnSp>
        <p:cxnSp>
          <p:nvCxnSpPr>
            <p:cNvPr id="16" name="Straight Connector 14"/>
            <p:cNvCxnSpPr/>
            <p:nvPr/>
          </p:nvCxnSpPr>
          <p:spPr>
            <a:xfrm>
              <a:off x="600530" y="3839540"/>
              <a:ext cx="2171245" cy="0"/>
            </a:xfrm>
            <a:prstGeom prst="line">
              <a:avLst/>
            </a:prstGeom>
            <a:noFill/>
            <a:ln w="76200" cap="rnd" cmpd="sng" algn="ctr">
              <a:solidFill>
                <a:srgbClr val="00BCD4"/>
              </a:solidFill>
              <a:prstDash val="solid"/>
              <a:round/>
              <a:tailEnd type="oval"/>
            </a:ln>
            <a:effectLst/>
          </p:spPr>
        </p:cxnSp>
      </p:grpSp>
      <p:sp>
        <p:nvSpPr>
          <p:cNvPr id="17" name="矩形 47"/>
          <p:cNvSpPr>
            <a:spLocks noChangeArrowheads="1"/>
          </p:cNvSpPr>
          <p:nvPr/>
        </p:nvSpPr>
        <p:spPr bwMode="auto">
          <a:xfrm>
            <a:off x="433343" y="1570536"/>
            <a:ext cx="5710863" cy="1200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 hangingPunct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Bold" panose="020B0800000000000000" pitchFamily="34" charset="-122"/>
              </a:rPr>
              <a:t>单击添加标题</a:t>
            </a:r>
            <a:endParaRPr lang="en-US" altLang="zh-CN" sz="2000" b="1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Bold" panose="020B0800000000000000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Bold" panose="020B0800000000000000" pitchFamily="34" charset="-122"/>
              </a:rPr>
              <a:t>请您单击此处添加合适文字加以解释说明，可根据自己的需要适当地调整文字的大X或者颜色等属性，祝你使用愉快，严禁搬运抄袭。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471443" y="4261913"/>
            <a:ext cx="5872789" cy="1380833"/>
            <a:chOff x="832811" y="4511115"/>
            <a:chExt cx="5872789" cy="1380833"/>
          </a:xfrm>
        </p:grpSpPr>
        <p:sp>
          <p:nvSpPr>
            <p:cNvPr id="20" name="矩形: 圆角 19"/>
            <p:cNvSpPr/>
            <p:nvPr/>
          </p:nvSpPr>
          <p:spPr>
            <a:xfrm>
              <a:off x="832811" y="4511115"/>
              <a:ext cx="5872789" cy="1380833"/>
            </a:xfrm>
            <a:prstGeom prst="roundRect">
              <a:avLst>
                <a:gd name="adj" fmla="val 11927"/>
              </a:avLst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t" rotWithShape="0">
                <a:sysClr val="window" lastClr="FFFFFF">
                  <a:lumMod val="50000"/>
                  <a:alpha val="1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938973" y="4620314"/>
              <a:ext cx="4421979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添加标题</a:t>
              </a:r>
            </a:p>
            <a:p>
              <a:pPr marL="0" marR="0" lvl="0" indent="0" algn="just" defTabSz="91440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单击此处输入文本内容，严禁抄袭搬运到其他平台，尤其是某库、某XX、某X等。</a:t>
              </a: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984894" y="4821149"/>
              <a:ext cx="760762" cy="760762"/>
              <a:chOff x="984894" y="4821149"/>
              <a:chExt cx="760762" cy="760762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984894" y="4821149"/>
                <a:ext cx="760762" cy="760762"/>
              </a:xfrm>
              <a:prstGeom prst="ellipse">
                <a:avLst/>
              </a:prstGeom>
              <a:solidFill>
                <a:srgbClr val="009BB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endParaRPr>
              </a:p>
            </p:txBody>
          </p:sp>
          <p:sp>
            <p:nvSpPr>
              <p:cNvPr id="24" name="i$liḋe-Freeform: Shape 30"/>
              <p:cNvSpPr>
                <a:spLocks noChangeAspect="1"/>
              </p:cNvSpPr>
              <p:nvPr/>
            </p:nvSpPr>
            <p:spPr bwMode="auto">
              <a:xfrm>
                <a:off x="1185329" y="4986162"/>
                <a:ext cx="359893" cy="430737"/>
              </a:xfrm>
              <a:custGeom>
                <a:avLst/>
                <a:gdLst>
                  <a:gd name="connsiteX0" fmla="*/ 206367 w 449768"/>
                  <a:gd name="connsiteY0" fmla="*/ 423375 h 538305"/>
                  <a:gd name="connsiteX1" fmla="*/ 208536 w 449768"/>
                  <a:gd name="connsiteY1" fmla="*/ 434347 h 538305"/>
                  <a:gd name="connsiteX2" fmla="*/ 136133 w 449768"/>
                  <a:gd name="connsiteY2" fmla="*/ 527584 h 538305"/>
                  <a:gd name="connsiteX3" fmla="*/ 120760 w 449768"/>
                  <a:gd name="connsiteY3" fmla="*/ 517169 h 538305"/>
                  <a:gd name="connsiteX4" fmla="*/ 192667 w 449768"/>
                  <a:gd name="connsiteY4" fmla="*/ 423933 h 538305"/>
                  <a:gd name="connsiteX5" fmla="*/ 206367 w 449768"/>
                  <a:gd name="connsiteY5" fmla="*/ 423375 h 538305"/>
                  <a:gd name="connsiteX6" fmla="*/ 158371 w 449768"/>
                  <a:gd name="connsiteY6" fmla="*/ 386315 h 538305"/>
                  <a:gd name="connsiteX7" fmla="*/ 160292 w 449768"/>
                  <a:gd name="connsiteY7" fmla="*/ 397002 h 538305"/>
                  <a:gd name="connsiteX8" fmla="*/ 51725 w 449768"/>
                  <a:gd name="connsiteY8" fmla="*/ 536376 h 538305"/>
                  <a:gd name="connsiteX9" fmla="*/ 41315 w 449768"/>
                  <a:gd name="connsiteY9" fmla="*/ 525997 h 538305"/>
                  <a:gd name="connsiteX10" fmla="*/ 144924 w 449768"/>
                  <a:gd name="connsiteY10" fmla="*/ 387118 h 538305"/>
                  <a:gd name="connsiteX11" fmla="*/ 158371 w 449768"/>
                  <a:gd name="connsiteY11" fmla="*/ 386315 h 538305"/>
                  <a:gd name="connsiteX12" fmla="*/ 112005 w 449768"/>
                  <a:gd name="connsiteY12" fmla="*/ 349971 h 538305"/>
                  <a:gd name="connsiteX13" fmla="*/ 113740 w 449768"/>
                  <a:gd name="connsiteY13" fmla="*/ 362927 h 538305"/>
                  <a:gd name="connsiteX14" fmla="*/ 41338 w 449768"/>
                  <a:gd name="connsiteY14" fmla="*/ 455221 h 538305"/>
                  <a:gd name="connsiteX15" fmla="*/ 25965 w 449768"/>
                  <a:gd name="connsiteY15" fmla="*/ 444857 h 538305"/>
                  <a:gd name="connsiteX16" fmla="*/ 98367 w 449768"/>
                  <a:gd name="connsiteY16" fmla="*/ 352562 h 538305"/>
                  <a:gd name="connsiteX17" fmla="*/ 112005 w 449768"/>
                  <a:gd name="connsiteY17" fmla="*/ 349971 h 538305"/>
                  <a:gd name="connsiteX18" fmla="*/ 287508 w 449768"/>
                  <a:gd name="connsiteY18" fmla="*/ 153269 h 538305"/>
                  <a:gd name="connsiteX19" fmla="*/ 261020 w 449768"/>
                  <a:gd name="connsiteY19" fmla="*/ 165441 h 538305"/>
                  <a:gd name="connsiteX20" fmla="*/ 255548 w 449768"/>
                  <a:gd name="connsiteY20" fmla="*/ 175874 h 538305"/>
                  <a:gd name="connsiteX21" fmla="*/ 276441 w 449768"/>
                  <a:gd name="connsiteY21" fmla="*/ 232511 h 538305"/>
                  <a:gd name="connsiteX22" fmla="*/ 328174 w 449768"/>
                  <a:gd name="connsiteY22" fmla="*/ 227543 h 538305"/>
                  <a:gd name="connsiteX23" fmla="*/ 333645 w 449768"/>
                  <a:gd name="connsiteY23" fmla="*/ 217110 h 538305"/>
                  <a:gd name="connsiteX24" fmla="*/ 317727 w 449768"/>
                  <a:gd name="connsiteY24" fmla="*/ 160472 h 538305"/>
                  <a:gd name="connsiteX25" fmla="*/ 287508 w 449768"/>
                  <a:gd name="connsiteY25" fmla="*/ 153269 h 538305"/>
                  <a:gd name="connsiteX26" fmla="*/ 437111 w 449768"/>
                  <a:gd name="connsiteY26" fmla="*/ 0 h 538305"/>
                  <a:gd name="connsiteX27" fmla="*/ 442086 w 449768"/>
                  <a:gd name="connsiteY27" fmla="*/ 0 h 538305"/>
                  <a:gd name="connsiteX28" fmla="*/ 447557 w 449768"/>
                  <a:gd name="connsiteY28" fmla="*/ 4968 h 538305"/>
                  <a:gd name="connsiteX29" fmla="*/ 447557 w 449768"/>
                  <a:gd name="connsiteY29" fmla="*/ 9937 h 538305"/>
                  <a:gd name="connsiteX30" fmla="*/ 447557 w 449768"/>
                  <a:gd name="connsiteY30" fmla="*/ 20370 h 538305"/>
                  <a:gd name="connsiteX31" fmla="*/ 447557 w 449768"/>
                  <a:gd name="connsiteY31" fmla="*/ 46204 h 538305"/>
                  <a:gd name="connsiteX32" fmla="*/ 442086 w 449768"/>
                  <a:gd name="connsiteY32" fmla="*/ 103338 h 538305"/>
                  <a:gd name="connsiteX33" fmla="*/ 442086 w 449768"/>
                  <a:gd name="connsiteY33" fmla="*/ 113771 h 538305"/>
                  <a:gd name="connsiteX34" fmla="*/ 437111 w 449768"/>
                  <a:gd name="connsiteY34" fmla="*/ 134141 h 538305"/>
                  <a:gd name="connsiteX35" fmla="*/ 421194 w 449768"/>
                  <a:gd name="connsiteY35" fmla="*/ 175874 h 538305"/>
                  <a:gd name="connsiteX36" fmla="*/ 354040 w 449768"/>
                  <a:gd name="connsiteY36" fmla="*/ 289645 h 538305"/>
                  <a:gd name="connsiteX37" fmla="*/ 344091 w 449768"/>
                  <a:gd name="connsiteY37" fmla="*/ 325913 h 538305"/>
                  <a:gd name="connsiteX38" fmla="*/ 276441 w 449768"/>
                  <a:gd name="connsiteY38" fmla="*/ 506754 h 538305"/>
                  <a:gd name="connsiteX39" fmla="*/ 261020 w 449768"/>
                  <a:gd name="connsiteY39" fmla="*/ 496321 h 538305"/>
                  <a:gd name="connsiteX40" fmla="*/ 17278 w 449768"/>
                  <a:gd name="connsiteY40" fmla="*/ 310511 h 538305"/>
                  <a:gd name="connsiteX41" fmla="*/ 1858 w 449768"/>
                  <a:gd name="connsiteY41" fmla="*/ 289645 h 538305"/>
                  <a:gd name="connsiteX42" fmla="*/ 162528 w 449768"/>
                  <a:gd name="connsiteY42" fmla="*/ 186307 h 538305"/>
                  <a:gd name="connsiteX43" fmla="*/ 193369 w 449768"/>
                  <a:gd name="connsiteY43" fmla="*/ 165441 h 538305"/>
                  <a:gd name="connsiteX44" fmla="*/ 312753 w 449768"/>
                  <a:gd name="connsiteY44" fmla="*/ 51669 h 538305"/>
                  <a:gd name="connsiteX45" fmla="*/ 400799 w 449768"/>
                  <a:gd name="connsiteY45" fmla="*/ 9937 h 538305"/>
                  <a:gd name="connsiteX46" fmla="*/ 426665 w 449768"/>
                  <a:gd name="connsiteY46" fmla="*/ 4968 h 538305"/>
                  <a:gd name="connsiteX47" fmla="*/ 437111 w 449768"/>
                  <a:gd name="connsiteY47" fmla="*/ 0 h 53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49768" h="538305">
                    <a:moveTo>
                      <a:pt x="206367" y="423375"/>
                    </a:moveTo>
                    <a:cubicBezTo>
                      <a:pt x="209652" y="425297"/>
                      <a:pt x="211016" y="429140"/>
                      <a:pt x="208536" y="434347"/>
                    </a:cubicBezTo>
                    <a:cubicBezTo>
                      <a:pt x="198122" y="460136"/>
                      <a:pt x="172335" y="506754"/>
                      <a:pt x="136133" y="527584"/>
                    </a:cubicBezTo>
                    <a:cubicBezTo>
                      <a:pt x="125719" y="532543"/>
                      <a:pt x="115305" y="527584"/>
                      <a:pt x="120760" y="517169"/>
                    </a:cubicBezTo>
                    <a:cubicBezTo>
                      <a:pt x="130678" y="491380"/>
                      <a:pt x="151507" y="450217"/>
                      <a:pt x="192667" y="423933"/>
                    </a:cubicBezTo>
                    <a:cubicBezTo>
                      <a:pt x="197874" y="421453"/>
                      <a:pt x="203081" y="421453"/>
                      <a:pt x="206367" y="423375"/>
                    </a:cubicBezTo>
                    <a:close/>
                    <a:moveTo>
                      <a:pt x="158371" y="386315"/>
                    </a:moveTo>
                    <a:cubicBezTo>
                      <a:pt x="161532" y="388230"/>
                      <a:pt x="162771" y="392060"/>
                      <a:pt x="160292" y="397002"/>
                    </a:cubicBezTo>
                    <a:cubicBezTo>
                      <a:pt x="144924" y="433081"/>
                      <a:pt x="113693" y="500297"/>
                      <a:pt x="51725" y="536376"/>
                    </a:cubicBezTo>
                    <a:cubicBezTo>
                      <a:pt x="41315" y="541318"/>
                      <a:pt x="36357" y="536376"/>
                      <a:pt x="41315" y="525997"/>
                    </a:cubicBezTo>
                    <a:cubicBezTo>
                      <a:pt x="51725" y="489918"/>
                      <a:pt x="82957" y="422702"/>
                      <a:pt x="144924" y="387118"/>
                    </a:cubicBezTo>
                    <a:cubicBezTo>
                      <a:pt x="150130" y="384399"/>
                      <a:pt x="155211" y="384399"/>
                      <a:pt x="158371" y="386315"/>
                    </a:cubicBezTo>
                    <a:close/>
                    <a:moveTo>
                      <a:pt x="112005" y="349971"/>
                    </a:moveTo>
                    <a:cubicBezTo>
                      <a:pt x="115228" y="352562"/>
                      <a:pt x="116468" y="357744"/>
                      <a:pt x="113740" y="362927"/>
                    </a:cubicBezTo>
                    <a:cubicBezTo>
                      <a:pt x="103326" y="388591"/>
                      <a:pt x="77539" y="429556"/>
                      <a:pt x="41338" y="455221"/>
                    </a:cubicBezTo>
                    <a:cubicBezTo>
                      <a:pt x="25965" y="460157"/>
                      <a:pt x="21006" y="455221"/>
                      <a:pt x="25965" y="444857"/>
                    </a:cubicBezTo>
                    <a:cubicBezTo>
                      <a:pt x="36379" y="419192"/>
                      <a:pt x="57207" y="378227"/>
                      <a:pt x="98367" y="352562"/>
                    </a:cubicBezTo>
                    <a:cubicBezTo>
                      <a:pt x="103574" y="347380"/>
                      <a:pt x="108781" y="347380"/>
                      <a:pt x="112005" y="349971"/>
                    </a:cubicBezTo>
                    <a:close/>
                    <a:moveTo>
                      <a:pt x="287508" y="153269"/>
                    </a:moveTo>
                    <a:cubicBezTo>
                      <a:pt x="277809" y="153890"/>
                      <a:pt x="268730" y="157740"/>
                      <a:pt x="261020" y="165441"/>
                    </a:cubicBezTo>
                    <a:cubicBezTo>
                      <a:pt x="261020" y="170409"/>
                      <a:pt x="261020" y="170409"/>
                      <a:pt x="255548" y="175874"/>
                    </a:cubicBezTo>
                    <a:cubicBezTo>
                      <a:pt x="245600" y="196243"/>
                      <a:pt x="250574" y="222575"/>
                      <a:pt x="276441" y="232511"/>
                    </a:cubicBezTo>
                    <a:cubicBezTo>
                      <a:pt x="291861" y="242944"/>
                      <a:pt x="317727" y="242944"/>
                      <a:pt x="328174" y="227543"/>
                    </a:cubicBezTo>
                    <a:cubicBezTo>
                      <a:pt x="333645" y="222575"/>
                      <a:pt x="333645" y="222575"/>
                      <a:pt x="333645" y="217110"/>
                    </a:cubicBezTo>
                    <a:cubicBezTo>
                      <a:pt x="349066" y="196243"/>
                      <a:pt x="338620" y="170409"/>
                      <a:pt x="317727" y="160472"/>
                    </a:cubicBezTo>
                    <a:cubicBezTo>
                      <a:pt x="307530" y="155256"/>
                      <a:pt x="297208" y="152648"/>
                      <a:pt x="287508" y="153269"/>
                    </a:cubicBezTo>
                    <a:close/>
                    <a:moveTo>
                      <a:pt x="437111" y="0"/>
                    </a:moveTo>
                    <a:lnTo>
                      <a:pt x="442086" y="0"/>
                    </a:lnTo>
                    <a:cubicBezTo>
                      <a:pt x="447557" y="0"/>
                      <a:pt x="452532" y="0"/>
                      <a:pt x="447557" y="4968"/>
                    </a:cubicBezTo>
                    <a:lnTo>
                      <a:pt x="447557" y="9937"/>
                    </a:lnTo>
                    <a:cubicBezTo>
                      <a:pt x="452532" y="15402"/>
                      <a:pt x="447557" y="15402"/>
                      <a:pt x="447557" y="20370"/>
                    </a:cubicBezTo>
                    <a:cubicBezTo>
                      <a:pt x="447557" y="25835"/>
                      <a:pt x="447557" y="36268"/>
                      <a:pt x="447557" y="46204"/>
                    </a:cubicBezTo>
                    <a:cubicBezTo>
                      <a:pt x="447557" y="62102"/>
                      <a:pt x="447557" y="82472"/>
                      <a:pt x="442086" y="103338"/>
                    </a:cubicBezTo>
                    <a:cubicBezTo>
                      <a:pt x="442086" y="108306"/>
                      <a:pt x="442086" y="108306"/>
                      <a:pt x="442086" y="113771"/>
                    </a:cubicBezTo>
                    <a:cubicBezTo>
                      <a:pt x="437111" y="124205"/>
                      <a:pt x="437111" y="129173"/>
                      <a:pt x="437111" y="134141"/>
                    </a:cubicBezTo>
                    <a:cubicBezTo>
                      <a:pt x="431640" y="150039"/>
                      <a:pt x="426665" y="165441"/>
                      <a:pt x="421194" y="175874"/>
                    </a:cubicBezTo>
                    <a:cubicBezTo>
                      <a:pt x="406271" y="212141"/>
                      <a:pt x="385378" y="248409"/>
                      <a:pt x="354040" y="289645"/>
                    </a:cubicBezTo>
                    <a:cubicBezTo>
                      <a:pt x="349066" y="294613"/>
                      <a:pt x="344091" y="315479"/>
                      <a:pt x="344091" y="325913"/>
                    </a:cubicBezTo>
                    <a:cubicBezTo>
                      <a:pt x="354040" y="367148"/>
                      <a:pt x="359512" y="460053"/>
                      <a:pt x="276441" y="506754"/>
                    </a:cubicBezTo>
                    <a:cubicBezTo>
                      <a:pt x="265994" y="517187"/>
                      <a:pt x="255548" y="512219"/>
                      <a:pt x="261020" y="496321"/>
                    </a:cubicBezTo>
                    <a:cubicBezTo>
                      <a:pt x="261020" y="439684"/>
                      <a:pt x="240128" y="305046"/>
                      <a:pt x="17278" y="310511"/>
                    </a:cubicBezTo>
                    <a:cubicBezTo>
                      <a:pt x="1858" y="310511"/>
                      <a:pt x="-3117" y="300078"/>
                      <a:pt x="1858" y="289645"/>
                    </a:cubicBezTo>
                    <a:cubicBezTo>
                      <a:pt x="17278" y="253377"/>
                      <a:pt x="59062" y="180842"/>
                      <a:pt x="162528" y="186307"/>
                    </a:cubicBezTo>
                    <a:cubicBezTo>
                      <a:pt x="172975" y="186307"/>
                      <a:pt x="188395" y="175874"/>
                      <a:pt x="193369" y="165441"/>
                    </a:cubicBezTo>
                    <a:cubicBezTo>
                      <a:pt x="214261" y="139606"/>
                      <a:pt x="250574" y="87937"/>
                      <a:pt x="312753" y="51669"/>
                    </a:cubicBezTo>
                    <a:cubicBezTo>
                      <a:pt x="349066" y="25835"/>
                      <a:pt x="379907" y="15402"/>
                      <a:pt x="400799" y="9937"/>
                    </a:cubicBezTo>
                    <a:cubicBezTo>
                      <a:pt x="416219" y="9937"/>
                      <a:pt x="426665" y="9937"/>
                      <a:pt x="426665" y="4968"/>
                    </a:cubicBezTo>
                    <a:cubicBezTo>
                      <a:pt x="431640" y="4968"/>
                      <a:pt x="431640" y="0"/>
                      <a:pt x="437111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</a:endParaRPr>
              </a:p>
            </p:txBody>
          </p:sp>
        </p:grp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8440597e1c7a4c9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976" y="1770098"/>
            <a:ext cx="2578274" cy="3867411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f1e5c147c4c748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732" y="1770098"/>
            <a:ext cx="2578274" cy="386741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2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4" dur="150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4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a496fcb6daac49f8">
            <a:alphaModFix amt="1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7144" y="235807"/>
            <a:ext cx="547995" cy="509895"/>
            <a:chOff x="315244" y="264382"/>
            <a:chExt cx="547995" cy="509895"/>
          </a:xfrm>
        </p:grpSpPr>
        <p:sp>
          <p:nvSpPr>
            <p:cNvPr id="6" name="圆: 空心 5"/>
            <p:cNvSpPr/>
            <p:nvPr/>
          </p:nvSpPr>
          <p:spPr>
            <a:xfrm>
              <a:off x="353344" y="264382"/>
              <a:ext cx="509895" cy="509895"/>
            </a:xfrm>
            <a:prstGeom prst="donut">
              <a:avLst/>
            </a:prstGeom>
            <a:solidFill>
              <a:srgbClr val="00B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33819" y="344857"/>
              <a:ext cx="348946" cy="3489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1667" y="412705"/>
              <a:ext cx="213250" cy="213250"/>
            </a:xfrm>
            <a:prstGeom prst="ellipse">
              <a:avLst/>
            </a:prstGeom>
            <a:gradFill>
              <a:gsLst>
                <a:gs pos="100000">
                  <a:srgbClr val="00BCD4">
                    <a:alpha val="66000"/>
                  </a:srgbClr>
                </a:gs>
                <a:gs pos="46000">
                  <a:srgbClr val="00BCD4"/>
                </a:gs>
              </a:gsLst>
              <a:lin ang="7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5" name="圆: 空心 14"/>
            <p:cNvSpPr/>
            <p:nvPr/>
          </p:nvSpPr>
          <p:spPr>
            <a:xfrm>
              <a:off x="315244" y="554489"/>
              <a:ext cx="213250" cy="213250"/>
            </a:xfrm>
            <a:prstGeom prst="donut">
              <a:avLst/>
            </a:prstGeom>
            <a:solidFill>
              <a:srgbClr val="009B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4664" y="229144"/>
            <a:ext cx="28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营 销 方 案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4364890" y="1847849"/>
            <a:ext cx="3462220" cy="3439737"/>
            <a:chOff x="3870275" y="1656718"/>
            <a:chExt cx="4057376" cy="4031029"/>
          </a:xfrm>
        </p:grpSpPr>
        <p:grpSp>
          <p:nvGrpSpPr>
            <p:cNvPr id="31" name="Group 1"/>
            <p:cNvGrpSpPr/>
            <p:nvPr/>
          </p:nvGrpSpPr>
          <p:grpSpPr>
            <a:xfrm>
              <a:off x="6127657" y="2311268"/>
              <a:ext cx="1440001" cy="1440000"/>
              <a:chOff x="6127652" y="2198082"/>
              <a:chExt cx="1440000" cy="1440000"/>
            </a:xfrm>
          </p:grpSpPr>
          <p:sp>
            <p:nvSpPr>
              <p:cNvPr id="45" name="Rounded Rectangle 2"/>
              <p:cNvSpPr/>
              <p:nvPr/>
            </p:nvSpPr>
            <p:spPr>
              <a:xfrm>
                <a:off x="6127652" y="2198082"/>
                <a:ext cx="1440000" cy="1440000"/>
              </a:xfrm>
              <a:prstGeom prst="roundRect">
                <a:avLst/>
              </a:prstGeom>
              <a:solidFill>
                <a:srgbClr val="00BCD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200">
                  <a:defRPr/>
                </a:pPr>
                <a:endParaRPr lang="en-GB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TextBox 3"/>
              <p:cNvSpPr txBox="1"/>
              <p:nvPr/>
            </p:nvSpPr>
            <p:spPr>
              <a:xfrm>
                <a:off x="6376325" y="2445710"/>
                <a:ext cx="1127511" cy="6131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457200">
                  <a:defRPr/>
                </a:pPr>
                <a:r>
                  <a:rPr lang="id-ID" sz="2800" b="1" kern="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sz="2800" b="1" kern="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</a:t>
                </a:r>
                <a:r>
                  <a:rPr lang="id-ID" sz="2800" b="1" kern="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%</a:t>
                </a:r>
                <a:endParaRPr lang="en-GB" sz="28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2" name="Group 4"/>
            <p:cNvGrpSpPr/>
            <p:nvPr/>
          </p:nvGrpSpPr>
          <p:grpSpPr>
            <a:xfrm>
              <a:off x="4884824" y="3887749"/>
              <a:ext cx="1080000" cy="1080001"/>
              <a:chOff x="4884824" y="3774561"/>
              <a:chExt cx="1080000" cy="1080000"/>
            </a:xfrm>
          </p:grpSpPr>
          <p:sp>
            <p:nvSpPr>
              <p:cNvPr id="43" name="Rounded Rectangle 5"/>
              <p:cNvSpPr/>
              <p:nvPr/>
            </p:nvSpPr>
            <p:spPr>
              <a:xfrm>
                <a:off x="4884824" y="3774561"/>
                <a:ext cx="1080000" cy="1080000"/>
              </a:xfrm>
              <a:prstGeom prst="roundRect">
                <a:avLst/>
              </a:prstGeom>
              <a:solidFill>
                <a:srgbClr val="00BCD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200">
                  <a:defRPr/>
                </a:pPr>
                <a:endParaRPr lang="en-GB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TextBox 6"/>
              <p:cNvSpPr txBox="1"/>
              <p:nvPr/>
            </p:nvSpPr>
            <p:spPr>
              <a:xfrm>
                <a:off x="4978820" y="4272616"/>
                <a:ext cx="868270" cy="468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457200">
                  <a:defRPr/>
                </a:pPr>
                <a:r>
                  <a:rPr lang="en-US" sz="2000" b="1" kern="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10%</a:t>
                </a:r>
                <a:endParaRPr lang="en-GB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3" name="Group 7"/>
            <p:cNvGrpSpPr/>
            <p:nvPr/>
          </p:nvGrpSpPr>
          <p:grpSpPr>
            <a:xfrm>
              <a:off x="3870275" y="1656718"/>
              <a:ext cx="2094551" cy="2094551"/>
              <a:chOff x="3804824" y="1478082"/>
              <a:chExt cx="2160000" cy="2160000"/>
            </a:xfrm>
          </p:grpSpPr>
          <p:sp>
            <p:nvSpPr>
              <p:cNvPr id="41" name="Rounded Rectangle 8"/>
              <p:cNvSpPr/>
              <p:nvPr/>
            </p:nvSpPr>
            <p:spPr>
              <a:xfrm>
                <a:off x="3804824" y="1478082"/>
                <a:ext cx="2160000" cy="2160000"/>
              </a:xfrm>
              <a:prstGeom prst="roundRect">
                <a:avLst/>
              </a:prstGeom>
              <a:solidFill>
                <a:srgbClr val="009BB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200">
                  <a:defRPr/>
                </a:pPr>
                <a:endParaRPr lang="en-GB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TextBox 9"/>
              <p:cNvSpPr txBox="1"/>
              <p:nvPr/>
            </p:nvSpPr>
            <p:spPr>
              <a:xfrm>
                <a:off x="4239009" y="2053669"/>
                <a:ext cx="1296414" cy="7067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457200">
                  <a:defRPr/>
                </a:pPr>
                <a:r>
                  <a:rPr lang="id-ID" sz="3200" b="1" kern="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56%</a:t>
                </a:r>
                <a:endParaRPr lang="en-GB" sz="32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4" name="Group 11"/>
            <p:cNvGrpSpPr/>
            <p:nvPr/>
          </p:nvGrpSpPr>
          <p:grpSpPr>
            <a:xfrm>
              <a:off x="6127651" y="3887747"/>
              <a:ext cx="1800000" cy="1800000"/>
              <a:chOff x="6127652" y="3774561"/>
              <a:chExt cx="1800000" cy="1800000"/>
            </a:xfrm>
          </p:grpSpPr>
          <p:sp>
            <p:nvSpPr>
              <p:cNvPr id="39" name="Rounded Rectangle 12"/>
              <p:cNvSpPr/>
              <p:nvPr/>
            </p:nvSpPr>
            <p:spPr>
              <a:xfrm>
                <a:off x="6127652" y="3774561"/>
                <a:ext cx="1800000" cy="1800000"/>
              </a:xfrm>
              <a:prstGeom prst="roundRect">
                <a:avLst/>
              </a:prstGeom>
              <a:solidFill>
                <a:srgbClr val="009BB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200">
                  <a:defRPr/>
                </a:pPr>
                <a:endParaRPr lang="en-GB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TextBox 13"/>
              <p:cNvSpPr txBox="1"/>
              <p:nvPr/>
            </p:nvSpPr>
            <p:spPr>
              <a:xfrm>
                <a:off x="6463880" y="4330525"/>
                <a:ext cx="1257132" cy="6852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457200">
                  <a:defRPr/>
                </a:pPr>
                <a:r>
                  <a:rPr lang="en-US" sz="3200" b="1" kern="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53</a:t>
                </a:r>
                <a:r>
                  <a:rPr lang="id-ID" sz="3200" b="1" kern="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%</a:t>
                </a:r>
                <a:endParaRPr lang="en-GB" sz="32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5" name="Group 27"/>
            <p:cNvGrpSpPr/>
            <p:nvPr/>
          </p:nvGrpSpPr>
          <p:grpSpPr>
            <a:xfrm>
              <a:off x="5326239" y="3099508"/>
              <a:ext cx="1440000" cy="1440000"/>
              <a:chOff x="5326238" y="2986322"/>
              <a:chExt cx="1440000" cy="1440000"/>
            </a:xfrm>
          </p:grpSpPr>
          <p:sp>
            <p:nvSpPr>
              <p:cNvPr id="37" name="Rounded Rectangle 28"/>
              <p:cNvSpPr/>
              <p:nvPr/>
            </p:nvSpPr>
            <p:spPr>
              <a:xfrm>
                <a:off x="5326238" y="2986322"/>
                <a:ext cx="1440000" cy="1440000"/>
              </a:xfrm>
              <a:prstGeom prst="roundRect">
                <a:avLst>
                  <a:gd name="adj" fmla="val 50000"/>
                </a:avLst>
              </a:prstGeom>
              <a:solidFill>
                <a:srgbClr val="000000">
                  <a:lumMod val="95000"/>
                  <a:lumOff val="5000"/>
                  <a:alpha val="3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200">
                  <a:defRPr/>
                </a:pPr>
                <a:endParaRPr lang="en-GB" sz="11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Rounded Rectangle 29"/>
              <p:cNvSpPr/>
              <p:nvPr/>
            </p:nvSpPr>
            <p:spPr>
              <a:xfrm>
                <a:off x="5686238" y="3346322"/>
                <a:ext cx="720000" cy="7200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457200">
                  <a:defRPr/>
                </a:pPr>
                <a:endParaRPr lang="en-GB" sz="11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6" name="Shape 4391"/>
            <p:cNvSpPr/>
            <p:nvPr/>
          </p:nvSpPr>
          <p:spPr>
            <a:xfrm>
              <a:off x="5847489" y="3644441"/>
              <a:ext cx="410559" cy="320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32" y="9208"/>
                  </a:moveTo>
                  <a:lnTo>
                    <a:pt x="14432" y="14123"/>
                  </a:lnTo>
                  <a:lnTo>
                    <a:pt x="21600" y="6923"/>
                  </a:lnTo>
                  <a:lnTo>
                    <a:pt x="14432" y="0"/>
                  </a:lnTo>
                  <a:lnTo>
                    <a:pt x="14432" y="4335"/>
                  </a:lnTo>
                  <a:cubicBezTo>
                    <a:pt x="5725" y="4335"/>
                    <a:pt x="5725" y="15369"/>
                    <a:pt x="5725" y="15369"/>
                  </a:cubicBezTo>
                  <a:cubicBezTo>
                    <a:pt x="8188" y="10180"/>
                    <a:pt x="9706" y="9208"/>
                    <a:pt x="14432" y="9208"/>
                  </a:cubicBezTo>
                  <a:close/>
                  <a:moveTo>
                    <a:pt x="16200" y="18831"/>
                  </a:moveTo>
                  <a:lnTo>
                    <a:pt x="2160" y="18831"/>
                  </a:lnTo>
                  <a:lnTo>
                    <a:pt x="2160" y="6369"/>
                  </a:lnTo>
                  <a:lnTo>
                    <a:pt x="4963" y="6369"/>
                  </a:lnTo>
                  <a:cubicBezTo>
                    <a:pt x="4963" y="6369"/>
                    <a:pt x="5708" y="5128"/>
                    <a:pt x="7306" y="3600"/>
                  </a:cubicBezTo>
                  <a:lnTo>
                    <a:pt x="1081" y="3600"/>
                  </a:lnTo>
                  <a:cubicBezTo>
                    <a:pt x="484" y="3600"/>
                    <a:pt x="0" y="4220"/>
                    <a:pt x="0" y="4984"/>
                  </a:cubicBezTo>
                  <a:lnTo>
                    <a:pt x="0" y="20216"/>
                  </a:lnTo>
                  <a:cubicBezTo>
                    <a:pt x="0" y="20981"/>
                    <a:pt x="484" y="21600"/>
                    <a:pt x="1081" y="21600"/>
                  </a:cubicBezTo>
                  <a:lnTo>
                    <a:pt x="17280" y="21600"/>
                  </a:lnTo>
                  <a:cubicBezTo>
                    <a:pt x="17877" y="21600"/>
                    <a:pt x="18360" y="20981"/>
                    <a:pt x="18360" y="20216"/>
                  </a:cubicBezTo>
                  <a:lnTo>
                    <a:pt x="18360" y="15028"/>
                  </a:lnTo>
                  <a:lnTo>
                    <a:pt x="16200" y="17306"/>
                  </a:lnTo>
                  <a:cubicBezTo>
                    <a:pt x="16200" y="17306"/>
                    <a:pt x="16200" y="18831"/>
                    <a:pt x="16200" y="18831"/>
                  </a:cubicBezTo>
                  <a:close/>
                </a:path>
              </a:pathLst>
            </a:custGeom>
            <a:solidFill>
              <a:srgbClr val="FFFFFF">
                <a:lumMod val="50000"/>
              </a:srgb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algn="ctr" defTabSz="4572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Sinkin Sans 400 Regular"/>
                  <a:ea typeface="Sinkin Sans 400 Regular"/>
                  <a:cs typeface="Sinkin Sans 400 Regular"/>
                  <a:sym typeface="Sinkin Sans 400 Regular"/>
                </a:defRPr>
              </a:pPr>
              <a:endParaRPr sz="2400" b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inkin Sans 400 Regular"/>
                <a:sym typeface="Sinkin Sans 400 Regular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8051614" y="1668106"/>
            <a:ext cx="3445062" cy="15234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添加标题</a:t>
            </a:r>
            <a:endParaRPr lang="en-US" altLang="zh-CN" sz="2000" b="1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请您单击此处添加合适文字加以说明，可根据需要适当地调整文字的大X或者颜色等属性，祝你使用愉快。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8051614" y="3813162"/>
            <a:ext cx="3445062" cy="15234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添加标题</a:t>
            </a:r>
            <a:endParaRPr lang="en-US" altLang="zh-CN" sz="2000" b="1" kern="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请您单击此处添加合适文字加以说明，可根据需要适当地调整文字的大X或者颜色等属性，祝你使用愉快。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660715" y="1668106"/>
            <a:ext cx="3445062" cy="15234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添加标题</a:t>
            </a:r>
            <a:endParaRPr lang="en-US" altLang="zh-CN" sz="2000" b="1" kern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r">
              <a:lnSpc>
                <a:spcPct val="150000"/>
              </a:lnSpc>
              <a:defRPr/>
            </a:pPr>
            <a:r>
              <a:rPr lang="zh-CN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请您单击此处添加合适文字加以说明，可根据需要适当地调整文字的大X或者颜色等属性，祝你使用愉快。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660715" y="3692536"/>
            <a:ext cx="3445062" cy="15234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添加标题</a:t>
            </a:r>
            <a:endParaRPr lang="en-US" altLang="zh-CN" sz="2000" b="1" kern="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 algn="r">
              <a:lnSpc>
                <a:spcPct val="150000"/>
              </a:lnSpc>
              <a:defRPr/>
            </a:pPr>
            <a:r>
              <a:rPr lang="zh-CN" altLang="en-US" sz="14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请您单击此处添加合适文字加以说明，可根据需要适当地调整文字的大X或者颜色等属性，祝你使用愉快。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4" presetClass="entr" presetSubtype="5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5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5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5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74596b2b5f724ec9">
            <a:alphaModFix amt="1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7144" y="235807"/>
            <a:ext cx="547995" cy="509895"/>
            <a:chOff x="315244" y="264382"/>
            <a:chExt cx="547995" cy="509895"/>
          </a:xfrm>
        </p:grpSpPr>
        <p:sp>
          <p:nvSpPr>
            <p:cNvPr id="6" name="圆: 空心 5"/>
            <p:cNvSpPr/>
            <p:nvPr/>
          </p:nvSpPr>
          <p:spPr>
            <a:xfrm>
              <a:off x="353344" y="264382"/>
              <a:ext cx="509895" cy="509895"/>
            </a:xfrm>
            <a:prstGeom prst="donut">
              <a:avLst/>
            </a:prstGeom>
            <a:solidFill>
              <a:srgbClr val="00B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33819" y="344857"/>
              <a:ext cx="348946" cy="3489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1667" y="412705"/>
              <a:ext cx="213250" cy="213250"/>
            </a:xfrm>
            <a:prstGeom prst="ellipse">
              <a:avLst/>
            </a:prstGeom>
            <a:gradFill>
              <a:gsLst>
                <a:gs pos="100000">
                  <a:srgbClr val="00BCD4">
                    <a:alpha val="66000"/>
                  </a:srgbClr>
                </a:gs>
                <a:gs pos="46000">
                  <a:srgbClr val="00BCD4"/>
                </a:gs>
              </a:gsLst>
              <a:lin ang="7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5" name="圆: 空心 14"/>
            <p:cNvSpPr/>
            <p:nvPr/>
          </p:nvSpPr>
          <p:spPr>
            <a:xfrm>
              <a:off x="315244" y="554489"/>
              <a:ext cx="213250" cy="213250"/>
            </a:xfrm>
            <a:prstGeom prst="donut">
              <a:avLst/>
            </a:prstGeom>
            <a:solidFill>
              <a:srgbClr val="009B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4664" y="229144"/>
            <a:ext cx="28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营 销 方 案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04645" y="1750522"/>
            <a:ext cx="2644853" cy="3810961"/>
            <a:chOff x="601624" y="1740997"/>
            <a:chExt cx="2644853" cy="3810961"/>
          </a:xfrm>
        </p:grpSpPr>
        <p:grpSp>
          <p:nvGrpSpPr>
            <p:cNvPr id="4" name="组合 3"/>
            <p:cNvGrpSpPr/>
            <p:nvPr/>
          </p:nvGrpSpPr>
          <p:grpSpPr>
            <a:xfrm>
              <a:off x="601624" y="2073794"/>
              <a:ext cx="2644853" cy="3478164"/>
              <a:chOff x="667642" y="2454794"/>
              <a:chExt cx="2644853" cy="3478164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667642" y="2454794"/>
                <a:ext cx="2644853" cy="3478164"/>
                <a:chOff x="-5325274" y="1968781"/>
                <a:chExt cx="3159125" cy="4154467"/>
              </a:xfrm>
            </p:grpSpPr>
            <p:sp>
              <p:nvSpPr>
                <p:cNvPr id="11" name="矩形: 圆角 10"/>
                <p:cNvSpPr/>
                <p:nvPr/>
              </p:nvSpPr>
              <p:spPr>
                <a:xfrm>
                  <a:off x="-5325274" y="1968781"/>
                  <a:ext cx="3159125" cy="4154467"/>
                </a:xfrm>
                <a:prstGeom prst="roundRect">
                  <a:avLst>
                    <a:gd name="adj" fmla="val 6719"/>
                  </a:avLst>
                </a:prstGeom>
                <a:solidFill>
                  <a:srgbClr val="009BB0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2" name="矩形: 圆角 11"/>
                <p:cNvSpPr/>
                <p:nvPr/>
              </p:nvSpPr>
              <p:spPr>
                <a:xfrm>
                  <a:off x="-5325274" y="1968781"/>
                  <a:ext cx="3159125" cy="1534905"/>
                </a:xfrm>
                <a:prstGeom prst="roundRect">
                  <a:avLst>
                    <a:gd name="adj" fmla="val 13434"/>
                  </a:avLst>
                </a:prstGeom>
                <a:solidFill>
                  <a:schemeClr val="bg1">
                    <a:lumMod val="95000"/>
                  </a:schemeClr>
                </a:solidFill>
                <a:ln w="508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5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矩形: 圆角 12"/>
                <p:cNvSpPr/>
                <p:nvPr/>
              </p:nvSpPr>
              <p:spPr>
                <a:xfrm>
                  <a:off x="-5098660" y="2195631"/>
                  <a:ext cx="2705896" cy="3700766"/>
                </a:xfrm>
                <a:prstGeom prst="roundRect">
                  <a:avLst>
                    <a:gd name="adj" fmla="val 1001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0" name="文本框 9"/>
              <p:cNvSpPr txBox="1"/>
              <p:nvPr/>
            </p:nvSpPr>
            <p:spPr>
              <a:xfrm>
                <a:off x="970893" y="3340665"/>
                <a:ext cx="2038350" cy="2108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添加标题</a:t>
                </a:r>
                <a:endPara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请你单击此处输入文本内容加以解释说明，可以根据自己的需要适当地调整文字的颜色或者大X等属性。</a:t>
                </a:r>
              </a:p>
            </p:txBody>
          </p:sp>
        </p:grpSp>
        <p:sp>
          <p:nvSpPr>
            <p:cNvPr id="8" name="椭圆 7"/>
            <p:cNvSpPr/>
            <p:nvPr/>
          </p:nvSpPr>
          <p:spPr>
            <a:xfrm>
              <a:off x="1388787" y="1740997"/>
              <a:ext cx="1070526" cy="1070526"/>
            </a:xfrm>
            <a:prstGeom prst="ellipse">
              <a:avLst/>
            </a:prstGeom>
            <a:solidFill>
              <a:srgbClr val="009BB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</a:rPr>
                <a:t>01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350598" y="1750522"/>
            <a:ext cx="2644853" cy="3810961"/>
            <a:chOff x="601624" y="1740997"/>
            <a:chExt cx="2644853" cy="3810961"/>
          </a:xfrm>
        </p:grpSpPr>
        <p:grpSp>
          <p:nvGrpSpPr>
            <p:cNvPr id="17" name="组合 16"/>
            <p:cNvGrpSpPr/>
            <p:nvPr/>
          </p:nvGrpSpPr>
          <p:grpSpPr>
            <a:xfrm>
              <a:off x="601624" y="2073794"/>
              <a:ext cx="2644853" cy="3478164"/>
              <a:chOff x="667642" y="2454794"/>
              <a:chExt cx="2644853" cy="3478164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667642" y="2454794"/>
                <a:ext cx="2644853" cy="3478164"/>
                <a:chOff x="-5325274" y="1968781"/>
                <a:chExt cx="3159125" cy="4154467"/>
              </a:xfrm>
            </p:grpSpPr>
            <p:sp>
              <p:nvSpPr>
                <p:cNvPr id="22" name="矩形: 圆角 21"/>
                <p:cNvSpPr/>
                <p:nvPr/>
              </p:nvSpPr>
              <p:spPr>
                <a:xfrm>
                  <a:off x="-5325274" y="1968781"/>
                  <a:ext cx="3159125" cy="4154467"/>
                </a:xfrm>
                <a:prstGeom prst="roundRect">
                  <a:avLst>
                    <a:gd name="adj" fmla="val 6719"/>
                  </a:avLst>
                </a:prstGeom>
                <a:solidFill>
                  <a:srgbClr val="00BCD4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矩形: 圆角 22"/>
                <p:cNvSpPr/>
                <p:nvPr/>
              </p:nvSpPr>
              <p:spPr>
                <a:xfrm>
                  <a:off x="-5325274" y="1968781"/>
                  <a:ext cx="3159125" cy="1534905"/>
                </a:xfrm>
                <a:prstGeom prst="roundRect">
                  <a:avLst>
                    <a:gd name="adj" fmla="val 13434"/>
                  </a:avLst>
                </a:prstGeom>
                <a:solidFill>
                  <a:schemeClr val="bg1">
                    <a:lumMod val="95000"/>
                  </a:schemeClr>
                </a:solidFill>
                <a:ln w="508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5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矩形: 圆角 23"/>
                <p:cNvSpPr/>
                <p:nvPr/>
              </p:nvSpPr>
              <p:spPr>
                <a:xfrm>
                  <a:off x="-5098660" y="2195631"/>
                  <a:ext cx="2705896" cy="3700766"/>
                </a:xfrm>
                <a:prstGeom prst="roundRect">
                  <a:avLst>
                    <a:gd name="adj" fmla="val 1001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1" name="文本框 20"/>
              <p:cNvSpPr txBox="1"/>
              <p:nvPr/>
            </p:nvSpPr>
            <p:spPr>
              <a:xfrm>
                <a:off x="970893" y="3340665"/>
                <a:ext cx="2038350" cy="2108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添加标题</a:t>
                </a:r>
                <a:endPara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请你单击此处输入文本内容加以解释说明，可以根据自己的需要适当地调整文字的颜色或者大X等属性。</a:t>
                </a:r>
              </a:p>
            </p:txBody>
          </p:sp>
        </p:grpSp>
        <p:sp>
          <p:nvSpPr>
            <p:cNvPr id="19" name="椭圆 18"/>
            <p:cNvSpPr/>
            <p:nvPr/>
          </p:nvSpPr>
          <p:spPr>
            <a:xfrm>
              <a:off x="1388787" y="1740997"/>
              <a:ext cx="1070526" cy="1070526"/>
            </a:xfrm>
            <a:prstGeom prst="ellipse">
              <a:avLst/>
            </a:prstGeom>
            <a:solidFill>
              <a:srgbClr val="00BCD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196551" y="1750522"/>
            <a:ext cx="2644853" cy="3810961"/>
            <a:chOff x="601624" y="1740997"/>
            <a:chExt cx="2644853" cy="3810961"/>
          </a:xfrm>
        </p:grpSpPr>
        <p:grpSp>
          <p:nvGrpSpPr>
            <p:cNvPr id="26" name="组合 25"/>
            <p:cNvGrpSpPr/>
            <p:nvPr/>
          </p:nvGrpSpPr>
          <p:grpSpPr>
            <a:xfrm>
              <a:off x="601624" y="2073794"/>
              <a:ext cx="2644853" cy="3478164"/>
              <a:chOff x="667642" y="2454794"/>
              <a:chExt cx="2644853" cy="3478164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667642" y="2454794"/>
                <a:ext cx="2644853" cy="3478164"/>
                <a:chOff x="-5325274" y="1968781"/>
                <a:chExt cx="3159125" cy="4154467"/>
              </a:xfrm>
            </p:grpSpPr>
            <p:sp>
              <p:nvSpPr>
                <p:cNvPr id="30" name="矩形: 圆角 29"/>
                <p:cNvSpPr/>
                <p:nvPr/>
              </p:nvSpPr>
              <p:spPr>
                <a:xfrm>
                  <a:off x="-5325274" y="1968781"/>
                  <a:ext cx="3159125" cy="4154467"/>
                </a:xfrm>
                <a:prstGeom prst="roundRect">
                  <a:avLst>
                    <a:gd name="adj" fmla="val 6719"/>
                  </a:avLst>
                </a:prstGeom>
                <a:solidFill>
                  <a:srgbClr val="009BB0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矩形: 圆角 30"/>
                <p:cNvSpPr/>
                <p:nvPr/>
              </p:nvSpPr>
              <p:spPr>
                <a:xfrm>
                  <a:off x="-5325274" y="1968781"/>
                  <a:ext cx="3159125" cy="1534905"/>
                </a:xfrm>
                <a:prstGeom prst="roundRect">
                  <a:avLst>
                    <a:gd name="adj" fmla="val 13434"/>
                  </a:avLst>
                </a:prstGeom>
                <a:solidFill>
                  <a:schemeClr val="bg1">
                    <a:lumMod val="95000"/>
                  </a:schemeClr>
                </a:solidFill>
                <a:ln w="508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5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矩形: 圆角 31"/>
                <p:cNvSpPr/>
                <p:nvPr/>
              </p:nvSpPr>
              <p:spPr>
                <a:xfrm>
                  <a:off x="-5098660" y="2195631"/>
                  <a:ext cx="2705896" cy="3700766"/>
                </a:xfrm>
                <a:prstGeom prst="roundRect">
                  <a:avLst>
                    <a:gd name="adj" fmla="val 1001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9" name="文本框 28"/>
              <p:cNvSpPr txBox="1"/>
              <p:nvPr/>
            </p:nvSpPr>
            <p:spPr>
              <a:xfrm>
                <a:off x="970893" y="3340665"/>
                <a:ext cx="2038350" cy="2108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添加标题</a:t>
                </a:r>
                <a:endPara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请你单击此处输入文本内容加以解释说明，可以根据自己的需要适当地调整文字的颜色或者大X等属性。</a:t>
                </a:r>
              </a:p>
            </p:txBody>
          </p:sp>
        </p:grpSp>
        <p:sp>
          <p:nvSpPr>
            <p:cNvPr id="27" name="椭圆 26"/>
            <p:cNvSpPr/>
            <p:nvPr/>
          </p:nvSpPr>
          <p:spPr>
            <a:xfrm>
              <a:off x="1388787" y="1740997"/>
              <a:ext cx="1070526" cy="1070526"/>
            </a:xfrm>
            <a:prstGeom prst="ellipse">
              <a:avLst/>
            </a:prstGeom>
            <a:solidFill>
              <a:srgbClr val="009BB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9042503" y="1750522"/>
            <a:ext cx="2644853" cy="3810961"/>
            <a:chOff x="601624" y="1740997"/>
            <a:chExt cx="2644853" cy="3810961"/>
          </a:xfrm>
        </p:grpSpPr>
        <p:grpSp>
          <p:nvGrpSpPr>
            <p:cNvPr id="34" name="组合 33"/>
            <p:cNvGrpSpPr/>
            <p:nvPr/>
          </p:nvGrpSpPr>
          <p:grpSpPr>
            <a:xfrm>
              <a:off x="601624" y="2073794"/>
              <a:ext cx="2644853" cy="3478164"/>
              <a:chOff x="667642" y="2454794"/>
              <a:chExt cx="2644853" cy="3478164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667642" y="2454794"/>
                <a:ext cx="2644853" cy="3478164"/>
                <a:chOff x="-5325274" y="1968781"/>
                <a:chExt cx="3159125" cy="4154467"/>
              </a:xfrm>
            </p:grpSpPr>
            <p:sp>
              <p:nvSpPr>
                <p:cNvPr id="38" name="矩形: 圆角 37"/>
                <p:cNvSpPr/>
                <p:nvPr/>
              </p:nvSpPr>
              <p:spPr>
                <a:xfrm>
                  <a:off x="-5325274" y="1968781"/>
                  <a:ext cx="3159125" cy="4154467"/>
                </a:xfrm>
                <a:prstGeom prst="roundRect">
                  <a:avLst>
                    <a:gd name="adj" fmla="val 6719"/>
                  </a:avLst>
                </a:prstGeom>
                <a:solidFill>
                  <a:srgbClr val="00BCD4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矩形: 圆角 38"/>
                <p:cNvSpPr/>
                <p:nvPr/>
              </p:nvSpPr>
              <p:spPr>
                <a:xfrm>
                  <a:off x="-5325274" y="1968781"/>
                  <a:ext cx="3159125" cy="1534905"/>
                </a:xfrm>
                <a:prstGeom prst="roundRect">
                  <a:avLst>
                    <a:gd name="adj" fmla="val 13434"/>
                  </a:avLst>
                </a:prstGeom>
                <a:solidFill>
                  <a:schemeClr val="bg1">
                    <a:lumMod val="95000"/>
                  </a:schemeClr>
                </a:solidFill>
                <a:ln w="508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5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矩形: 圆角 39"/>
                <p:cNvSpPr/>
                <p:nvPr/>
              </p:nvSpPr>
              <p:spPr>
                <a:xfrm>
                  <a:off x="-5098660" y="2195631"/>
                  <a:ext cx="2705896" cy="3700766"/>
                </a:xfrm>
                <a:prstGeom prst="roundRect">
                  <a:avLst>
                    <a:gd name="adj" fmla="val 10018"/>
                  </a:avLst>
                </a:prstGeom>
                <a:solidFill>
                  <a:sysClr val="window" lastClr="FFFF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7" name="文本框 36"/>
              <p:cNvSpPr txBox="1"/>
              <p:nvPr/>
            </p:nvSpPr>
            <p:spPr>
              <a:xfrm>
                <a:off x="970893" y="3340665"/>
                <a:ext cx="2038350" cy="2108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添加标题</a:t>
                </a:r>
                <a:endPara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请你单击此处输入文本内容加以解释说明，可以根据自己的需要适当地调整文字的颜色或者大X等属性。</a:t>
                </a:r>
              </a:p>
            </p:txBody>
          </p:sp>
        </p:grpSp>
        <p:sp>
          <p:nvSpPr>
            <p:cNvPr id="35" name="椭圆 34"/>
            <p:cNvSpPr/>
            <p:nvPr/>
          </p:nvSpPr>
          <p:spPr>
            <a:xfrm>
              <a:off x="1388787" y="1740997"/>
              <a:ext cx="1070526" cy="1070526"/>
            </a:xfrm>
            <a:prstGeom prst="ellipse">
              <a:avLst/>
            </a:prstGeom>
            <a:solidFill>
              <a:srgbClr val="00BCD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1500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4" dur="1500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4" dur="1500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" presetClass="entr" presetSubtype="4" dur="1500" accel="27000" decel="7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3b28161f5562439f">
            <a:alphaModFix amt="1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7144" y="235807"/>
            <a:ext cx="547995" cy="509895"/>
            <a:chOff x="315244" y="264382"/>
            <a:chExt cx="547995" cy="509895"/>
          </a:xfrm>
        </p:grpSpPr>
        <p:sp>
          <p:nvSpPr>
            <p:cNvPr id="6" name="圆: 空心 5"/>
            <p:cNvSpPr/>
            <p:nvPr/>
          </p:nvSpPr>
          <p:spPr>
            <a:xfrm>
              <a:off x="353344" y="264382"/>
              <a:ext cx="509895" cy="509895"/>
            </a:xfrm>
            <a:prstGeom prst="donut">
              <a:avLst/>
            </a:prstGeom>
            <a:solidFill>
              <a:srgbClr val="00B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33819" y="344857"/>
              <a:ext cx="348946" cy="3489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1667" y="412705"/>
              <a:ext cx="213250" cy="213250"/>
            </a:xfrm>
            <a:prstGeom prst="ellipse">
              <a:avLst/>
            </a:prstGeom>
            <a:gradFill>
              <a:gsLst>
                <a:gs pos="100000">
                  <a:srgbClr val="00BCD4">
                    <a:alpha val="66000"/>
                  </a:srgbClr>
                </a:gs>
                <a:gs pos="46000">
                  <a:srgbClr val="00BCD4"/>
                </a:gs>
              </a:gsLst>
              <a:lin ang="7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5" name="圆: 空心 14"/>
            <p:cNvSpPr/>
            <p:nvPr/>
          </p:nvSpPr>
          <p:spPr>
            <a:xfrm>
              <a:off x="315244" y="554489"/>
              <a:ext cx="213250" cy="213250"/>
            </a:xfrm>
            <a:prstGeom prst="donut">
              <a:avLst/>
            </a:prstGeom>
            <a:solidFill>
              <a:srgbClr val="009B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4664" y="229144"/>
            <a:ext cx="28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营 销 方 案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773559" y="1543167"/>
            <a:ext cx="3260127" cy="4384595"/>
            <a:chOff x="673244" y="1406605"/>
            <a:chExt cx="3260127" cy="4384595"/>
          </a:xfrm>
        </p:grpSpPr>
        <p:pic>
          <p:nvPicPr>
            <p:cNvPr id="31" name="图片占位符 16"/>
            <p:cNvPicPr>
              <a:picLocks noChangeAspect="1"/>
            </p:cNvPicPr>
            <p:nvPr/>
          </p:nvPicPr>
          <p:blipFill>
            <a:blip r:embed="R9617968853f3419e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649" y="1406605"/>
              <a:ext cx="3253377" cy="2032666"/>
            </a:xfrm>
            <a:custGeom>
              <a:avLst/>
              <a:gdLst>
                <a:gd name="connsiteX0" fmla="*/ 0 w 3042671"/>
                <a:gd name="connsiteY0" fmla="*/ 0 h 2017938"/>
                <a:gd name="connsiteX1" fmla="*/ 3042671 w 3042671"/>
                <a:gd name="connsiteY1" fmla="*/ 0 h 2017938"/>
                <a:gd name="connsiteX2" fmla="*/ 3042671 w 3042671"/>
                <a:gd name="connsiteY2" fmla="*/ 2017938 h 2017938"/>
                <a:gd name="connsiteX3" fmla="*/ 0 w 3042671"/>
                <a:gd name="connsiteY3" fmla="*/ 2017938 h 2017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2671" h="2017938">
                  <a:moveTo>
                    <a:pt x="0" y="0"/>
                  </a:moveTo>
                  <a:lnTo>
                    <a:pt x="3042671" y="0"/>
                  </a:lnTo>
                  <a:lnTo>
                    <a:pt x="3042671" y="2017938"/>
                  </a:lnTo>
                  <a:lnTo>
                    <a:pt x="0" y="2017938"/>
                  </a:lnTo>
                  <a:close/>
                </a:path>
              </a:pathLst>
            </a:custGeom>
            <a:effectLst>
              <a:outerShdw blurRad="762000" algn="ctr" rotWithShape="0">
                <a:srgbClr val="0E9AAB">
                  <a:alpha val="10000"/>
                </a:srgbClr>
              </a:outerShdw>
            </a:effectLst>
          </p:spPr>
        </p:pic>
        <p:grpSp>
          <p:nvGrpSpPr>
            <p:cNvPr id="32" name="组合 31"/>
            <p:cNvGrpSpPr/>
            <p:nvPr/>
          </p:nvGrpSpPr>
          <p:grpSpPr>
            <a:xfrm>
              <a:off x="673244" y="3439802"/>
              <a:ext cx="3260127" cy="2351398"/>
              <a:chOff x="890700" y="3867830"/>
              <a:chExt cx="3042671" cy="2194556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890700" y="3867830"/>
                <a:ext cx="3042671" cy="2194556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0" algn="ctr" rotWithShape="0">
                  <a:srgbClr val="0E9AAB">
                    <a:alpha val="1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1040436" y="4121050"/>
                <a:ext cx="2743200" cy="17234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添加标题</a:t>
                </a:r>
                <a:endPara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请您单击此处添加合适文字加以解释说明，可根据自己的需要适当地调整文字的大X或者颜色等属性，祝你使用愉快，严禁搬运抄袭。</a:t>
                </a: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4092423" y="1545120"/>
            <a:ext cx="4007153" cy="4379784"/>
            <a:chOff x="7696702" y="1662428"/>
            <a:chExt cx="3821530" cy="4176900"/>
          </a:xfrm>
          <a:effectLst>
            <a:outerShdw blurRad="762000" sx="90000" sy="90000" algn="ctr" rotWithShape="0">
              <a:prstClr val="black">
                <a:alpha val="15000"/>
              </a:prstClr>
            </a:outerShdw>
          </a:effectLst>
        </p:grpSpPr>
        <p:sp>
          <p:nvSpPr>
            <p:cNvPr id="36" name="Rectangle 6"/>
            <p:cNvSpPr/>
            <p:nvPr/>
          </p:nvSpPr>
          <p:spPr>
            <a:xfrm>
              <a:off x="7696702" y="1662428"/>
              <a:ext cx="3821530" cy="4176900"/>
            </a:xfrm>
            <a:prstGeom prst="rect">
              <a:avLst/>
            </a:prstGeom>
            <a:solidFill>
              <a:srgbClr val="009BB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ctr" rotWithShape="0">
                <a:srgbClr val="0E9AAB">
                  <a:alpha val="1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en-US" kern="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" panose="020B0500000000000000" pitchFamily="34" charset="-122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7794709" y="2127006"/>
              <a:ext cx="3625517" cy="1380752"/>
              <a:chOff x="7794709" y="2127006"/>
              <a:chExt cx="3625517" cy="1380752"/>
            </a:xfrm>
          </p:grpSpPr>
          <p:sp>
            <p:nvSpPr>
              <p:cNvPr id="41" name="TextBox 11"/>
              <p:cNvSpPr txBox="1"/>
              <p:nvPr/>
            </p:nvSpPr>
            <p:spPr>
              <a:xfrm flipH="1">
                <a:off x="7794709" y="2619310"/>
                <a:ext cx="3625517" cy="8884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  <a:spcAft>
                    <a:spcPct val="0"/>
                  </a:spcAft>
                </a:pPr>
                <a:r>
                  <a:rPr lang="zh-CN" altLang="en-US" sz="14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请您单击此处添加合适文字加以解释说明，可根据自己的需要适当地调整文字的大X或者颜色等属性，祝你使用愉快，严禁搬运抄袭。</a:t>
                </a:r>
              </a:p>
            </p:txBody>
          </p:sp>
          <p:sp>
            <p:nvSpPr>
              <p:cNvPr id="42" name="矩形: 圆角 41"/>
              <p:cNvSpPr/>
              <p:nvPr/>
            </p:nvSpPr>
            <p:spPr>
              <a:xfrm>
                <a:off x="8886787" y="2127006"/>
                <a:ext cx="1475681" cy="388184"/>
              </a:xfrm>
              <a:prstGeom prst="roundRect">
                <a:avLst>
                  <a:gd name="adj" fmla="val 50000"/>
                </a:avLst>
              </a:prstGeom>
              <a:solidFill>
                <a:srgbClr val="00BCD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457200">
                  <a:defRPr/>
                </a:pPr>
                <a:r>
                  <a:rPr kumimoji="1" lang="zh-CN" altLang="en-US" sz="20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添加标题</a:t>
                </a: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7794709" y="3918520"/>
              <a:ext cx="3625517" cy="1411349"/>
              <a:chOff x="7794709" y="2234099"/>
              <a:chExt cx="3625517" cy="1411349"/>
            </a:xfrm>
          </p:grpSpPr>
          <p:sp>
            <p:nvSpPr>
              <p:cNvPr id="39" name="TextBox 11"/>
              <p:cNvSpPr txBox="1"/>
              <p:nvPr/>
            </p:nvSpPr>
            <p:spPr>
              <a:xfrm flipH="1">
                <a:off x="7794709" y="2757000"/>
                <a:ext cx="3625517" cy="8884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  <a:spcAft>
                    <a:spcPct val="0"/>
                  </a:spcAft>
                  <a:defRPr/>
                </a:pPr>
                <a:r>
                  <a:rPr lang="zh-CN" altLang="en-US" sz="14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请您单击此处添加合适文字加以解释说明，可根据自己的需要适当地调整文字的大X或者颜色等属性，祝你使用愉快，严禁搬运抄袭。</a:t>
                </a:r>
              </a:p>
            </p:txBody>
          </p:sp>
          <p:sp>
            <p:nvSpPr>
              <p:cNvPr id="40" name="矩形: 圆角 39"/>
              <p:cNvSpPr/>
              <p:nvPr/>
            </p:nvSpPr>
            <p:spPr>
              <a:xfrm>
                <a:off x="8886787" y="2234099"/>
                <a:ext cx="1475681" cy="388184"/>
              </a:xfrm>
              <a:prstGeom prst="roundRect">
                <a:avLst>
                  <a:gd name="adj" fmla="val 50000"/>
                </a:avLst>
              </a:prstGeom>
              <a:solidFill>
                <a:srgbClr val="00BCD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457200">
                  <a:defRPr/>
                </a:pPr>
                <a:r>
                  <a:rPr kumimoji="1" lang="zh-CN" altLang="en-US" sz="2000" b="1" kern="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添加标题</a:t>
                </a:r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8158314" y="1543181"/>
            <a:ext cx="3260127" cy="4383662"/>
            <a:chOff x="673244" y="1407538"/>
            <a:chExt cx="3260127" cy="4383662"/>
          </a:xfrm>
        </p:grpSpPr>
        <p:pic>
          <p:nvPicPr>
            <p:cNvPr id="44" name="图片占位符 16"/>
            <p:cNvPicPr>
              <a:picLocks noChangeAspect="1"/>
            </p:cNvPicPr>
            <p:nvPr/>
          </p:nvPicPr>
          <p:blipFill>
            <a:blip r:embed="Rdbf0b27668234fc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179" y="1407538"/>
              <a:ext cx="3248319" cy="2030801"/>
            </a:xfrm>
            <a:custGeom>
              <a:avLst/>
              <a:gdLst>
                <a:gd name="connsiteX0" fmla="*/ 0 w 3042671"/>
                <a:gd name="connsiteY0" fmla="*/ 0 h 2017938"/>
                <a:gd name="connsiteX1" fmla="*/ 3042671 w 3042671"/>
                <a:gd name="connsiteY1" fmla="*/ 0 h 2017938"/>
                <a:gd name="connsiteX2" fmla="*/ 3042671 w 3042671"/>
                <a:gd name="connsiteY2" fmla="*/ 2017938 h 2017938"/>
                <a:gd name="connsiteX3" fmla="*/ 0 w 3042671"/>
                <a:gd name="connsiteY3" fmla="*/ 2017938 h 2017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2671" h="2017938">
                  <a:moveTo>
                    <a:pt x="0" y="0"/>
                  </a:moveTo>
                  <a:lnTo>
                    <a:pt x="3042671" y="0"/>
                  </a:lnTo>
                  <a:lnTo>
                    <a:pt x="3042671" y="2017938"/>
                  </a:lnTo>
                  <a:lnTo>
                    <a:pt x="0" y="2017938"/>
                  </a:lnTo>
                  <a:close/>
                </a:path>
              </a:pathLst>
            </a:custGeom>
            <a:effectLst>
              <a:outerShdw blurRad="762000" algn="ctr" rotWithShape="0">
                <a:srgbClr val="0E9AAB">
                  <a:alpha val="10000"/>
                </a:srgbClr>
              </a:outerShdw>
            </a:effectLst>
          </p:spPr>
        </p:pic>
        <p:grpSp>
          <p:nvGrpSpPr>
            <p:cNvPr id="45" name="组合 44"/>
            <p:cNvGrpSpPr/>
            <p:nvPr/>
          </p:nvGrpSpPr>
          <p:grpSpPr>
            <a:xfrm>
              <a:off x="673244" y="3439802"/>
              <a:ext cx="3260127" cy="2351398"/>
              <a:chOff x="890700" y="3867830"/>
              <a:chExt cx="3042671" cy="2194556"/>
            </a:xfrm>
          </p:grpSpPr>
          <p:sp>
            <p:nvSpPr>
              <p:cNvPr id="46" name="矩形 45"/>
              <p:cNvSpPr/>
              <p:nvPr/>
            </p:nvSpPr>
            <p:spPr>
              <a:xfrm>
                <a:off x="890700" y="3867830"/>
                <a:ext cx="3042671" cy="2194556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762000" algn="ctr" rotWithShape="0">
                  <a:srgbClr val="0E9AAB">
                    <a:alpha val="1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矩形 46"/>
              <p:cNvSpPr/>
              <p:nvPr/>
            </p:nvSpPr>
            <p:spPr>
              <a:xfrm>
                <a:off x="1066801" y="4118923"/>
                <a:ext cx="2743200" cy="1421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添加标题</a:t>
                </a:r>
                <a:endPara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请您单击此处添加合适文字加以说明，可以根据自己的需要适当地调整文字的大X或者颜色等属性。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ur="125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4" dur="125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2" dur="125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, 图标&#10;&#10;中度可信度描述已自动生成"/>
          <p:cNvPicPr>
            <a:picLocks noChangeAspect="1"/>
          </p:cNvPicPr>
          <p:nvPr/>
        </p:nvPicPr>
        <p:blipFill>
          <a:blip r:embed="Re25b6656195947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椭圆 7"/>
          <p:cNvSpPr/>
          <p:nvPr/>
        </p:nvSpPr>
        <p:spPr>
          <a:xfrm>
            <a:off x="0" y="-2775284"/>
            <a:ext cx="898358" cy="898358"/>
          </a:xfrm>
          <a:prstGeom prst="ellipse">
            <a:avLst/>
          </a:prstGeom>
          <a:gradFill>
            <a:gsLst>
              <a:gs pos="100000">
                <a:srgbClr val="00BCD4">
                  <a:alpha val="66000"/>
                </a:srgbClr>
              </a:gs>
              <a:gs pos="46000">
                <a:srgbClr val="00BCD4"/>
              </a:gs>
            </a:gsLst>
            <a:lin ang="75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58517" y="2828836"/>
            <a:ext cx="2910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字魂35号-经典雅黑" panose="02000000000000000000" pitchFamily="2" charset="-122"/>
                <a:cs typeface="+mn-cs"/>
              </a:rPr>
              <a:t>PART/</a:t>
            </a:r>
            <a:r>
              <a:rPr kumimoji="0" lang="en-US" altLang="zh-CN" sz="7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字魂35号-经典雅黑" panose="02000000000000000000" pitchFamily="2" charset="-122"/>
                <a:cs typeface="+mn-cs"/>
              </a:rPr>
              <a:t>04</a:t>
            </a:r>
            <a:endParaRPr kumimoji="0" lang="en-US" altLang="zh-CN" sz="6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字魂35号-经典雅黑" panose="02000000000000000000" pitchFamily="2" charset="-122"/>
              <a:cs typeface="+mn-cs"/>
            </a:endParaRPr>
          </a:p>
        </p:txBody>
      </p:sp>
      <p:sp>
        <p:nvSpPr>
          <p:cNvPr id="55" name="TextBox 11"/>
          <p:cNvSpPr txBox="1"/>
          <p:nvPr/>
        </p:nvSpPr>
        <p:spPr>
          <a:xfrm>
            <a:off x="5819543" y="2561692"/>
            <a:ext cx="35654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1" indent="0" algn="ctr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市 场 前 景</a:t>
            </a:r>
          </a:p>
        </p:txBody>
      </p:sp>
      <p:sp>
        <p:nvSpPr>
          <p:cNvPr id="56" name="TextBox 36"/>
          <p:cNvSpPr txBox="1"/>
          <p:nvPr/>
        </p:nvSpPr>
        <p:spPr>
          <a:xfrm>
            <a:off x="4705064" y="3524302"/>
            <a:ext cx="5794356" cy="606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Please click here to add appropriate text to explain, you can directly copy and paste the text content.</a:t>
            </a:r>
          </a:p>
        </p:txBody>
      </p:sp>
      <p:grpSp>
        <p:nvGrpSpPr>
          <p:cNvPr id="57" name="组合 56"/>
          <p:cNvGrpSpPr/>
          <p:nvPr/>
        </p:nvGrpSpPr>
        <p:grpSpPr>
          <a:xfrm>
            <a:off x="7064207" y="4684844"/>
            <a:ext cx="1076070" cy="66675"/>
            <a:chOff x="4457700" y="5638798"/>
            <a:chExt cx="1076070" cy="66675"/>
          </a:xfrm>
        </p:grpSpPr>
        <p:sp>
          <p:nvSpPr>
            <p:cNvPr id="58" name="椭圆 57"/>
            <p:cNvSpPr/>
            <p:nvPr/>
          </p:nvSpPr>
          <p:spPr>
            <a:xfrm>
              <a:off x="4457700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4659579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4861458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5063337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椭圆 61"/>
            <p:cNvSpPr/>
            <p:nvPr/>
          </p:nvSpPr>
          <p:spPr>
            <a:xfrm>
              <a:off x="5265216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5467095" y="5638798"/>
              <a:ext cx="66675" cy="66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dur="150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5" grpId="0"/>
      <p:bldP spid="5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1673e393810547f3">
            <a:alphaModFix amt="1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7144" y="235807"/>
            <a:ext cx="547995" cy="509895"/>
            <a:chOff x="315244" y="264382"/>
            <a:chExt cx="547995" cy="509895"/>
          </a:xfrm>
        </p:grpSpPr>
        <p:sp>
          <p:nvSpPr>
            <p:cNvPr id="6" name="圆: 空心 5"/>
            <p:cNvSpPr/>
            <p:nvPr/>
          </p:nvSpPr>
          <p:spPr>
            <a:xfrm>
              <a:off x="353344" y="264382"/>
              <a:ext cx="509895" cy="509895"/>
            </a:xfrm>
            <a:prstGeom prst="donut">
              <a:avLst/>
            </a:prstGeom>
            <a:solidFill>
              <a:srgbClr val="00B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33819" y="344857"/>
              <a:ext cx="348946" cy="3489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1667" y="412705"/>
              <a:ext cx="213250" cy="213250"/>
            </a:xfrm>
            <a:prstGeom prst="ellipse">
              <a:avLst/>
            </a:prstGeom>
            <a:gradFill>
              <a:gsLst>
                <a:gs pos="100000">
                  <a:srgbClr val="00BCD4">
                    <a:alpha val="66000"/>
                  </a:srgbClr>
                </a:gs>
                <a:gs pos="46000">
                  <a:srgbClr val="00BCD4"/>
                </a:gs>
              </a:gsLst>
              <a:lin ang="7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5" name="圆: 空心 14"/>
            <p:cNvSpPr/>
            <p:nvPr/>
          </p:nvSpPr>
          <p:spPr>
            <a:xfrm>
              <a:off x="315244" y="554489"/>
              <a:ext cx="213250" cy="213250"/>
            </a:xfrm>
            <a:prstGeom prst="donut">
              <a:avLst/>
            </a:prstGeom>
            <a:solidFill>
              <a:srgbClr val="009B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4664" y="229144"/>
            <a:ext cx="28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市 场 前 景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828304" y="2295789"/>
            <a:ext cx="2558626" cy="2558626"/>
            <a:chOff x="773490" y="3517482"/>
            <a:chExt cx="2558628" cy="2558628"/>
          </a:xfrm>
        </p:grpSpPr>
        <p:sp>
          <p:nvSpPr>
            <p:cNvPr id="4" name="形状"/>
            <p:cNvSpPr/>
            <p:nvPr/>
          </p:nvSpPr>
          <p:spPr>
            <a:xfrm>
              <a:off x="773490" y="3517482"/>
              <a:ext cx="2558628" cy="2558628"/>
            </a:xfrm>
            <a:prstGeom prst="ellipse">
              <a:avLst/>
            </a:prstGeom>
            <a:solidFill>
              <a:srgbClr val="009BB0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8" name="形状"/>
            <p:cNvSpPr/>
            <p:nvPr/>
          </p:nvSpPr>
          <p:spPr>
            <a:xfrm>
              <a:off x="892255" y="3636248"/>
              <a:ext cx="2321098" cy="2321096"/>
            </a:xfrm>
            <a:prstGeom prst="ellipse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Bold" panose="020B0800000000000000" pitchFamily="34" charset="-122"/>
              </a:endParaRPr>
            </a:p>
          </p:txBody>
        </p:sp>
        <p:sp>
          <p:nvSpPr>
            <p:cNvPr id="9" name="形状"/>
            <p:cNvSpPr/>
            <p:nvPr/>
          </p:nvSpPr>
          <p:spPr>
            <a:xfrm>
              <a:off x="1037035" y="3781027"/>
              <a:ext cx="2031538" cy="2031538"/>
            </a:xfrm>
            <a:prstGeom prst="ellipse">
              <a:avLst/>
            </a:prstGeom>
            <a:blipFill>
              <a:blip r:embed="Rc3aecbe8d72b4f86"/>
              <a:stretch>
                <a:fillRect/>
              </a:stretch>
            </a:blip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Bold" panose="020B0800000000000000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95679" y="1757304"/>
            <a:ext cx="4049628" cy="1401308"/>
            <a:chOff x="495679" y="1779464"/>
            <a:chExt cx="4049628" cy="1401308"/>
          </a:xfrm>
        </p:grpSpPr>
        <p:grpSp>
          <p:nvGrpSpPr>
            <p:cNvPr id="11" name="组合 10"/>
            <p:cNvGrpSpPr/>
            <p:nvPr/>
          </p:nvGrpSpPr>
          <p:grpSpPr>
            <a:xfrm>
              <a:off x="3784894" y="2193088"/>
              <a:ext cx="760413" cy="762000"/>
              <a:chOff x="3670300" y="1981200"/>
              <a:chExt cx="760413" cy="762000"/>
            </a:xfrm>
            <a:solidFill>
              <a:srgbClr val="0B6863"/>
            </a:solidFill>
          </p:grpSpPr>
          <p:sp>
            <p:nvSpPr>
              <p:cNvPr id="17" name="Oval 40"/>
              <p:cNvSpPr>
                <a:spLocks noChangeArrowheads="1"/>
              </p:cNvSpPr>
              <p:nvPr/>
            </p:nvSpPr>
            <p:spPr bwMode="auto">
              <a:xfrm>
                <a:off x="3670300" y="1981200"/>
                <a:ext cx="760413" cy="762000"/>
              </a:xfrm>
              <a:prstGeom prst="ellipse">
                <a:avLst/>
              </a:prstGeom>
              <a:solidFill>
                <a:srgbClr val="009BB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219200">
                  <a:defRPr/>
                </a:pPr>
                <a:endParaRPr lang="en-US" altLang="zh-CN" sz="24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Freeform 129"/>
              <p:cNvSpPr>
                <a:spLocks noEditPoints="1"/>
              </p:cNvSpPr>
              <p:nvPr/>
            </p:nvSpPr>
            <p:spPr bwMode="auto">
              <a:xfrm>
                <a:off x="3852863" y="2201863"/>
                <a:ext cx="398462" cy="323850"/>
              </a:xfrm>
              <a:custGeom>
                <a:avLst/>
                <a:gdLst>
                  <a:gd name="T0" fmla="*/ 2147483647 w 68"/>
                  <a:gd name="T1" fmla="*/ 2147483647 h 55"/>
                  <a:gd name="T2" fmla="*/ 2147483647 w 68"/>
                  <a:gd name="T3" fmla="*/ 2147483647 h 55"/>
                  <a:gd name="T4" fmla="*/ 2147483647 w 68"/>
                  <a:gd name="T5" fmla="*/ 2147483647 h 55"/>
                  <a:gd name="T6" fmla="*/ 0 w 68"/>
                  <a:gd name="T7" fmla="*/ 2147483647 h 55"/>
                  <a:gd name="T8" fmla="*/ 0 w 68"/>
                  <a:gd name="T9" fmla="*/ 2147483647 h 55"/>
                  <a:gd name="T10" fmla="*/ 2147483647 w 68"/>
                  <a:gd name="T11" fmla="*/ 0 h 55"/>
                  <a:gd name="T12" fmla="*/ 2147483647 w 68"/>
                  <a:gd name="T13" fmla="*/ 0 h 55"/>
                  <a:gd name="T14" fmla="*/ 2147483647 w 68"/>
                  <a:gd name="T15" fmla="*/ 2147483647 h 55"/>
                  <a:gd name="T16" fmla="*/ 2147483647 w 68"/>
                  <a:gd name="T17" fmla="*/ 2147483647 h 55"/>
                  <a:gd name="T18" fmla="*/ 2147483647 w 68"/>
                  <a:gd name="T19" fmla="*/ 2147483647 h 55"/>
                  <a:gd name="T20" fmla="*/ 2147483647 w 68"/>
                  <a:gd name="T21" fmla="*/ 2147483647 h 55"/>
                  <a:gd name="T22" fmla="*/ 2147483647 w 68"/>
                  <a:gd name="T23" fmla="*/ 2147483647 h 55"/>
                  <a:gd name="T24" fmla="*/ 2147483647 w 68"/>
                  <a:gd name="T25" fmla="*/ 2147483647 h 55"/>
                  <a:gd name="T26" fmla="*/ 2147483647 w 68"/>
                  <a:gd name="T27" fmla="*/ 2147483647 h 55"/>
                  <a:gd name="T28" fmla="*/ 2147483647 w 68"/>
                  <a:gd name="T29" fmla="*/ 2147483647 h 55"/>
                  <a:gd name="T30" fmla="*/ 2147483647 w 68"/>
                  <a:gd name="T31" fmla="*/ 2147483647 h 55"/>
                  <a:gd name="T32" fmla="*/ 2147483647 w 68"/>
                  <a:gd name="T33" fmla="*/ 2147483647 h 55"/>
                  <a:gd name="T34" fmla="*/ 2147483647 w 68"/>
                  <a:gd name="T35" fmla="*/ 2147483647 h 55"/>
                  <a:gd name="T36" fmla="*/ 2147483647 w 68"/>
                  <a:gd name="T37" fmla="*/ 2147483647 h 55"/>
                  <a:gd name="T38" fmla="*/ 2147483647 w 68"/>
                  <a:gd name="T39" fmla="*/ 2147483647 h 55"/>
                  <a:gd name="T40" fmla="*/ 2147483647 w 68"/>
                  <a:gd name="T41" fmla="*/ 2147483647 h 55"/>
                  <a:gd name="T42" fmla="*/ 2147483647 w 68"/>
                  <a:gd name="T43" fmla="*/ 2147483647 h 55"/>
                  <a:gd name="T44" fmla="*/ 2147483647 w 68"/>
                  <a:gd name="T45" fmla="*/ 2147483647 h 55"/>
                  <a:gd name="T46" fmla="*/ 2147483647 w 68"/>
                  <a:gd name="T47" fmla="*/ 2147483647 h 55"/>
                  <a:gd name="T48" fmla="*/ 2147483647 w 68"/>
                  <a:gd name="T49" fmla="*/ 2147483647 h 55"/>
                  <a:gd name="T50" fmla="*/ 2147483647 w 68"/>
                  <a:gd name="T51" fmla="*/ 2147483647 h 55"/>
                  <a:gd name="T52" fmla="*/ 2147483647 w 68"/>
                  <a:gd name="T53" fmla="*/ 2147483647 h 55"/>
                  <a:gd name="T54" fmla="*/ 2147483647 w 68"/>
                  <a:gd name="T55" fmla="*/ 2147483647 h 55"/>
                  <a:gd name="T56" fmla="*/ 2147483647 w 68"/>
                  <a:gd name="T57" fmla="*/ 2147483647 h 55"/>
                  <a:gd name="T58" fmla="*/ 2147483647 w 68"/>
                  <a:gd name="T59" fmla="*/ 2147483647 h 55"/>
                  <a:gd name="T60" fmla="*/ 2147483647 w 68"/>
                  <a:gd name="T61" fmla="*/ 2147483647 h 5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68" h="55">
                    <a:moveTo>
                      <a:pt x="68" y="49"/>
                    </a:moveTo>
                    <a:cubicBezTo>
                      <a:pt x="68" y="53"/>
                      <a:pt x="66" y="55"/>
                      <a:pt x="63" y="55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2" y="55"/>
                      <a:pt x="0" y="53"/>
                      <a:pt x="0" y="4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6" y="0"/>
                      <a:pt x="68" y="3"/>
                      <a:pt x="68" y="6"/>
                    </a:cubicBezTo>
                    <a:lnTo>
                      <a:pt x="68" y="49"/>
                    </a:lnTo>
                    <a:close/>
                    <a:moveTo>
                      <a:pt x="5" y="5"/>
                    </a:moveTo>
                    <a:cubicBezTo>
                      <a:pt x="5" y="5"/>
                      <a:pt x="4" y="5"/>
                      <a:pt x="4" y="6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5" y="51"/>
                      <a:pt x="5" y="51"/>
                    </a:cubicBezTo>
                    <a:cubicBezTo>
                      <a:pt x="63" y="51"/>
                      <a:pt x="63" y="51"/>
                      <a:pt x="63" y="51"/>
                    </a:cubicBezTo>
                    <a:cubicBezTo>
                      <a:pt x="63" y="51"/>
                      <a:pt x="64" y="50"/>
                      <a:pt x="64" y="49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64" y="5"/>
                      <a:pt x="63" y="5"/>
                      <a:pt x="63" y="5"/>
                    </a:cubicBezTo>
                    <a:lnTo>
                      <a:pt x="5" y="5"/>
                    </a:lnTo>
                    <a:close/>
                    <a:moveTo>
                      <a:pt x="16" y="23"/>
                    </a:moveTo>
                    <a:cubicBezTo>
                      <a:pt x="12" y="23"/>
                      <a:pt x="9" y="20"/>
                      <a:pt x="9" y="16"/>
                    </a:cubicBezTo>
                    <a:cubicBezTo>
                      <a:pt x="9" y="13"/>
                      <a:pt x="12" y="9"/>
                      <a:pt x="16" y="9"/>
                    </a:cubicBezTo>
                    <a:cubicBezTo>
                      <a:pt x="20" y="9"/>
                      <a:pt x="23" y="13"/>
                      <a:pt x="23" y="16"/>
                    </a:cubicBezTo>
                    <a:cubicBezTo>
                      <a:pt x="23" y="20"/>
                      <a:pt x="20" y="23"/>
                      <a:pt x="16" y="23"/>
                    </a:cubicBezTo>
                    <a:close/>
                    <a:moveTo>
                      <a:pt x="59" y="46"/>
                    </a:moveTo>
                    <a:cubicBezTo>
                      <a:pt x="9" y="46"/>
                      <a:pt x="9" y="46"/>
                      <a:pt x="9" y="46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6" y="33"/>
                      <a:pt x="26" y="33"/>
                      <a:pt x="26" y="33"/>
                    </a:cubicBezTo>
                    <a:cubicBezTo>
                      <a:pt x="44" y="15"/>
                      <a:pt x="44" y="15"/>
                      <a:pt x="44" y="15"/>
                    </a:cubicBezTo>
                    <a:cubicBezTo>
                      <a:pt x="59" y="30"/>
                      <a:pt x="59" y="30"/>
                      <a:pt x="59" y="30"/>
                    </a:cubicBezTo>
                    <a:lnTo>
                      <a:pt x="59" y="46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lIns="45714" tIns="22857" rIns="45714" bIns="22857"/>
              <a:lstStyle/>
              <a:p>
                <a:pPr>
                  <a:defRPr/>
                </a:pPr>
                <a:endParaRPr lang="zh-CN" altLang="en-US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495679" y="1779464"/>
              <a:ext cx="3051404" cy="1401308"/>
              <a:chOff x="1055379" y="1818216"/>
              <a:chExt cx="3051404" cy="1401308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2983508" y="1818216"/>
                <a:ext cx="1123274" cy="417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 defTabSz="457200">
                  <a:lnSpc>
                    <a:spcPct val="150000"/>
                  </a:lnSpc>
                  <a:defRPr/>
                </a:pPr>
                <a:r>
                  <a:rPr lang="zh-CN" altLang="en-US" sz="20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添加标题</a:t>
                </a:r>
                <a:endParaRPr lang="en-US" altLang="zh-CN" sz="20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1055379" y="2287922"/>
                <a:ext cx="3051404" cy="9316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 defTabSz="457200">
                  <a:lnSpc>
                    <a:spcPct val="150000"/>
                  </a:lnSpc>
                  <a:defRPr/>
                </a:pPr>
                <a:r>
                  <a:rPr lang="zh-CN" altLang="en-US" sz="14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请您单击此处输入文本内容加以解释说明，可根据自己的需要适当地调整文字的颜色或者大X等属性。</a:t>
                </a:r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7634580" y="1759837"/>
            <a:ext cx="4128415" cy="1401308"/>
            <a:chOff x="7567906" y="1781997"/>
            <a:chExt cx="4128415" cy="1401308"/>
          </a:xfrm>
        </p:grpSpPr>
        <p:grpSp>
          <p:nvGrpSpPr>
            <p:cNvPr id="21" name="组合 20"/>
            <p:cNvGrpSpPr/>
            <p:nvPr/>
          </p:nvGrpSpPr>
          <p:grpSpPr>
            <a:xfrm>
              <a:off x="7567906" y="2193088"/>
              <a:ext cx="760413" cy="762000"/>
              <a:chOff x="7785100" y="1989138"/>
              <a:chExt cx="760413" cy="762000"/>
            </a:xfrm>
            <a:solidFill>
              <a:srgbClr val="0B6863"/>
            </a:solidFill>
          </p:grpSpPr>
          <p:sp>
            <p:nvSpPr>
              <p:cNvPr id="25" name="Oval 64"/>
              <p:cNvSpPr>
                <a:spLocks noChangeArrowheads="1"/>
              </p:cNvSpPr>
              <p:nvPr/>
            </p:nvSpPr>
            <p:spPr bwMode="auto">
              <a:xfrm>
                <a:off x="7785100" y="1989138"/>
                <a:ext cx="760413" cy="762000"/>
              </a:xfrm>
              <a:prstGeom prst="ellipse">
                <a:avLst/>
              </a:prstGeom>
              <a:solidFill>
                <a:srgbClr val="00BCD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219200">
                  <a:defRPr/>
                </a:pPr>
                <a:endParaRPr lang="en-US" altLang="zh-CN" sz="24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Freeform 161"/>
              <p:cNvSpPr>
                <a:spLocks noEditPoints="1"/>
              </p:cNvSpPr>
              <p:nvPr/>
            </p:nvSpPr>
            <p:spPr bwMode="auto">
              <a:xfrm>
                <a:off x="7972425" y="2174875"/>
                <a:ext cx="407988" cy="354013"/>
              </a:xfrm>
              <a:custGeom>
                <a:avLst/>
                <a:gdLst>
                  <a:gd name="T0" fmla="*/ 2147483647 w 73"/>
                  <a:gd name="T1" fmla="*/ 2147483647 h 63"/>
                  <a:gd name="T2" fmla="*/ 2147483647 w 73"/>
                  <a:gd name="T3" fmla="*/ 2147483647 h 63"/>
                  <a:gd name="T4" fmla="*/ 2147483647 w 73"/>
                  <a:gd name="T5" fmla="*/ 2147483647 h 63"/>
                  <a:gd name="T6" fmla="*/ 2147483647 w 73"/>
                  <a:gd name="T7" fmla="*/ 2147483647 h 63"/>
                  <a:gd name="T8" fmla="*/ 0 w 73"/>
                  <a:gd name="T9" fmla="*/ 2147483647 h 63"/>
                  <a:gd name="T10" fmla="*/ 0 w 73"/>
                  <a:gd name="T11" fmla="*/ 2147483647 h 63"/>
                  <a:gd name="T12" fmla="*/ 2147483647 w 73"/>
                  <a:gd name="T13" fmla="*/ 2147483647 h 63"/>
                  <a:gd name="T14" fmla="*/ 2147483647 w 73"/>
                  <a:gd name="T15" fmla="*/ 2147483647 h 63"/>
                  <a:gd name="T16" fmla="*/ 2147483647 w 73"/>
                  <a:gd name="T17" fmla="*/ 2147483647 h 63"/>
                  <a:gd name="T18" fmla="*/ 2147483647 w 73"/>
                  <a:gd name="T19" fmla="*/ 0 h 63"/>
                  <a:gd name="T20" fmla="*/ 2147483647 w 73"/>
                  <a:gd name="T21" fmla="*/ 0 h 63"/>
                  <a:gd name="T22" fmla="*/ 2147483647 w 73"/>
                  <a:gd name="T23" fmla="*/ 2147483647 h 63"/>
                  <a:gd name="T24" fmla="*/ 2147483647 w 73"/>
                  <a:gd name="T25" fmla="*/ 2147483647 h 63"/>
                  <a:gd name="T26" fmla="*/ 2147483647 w 73"/>
                  <a:gd name="T27" fmla="*/ 2147483647 h 63"/>
                  <a:gd name="T28" fmla="*/ 2147483647 w 73"/>
                  <a:gd name="T29" fmla="*/ 2147483647 h 63"/>
                  <a:gd name="T30" fmla="*/ 2147483647 w 73"/>
                  <a:gd name="T31" fmla="*/ 2147483647 h 63"/>
                  <a:gd name="T32" fmla="*/ 2147483647 w 73"/>
                  <a:gd name="T33" fmla="*/ 2147483647 h 63"/>
                  <a:gd name="T34" fmla="*/ 2147483647 w 73"/>
                  <a:gd name="T35" fmla="*/ 2147483647 h 63"/>
                  <a:gd name="T36" fmla="*/ 2147483647 w 73"/>
                  <a:gd name="T37" fmla="*/ 2147483647 h 63"/>
                  <a:gd name="T38" fmla="*/ 2147483647 w 73"/>
                  <a:gd name="T39" fmla="*/ 2147483647 h 63"/>
                  <a:gd name="T40" fmla="*/ 2147483647 w 73"/>
                  <a:gd name="T41" fmla="*/ 2147483647 h 63"/>
                  <a:gd name="T42" fmla="*/ 2147483647 w 73"/>
                  <a:gd name="T43" fmla="*/ 2147483647 h 63"/>
                  <a:gd name="T44" fmla="*/ 2147483647 w 73"/>
                  <a:gd name="T45" fmla="*/ 2147483647 h 63"/>
                  <a:gd name="T46" fmla="*/ 2147483647 w 73"/>
                  <a:gd name="T47" fmla="*/ 2147483647 h 63"/>
                  <a:gd name="T48" fmla="*/ 2147483647 w 73"/>
                  <a:gd name="T49" fmla="*/ 2147483647 h 63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73" h="62">
                    <a:moveTo>
                      <a:pt x="73" y="19"/>
                    </a:moveTo>
                    <a:cubicBezTo>
                      <a:pt x="73" y="53"/>
                      <a:pt x="73" y="53"/>
                      <a:pt x="73" y="53"/>
                    </a:cubicBezTo>
                    <a:cubicBezTo>
                      <a:pt x="73" y="58"/>
                      <a:pt x="69" y="63"/>
                      <a:pt x="64" y="63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5" y="63"/>
                      <a:pt x="0" y="58"/>
                      <a:pt x="0" y="53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14"/>
                      <a:pt x="5" y="9"/>
                      <a:pt x="10" y="9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2" y="2"/>
                      <a:pt x="25" y="0"/>
                      <a:pt x="2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9" y="0"/>
                      <a:pt x="52" y="2"/>
                      <a:pt x="53" y="4"/>
                    </a:cubicBezTo>
                    <a:cubicBezTo>
                      <a:pt x="55" y="9"/>
                      <a:pt x="55" y="9"/>
                      <a:pt x="55" y="9"/>
                    </a:cubicBezTo>
                    <a:cubicBezTo>
                      <a:pt x="64" y="9"/>
                      <a:pt x="64" y="9"/>
                      <a:pt x="64" y="9"/>
                    </a:cubicBezTo>
                    <a:cubicBezTo>
                      <a:pt x="69" y="9"/>
                      <a:pt x="73" y="14"/>
                      <a:pt x="73" y="19"/>
                    </a:cubicBezTo>
                    <a:close/>
                    <a:moveTo>
                      <a:pt x="54" y="36"/>
                    </a:moveTo>
                    <a:cubicBezTo>
                      <a:pt x="54" y="27"/>
                      <a:pt x="46" y="19"/>
                      <a:pt x="37" y="19"/>
                    </a:cubicBezTo>
                    <a:cubicBezTo>
                      <a:pt x="28" y="19"/>
                      <a:pt x="20" y="27"/>
                      <a:pt x="20" y="36"/>
                    </a:cubicBezTo>
                    <a:cubicBezTo>
                      <a:pt x="20" y="46"/>
                      <a:pt x="28" y="53"/>
                      <a:pt x="37" y="53"/>
                    </a:cubicBezTo>
                    <a:cubicBezTo>
                      <a:pt x="46" y="53"/>
                      <a:pt x="54" y="46"/>
                      <a:pt x="54" y="36"/>
                    </a:cubicBezTo>
                    <a:close/>
                    <a:moveTo>
                      <a:pt x="48" y="36"/>
                    </a:moveTo>
                    <a:cubicBezTo>
                      <a:pt x="48" y="42"/>
                      <a:pt x="43" y="47"/>
                      <a:pt x="37" y="47"/>
                    </a:cubicBezTo>
                    <a:cubicBezTo>
                      <a:pt x="31" y="47"/>
                      <a:pt x="26" y="42"/>
                      <a:pt x="26" y="36"/>
                    </a:cubicBezTo>
                    <a:cubicBezTo>
                      <a:pt x="26" y="30"/>
                      <a:pt x="31" y="25"/>
                      <a:pt x="37" y="25"/>
                    </a:cubicBezTo>
                    <a:cubicBezTo>
                      <a:pt x="43" y="25"/>
                      <a:pt x="48" y="30"/>
                      <a:pt x="48" y="3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lIns="45714" tIns="22857" rIns="45714" bIns="22857"/>
              <a:lstStyle/>
              <a:p>
                <a:pPr>
                  <a:defRPr/>
                </a:pPr>
                <a:endParaRPr lang="zh-CN" altLang="en-US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8552722" y="1781997"/>
              <a:ext cx="3143599" cy="1401308"/>
              <a:chOff x="8228075" y="1818216"/>
              <a:chExt cx="3143599" cy="1401308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8228075" y="1818216"/>
                <a:ext cx="1123274" cy="417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457200">
                  <a:lnSpc>
                    <a:spcPct val="150000"/>
                  </a:lnSpc>
                  <a:defRPr/>
                </a:pPr>
                <a:r>
                  <a:rPr lang="zh-CN" altLang="en-US" sz="20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添加标题</a:t>
                </a:r>
                <a:endParaRPr lang="en-US" altLang="zh-CN" sz="20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8228075" y="2287922"/>
                <a:ext cx="3143599" cy="9316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457200">
                  <a:lnSpc>
                    <a:spcPct val="150000"/>
                  </a:lnSpc>
                  <a:defRPr/>
                </a:pPr>
                <a:r>
                  <a:rPr lang="zh-CN" altLang="en-US" sz="14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请您单击此处输入文本内容加以解释说明，可根据自己的需要适当地调整文字的颜色或者大X等属性。</a:t>
                </a: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7634580" y="3977108"/>
            <a:ext cx="4058397" cy="1401308"/>
            <a:chOff x="7567905" y="3999268"/>
            <a:chExt cx="4058397" cy="1401308"/>
          </a:xfrm>
        </p:grpSpPr>
        <p:grpSp>
          <p:nvGrpSpPr>
            <p:cNvPr id="28" name="组合 27"/>
            <p:cNvGrpSpPr/>
            <p:nvPr/>
          </p:nvGrpSpPr>
          <p:grpSpPr>
            <a:xfrm>
              <a:off x="7567905" y="4415449"/>
              <a:ext cx="760413" cy="762000"/>
              <a:chOff x="7694269" y="4183186"/>
              <a:chExt cx="760413" cy="762000"/>
            </a:xfrm>
          </p:grpSpPr>
          <p:sp>
            <p:nvSpPr>
              <p:cNvPr id="32" name="Oval 67"/>
              <p:cNvSpPr>
                <a:spLocks noChangeArrowheads="1"/>
              </p:cNvSpPr>
              <p:nvPr/>
            </p:nvSpPr>
            <p:spPr bwMode="auto">
              <a:xfrm>
                <a:off x="7694269" y="4183186"/>
                <a:ext cx="760413" cy="762000"/>
              </a:xfrm>
              <a:prstGeom prst="ellipse">
                <a:avLst/>
              </a:prstGeom>
              <a:solidFill>
                <a:srgbClr val="009BB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219200">
                  <a:defRPr/>
                </a:pPr>
                <a:endParaRPr lang="en-US" altLang="zh-CN" sz="24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Freeform 141"/>
              <p:cNvSpPr>
                <a:spLocks noEditPoints="1"/>
              </p:cNvSpPr>
              <p:nvPr/>
            </p:nvSpPr>
            <p:spPr bwMode="auto">
              <a:xfrm>
                <a:off x="7895882" y="4418136"/>
                <a:ext cx="349250" cy="252413"/>
              </a:xfrm>
              <a:custGeom>
                <a:avLst/>
                <a:gdLst>
                  <a:gd name="T0" fmla="*/ 2147483647 w 68"/>
                  <a:gd name="T1" fmla="*/ 2147483647 h 49"/>
                  <a:gd name="T2" fmla="*/ 2147483647 w 68"/>
                  <a:gd name="T3" fmla="*/ 2147483647 h 49"/>
                  <a:gd name="T4" fmla="*/ 2147483647 w 68"/>
                  <a:gd name="T5" fmla="*/ 2147483647 h 49"/>
                  <a:gd name="T6" fmla="*/ 2147483647 w 68"/>
                  <a:gd name="T7" fmla="*/ 2147483647 h 49"/>
                  <a:gd name="T8" fmla="*/ 2147483647 w 68"/>
                  <a:gd name="T9" fmla="*/ 2147483647 h 49"/>
                  <a:gd name="T10" fmla="*/ 0 w 68"/>
                  <a:gd name="T11" fmla="*/ 2147483647 h 49"/>
                  <a:gd name="T12" fmla="*/ 2147483647 w 68"/>
                  <a:gd name="T13" fmla="*/ 2147483647 h 49"/>
                  <a:gd name="T14" fmla="*/ 2147483647 w 68"/>
                  <a:gd name="T15" fmla="*/ 2147483647 h 49"/>
                  <a:gd name="T16" fmla="*/ 2147483647 w 68"/>
                  <a:gd name="T17" fmla="*/ 0 h 49"/>
                  <a:gd name="T18" fmla="*/ 2147483647 w 68"/>
                  <a:gd name="T19" fmla="*/ 2147483647 h 49"/>
                  <a:gd name="T20" fmla="*/ 2147483647 w 68"/>
                  <a:gd name="T21" fmla="*/ 2147483647 h 49"/>
                  <a:gd name="T22" fmla="*/ 2147483647 w 68"/>
                  <a:gd name="T23" fmla="*/ 2147483647 h 49"/>
                  <a:gd name="T24" fmla="*/ 2147483647 w 68"/>
                  <a:gd name="T25" fmla="*/ 2147483647 h 49"/>
                  <a:gd name="T26" fmla="*/ 2147483647 w 68"/>
                  <a:gd name="T27" fmla="*/ 2147483647 h 49"/>
                  <a:gd name="T28" fmla="*/ 2147483647 w 68"/>
                  <a:gd name="T29" fmla="*/ 2147483647 h 49"/>
                  <a:gd name="T30" fmla="*/ 2147483647 w 68"/>
                  <a:gd name="T31" fmla="*/ 2147483647 h 49"/>
                  <a:gd name="T32" fmla="*/ 2147483647 w 68"/>
                  <a:gd name="T33" fmla="*/ 2147483647 h 49"/>
                  <a:gd name="T34" fmla="*/ 2147483647 w 68"/>
                  <a:gd name="T35" fmla="*/ 2147483647 h 49"/>
                  <a:gd name="T36" fmla="*/ 2147483647 w 68"/>
                  <a:gd name="T37" fmla="*/ 2147483647 h 49"/>
                  <a:gd name="T38" fmla="*/ 2147483647 w 68"/>
                  <a:gd name="T39" fmla="*/ 2147483647 h 49"/>
                  <a:gd name="T40" fmla="*/ 2147483647 w 68"/>
                  <a:gd name="T41" fmla="*/ 2147483647 h 49"/>
                  <a:gd name="T42" fmla="*/ 2147483647 w 68"/>
                  <a:gd name="T43" fmla="*/ 2147483647 h 49"/>
                  <a:gd name="T44" fmla="*/ 2147483647 w 68"/>
                  <a:gd name="T45" fmla="*/ 2147483647 h 49"/>
                  <a:gd name="T46" fmla="*/ 2147483647 w 68"/>
                  <a:gd name="T47" fmla="*/ 2147483647 h 49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68" h="49">
                    <a:moveTo>
                      <a:pt x="67" y="41"/>
                    </a:moveTo>
                    <a:cubicBezTo>
                      <a:pt x="66" y="45"/>
                      <a:pt x="63" y="48"/>
                      <a:pt x="59" y="48"/>
                    </a:cubicBezTo>
                    <a:cubicBezTo>
                      <a:pt x="51" y="49"/>
                      <a:pt x="42" y="49"/>
                      <a:pt x="34" y="49"/>
                    </a:cubicBezTo>
                    <a:cubicBezTo>
                      <a:pt x="25" y="49"/>
                      <a:pt x="17" y="49"/>
                      <a:pt x="8" y="48"/>
                    </a:cubicBezTo>
                    <a:cubicBezTo>
                      <a:pt x="5" y="48"/>
                      <a:pt x="2" y="45"/>
                      <a:pt x="1" y="41"/>
                    </a:cubicBezTo>
                    <a:cubicBezTo>
                      <a:pt x="0" y="36"/>
                      <a:pt x="0" y="30"/>
                      <a:pt x="0" y="25"/>
                    </a:cubicBezTo>
                    <a:cubicBezTo>
                      <a:pt x="0" y="19"/>
                      <a:pt x="0" y="14"/>
                      <a:pt x="1" y="8"/>
                    </a:cubicBezTo>
                    <a:cubicBezTo>
                      <a:pt x="2" y="5"/>
                      <a:pt x="5" y="2"/>
                      <a:pt x="8" y="1"/>
                    </a:cubicBezTo>
                    <a:cubicBezTo>
                      <a:pt x="17" y="0"/>
                      <a:pt x="25" y="0"/>
                      <a:pt x="34" y="0"/>
                    </a:cubicBezTo>
                    <a:cubicBezTo>
                      <a:pt x="42" y="0"/>
                      <a:pt x="51" y="0"/>
                      <a:pt x="59" y="1"/>
                    </a:cubicBezTo>
                    <a:cubicBezTo>
                      <a:pt x="63" y="2"/>
                      <a:pt x="66" y="5"/>
                      <a:pt x="67" y="8"/>
                    </a:cubicBezTo>
                    <a:cubicBezTo>
                      <a:pt x="68" y="14"/>
                      <a:pt x="68" y="19"/>
                      <a:pt x="68" y="25"/>
                    </a:cubicBezTo>
                    <a:cubicBezTo>
                      <a:pt x="68" y="30"/>
                      <a:pt x="68" y="36"/>
                      <a:pt x="67" y="41"/>
                    </a:cubicBezTo>
                    <a:close/>
                    <a:moveTo>
                      <a:pt x="47" y="23"/>
                    </a:moveTo>
                    <a:cubicBezTo>
                      <a:pt x="28" y="11"/>
                      <a:pt x="28" y="11"/>
                      <a:pt x="28" y="11"/>
                    </a:cubicBezTo>
                    <a:cubicBezTo>
                      <a:pt x="27" y="10"/>
                      <a:pt x="26" y="10"/>
                      <a:pt x="25" y="10"/>
                    </a:cubicBezTo>
                    <a:cubicBezTo>
                      <a:pt x="25" y="11"/>
                      <a:pt x="24" y="12"/>
                      <a:pt x="24" y="13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4" y="38"/>
                      <a:pt x="25" y="39"/>
                      <a:pt x="25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7" y="39"/>
                      <a:pt x="27" y="39"/>
                      <a:pt x="28" y="3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8" y="26"/>
                      <a:pt x="48" y="26"/>
                      <a:pt x="48" y="25"/>
                    </a:cubicBezTo>
                    <a:cubicBezTo>
                      <a:pt x="48" y="24"/>
                      <a:pt x="48" y="23"/>
                      <a:pt x="47" y="2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45714" tIns="22857" rIns="45714" bIns="22857"/>
              <a:lstStyle/>
              <a:p>
                <a:pPr>
                  <a:defRPr/>
                </a:pPr>
                <a:endParaRPr lang="zh-CN" altLang="en-US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8552721" y="3999268"/>
              <a:ext cx="3073581" cy="1401308"/>
              <a:chOff x="8228074" y="3735916"/>
              <a:chExt cx="3073581" cy="1401308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8228075" y="3735916"/>
                <a:ext cx="1123274" cy="417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457200">
                  <a:lnSpc>
                    <a:spcPct val="150000"/>
                  </a:lnSpc>
                  <a:defRPr/>
                </a:pPr>
                <a:r>
                  <a:rPr lang="zh-CN" altLang="en-US" sz="20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添加标题</a:t>
                </a:r>
                <a:endParaRPr lang="en-US" altLang="zh-CN" sz="20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8228074" y="4205622"/>
                <a:ext cx="3073581" cy="9316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457200">
                  <a:lnSpc>
                    <a:spcPct val="150000"/>
                  </a:lnSpc>
                  <a:defRPr/>
                </a:pPr>
                <a:r>
                  <a:rPr lang="zh-CN" altLang="en-US" sz="14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请您单击此处输入文本内容加以解释说明，可根据自己的需要适当地调整文字的颜色或者大X等属性。</a:t>
                </a: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495679" y="3974575"/>
            <a:ext cx="4051215" cy="1401308"/>
            <a:chOff x="495679" y="3996735"/>
            <a:chExt cx="4051215" cy="1401308"/>
          </a:xfrm>
        </p:grpSpPr>
        <p:grpSp>
          <p:nvGrpSpPr>
            <p:cNvPr id="35" name="组合 34"/>
            <p:cNvGrpSpPr/>
            <p:nvPr/>
          </p:nvGrpSpPr>
          <p:grpSpPr>
            <a:xfrm>
              <a:off x="3784894" y="4415449"/>
              <a:ext cx="762000" cy="762000"/>
              <a:chOff x="3592169" y="4221286"/>
              <a:chExt cx="762000" cy="762000"/>
            </a:xfrm>
          </p:grpSpPr>
          <p:sp>
            <p:nvSpPr>
              <p:cNvPr id="39" name="Oval 43"/>
              <p:cNvSpPr>
                <a:spLocks noChangeArrowheads="1"/>
              </p:cNvSpPr>
              <p:nvPr/>
            </p:nvSpPr>
            <p:spPr bwMode="auto">
              <a:xfrm>
                <a:off x="3592169" y="4221286"/>
                <a:ext cx="762000" cy="762000"/>
              </a:xfrm>
              <a:prstGeom prst="ellipse">
                <a:avLst/>
              </a:prstGeom>
              <a:solidFill>
                <a:srgbClr val="00BCD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219200">
                  <a:defRPr/>
                </a:pPr>
                <a:endParaRPr lang="en-US" altLang="zh-CN" sz="24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Freeform 57"/>
              <p:cNvSpPr>
                <a:spLocks noEditPoints="1"/>
              </p:cNvSpPr>
              <p:nvPr/>
            </p:nvSpPr>
            <p:spPr bwMode="auto">
              <a:xfrm>
                <a:off x="3776319" y="4391149"/>
                <a:ext cx="401638" cy="401637"/>
              </a:xfrm>
              <a:custGeom>
                <a:avLst/>
                <a:gdLst>
                  <a:gd name="T0" fmla="*/ 2147483647 w 55"/>
                  <a:gd name="T1" fmla="*/ 2147483647 h 55"/>
                  <a:gd name="T2" fmla="*/ 2147483647 w 55"/>
                  <a:gd name="T3" fmla="*/ 2147483647 h 55"/>
                  <a:gd name="T4" fmla="*/ 2147483647 w 55"/>
                  <a:gd name="T5" fmla="*/ 2147483647 h 55"/>
                  <a:gd name="T6" fmla="*/ 2147483647 w 55"/>
                  <a:gd name="T7" fmla="*/ 2147483647 h 55"/>
                  <a:gd name="T8" fmla="*/ 2147483647 w 55"/>
                  <a:gd name="T9" fmla="*/ 2147483647 h 55"/>
                  <a:gd name="T10" fmla="*/ 2147483647 w 55"/>
                  <a:gd name="T11" fmla="*/ 2147483647 h 55"/>
                  <a:gd name="T12" fmla="*/ 2147483647 w 55"/>
                  <a:gd name="T13" fmla="*/ 2147483647 h 55"/>
                  <a:gd name="T14" fmla="*/ 2147483647 w 55"/>
                  <a:gd name="T15" fmla="*/ 2147483647 h 55"/>
                  <a:gd name="T16" fmla="*/ 2147483647 w 55"/>
                  <a:gd name="T17" fmla="*/ 2147483647 h 55"/>
                  <a:gd name="T18" fmla="*/ 2147483647 w 55"/>
                  <a:gd name="T19" fmla="*/ 2147483647 h 55"/>
                  <a:gd name="T20" fmla="*/ 2147483647 w 55"/>
                  <a:gd name="T21" fmla="*/ 2147483647 h 55"/>
                  <a:gd name="T22" fmla="*/ 2147483647 w 55"/>
                  <a:gd name="T23" fmla="*/ 2147483647 h 55"/>
                  <a:gd name="T24" fmla="*/ 2147483647 w 55"/>
                  <a:gd name="T25" fmla="*/ 2147483647 h 55"/>
                  <a:gd name="T26" fmla="*/ 2147483647 w 55"/>
                  <a:gd name="T27" fmla="*/ 2147483647 h 55"/>
                  <a:gd name="T28" fmla="*/ 2147483647 w 55"/>
                  <a:gd name="T29" fmla="*/ 2147483647 h 55"/>
                  <a:gd name="T30" fmla="*/ 2147483647 w 55"/>
                  <a:gd name="T31" fmla="*/ 2147483647 h 55"/>
                  <a:gd name="T32" fmla="*/ 2147483647 w 55"/>
                  <a:gd name="T33" fmla="*/ 2147483647 h 55"/>
                  <a:gd name="T34" fmla="*/ 2147483647 w 55"/>
                  <a:gd name="T35" fmla="*/ 2147483647 h 55"/>
                  <a:gd name="T36" fmla="*/ 2147483647 w 55"/>
                  <a:gd name="T37" fmla="*/ 2147483647 h 55"/>
                  <a:gd name="T38" fmla="*/ 2147483647 w 55"/>
                  <a:gd name="T39" fmla="*/ 2147483647 h 55"/>
                  <a:gd name="T40" fmla="*/ 2147483647 w 55"/>
                  <a:gd name="T41" fmla="*/ 2147483647 h 55"/>
                  <a:gd name="T42" fmla="*/ 2147483647 w 55"/>
                  <a:gd name="T43" fmla="*/ 2147483647 h 55"/>
                  <a:gd name="T44" fmla="*/ 2147483647 w 55"/>
                  <a:gd name="T45" fmla="*/ 2147483647 h 55"/>
                  <a:gd name="T46" fmla="*/ 2147483647 w 55"/>
                  <a:gd name="T47" fmla="*/ 2147483647 h 55"/>
                  <a:gd name="T48" fmla="*/ 2147483647 w 55"/>
                  <a:gd name="T49" fmla="*/ 2147483647 h 55"/>
                  <a:gd name="T50" fmla="*/ 2147483647 w 55"/>
                  <a:gd name="T51" fmla="*/ 2147483647 h 55"/>
                  <a:gd name="T52" fmla="*/ 0 w 55"/>
                  <a:gd name="T53" fmla="*/ 2147483647 h 55"/>
                  <a:gd name="T54" fmla="*/ 0 w 55"/>
                  <a:gd name="T55" fmla="*/ 2147483647 h 55"/>
                  <a:gd name="T56" fmla="*/ 2147483647 w 55"/>
                  <a:gd name="T57" fmla="*/ 2147483647 h 55"/>
                  <a:gd name="T58" fmla="*/ 2147483647 w 55"/>
                  <a:gd name="T59" fmla="*/ 2147483647 h 55"/>
                  <a:gd name="T60" fmla="*/ 2147483647 w 55"/>
                  <a:gd name="T61" fmla="*/ 2147483647 h 55"/>
                  <a:gd name="T62" fmla="*/ 2147483647 w 55"/>
                  <a:gd name="T63" fmla="*/ 2147483647 h 55"/>
                  <a:gd name="T64" fmla="*/ 2147483647 w 55"/>
                  <a:gd name="T65" fmla="*/ 2147483647 h 55"/>
                  <a:gd name="T66" fmla="*/ 2147483647 w 55"/>
                  <a:gd name="T67" fmla="*/ 2147483647 h 55"/>
                  <a:gd name="T68" fmla="*/ 2147483647 w 55"/>
                  <a:gd name="T69" fmla="*/ 2147483647 h 55"/>
                  <a:gd name="T70" fmla="*/ 2147483647 w 55"/>
                  <a:gd name="T71" fmla="*/ 2147483647 h 55"/>
                  <a:gd name="T72" fmla="*/ 2147483647 w 55"/>
                  <a:gd name="T73" fmla="*/ 2147483647 h 55"/>
                  <a:gd name="T74" fmla="*/ 2147483647 w 55"/>
                  <a:gd name="T75" fmla="*/ 2147483647 h 55"/>
                  <a:gd name="T76" fmla="*/ 2147483647 w 55"/>
                  <a:gd name="T77" fmla="*/ 2147483647 h 55"/>
                  <a:gd name="T78" fmla="*/ 2147483647 w 55"/>
                  <a:gd name="T79" fmla="*/ 0 h 55"/>
                  <a:gd name="T80" fmla="*/ 2147483647 w 55"/>
                  <a:gd name="T81" fmla="*/ 0 h 55"/>
                  <a:gd name="T82" fmla="*/ 2147483647 w 55"/>
                  <a:gd name="T83" fmla="*/ 2147483647 h 55"/>
                  <a:gd name="T84" fmla="*/ 2147483647 w 55"/>
                  <a:gd name="T85" fmla="*/ 2147483647 h 55"/>
                  <a:gd name="T86" fmla="*/ 2147483647 w 55"/>
                  <a:gd name="T87" fmla="*/ 2147483647 h 55"/>
                  <a:gd name="T88" fmla="*/ 2147483647 w 55"/>
                  <a:gd name="T89" fmla="*/ 2147483647 h 55"/>
                  <a:gd name="T90" fmla="*/ 2147483647 w 55"/>
                  <a:gd name="T91" fmla="*/ 2147483647 h 55"/>
                  <a:gd name="T92" fmla="*/ 2147483647 w 55"/>
                  <a:gd name="T93" fmla="*/ 2147483647 h 55"/>
                  <a:gd name="T94" fmla="*/ 2147483647 w 55"/>
                  <a:gd name="T95" fmla="*/ 2147483647 h 55"/>
                  <a:gd name="T96" fmla="*/ 2147483647 w 55"/>
                  <a:gd name="T97" fmla="*/ 2147483647 h 55"/>
                  <a:gd name="T98" fmla="*/ 2147483647 w 55"/>
                  <a:gd name="T99" fmla="*/ 2147483647 h 55"/>
                  <a:gd name="T100" fmla="*/ 2147483647 w 55"/>
                  <a:gd name="T101" fmla="*/ 2147483647 h 55"/>
                  <a:gd name="T102" fmla="*/ 2147483647 w 55"/>
                  <a:gd name="T103" fmla="*/ 2147483647 h 55"/>
                  <a:gd name="T104" fmla="*/ 2147483647 w 55"/>
                  <a:gd name="T105" fmla="*/ 2147483647 h 55"/>
                  <a:gd name="T106" fmla="*/ 2147483647 w 55"/>
                  <a:gd name="T107" fmla="*/ 2147483647 h 55"/>
                  <a:gd name="T108" fmla="*/ 2147483647 w 55"/>
                  <a:gd name="T109" fmla="*/ 2147483647 h 55"/>
                  <a:gd name="T110" fmla="*/ 2147483647 w 55"/>
                  <a:gd name="T111" fmla="*/ 2147483647 h 55"/>
                  <a:gd name="T112" fmla="*/ 2147483647 w 55"/>
                  <a:gd name="T113" fmla="*/ 2147483647 h 55"/>
                  <a:gd name="T114" fmla="*/ 2147483647 w 55"/>
                  <a:gd name="T115" fmla="*/ 2147483647 h 55"/>
                  <a:gd name="T116" fmla="*/ 2147483647 w 55"/>
                  <a:gd name="T117" fmla="*/ 2147483647 h 55"/>
                  <a:gd name="T118" fmla="*/ 2147483647 w 55"/>
                  <a:gd name="T119" fmla="*/ 2147483647 h 55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55" h="55">
                    <a:moveTo>
                      <a:pt x="55" y="31"/>
                    </a:moveTo>
                    <a:cubicBezTo>
                      <a:pt x="55" y="32"/>
                      <a:pt x="54" y="33"/>
                      <a:pt x="54" y="33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35"/>
                      <a:pt x="46" y="36"/>
                      <a:pt x="46" y="37"/>
                    </a:cubicBezTo>
                    <a:cubicBezTo>
                      <a:pt x="47" y="39"/>
                      <a:pt x="48" y="40"/>
                      <a:pt x="49" y="42"/>
                    </a:cubicBezTo>
                    <a:cubicBezTo>
                      <a:pt x="50" y="42"/>
                      <a:pt x="50" y="42"/>
                      <a:pt x="50" y="43"/>
                    </a:cubicBezTo>
                    <a:cubicBezTo>
                      <a:pt x="50" y="43"/>
                      <a:pt x="50" y="43"/>
                      <a:pt x="49" y="44"/>
                    </a:cubicBezTo>
                    <a:cubicBezTo>
                      <a:pt x="49" y="45"/>
                      <a:pt x="44" y="50"/>
                      <a:pt x="43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36" y="46"/>
                      <a:pt x="35" y="47"/>
                      <a:pt x="33" y="47"/>
                    </a:cubicBezTo>
                    <a:cubicBezTo>
                      <a:pt x="33" y="49"/>
                      <a:pt x="33" y="52"/>
                      <a:pt x="32" y="54"/>
                    </a:cubicBezTo>
                    <a:cubicBezTo>
                      <a:pt x="32" y="54"/>
                      <a:pt x="32" y="55"/>
                      <a:pt x="31" y="55"/>
                    </a:cubicBezTo>
                    <a:cubicBezTo>
                      <a:pt x="23" y="55"/>
                      <a:pt x="23" y="55"/>
                      <a:pt x="23" y="55"/>
                    </a:cubicBezTo>
                    <a:cubicBezTo>
                      <a:pt x="23" y="55"/>
                      <a:pt x="22" y="54"/>
                      <a:pt x="22" y="54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0" y="47"/>
                      <a:pt x="19" y="46"/>
                      <a:pt x="18" y="46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2" y="50"/>
                      <a:pt x="12" y="50"/>
                      <a:pt x="12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9" y="48"/>
                      <a:pt x="7" y="46"/>
                      <a:pt x="5" y="44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6" y="40"/>
                      <a:pt x="8" y="39"/>
                      <a:pt x="9" y="37"/>
                    </a:cubicBezTo>
                    <a:cubicBezTo>
                      <a:pt x="8" y="36"/>
                      <a:pt x="8" y="35"/>
                      <a:pt x="7" y="33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0" y="32"/>
                      <a:pt x="0" y="32"/>
                      <a:pt x="0" y="31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2"/>
                      <a:pt x="1" y="22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8" y="20"/>
                      <a:pt x="8" y="19"/>
                      <a:pt x="9" y="18"/>
                    </a:cubicBezTo>
                    <a:cubicBezTo>
                      <a:pt x="8" y="16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2"/>
                    </a:cubicBezTo>
                    <a:cubicBezTo>
                      <a:pt x="5" y="12"/>
                      <a:pt x="5" y="11"/>
                      <a:pt x="5" y="11"/>
                    </a:cubicBezTo>
                    <a:cubicBezTo>
                      <a:pt x="6" y="10"/>
                      <a:pt x="11" y="5"/>
                      <a:pt x="12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9" y="8"/>
                      <a:pt x="20" y="8"/>
                      <a:pt x="21" y="8"/>
                    </a:cubicBezTo>
                    <a:cubicBezTo>
                      <a:pt x="21" y="5"/>
                      <a:pt x="21" y="3"/>
                      <a:pt x="22" y="1"/>
                    </a:cubicBezTo>
                    <a:cubicBezTo>
                      <a:pt x="22" y="0"/>
                      <a:pt x="23" y="0"/>
                      <a:pt x="23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0"/>
                      <a:pt x="32" y="0"/>
                      <a:pt x="32" y="1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5" y="8"/>
                      <a:pt x="36" y="8"/>
                      <a:pt x="37" y="9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2" y="5"/>
                      <a:pt x="43" y="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5" y="7"/>
                      <a:pt x="48" y="9"/>
                      <a:pt x="49" y="11"/>
                    </a:cubicBezTo>
                    <a:cubicBezTo>
                      <a:pt x="50" y="11"/>
                      <a:pt x="50" y="12"/>
                      <a:pt x="50" y="12"/>
                    </a:cubicBezTo>
                    <a:cubicBezTo>
                      <a:pt x="50" y="12"/>
                      <a:pt x="49" y="13"/>
                      <a:pt x="49" y="13"/>
                    </a:cubicBezTo>
                    <a:cubicBezTo>
                      <a:pt x="48" y="14"/>
                      <a:pt x="47" y="16"/>
                      <a:pt x="46" y="18"/>
                    </a:cubicBezTo>
                    <a:cubicBezTo>
                      <a:pt x="46" y="19"/>
                      <a:pt x="47" y="20"/>
                      <a:pt x="47" y="21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54" y="22"/>
                      <a:pt x="55" y="23"/>
                      <a:pt x="55" y="23"/>
                    </a:cubicBezTo>
                    <a:lnTo>
                      <a:pt x="55" y="31"/>
                    </a:lnTo>
                    <a:close/>
                    <a:moveTo>
                      <a:pt x="27" y="18"/>
                    </a:moveTo>
                    <a:cubicBezTo>
                      <a:pt x="22" y="18"/>
                      <a:pt x="18" y="22"/>
                      <a:pt x="18" y="27"/>
                    </a:cubicBezTo>
                    <a:cubicBezTo>
                      <a:pt x="18" y="32"/>
                      <a:pt x="22" y="36"/>
                      <a:pt x="27" y="36"/>
                    </a:cubicBezTo>
                    <a:cubicBezTo>
                      <a:pt x="32" y="36"/>
                      <a:pt x="36" y="32"/>
                      <a:pt x="36" y="27"/>
                    </a:cubicBezTo>
                    <a:cubicBezTo>
                      <a:pt x="36" y="22"/>
                      <a:pt x="32" y="18"/>
                      <a:pt x="27" y="1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45714" tIns="22857" rIns="45714" bIns="22857"/>
              <a:lstStyle/>
              <a:p>
                <a:pPr>
                  <a:defRPr/>
                </a:pPr>
                <a:endParaRPr lang="zh-CN" altLang="en-US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495679" y="3996735"/>
              <a:ext cx="3073582" cy="1401308"/>
              <a:chOff x="1033201" y="1818216"/>
              <a:chExt cx="3073582" cy="1401308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2983508" y="1818216"/>
                <a:ext cx="1123274" cy="417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 defTabSz="457200">
                  <a:lnSpc>
                    <a:spcPct val="150000"/>
                  </a:lnSpc>
                  <a:defRPr/>
                </a:pPr>
                <a:r>
                  <a:rPr lang="zh-CN" altLang="en-US" sz="20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添加标题</a:t>
                </a:r>
                <a:endParaRPr lang="en-US" altLang="zh-CN" sz="20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033201" y="2287922"/>
                <a:ext cx="3073582" cy="9316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 defTabSz="457200">
                  <a:lnSpc>
                    <a:spcPct val="150000"/>
                  </a:lnSpc>
                  <a:defRPr/>
                </a:pPr>
                <a:r>
                  <a:rPr lang="zh-CN" altLang="en-US" sz="1400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请您单击此处输入文本内容加以解释说明，可根据自己的需要适当地调整文字的颜色或者大X等属性。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52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3" presetClass="entr" presetSubtype="52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3" presetClass="entr" presetSubtype="52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53" presetClass="entr" presetSubtype="52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fe0486d8545f4a27">
            <a:alphaModFix amt="1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7144" y="235807"/>
            <a:ext cx="547995" cy="509895"/>
            <a:chOff x="315244" y="264382"/>
            <a:chExt cx="547995" cy="509895"/>
          </a:xfrm>
        </p:grpSpPr>
        <p:sp>
          <p:nvSpPr>
            <p:cNvPr id="6" name="圆: 空心 5"/>
            <p:cNvSpPr/>
            <p:nvPr/>
          </p:nvSpPr>
          <p:spPr>
            <a:xfrm>
              <a:off x="353344" y="264382"/>
              <a:ext cx="509895" cy="509895"/>
            </a:xfrm>
            <a:prstGeom prst="donut">
              <a:avLst/>
            </a:prstGeom>
            <a:solidFill>
              <a:srgbClr val="00B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33819" y="344857"/>
              <a:ext cx="348946" cy="3489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1667" y="412705"/>
              <a:ext cx="213250" cy="213250"/>
            </a:xfrm>
            <a:prstGeom prst="ellipse">
              <a:avLst/>
            </a:prstGeom>
            <a:gradFill>
              <a:gsLst>
                <a:gs pos="100000">
                  <a:srgbClr val="00BCD4">
                    <a:alpha val="66000"/>
                  </a:srgbClr>
                </a:gs>
                <a:gs pos="46000">
                  <a:srgbClr val="00BCD4"/>
                </a:gs>
              </a:gsLst>
              <a:lin ang="7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5" name="圆: 空心 14"/>
            <p:cNvSpPr/>
            <p:nvPr/>
          </p:nvSpPr>
          <p:spPr>
            <a:xfrm>
              <a:off x="315244" y="554489"/>
              <a:ext cx="213250" cy="213250"/>
            </a:xfrm>
            <a:prstGeom prst="donut">
              <a:avLst/>
            </a:prstGeom>
            <a:solidFill>
              <a:srgbClr val="009B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4664" y="229144"/>
            <a:ext cx="28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市 场 前 景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690563" y="2564960"/>
            <a:ext cx="10810875" cy="2029000"/>
            <a:chOff x="1583823" y="2662019"/>
            <a:chExt cx="9583210" cy="1798590"/>
          </a:xfrm>
        </p:grpSpPr>
        <p:grpSp>
          <p:nvGrpSpPr>
            <p:cNvPr id="33" name="图形 6"/>
            <p:cNvGrpSpPr/>
            <p:nvPr/>
          </p:nvGrpSpPr>
          <p:grpSpPr>
            <a:xfrm>
              <a:off x="1583823" y="2662019"/>
              <a:ext cx="9583210" cy="1798590"/>
              <a:chOff x="3300746" y="3463909"/>
              <a:chExt cx="6232207" cy="1169669"/>
            </a:xfrm>
            <a:solidFill>
              <a:srgbClr val="DECA59"/>
            </a:solidFill>
          </p:grpSpPr>
          <p:sp>
            <p:nvSpPr>
              <p:cNvPr id="61" name="任意多边形: 形状 60"/>
              <p:cNvSpPr/>
              <p:nvPr/>
            </p:nvSpPr>
            <p:spPr>
              <a:xfrm>
                <a:off x="5898214" y="3464862"/>
                <a:ext cx="1064894" cy="469582"/>
              </a:xfrm>
              <a:custGeom>
                <a:avLst/>
                <a:gdLst>
                  <a:gd name="connsiteX0" fmla="*/ 1055370 w 1064894"/>
                  <a:gd name="connsiteY0" fmla="*/ 469582 h 469582"/>
                  <a:gd name="connsiteX1" fmla="*/ 642938 w 1064894"/>
                  <a:gd name="connsiteY1" fmla="*/ 57150 h 469582"/>
                  <a:gd name="connsiteX2" fmla="*/ 531495 w 1064894"/>
                  <a:gd name="connsiteY2" fmla="*/ 10477 h 469582"/>
                  <a:gd name="connsiteX3" fmla="*/ 420053 w 1064894"/>
                  <a:gd name="connsiteY3" fmla="*/ 57150 h 469582"/>
                  <a:gd name="connsiteX4" fmla="*/ 7620 w 1064894"/>
                  <a:gd name="connsiteY4" fmla="*/ 469582 h 469582"/>
                  <a:gd name="connsiteX5" fmla="*/ 0 w 1064894"/>
                  <a:gd name="connsiteY5" fmla="*/ 461963 h 469582"/>
                  <a:gd name="connsiteX6" fmla="*/ 412432 w 1064894"/>
                  <a:gd name="connsiteY6" fmla="*/ 49530 h 469582"/>
                  <a:gd name="connsiteX7" fmla="*/ 532447 w 1064894"/>
                  <a:gd name="connsiteY7" fmla="*/ 0 h 469582"/>
                  <a:gd name="connsiteX8" fmla="*/ 652463 w 1064894"/>
                  <a:gd name="connsiteY8" fmla="*/ 49530 h 469582"/>
                  <a:gd name="connsiteX9" fmla="*/ 1064895 w 1064894"/>
                  <a:gd name="connsiteY9" fmla="*/ 461963 h 469582"/>
                  <a:gd name="connsiteX10" fmla="*/ 1055370 w 1064894"/>
                  <a:gd name="connsiteY10" fmla="*/ 469582 h 469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64894" h="469582">
                    <a:moveTo>
                      <a:pt x="1055370" y="469582"/>
                    </a:moveTo>
                    <a:lnTo>
                      <a:pt x="642938" y="57150"/>
                    </a:lnTo>
                    <a:cubicBezTo>
                      <a:pt x="613410" y="27622"/>
                      <a:pt x="573405" y="10477"/>
                      <a:pt x="531495" y="10477"/>
                    </a:cubicBezTo>
                    <a:cubicBezTo>
                      <a:pt x="489585" y="10477"/>
                      <a:pt x="449580" y="26670"/>
                      <a:pt x="420053" y="57150"/>
                    </a:cubicBezTo>
                    <a:lnTo>
                      <a:pt x="7620" y="469582"/>
                    </a:lnTo>
                    <a:lnTo>
                      <a:pt x="0" y="461963"/>
                    </a:lnTo>
                    <a:lnTo>
                      <a:pt x="412432" y="49530"/>
                    </a:lnTo>
                    <a:cubicBezTo>
                      <a:pt x="444818" y="17145"/>
                      <a:pt x="486728" y="0"/>
                      <a:pt x="532447" y="0"/>
                    </a:cubicBezTo>
                    <a:cubicBezTo>
                      <a:pt x="577215" y="0"/>
                      <a:pt x="620078" y="17145"/>
                      <a:pt x="652463" y="49530"/>
                    </a:cubicBezTo>
                    <a:lnTo>
                      <a:pt x="1064895" y="461963"/>
                    </a:lnTo>
                    <a:lnTo>
                      <a:pt x="1055370" y="46958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62" name="任意多边形: 形状 61"/>
              <p:cNvSpPr/>
              <p:nvPr/>
            </p:nvSpPr>
            <p:spPr>
              <a:xfrm>
                <a:off x="4638056" y="4158281"/>
                <a:ext cx="1062989" cy="469582"/>
              </a:xfrm>
              <a:custGeom>
                <a:avLst/>
                <a:gdLst>
                  <a:gd name="connsiteX0" fmla="*/ 532448 w 1062989"/>
                  <a:gd name="connsiteY0" fmla="*/ 469583 h 469582"/>
                  <a:gd name="connsiteX1" fmla="*/ 412433 w 1062989"/>
                  <a:gd name="connsiteY1" fmla="*/ 420053 h 469582"/>
                  <a:gd name="connsiteX2" fmla="*/ 0 w 1062989"/>
                  <a:gd name="connsiteY2" fmla="*/ 7620 h 469582"/>
                  <a:gd name="connsiteX3" fmla="*/ 7620 w 1062989"/>
                  <a:gd name="connsiteY3" fmla="*/ 0 h 469582"/>
                  <a:gd name="connsiteX4" fmla="*/ 420053 w 1062989"/>
                  <a:gd name="connsiteY4" fmla="*/ 412433 h 469582"/>
                  <a:gd name="connsiteX5" fmla="*/ 531495 w 1062989"/>
                  <a:gd name="connsiteY5" fmla="*/ 459105 h 469582"/>
                  <a:gd name="connsiteX6" fmla="*/ 642938 w 1062989"/>
                  <a:gd name="connsiteY6" fmla="*/ 412433 h 469582"/>
                  <a:gd name="connsiteX7" fmla="*/ 1055370 w 1062989"/>
                  <a:gd name="connsiteY7" fmla="*/ 0 h 469582"/>
                  <a:gd name="connsiteX8" fmla="*/ 1062990 w 1062989"/>
                  <a:gd name="connsiteY8" fmla="*/ 7620 h 469582"/>
                  <a:gd name="connsiteX9" fmla="*/ 650558 w 1062989"/>
                  <a:gd name="connsiteY9" fmla="*/ 420053 h 469582"/>
                  <a:gd name="connsiteX10" fmla="*/ 532448 w 1062989"/>
                  <a:gd name="connsiteY10" fmla="*/ 469583 h 469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62989" h="469582">
                    <a:moveTo>
                      <a:pt x="532448" y="469583"/>
                    </a:moveTo>
                    <a:cubicBezTo>
                      <a:pt x="487680" y="469583"/>
                      <a:pt x="444817" y="452438"/>
                      <a:pt x="412433" y="420053"/>
                    </a:cubicBezTo>
                    <a:lnTo>
                      <a:pt x="0" y="7620"/>
                    </a:lnTo>
                    <a:lnTo>
                      <a:pt x="7620" y="0"/>
                    </a:lnTo>
                    <a:lnTo>
                      <a:pt x="420053" y="412433"/>
                    </a:lnTo>
                    <a:cubicBezTo>
                      <a:pt x="449580" y="441960"/>
                      <a:pt x="489585" y="459105"/>
                      <a:pt x="531495" y="459105"/>
                    </a:cubicBezTo>
                    <a:cubicBezTo>
                      <a:pt x="573405" y="459105"/>
                      <a:pt x="613410" y="442913"/>
                      <a:pt x="642938" y="412433"/>
                    </a:cubicBezTo>
                    <a:lnTo>
                      <a:pt x="1055370" y="0"/>
                    </a:lnTo>
                    <a:lnTo>
                      <a:pt x="1062990" y="7620"/>
                    </a:lnTo>
                    <a:lnTo>
                      <a:pt x="650558" y="420053"/>
                    </a:lnTo>
                    <a:cubicBezTo>
                      <a:pt x="620078" y="452438"/>
                      <a:pt x="577215" y="469583"/>
                      <a:pt x="532448" y="46958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63" name="任意多边形: 形状 62"/>
              <p:cNvSpPr/>
              <p:nvPr/>
            </p:nvSpPr>
            <p:spPr>
              <a:xfrm>
                <a:off x="3300746" y="3463909"/>
                <a:ext cx="6232207" cy="1169669"/>
              </a:xfrm>
              <a:custGeom>
                <a:avLst/>
                <a:gdLst>
                  <a:gd name="connsiteX0" fmla="*/ 5647373 w 6232207"/>
                  <a:gd name="connsiteY0" fmla="*/ 1169670 h 1169669"/>
                  <a:gd name="connsiteX1" fmla="*/ 5527358 w 6232207"/>
                  <a:gd name="connsiteY1" fmla="*/ 1120140 h 1169669"/>
                  <a:gd name="connsiteX2" fmla="*/ 5116830 w 6232207"/>
                  <a:gd name="connsiteY2" fmla="*/ 701993 h 1169669"/>
                  <a:gd name="connsiteX3" fmla="*/ 4499610 w 6232207"/>
                  <a:gd name="connsiteY3" fmla="*/ 58103 h 1169669"/>
                  <a:gd name="connsiteX4" fmla="*/ 4388168 w 6232207"/>
                  <a:gd name="connsiteY4" fmla="*/ 12383 h 1169669"/>
                  <a:gd name="connsiteX5" fmla="*/ 4276725 w 6232207"/>
                  <a:gd name="connsiteY5" fmla="*/ 59055 h 1169669"/>
                  <a:gd name="connsiteX6" fmla="*/ 3248025 w 6232207"/>
                  <a:gd name="connsiteY6" fmla="*/ 1086803 h 1169669"/>
                  <a:gd name="connsiteX7" fmla="*/ 3128010 w 6232207"/>
                  <a:gd name="connsiteY7" fmla="*/ 1136332 h 1169669"/>
                  <a:gd name="connsiteX8" fmla="*/ 3007995 w 6232207"/>
                  <a:gd name="connsiteY8" fmla="*/ 1086803 h 1169669"/>
                  <a:gd name="connsiteX9" fmla="*/ 1981200 w 6232207"/>
                  <a:gd name="connsiteY9" fmla="*/ 58103 h 1169669"/>
                  <a:gd name="connsiteX10" fmla="*/ 1869758 w 6232207"/>
                  <a:gd name="connsiteY10" fmla="*/ 11430 h 1169669"/>
                  <a:gd name="connsiteX11" fmla="*/ 1758315 w 6232207"/>
                  <a:gd name="connsiteY11" fmla="*/ 58103 h 1169669"/>
                  <a:gd name="connsiteX12" fmla="*/ 701993 w 6232207"/>
                  <a:gd name="connsiteY12" fmla="*/ 1114425 h 1169669"/>
                  <a:gd name="connsiteX13" fmla="*/ 581978 w 6232207"/>
                  <a:gd name="connsiteY13" fmla="*/ 1163955 h 1169669"/>
                  <a:gd name="connsiteX14" fmla="*/ 461963 w 6232207"/>
                  <a:gd name="connsiteY14" fmla="*/ 1114425 h 1169669"/>
                  <a:gd name="connsiteX15" fmla="*/ 49530 w 6232207"/>
                  <a:gd name="connsiteY15" fmla="*/ 701993 h 1169669"/>
                  <a:gd name="connsiteX16" fmla="*/ 0 w 6232207"/>
                  <a:gd name="connsiteY16" fmla="*/ 581978 h 1169669"/>
                  <a:gd name="connsiteX17" fmla="*/ 49530 w 6232207"/>
                  <a:gd name="connsiteY17" fmla="*/ 461963 h 1169669"/>
                  <a:gd name="connsiteX18" fmla="*/ 461963 w 6232207"/>
                  <a:gd name="connsiteY18" fmla="*/ 49530 h 1169669"/>
                  <a:gd name="connsiteX19" fmla="*/ 581978 w 6232207"/>
                  <a:gd name="connsiteY19" fmla="*/ 0 h 1169669"/>
                  <a:gd name="connsiteX20" fmla="*/ 701993 w 6232207"/>
                  <a:gd name="connsiteY20" fmla="*/ 49530 h 1169669"/>
                  <a:gd name="connsiteX21" fmla="*/ 1114425 w 6232207"/>
                  <a:gd name="connsiteY21" fmla="*/ 461963 h 1169669"/>
                  <a:gd name="connsiteX22" fmla="*/ 1106805 w 6232207"/>
                  <a:gd name="connsiteY22" fmla="*/ 469583 h 1169669"/>
                  <a:gd name="connsiteX23" fmla="*/ 694373 w 6232207"/>
                  <a:gd name="connsiteY23" fmla="*/ 57150 h 1169669"/>
                  <a:gd name="connsiteX24" fmla="*/ 471488 w 6232207"/>
                  <a:gd name="connsiteY24" fmla="*/ 57150 h 1169669"/>
                  <a:gd name="connsiteX25" fmla="*/ 59055 w 6232207"/>
                  <a:gd name="connsiteY25" fmla="*/ 469583 h 1169669"/>
                  <a:gd name="connsiteX26" fmla="*/ 12382 w 6232207"/>
                  <a:gd name="connsiteY26" fmla="*/ 581025 h 1169669"/>
                  <a:gd name="connsiteX27" fmla="*/ 59055 w 6232207"/>
                  <a:gd name="connsiteY27" fmla="*/ 692468 h 1169669"/>
                  <a:gd name="connsiteX28" fmla="*/ 471488 w 6232207"/>
                  <a:gd name="connsiteY28" fmla="*/ 1104900 h 1169669"/>
                  <a:gd name="connsiteX29" fmla="*/ 694373 w 6232207"/>
                  <a:gd name="connsiteY29" fmla="*/ 1104900 h 1169669"/>
                  <a:gd name="connsiteX30" fmla="*/ 1749743 w 6232207"/>
                  <a:gd name="connsiteY30" fmla="*/ 50483 h 1169669"/>
                  <a:gd name="connsiteX31" fmla="*/ 1869758 w 6232207"/>
                  <a:gd name="connsiteY31" fmla="*/ 953 h 1169669"/>
                  <a:gd name="connsiteX32" fmla="*/ 1989773 w 6232207"/>
                  <a:gd name="connsiteY32" fmla="*/ 50483 h 1169669"/>
                  <a:gd name="connsiteX33" fmla="*/ 3016568 w 6232207"/>
                  <a:gd name="connsiteY33" fmla="*/ 1078230 h 1169669"/>
                  <a:gd name="connsiteX34" fmla="*/ 3128010 w 6232207"/>
                  <a:gd name="connsiteY34" fmla="*/ 1124903 h 1169669"/>
                  <a:gd name="connsiteX35" fmla="*/ 3239453 w 6232207"/>
                  <a:gd name="connsiteY35" fmla="*/ 1078230 h 1169669"/>
                  <a:gd name="connsiteX36" fmla="*/ 4268153 w 6232207"/>
                  <a:gd name="connsiteY36" fmla="*/ 50483 h 1169669"/>
                  <a:gd name="connsiteX37" fmla="*/ 4388168 w 6232207"/>
                  <a:gd name="connsiteY37" fmla="*/ 953 h 1169669"/>
                  <a:gd name="connsiteX38" fmla="*/ 4508183 w 6232207"/>
                  <a:gd name="connsiteY38" fmla="*/ 50483 h 1169669"/>
                  <a:gd name="connsiteX39" fmla="*/ 5125403 w 6232207"/>
                  <a:gd name="connsiteY39" fmla="*/ 694372 h 1169669"/>
                  <a:gd name="connsiteX40" fmla="*/ 5535930 w 6232207"/>
                  <a:gd name="connsiteY40" fmla="*/ 1112520 h 1169669"/>
                  <a:gd name="connsiteX41" fmla="*/ 5647373 w 6232207"/>
                  <a:gd name="connsiteY41" fmla="*/ 1158240 h 1169669"/>
                  <a:gd name="connsiteX42" fmla="*/ 5758815 w 6232207"/>
                  <a:gd name="connsiteY42" fmla="*/ 1111568 h 1169669"/>
                  <a:gd name="connsiteX43" fmla="*/ 6023610 w 6232207"/>
                  <a:gd name="connsiteY43" fmla="*/ 846772 h 1169669"/>
                  <a:gd name="connsiteX44" fmla="*/ 6173153 w 6232207"/>
                  <a:gd name="connsiteY44" fmla="*/ 693420 h 1169669"/>
                  <a:gd name="connsiteX45" fmla="*/ 6219825 w 6232207"/>
                  <a:gd name="connsiteY45" fmla="*/ 581978 h 1169669"/>
                  <a:gd name="connsiteX46" fmla="*/ 6173153 w 6232207"/>
                  <a:gd name="connsiteY46" fmla="*/ 470535 h 1169669"/>
                  <a:gd name="connsiteX47" fmla="*/ 5760720 w 6232207"/>
                  <a:gd name="connsiteY47" fmla="*/ 58103 h 1169669"/>
                  <a:gd name="connsiteX48" fmla="*/ 5649278 w 6232207"/>
                  <a:gd name="connsiteY48" fmla="*/ 11430 h 1169669"/>
                  <a:gd name="connsiteX49" fmla="*/ 5537835 w 6232207"/>
                  <a:gd name="connsiteY49" fmla="*/ 58103 h 1169669"/>
                  <a:gd name="connsiteX50" fmla="*/ 5125403 w 6232207"/>
                  <a:gd name="connsiteY50" fmla="*/ 470535 h 1169669"/>
                  <a:gd name="connsiteX51" fmla="*/ 5117783 w 6232207"/>
                  <a:gd name="connsiteY51" fmla="*/ 462915 h 1169669"/>
                  <a:gd name="connsiteX52" fmla="*/ 5530215 w 6232207"/>
                  <a:gd name="connsiteY52" fmla="*/ 50483 h 1169669"/>
                  <a:gd name="connsiteX53" fmla="*/ 5650230 w 6232207"/>
                  <a:gd name="connsiteY53" fmla="*/ 953 h 1169669"/>
                  <a:gd name="connsiteX54" fmla="*/ 5770245 w 6232207"/>
                  <a:gd name="connsiteY54" fmla="*/ 50483 h 1169669"/>
                  <a:gd name="connsiteX55" fmla="*/ 6182678 w 6232207"/>
                  <a:gd name="connsiteY55" fmla="*/ 462915 h 1169669"/>
                  <a:gd name="connsiteX56" fmla="*/ 6232208 w 6232207"/>
                  <a:gd name="connsiteY56" fmla="*/ 582930 h 1169669"/>
                  <a:gd name="connsiteX57" fmla="*/ 6182678 w 6232207"/>
                  <a:gd name="connsiteY57" fmla="*/ 702945 h 1169669"/>
                  <a:gd name="connsiteX58" fmla="*/ 6033135 w 6232207"/>
                  <a:gd name="connsiteY58" fmla="*/ 856297 h 1169669"/>
                  <a:gd name="connsiteX59" fmla="*/ 5768340 w 6232207"/>
                  <a:gd name="connsiteY59" fmla="*/ 1121093 h 1169669"/>
                  <a:gd name="connsiteX60" fmla="*/ 5647373 w 6232207"/>
                  <a:gd name="connsiteY60" fmla="*/ 1169670 h 1169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6232207" h="1169669">
                    <a:moveTo>
                      <a:pt x="5647373" y="1169670"/>
                    </a:moveTo>
                    <a:cubicBezTo>
                      <a:pt x="5602605" y="1169670"/>
                      <a:pt x="5559743" y="1152525"/>
                      <a:pt x="5527358" y="1120140"/>
                    </a:cubicBezTo>
                    <a:lnTo>
                      <a:pt x="5116830" y="701993"/>
                    </a:lnTo>
                    <a:lnTo>
                      <a:pt x="4499610" y="58103"/>
                    </a:lnTo>
                    <a:cubicBezTo>
                      <a:pt x="4470083" y="28575"/>
                      <a:pt x="4430078" y="12383"/>
                      <a:pt x="4388168" y="12383"/>
                    </a:cubicBezTo>
                    <a:cubicBezTo>
                      <a:pt x="4346258" y="12383"/>
                      <a:pt x="4306253" y="28575"/>
                      <a:pt x="4276725" y="59055"/>
                    </a:cubicBezTo>
                    <a:lnTo>
                      <a:pt x="3248025" y="1086803"/>
                    </a:lnTo>
                    <a:cubicBezTo>
                      <a:pt x="3215640" y="1119188"/>
                      <a:pt x="3173730" y="1136332"/>
                      <a:pt x="3128010" y="1136332"/>
                    </a:cubicBezTo>
                    <a:cubicBezTo>
                      <a:pt x="3083243" y="1136332"/>
                      <a:pt x="3040380" y="1119188"/>
                      <a:pt x="3007995" y="1086803"/>
                    </a:cubicBezTo>
                    <a:lnTo>
                      <a:pt x="1981200" y="58103"/>
                    </a:lnTo>
                    <a:cubicBezTo>
                      <a:pt x="1951673" y="28575"/>
                      <a:pt x="1911668" y="11430"/>
                      <a:pt x="1869758" y="11430"/>
                    </a:cubicBezTo>
                    <a:cubicBezTo>
                      <a:pt x="1827848" y="11430"/>
                      <a:pt x="1787843" y="27622"/>
                      <a:pt x="1758315" y="58103"/>
                    </a:cubicBezTo>
                    <a:lnTo>
                      <a:pt x="701993" y="1114425"/>
                    </a:lnTo>
                    <a:cubicBezTo>
                      <a:pt x="669608" y="1146810"/>
                      <a:pt x="627698" y="1163955"/>
                      <a:pt x="581978" y="1163955"/>
                    </a:cubicBezTo>
                    <a:cubicBezTo>
                      <a:pt x="537210" y="1163955"/>
                      <a:pt x="494347" y="1146810"/>
                      <a:pt x="461963" y="1114425"/>
                    </a:cubicBezTo>
                    <a:lnTo>
                      <a:pt x="49530" y="701993"/>
                    </a:lnTo>
                    <a:cubicBezTo>
                      <a:pt x="17145" y="669607"/>
                      <a:pt x="0" y="627697"/>
                      <a:pt x="0" y="581978"/>
                    </a:cubicBezTo>
                    <a:cubicBezTo>
                      <a:pt x="0" y="537210"/>
                      <a:pt x="17145" y="494347"/>
                      <a:pt x="49530" y="461963"/>
                    </a:cubicBezTo>
                    <a:lnTo>
                      <a:pt x="461963" y="49530"/>
                    </a:lnTo>
                    <a:cubicBezTo>
                      <a:pt x="494347" y="17145"/>
                      <a:pt x="536258" y="0"/>
                      <a:pt x="581978" y="0"/>
                    </a:cubicBezTo>
                    <a:cubicBezTo>
                      <a:pt x="626745" y="0"/>
                      <a:pt x="669608" y="17145"/>
                      <a:pt x="701993" y="49530"/>
                    </a:cubicBezTo>
                    <a:lnTo>
                      <a:pt x="1114425" y="461963"/>
                    </a:lnTo>
                    <a:lnTo>
                      <a:pt x="1106805" y="469583"/>
                    </a:lnTo>
                    <a:lnTo>
                      <a:pt x="694373" y="57150"/>
                    </a:lnTo>
                    <a:cubicBezTo>
                      <a:pt x="632460" y="-4763"/>
                      <a:pt x="532448" y="-4763"/>
                      <a:pt x="471488" y="57150"/>
                    </a:cubicBezTo>
                    <a:lnTo>
                      <a:pt x="59055" y="469583"/>
                    </a:lnTo>
                    <a:cubicBezTo>
                      <a:pt x="29528" y="499110"/>
                      <a:pt x="12382" y="539115"/>
                      <a:pt x="12382" y="581025"/>
                    </a:cubicBezTo>
                    <a:cubicBezTo>
                      <a:pt x="12382" y="622935"/>
                      <a:pt x="28575" y="662940"/>
                      <a:pt x="59055" y="692468"/>
                    </a:cubicBezTo>
                    <a:lnTo>
                      <a:pt x="471488" y="1104900"/>
                    </a:lnTo>
                    <a:cubicBezTo>
                      <a:pt x="533400" y="1166813"/>
                      <a:pt x="633413" y="1166813"/>
                      <a:pt x="694373" y="1104900"/>
                    </a:cubicBezTo>
                    <a:lnTo>
                      <a:pt x="1749743" y="50483"/>
                    </a:lnTo>
                    <a:cubicBezTo>
                      <a:pt x="1782128" y="18097"/>
                      <a:pt x="1824038" y="953"/>
                      <a:pt x="1869758" y="953"/>
                    </a:cubicBezTo>
                    <a:cubicBezTo>
                      <a:pt x="1914525" y="953"/>
                      <a:pt x="1957388" y="18097"/>
                      <a:pt x="1989773" y="50483"/>
                    </a:cubicBezTo>
                    <a:lnTo>
                      <a:pt x="3016568" y="1078230"/>
                    </a:lnTo>
                    <a:cubicBezTo>
                      <a:pt x="3046095" y="1107757"/>
                      <a:pt x="3086100" y="1124903"/>
                      <a:pt x="3128010" y="1124903"/>
                    </a:cubicBezTo>
                    <a:cubicBezTo>
                      <a:pt x="3169920" y="1124903"/>
                      <a:pt x="3209925" y="1108710"/>
                      <a:pt x="3239453" y="1078230"/>
                    </a:cubicBezTo>
                    <a:lnTo>
                      <a:pt x="4268153" y="50483"/>
                    </a:lnTo>
                    <a:cubicBezTo>
                      <a:pt x="4300538" y="18097"/>
                      <a:pt x="4342448" y="953"/>
                      <a:pt x="4388168" y="953"/>
                    </a:cubicBezTo>
                    <a:cubicBezTo>
                      <a:pt x="4432935" y="953"/>
                      <a:pt x="4475798" y="18097"/>
                      <a:pt x="4508183" y="50483"/>
                    </a:cubicBezTo>
                    <a:lnTo>
                      <a:pt x="5125403" y="694372"/>
                    </a:lnTo>
                    <a:lnTo>
                      <a:pt x="5535930" y="1112520"/>
                    </a:lnTo>
                    <a:cubicBezTo>
                      <a:pt x="5565458" y="1142048"/>
                      <a:pt x="5605463" y="1158240"/>
                      <a:pt x="5647373" y="1158240"/>
                    </a:cubicBezTo>
                    <a:cubicBezTo>
                      <a:pt x="5689283" y="1158240"/>
                      <a:pt x="5729288" y="1142048"/>
                      <a:pt x="5758815" y="1111568"/>
                    </a:cubicBezTo>
                    <a:lnTo>
                      <a:pt x="6023610" y="846772"/>
                    </a:lnTo>
                    <a:lnTo>
                      <a:pt x="6173153" y="693420"/>
                    </a:lnTo>
                    <a:cubicBezTo>
                      <a:pt x="6202680" y="663893"/>
                      <a:pt x="6219825" y="623888"/>
                      <a:pt x="6219825" y="581978"/>
                    </a:cubicBezTo>
                    <a:cubicBezTo>
                      <a:pt x="6219825" y="540068"/>
                      <a:pt x="6203633" y="500063"/>
                      <a:pt x="6173153" y="470535"/>
                    </a:cubicBezTo>
                    <a:lnTo>
                      <a:pt x="5760720" y="58103"/>
                    </a:lnTo>
                    <a:cubicBezTo>
                      <a:pt x="5731193" y="28575"/>
                      <a:pt x="5691188" y="11430"/>
                      <a:pt x="5649278" y="11430"/>
                    </a:cubicBezTo>
                    <a:cubicBezTo>
                      <a:pt x="5607368" y="11430"/>
                      <a:pt x="5567363" y="27622"/>
                      <a:pt x="5537835" y="58103"/>
                    </a:cubicBezTo>
                    <a:lnTo>
                      <a:pt x="5125403" y="470535"/>
                    </a:lnTo>
                    <a:lnTo>
                      <a:pt x="5117783" y="462915"/>
                    </a:lnTo>
                    <a:lnTo>
                      <a:pt x="5530215" y="50483"/>
                    </a:lnTo>
                    <a:cubicBezTo>
                      <a:pt x="5562600" y="18097"/>
                      <a:pt x="5604510" y="953"/>
                      <a:pt x="5650230" y="953"/>
                    </a:cubicBezTo>
                    <a:cubicBezTo>
                      <a:pt x="5694998" y="953"/>
                      <a:pt x="5737860" y="18097"/>
                      <a:pt x="5770245" y="50483"/>
                    </a:cubicBezTo>
                    <a:lnTo>
                      <a:pt x="6182678" y="462915"/>
                    </a:lnTo>
                    <a:cubicBezTo>
                      <a:pt x="6215063" y="495300"/>
                      <a:pt x="6232208" y="537210"/>
                      <a:pt x="6232208" y="582930"/>
                    </a:cubicBezTo>
                    <a:cubicBezTo>
                      <a:pt x="6232208" y="627697"/>
                      <a:pt x="6215063" y="670560"/>
                      <a:pt x="6182678" y="702945"/>
                    </a:cubicBezTo>
                    <a:lnTo>
                      <a:pt x="6033135" y="856297"/>
                    </a:lnTo>
                    <a:lnTo>
                      <a:pt x="5768340" y="1121093"/>
                    </a:lnTo>
                    <a:cubicBezTo>
                      <a:pt x="5735003" y="1152525"/>
                      <a:pt x="5692140" y="1169670"/>
                      <a:pt x="5647373" y="1169670"/>
                    </a:cubicBezTo>
                    <a:close/>
                  </a:path>
                </a:pathLst>
              </a:custGeom>
              <a:solidFill>
                <a:srgbClr val="FFFFFF">
                  <a:lumMod val="85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64" name="任意多边形: 形状 63"/>
              <p:cNvSpPr/>
              <p:nvPr/>
            </p:nvSpPr>
            <p:spPr>
              <a:xfrm>
                <a:off x="7157419" y="4158281"/>
                <a:ext cx="1062989" cy="469582"/>
              </a:xfrm>
              <a:custGeom>
                <a:avLst/>
                <a:gdLst>
                  <a:gd name="connsiteX0" fmla="*/ 532447 w 1062989"/>
                  <a:gd name="connsiteY0" fmla="*/ 469583 h 469582"/>
                  <a:gd name="connsiteX1" fmla="*/ 412432 w 1062989"/>
                  <a:gd name="connsiteY1" fmla="*/ 420053 h 469582"/>
                  <a:gd name="connsiteX2" fmla="*/ 0 w 1062989"/>
                  <a:gd name="connsiteY2" fmla="*/ 7620 h 469582"/>
                  <a:gd name="connsiteX3" fmla="*/ 7620 w 1062989"/>
                  <a:gd name="connsiteY3" fmla="*/ 0 h 469582"/>
                  <a:gd name="connsiteX4" fmla="*/ 420052 w 1062989"/>
                  <a:gd name="connsiteY4" fmla="*/ 412433 h 469582"/>
                  <a:gd name="connsiteX5" fmla="*/ 642938 w 1062989"/>
                  <a:gd name="connsiteY5" fmla="*/ 412433 h 469582"/>
                  <a:gd name="connsiteX6" fmla="*/ 1055370 w 1062989"/>
                  <a:gd name="connsiteY6" fmla="*/ 0 h 469582"/>
                  <a:gd name="connsiteX7" fmla="*/ 1062990 w 1062989"/>
                  <a:gd name="connsiteY7" fmla="*/ 7620 h 469582"/>
                  <a:gd name="connsiteX8" fmla="*/ 650557 w 1062989"/>
                  <a:gd name="connsiteY8" fmla="*/ 420053 h 469582"/>
                  <a:gd name="connsiteX9" fmla="*/ 532447 w 1062989"/>
                  <a:gd name="connsiteY9" fmla="*/ 469583 h 469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62989" h="469582">
                    <a:moveTo>
                      <a:pt x="532447" y="469583"/>
                    </a:moveTo>
                    <a:cubicBezTo>
                      <a:pt x="489585" y="469583"/>
                      <a:pt x="445770" y="453390"/>
                      <a:pt x="412432" y="420053"/>
                    </a:cubicBezTo>
                    <a:lnTo>
                      <a:pt x="0" y="7620"/>
                    </a:lnTo>
                    <a:lnTo>
                      <a:pt x="7620" y="0"/>
                    </a:lnTo>
                    <a:lnTo>
                      <a:pt x="420052" y="412433"/>
                    </a:lnTo>
                    <a:cubicBezTo>
                      <a:pt x="481965" y="474345"/>
                      <a:pt x="581977" y="474345"/>
                      <a:pt x="642938" y="412433"/>
                    </a:cubicBezTo>
                    <a:lnTo>
                      <a:pt x="1055370" y="0"/>
                    </a:lnTo>
                    <a:lnTo>
                      <a:pt x="1062990" y="7620"/>
                    </a:lnTo>
                    <a:lnTo>
                      <a:pt x="650557" y="420053"/>
                    </a:lnTo>
                    <a:cubicBezTo>
                      <a:pt x="619125" y="453390"/>
                      <a:pt x="576263" y="469583"/>
                      <a:pt x="532447" y="46958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</p:grpSp>
        <p:sp>
          <p:nvSpPr>
            <p:cNvPr id="34" name="任意多边形: 形状 33"/>
            <p:cNvSpPr/>
            <p:nvPr/>
          </p:nvSpPr>
          <p:spPr>
            <a:xfrm>
              <a:off x="3364838" y="3439749"/>
              <a:ext cx="221162" cy="232879"/>
            </a:xfrm>
            <a:custGeom>
              <a:avLst/>
              <a:gdLst>
                <a:gd name="connsiteX0" fmla="*/ 0 w 143827"/>
                <a:gd name="connsiteY0" fmla="*/ 32385 h 151447"/>
                <a:gd name="connsiteX1" fmla="*/ 114300 w 143827"/>
                <a:gd name="connsiteY1" fmla="*/ 151447 h 151447"/>
                <a:gd name="connsiteX2" fmla="*/ 143828 w 143827"/>
                <a:gd name="connsiteY2" fmla="*/ 0 h 151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3827" h="151447">
                  <a:moveTo>
                    <a:pt x="0" y="32385"/>
                  </a:moveTo>
                  <a:lnTo>
                    <a:pt x="114300" y="151447"/>
                  </a:lnTo>
                  <a:lnTo>
                    <a:pt x="143828" y="0"/>
                  </a:lnTo>
                  <a:close/>
                </a:path>
              </a:pathLst>
            </a:custGeom>
            <a:solidFill>
              <a:srgbClr val="009B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5328936" y="3438284"/>
              <a:ext cx="221162" cy="221162"/>
            </a:xfrm>
            <a:custGeom>
              <a:avLst/>
              <a:gdLst>
                <a:gd name="connsiteX0" fmla="*/ 120015 w 143827"/>
                <a:gd name="connsiteY0" fmla="*/ 0 h 143827"/>
                <a:gd name="connsiteX1" fmla="*/ 0 w 143827"/>
                <a:gd name="connsiteY1" fmla="*/ 114300 h 143827"/>
                <a:gd name="connsiteX2" fmla="*/ 143828 w 143827"/>
                <a:gd name="connsiteY2" fmla="*/ 143828 h 143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3827" h="143827">
                  <a:moveTo>
                    <a:pt x="120015" y="0"/>
                  </a:moveTo>
                  <a:lnTo>
                    <a:pt x="0" y="114300"/>
                  </a:lnTo>
                  <a:lnTo>
                    <a:pt x="143828" y="143828"/>
                  </a:lnTo>
                  <a:close/>
                </a:path>
              </a:pathLst>
            </a:custGeom>
            <a:solidFill>
              <a:srgbClr val="00BC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7241770" y="3439749"/>
              <a:ext cx="222625" cy="232879"/>
            </a:xfrm>
            <a:custGeom>
              <a:avLst/>
              <a:gdLst>
                <a:gd name="connsiteX0" fmla="*/ 0 w 144779"/>
                <a:gd name="connsiteY0" fmla="*/ 32385 h 151447"/>
                <a:gd name="connsiteX1" fmla="*/ 115253 w 144779"/>
                <a:gd name="connsiteY1" fmla="*/ 151447 h 151447"/>
                <a:gd name="connsiteX2" fmla="*/ 144780 w 144779"/>
                <a:gd name="connsiteY2" fmla="*/ 0 h 151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779" h="151447">
                  <a:moveTo>
                    <a:pt x="0" y="32385"/>
                  </a:moveTo>
                  <a:lnTo>
                    <a:pt x="115253" y="151447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9B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9191220" y="3460255"/>
              <a:ext cx="221162" cy="222627"/>
            </a:xfrm>
            <a:custGeom>
              <a:avLst/>
              <a:gdLst>
                <a:gd name="connsiteX0" fmla="*/ 120015 w 143827"/>
                <a:gd name="connsiteY0" fmla="*/ 0 h 144780"/>
                <a:gd name="connsiteX1" fmla="*/ 0 w 143827"/>
                <a:gd name="connsiteY1" fmla="*/ 115253 h 144780"/>
                <a:gd name="connsiteX2" fmla="*/ 143827 w 143827"/>
                <a:gd name="connsiteY2" fmla="*/ 144780 h 144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3827" h="144780">
                  <a:moveTo>
                    <a:pt x="120015" y="0"/>
                  </a:moveTo>
                  <a:lnTo>
                    <a:pt x="0" y="115253"/>
                  </a:lnTo>
                  <a:lnTo>
                    <a:pt x="143827" y="144780"/>
                  </a:lnTo>
                  <a:close/>
                </a:path>
              </a:pathLst>
            </a:custGeom>
            <a:solidFill>
              <a:srgbClr val="00BC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38" name="图形 6"/>
            <p:cNvGrpSpPr/>
            <p:nvPr/>
          </p:nvGrpSpPr>
          <p:grpSpPr>
            <a:xfrm>
              <a:off x="1834645" y="2911376"/>
              <a:ext cx="9081567" cy="1291089"/>
              <a:chOff x="3463862" y="3626072"/>
              <a:chExt cx="5905976" cy="839628"/>
            </a:xfrm>
            <a:solidFill>
              <a:srgbClr val="DECA59"/>
            </a:solidFill>
          </p:grpSpPr>
          <p:sp>
            <p:nvSpPr>
              <p:cNvPr id="56" name="任意多边形: 形状 55"/>
              <p:cNvSpPr/>
              <p:nvPr/>
            </p:nvSpPr>
            <p:spPr>
              <a:xfrm>
                <a:off x="8530209" y="3626072"/>
                <a:ext cx="839628" cy="839628"/>
              </a:xfrm>
              <a:custGeom>
                <a:avLst/>
                <a:gdLst>
                  <a:gd name="connsiteX0" fmla="*/ 335042 w 839628"/>
                  <a:gd name="connsiteY0" fmla="*/ 804624 h 839628"/>
                  <a:gd name="connsiteX1" fmla="*/ 35005 w 839628"/>
                  <a:gd name="connsiteY1" fmla="*/ 504587 h 839628"/>
                  <a:gd name="connsiteX2" fmla="*/ 35005 w 839628"/>
                  <a:gd name="connsiteY2" fmla="*/ 335042 h 839628"/>
                  <a:gd name="connsiteX3" fmla="*/ 335042 w 839628"/>
                  <a:gd name="connsiteY3" fmla="*/ 35004 h 839628"/>
                  <a:gd name="connsiteX4" fmla="*/ 504587 w 839628"/>
                  <a:gd name="connsiteY4" fmla="*/ 35004 h 839628"/>
                  <a:gd name="connsiteX5" fmla="*/ 804624 w 839628"/>
                  <a:gd name="connsiteY5" fmla="*/ 335042 h 839628"/>
                  <a:gd name="connsiteX6" fmla="*/ 804624 w 839628"/>
                  <a:gd name="connsiteY6" fmla="*/ 504587 h 839628"/>
                  <a:gd name="connsiteX7" fmla="*/ 504587 w 839628"/>
                  <a:gd name="connsiteY7" fmla="*/ 804624 h 839628"/>
                  <a:gd name="connsiteX8" fmla="*/ 335042 w 839628"/>
                  <a:gd name="connsiteY8" fmla="*/ 804624 h 839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39628" h="839628">
                    <a:moveTo>
                      <a:pt x="335042" y="804624"/>
                    </a:moveTo>
                    <a:lnTo>
                      <a:pt x="35005" y="504587"/>
                    </a:lnTo>
                    <a:cubicBezTo>
                      <a:pt x="-11668" y="457914"/>
                      <a:pt x="-11668" y="381714"/>
                      <a:pt x="35005" y="335042"/>
                    </a:cubicBezTo>
                    <a:lnTo>
                      <a:pt x="335042" y="35004"/>
                    </a:lnTo>
                    <a:cubicBezTo>
                      <a:pt x="381715" y="-11668"/>
                      <a:pt x="457915" y="-11668"/>
                      <a:pt x="504587" y="35004"/>
                    </a:cubicBezTo>
                    <a:lnTo>
                      <a:pt x="804624" y="335042"/>
                    </a:lnTo>
                    <a:cubicBezTo>
                      <a:pt x="851297" y="381714"/>
                      <a:pt x="851297" y="457914"/>
                      <a:pt x="804624" y="504587"/>
                    </a:cubicBezTo>
                    <a:lnTo>
                      <a:pt x="504587" y="804624"/>
                    </a:lnTo>
                    <a:cubicBezTo>
                      <a:pt x="457915" y="851297"/>
                      <a:pt x="381715" y="851297"/>
                      <a:pt x="335042" y="804624"/>
                    </a:cubicBezTo>
                    <a:close/>
                  </a:path>
                </a:pathLst>
              </a:custGeom>
              <a:solidFill>
                <a:srgbClr val="009BB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57" name="任意多边形: 形状 56"/>
              <p:cNvSpPr/>
              <p:nvPr/>
            </p:nvSpPr>
            <p:spPr>
              <a:xfrm>
                <a:off x="7270052" y="3626072"/>
                <a:ext cx="839628" cy="839628"/>
              </a:xfrm>
              <a:custGeom>
                <a:avLst/>
                <a:gdLst>
                  <a:gd name="connsiteX0" fmla="*/ 335042 w 839628"/>
                  <a:gd name="connsiteY0" fmla="*/ 804624 h 839628"/>
                  <a:gd name="connsiteX1" fmla="*/ 35005 w 839628"/>
                  <a:gd name="connsiteY1" fmla="*/ 504587 h 839628"/>
                  <a:gd name="connsiteX2" fmla="*/ 35005 w 839628"/>
                  <a:gd name="connsiteY2" fmla="*/ 335042 h 839628"/>
                  <a:gd name="connsiteX3" fmla="*/ 335042 w 839628"/>
                  <a:gd name="connsiteY3" fmla="*/ 35004 h 839628"/>
                  <a:gd name="connsiteX4" fmla="*/ 504587 w 839628"/>
                  <a:gd name="connsiteY4" fmla="*/ 35004 h 839628"/>
                  <a:gd name="connsiteX5" fmla="*/ 804624 w 839628"/>
                  <a:gd name="connsiteY5" fmla="*/ 335042 h 839628"/>
                  <a:gd name="connsiteX6" fmla="*/ 804624 w 839628"/>
                  <a:gd name="connsiteY6" fmla="*/ 504587 h 839628"/>
                  <a:gd name="connsiteX7" fmla="*/ 504587 w 839628"/>
                  <a:gd name="connsiteY7" fmla="*/ 804624 h 839628"/>
                  <a:gd name="connsiteX8" fmla="*/ 335042 w 839628"/>
                  <a:gd name="connsiteY8" fmla="*/ 804624 h 839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39628" h="839628">
                    <a:moveTo>
                      <a:pt x="335042" y="804624"/>
                    </a:moveTo>
                    <a:lnTo>
                      <a:pt x="35005" y="504587"/>
                    </a:lnTo>
                    <a:cubicBezTo>
                      <a:pt x="-11668" y="457914"/>
                      <a:pt x="-11668" y="381714"/>
                      <a:pt x="35005" y="335042"/>
                    </a:cubicBezTo>
                    <a:lnTo>
                      <a:pt x="335042" y="35004"/>
                    </a:lnTo>
                    <a:cubicBezTo>
                      <a:pt x="381715" y="-11668"/>
                      <a:pt x="457915" y="-11668"/>
                      <a:pt x="504587" y="35004"/>
                    </a:cubicBezTo>
                    <a:lnTo>
                      <a:pt x="804624" y="335042"/>
                    </a:lnTo>
                    <a:cubicBezTo>
                      <a:pt x="851297" y="381714"/>
                      <a:pt x="851297" y="457914"/>
                      <a:pt x="804624" y="504587"/>
                    </a:cubicBezTo>
                    <a:lnTo>
                      <a:pt x="504587" y="804624"/>
                    </a:lnTo>
                    <a:cubicBezTo>
                      <a:pt x="457915" y="851297"/>
                      <a:pt x="381715" y="851297"/>
                      <a:pt x="335042" y="804624"/>
                    </a:cubicBezTo>
                    <a:close/>
                  </a:path>
                </a:pathLst>
              </a:custGeom>
              <a:solidFill>
                <a:srgbClr val="00BCD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58" name="任意多边形: 形状 57"/>
              <p:cNvSpPr/>
              <p:nvPr/>
            </p:nvSpPr>
            <p:spPr>
              <a:xfrm>
                <a:off x="6015609" y="3626072"/>
                <a:ext cx="839628" cy="839628"/>
              </a:xfrm>
              <a:custGeom>
                <a:avLst/>
                <a:gdLst>
                  <a:gd name="connsiteX0" fmla="*/ 335042 w 839628"/>
                  <a:gd name="connsiteY0" fmla="*/ 804624 h 839628"/>
                  <a:gd name="connsiteX1" fmla="*/ 35004 w 839628"/>
                  <a:gd name="connsiteY1" fmla="*/ 504587 h 839628"/>
                  <a:gd name="connsiteX2" fmla="*/ 35004 w 839628"/>
                  <a:gd name="connsiteY2" fmla="*/ 335042 h 839628"/>
                  <a:gd name="connsiteX3" fmla="*/ 335042 w 839628"/>
                  <a:gd name="connsiteY3" fmla="*/ 35004 h 839628"/>
                  <a:gd name="connsiteX4" fmla="*/ 504587 w 839628"/>
                  <a:gd name="connsiteY4" fmla="*/ 35004 h 839628"/>
                  <a:gd name="connsiteX5" fmla="*/ 804624 w 839628"/>
                  <a:gd name="connsiteY5" fmla="*/ 335042 h 839628"/>
                  <a:gd name="connsiteX6" fmla="*/ 804624 w 839628"/>
                  <a:gd name="connsiteY6" fmla="*/ 504587 h 839628"/>
                  <a:gd name="connsiteX7" fmla="*/ 504587 w 839628"/>
                  <a:gd name="connsiteY7" fmla="*/ 804624 h 839628"/>
                  <a:gd name="connsiteX8" fmla="*/ 335042 w 839628"/>
                  <a:gd name="connsiteY8" fmla="*/ 804624 h 839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39628" h="839628">
                    <a:moveTo>
                      <a:pt x="335042" y="804624"/>
                    </a:moveTo>
                    <a:lnTo>
                      <a:pt x="35004" y="504587"/>
                    </a:lnTo>
                    <a:cubicBezTo>
                      <a:pt x="-11668" y="457914"/>
                      <a:pt x="-11668" y="381714"/>
                      <a:pt x="35004" y="335042"/>
                    </a:cubicBezTo>
                    <a:lnTo>
                      <a:pt x="335042" y="35004"/>
                    </a:lnTo>
                    <a:cubicBezTo>
                      <a:pt x="381714" y="-11668"/>
                      <a:pt x="457914" y="-11668"/>
                      <a:pt x="504587" y="35004"/>
                    </a:cubicBezTo>
                    <a:lnTo>
                      <a:pt x="804624" y="335042"/>
                    </a:lnTo>
                    <a:cubicBezTo>
                      <a:pt x="851297" y="381714"/>
                      <a:pt x="851297" y="457914"/>
                      <a:pt x="804624" y="504587"/>
                    </a:cubicBezTo>
                    <a:lnTo>
                      <a:pt x="504587" y="804624"/>
                    </a:lnTo>
                    <a:cubicBezTo>
                      <a:pt x="457914" y="851297"/>
                      <a:pt x="381714" y="851297"/>
                      <a:pt x="335042" y="804624"/>
                    </a:cubicBezTo>
                    <a:close/>
                  </a:path>
                </a:pathLst>
              </a:custGeom>
              <a:solidFill>
                <a:srgbClr val="009BB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59" name="任意多边形: 形状 58"/>
              <p:cNvSpPr/>
              <p:nvPr/>
            </p:nvSpPr>
            <p:spPr>
              <a:xfrm>
                <a:off x="4745927" y="3626072"/>
                <a:ext cx="839628" cy="839628"/>
              </a:xfrm>
              <a:custGeom>
                <a:avLst/>
                <a:gdLst>
                  <a:gd name="connsiteX0" fmla="*/ 335042 w 839628"/>
                  <a:gd name="connsiteY0" fmla="*/ 804624 h 839628"/>
                  <a:gd name="connsiteX1" fmla="*/ 35004 w 839628"/>
                  <a:gd name="connsiteY1" fmla="*/ 504587 h 839628"/>
                  <a:gd name="connsiteX2" fmla="*/ 35004 w 839628"/>
                  <a:gd name="connsiteY2" fmla="*/ 335042 h 839628"/>
                  <a:gd name="connsiteX3" fmla="*/ 335042 w 839628"/>
                  <a:gd name="connsiteY3" fmla="*/ 35004 h 839628"/>
                  <a:gd name="connsiteX4" fmla="*/ 504587 w 839628"/>
                  <a:gd name="connsiteY4" fmla="*/ 35004 h 839628"/>
                  <a:gd name="connsiteX5" fmla="*/ 804624 w 839628"/>
                  <a:gd name="connsiteY5" fmla="*/ 335042 h 839628"/>
                  <a:gd name="connsiteX6" fmla="*/ 804624 w 839628"/>
                  <a:gd name="connsiteY6" fmla="*/ 504587 h 839628"/>
                  <a:gd name="connsiteX7" fmla="*/ 504587 w 839628"/>
                  <a:gd name="connsiteY7" fmla="*/ 804624 h 839628"/>
                  <a:gd name="connsiteX8" fmla="*/ 335042 w 839628"/>
                  <a:gd name="connsiteY8" fmla="*/ 804624 h 839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39628" h="839628">
                    <a:moveTo>
                      <a:pt x="335042" y="804624"/>
                    </a:moveTo>
                    <a:lnTo>
                      <a:pt x="35004" y="504587"/>
                    </a:lnTo>
                    <a:cubicBezTo>
                      <a:pt x="-11668" y="457914"/>
                      <a:pt x="-11668" y="381714"/>
                      <a:pt x="35004" y="335042"/>
                    </a:cubicBezTo>
                    <a:lnTo>
                      <a:pt x="335042" y="35004"/>
                    </a:lnTo>
                    <a:cubicBezTo>
                      <a:pt x="381714" y="-11668"/>
                      <a:pt x="457914" y="-11668"/>
                      <a:pt x="504587" y="35004"/>
                    </a:cubicBezTo>
                    <a:lnTo>
                      <a:pt x="804624" y="335042"/>
                    </a:lnTo>
                    <a:cubicBezTo>
                      <a:pt x="851297" y="381714"/>
                      <a:pt x="851297" y="457914"/>
                      <a:pt x="804624" y="504587"/>
                    </a:cubicBezTo>
                    <a:lnTo>
                      <a:pt x="504587" y="804624"/>
                    </a:lnTo>
                    <a:cubicBezTo>
                      <a:pt x="457914" y="851297"/>
                      <a:pt x="381714" y="851297"/>
                      <a:pt x="335042" y="804624"/>
                    </a:cubicBezTo>
                    <a:close/>
                  </a:path>
                </a:pathLst>
              </a:custGeom>
              <a:solidFill>
                <a:srgbClr val="00BCD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60" name="任意多边形: 形状 59"/>
              <p:cNvSpPr/>
              <p:nvPr/>
            </p:nvSpPr>
            <p:spPr>
              <a:xfrm>
                <a:off x="3463862" y="3626072"/>
                <a:ext cx="839628" cy="839628"/>
              </a:xfrm>
              <a:custGeom>
                <a:avLst/>
                <a:gdLst>
                  <a:gd name="connsiteX0" fmla="*/ 335042 w 839628"/>
                  <a:gd name="connsiteY0" fmla="*/ 804624 h 839628"/>
                  <a:gd name="connsiteX1" fmla="*/ 35004 w 839628"/>
                  <a:gd name="connsiteY1" fmla="*/ 504587 h 839628"/>
                  <a:gd name="connsiteX2" fmla="*/ 35004 w 839628"/>
                  <a:gd name="connsiteY2" fmla="*/ 335042 h 839628"/>
                  <a:gd name="connsiteX3" fmla="*/ 335042 w 839628"/>
                  <a:gd name="connsiteY3" fmla="*/ 35004 h 839628"/>
                  <a:gd name="connsiteX4" fmla="*/ 504587 w 839628"/>
                  <a:gd name="connsiteY4" fmla="*/ 35004 h 839628"/>
                  <a:gd name="connsiteX5" fmla="*/ 804624 w 839628"/>
                  <a:gd name="connsiteY5" fmla="*/ 335042 h 839628"/>
                  <a:gd name="connsiteX6" fmla="*/ 804624 w 839628"/>
                  <a:gd name="connsiteY6" fmla="*/ 504587 h 839628"/>
                  <a:gd name="connsiteX7" fmla="*/ 504587 w 839628"/>
                  <a:gd name="connsiteY7" fmla="*/ 804624 h 839628"/>
                  <a:gd name="connsiteX8" fmla="*/ 335042 w 839628"/>
                  <a:gd name="connsiteY8" fmla="*/ 804624 h 839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39628" h="839628">
                    <a:moveTo>
                      <a:pt x="335042" y="804624"/>
                    </a:moveTo>
                    <a:lnTo>
                      <a:pt x="35004" y="504587"/>
                    </a:lnTo>
                    <a:cubicBezTo>
                      <a:pt x="-11668" y="457914"/>
                      <a:pt x="-11668" y="381714"/>
                      <a:pt x="35004" y="335042"/>
                    </a:cubicBezTo>
                    <a:lnTo>
                      <a:pt x="335042" y="35004"/>
                    </a:lnTo>
                    <a:cubicBezTo>
                      <a:pt x="381714" y="-11668"/>
                      <a:pt x="457914" y="-11668"/>
                      <a:pt x="504587" y="35004"/>
                    </a:cubicBezTo>
                    <a:lnTo>
                      <a:pt x="804624" y="335042"/>
                    </a:lnTo>
                    <a:cubicBezTo>
                      <a:pt x="851297" y="381714"/>
                      <a:pt x="851297" y="457914"/>
                      <a:pt x="804624" y="504587"/>
                    </a:cubicBezTo>
                    <a:lnTo>
                      <a:pt x="504587" y="804624"/>
                    </a:lnTo>
                    <a:cubicBezTo>
                      <a:pt x="457914" y="851297"/>
                      <a:pt x="381714" y="851297"/>
                      <a:pt x="335042" y="804624"/>
                    </a:cubicBezTo>
                    <a:close/>
                  </a:path>
                </a:pathLst>
              </a:custGeom>
              <a:solidFill>
                <a:srgbClr val="009BB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</p:grpSp>
        <p:sp>
          <p:nvSpPr>
            <p:cNvPr id="39" name="任意多边形: 形状 38"/>
            <p:cNvSpPr/>
            <p:nvPr/>
          </p:nvSpPr>
          <p:spPr>
            <a:xfrm>
              <a:off x="4241909" y="3366170"/>
              <a:ext cx="432584" cy="379420"/>
            </a:xfrm>
            <a:custGeom>
              <a:avLst/>
              <a:gdLst>
                <a:gd name="connsiteX0" fmla="*/ 357403 w 432584"/>
                <a:gd name="connsiteY0" fmla="*/ 379421 h 379420"/>
                <a:gd name="connsiteX1" fmla="*/ 371461 w 432584"/>
                <a:gd name="connsiteY1" fmla="*/ 365363 h 379420"/>
                <a:gd name="connsiteX2" fmla="*/ 371461 w 432584"/>
                <a:gd name="connsiteY2" fmla="*/ 215611 h 379420"/>
                <a:gd name="connsiteX3" fmla="*/ 408135 w 432584"/>
                <a:gd name="connsiteY3" fmla="*/ 215611 h 379420"/>
                <a:gd name="connsiteX4" fmla="*/ 408135 w 432584"/>
                <a:gd name="connsiteY4" fmla="*/ 215611 h 379420"/>
                <a:gd name="connsiteX5" fmla="*/ 432584 w 432584"/>
                <a:gd name="connsiteY5" fmla="*/ 191162 h 379420"/>
                <a:gd name="connsiteX6" fmla="*/ 423416 w 432584"/>
                <a:gd name="connsiteY6" fmla="*/ 172214 h 379420"/>
                <a:gd name="connsiteX7" fmla="*/ 375740 w 432584"/>
                <a:gd name="connsiteY7" fmla="*/ 130650 h 379420"/>
                <a:gd name="connsiteX8" fmla="*/ 375740 w 432584"/>
                <a:gd name="connsiteY8" fmla="*/ 62193 h 379420"/>
                <a:gd name="connsiteX9" fmla="*/ 361071 w 432584"/>
                <a:gd name="connsiteY9" fmla="*/ 47523 h 379420"/>
                <a:gd name="connsiteX10" fmla="*/ 331120 w 432584"/>
                <a:gd name="connsiteY10" fmla="*/ 47523 h 379420"/>
                <a:gd name="connsiteX11" fmla="*/ 316451 w 432584"/>
                <a:gd name="connsiteY11" fmla="*/ 62193 h 379420"/>
                <a:gd name="connsiteX12" fmla="*/ 316451 w 432584"/>
                <a:gd name="connsiteY12" fmla="*/ 79307 h 379420"/>
                <a:gd name="connsiteX13" fmla="*/ 232101 w 432584"/>
                <a:gd name="connsiteY13" fmla="*/ 5959 h 379420"/>
                <a:gd name="connsiteX14" fmla="*/ 200317 w 432584"/>
                <a:gd name="connsiteY14" fmla="*/ 5959 h 379420"/>
                <a:gd name="connsiteX15" fmla="*/ 8390 w 432584"/>
                <a:gd name="connsiteY15" fmla="*/ 172825 h 379420"/>
                <a:gd name="connsiteX16" fmla="*/ 1667 w 432584"/>
                <a:gd name="connsiteY16" fmla="*/ 199719 h 379420"/>
                <a:gd name="connsiteX17" fmla="*/ 24283 w 432584"/>
                <a:gd name="connsiteY17" fmla="*/ 215611 h 379420"/>
                <a:gd name="connsiteX18" fmla="*/ 60957 w 432584"/>
                <a:gd name="connsiteY18" fmla="*/ 215611 h 379420"/>
                <a:gd name="connsiteX19" fmla="*/ 60957 w 432584"/>
                <a:gd name="connsiteY19" fmla="*/ 365363 h 379420"/>
                <a:gd name="connsiteX20" fmla="*/ 75015 w 432584"/>
                <a:gd name="connsiteY20" fmla="*/ 379421 h 379420"/>
                <a:gd name="connsiteX21" fmla="*/ 157531 w 432584"/>
                <a:gd name="connsiteY21" fmla="*/ 379421 h 379420"/>
                <a:gd name="connsiteX22" fmla="*/ 157531 w 432584"/>
                <a:gd name="connsiteY22" fmla="*/ 270622 h 379420"/>
                <a:gd name="connsiteX23" fmla="*/ 185647 w 432584"/>
                <a:gd name="connsiteY23" fmla="*/ 242506 h 379420"/>
                <a:gd name="connsiteX24" fmla="*/ 246770 w 432584"/>
                <a:gd name="connsiteY24" fmla="*/ 242506 h 379420"/>
                <a:gd name="connsiteX25" fmla="*/ 274887 w 432584"/>
                <a:gd name="connsiteY25" fmla="*/ 270622 h 379420"/>
                <a:gd name="connsiteX26" fmla="*/ 274887 w 432584"/>
                <a:gd name="connsiteY26" fmla="*/ 379421 h 379420"/>
                <a:gd name="connsiteX27" fmla="*/ 357403 w 432584"/>
                <a:gd name="connsiteY27" fmla="*/ 379421 h 37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32584" h="379420">
                  <a:moveTo>
                    <a:pt x="357403" y="379421"/>
                  </a:moveTo>
                  <a:cubicBezTo>
                    <a:pt x="365349" y="379421"/>
                    <a:pt x="371461" y="373309"/>
                    <a:pt x="371461" y="365363"/>
                  </a:cubicBezTo>
                  <a:lnTo>
                    <a:pt x="371461" y="215611"/>
                  </a:lnTo>
                  <a:lnTo>
                    <a:pt x="408135" y="215611"/>
                  </a:lnTo>
                  <a:lnTo>
                    <a:pt x="408135" y="215611"/>
                  </a:lnTo>
                  <a:cubicBezTo>
                    <a:pt x="421583" y="215611"/>
                    <a:pt x="432584" y="204609"/>
                    <a:pt x="432584" y="191162"/>
                  </a:cubicBezTo>
                  <a:cubicBezTo>
                    <a:pt x="432584" y="183216"/>
                    <a:pt x="428917" y="176493"/>
                    <a:pt x="423416" y="172214"/>
                  </a:cubicBezTo>
                  <a:lnTo>
                    <a:pt x="375740" y="130650"/>
                  </a:lnTo>
                  <a:lnTo>
                    <a:pt x="375740" y="62193"/>
                  </a:lnTo>
                  <a:cubicBezTo>
                    <a:pt x="375740" y="54247"/>
                    <a:pt x="369016" y="47523"/>
                    <a:pt x="361071" y="47523"/>
                  </a:cubicBezTo>
                  <a:lnTo>
                    <a:pt x="331120" y="47523"/>
                  </a:lnTo>
                  <a:cubicBezTo>
                    <a:pt x="323174" y="47523"/>
                    <a:pt x="316451" y="54247"/>
                    <a:pt x="316451" y="62193"/>
                  </a:cubicBezTo>
                  <a:lnTo>
                    <a:pt x="316451" y="79307"/>
                  </a:lnTo>
                  <a:lnTo>
                    <a:pt x="232101" y="5959"/>
                  </a:lnTo>
                  <a:cubicBezTo>
                    <a:pt x="222933" y="-1986"/>
                    <a:pt x="209485" y="-1986"/>
                    <a:pt x="200317" y="5959"/>
                  </a:cubicBezTo>
                  <a:lnTo>
                    <a:pt x="8390" y="172825"/>
                  </a:lnTo>
                  <a:cubicBezTo>
                    <a:pt x="445" y="179549"/>
                    <a:pt x="-2000" y="189940"/>
                    <a:pt x="1667" y="199719"/>
                  </a:cubicBezTo>
                  <a:cubicBezTo>
                    <a:pt x="5334" y="209499"/>
                    <a:pt x="14503" y="215611"/>
                    <a:pt x="24283" y="215611"/>
                  </a:cubicBezTo>
                  <a:lnTo>
                    <a:pt x="60957" y="215611"/>
                  </a:lnTo>
                  <a:lnTo>
                    <a:pt x="60957" y="365363"/>
                  </a:lnTo>
                  <a:cubicBezTo>
                    <a:pt x="60957" y="373309"/>
                    <a:pt x="67069" y="379421"/>
                    <a:pt x="75015" y="379421"/>
                  </a:cubicBezTo>
                  <a:lnTo>
                    <a:pt x="157531" y="379421"/>
                  </a:lnTo>
                  <a:lnTo>
                    <a:pt x="157531" y="270622"/>
                  </a:lnTo>
                  <a:cubicBezTo>
                    <a:pt x="157531" y="255341"/>
                    <a:pt x="169755" y="242506"/>
                    <a:pt x="185647" y="242506"/>
                  </a:cubicBezTo>
                  <a:lnTo>
                    <a:pt x="246770" y="242506"/>
                  </a:lnTo>
                  <a:cubicBezTo>
                    <a:pt x="262051" y="242506"/>
                    <a:pt x="274887" y="254730"/>
                    <a:pt x="274887" y="270622"/>
                  </a:cubicBezTo>
                  <a:lnTo>
                    <a:pt x="274887" y="379421"/>
                  </a:lnTo>
                  <a:lnTo>
                    <a:pt x="357403" y="379421"/>
                  </a:lnTo>
                  <a:close/>
                </a:path>
              </a:pathLst>
            </a:custGeom>
            <a:solidFill>
              <a:srgbClr val="FFFFFF"/>
            </a:solidFill>
            <a:ln w="6107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10112969" y="3330234"/>
              <a:ext cx="315394" cy="389353"/>
            </a:xfrm>
            <a:custGeom>
              <a:avLst/>
              <a:gdLst>
                <a:gd name="connsiteX0" fmla="*/ 281166 w 315394"/>
                <a:gd name="connsiteY0" fmla="*/ 155864 h 389353"/>
                <a:gd name="connsiteX1" fmla="*/ 271997 w 315394"/>
                <a:gd name="connsiteY1" fmla="*/ 155864 h 389353"/>
                <a:gd name="connsiteX2" fmla="*/ 222488 w 315394"/>
                <a:gd name="connsiteY2" fmla="*/ 155864 h 389353"/>
                <a:gd name="connsiteX3" fmla="*/ 94741 w 315394"/>
                <a:gd name="connsiteY3" fmla="*/ 155864 h 389353"/>
                <a:gd name="connsiteX4" fmla="*/ 94741 w 315394"/>
                <a:gd name="connsiteY4" fmla="*/ 113689 h 389353"/>
                <a:gd name="connsiteX5" fmla="*/ 158309 w 315394"/>
                <a:gd name="connsiteY5" fmla="*/ 50121 h 389353"/>
                <a:gd name="connsiteX6" fmla="*/ 221876 w 315394"/>
                <a:gd name="connsiteY6" fmla="*/ 113689 h 389353"/>
                <a:gd name="connsiteX7" fmla="*/ 271386 w 315394"/>
                <a:gd name="connsiteY7" fmla="*/ 113689 h 389353"/>
                <a:gd name="connsiteX8" fmla="*/ 157697 w 315394"/>
                <a:gd name="connsiteY8" fmla="*/ 0 h 389353"/>
                <a:gd name="connsiteX9" fmla="*/ 44008 w 315394"/>
                <a:gd name="connsiteY9" fmla="*/ 113689 h 389353"/>
                <a:gd name="connsiteX10" fmla="*/ 44008 w 315394"/>
                <a:gd name="connsiteY10" fmla="*/ 155864 h 389353"/>
                <a:gd name="connsiteX11" fmla="*/ 34840 w 315394"/>
                <a:gd name="connsiteY11" fmla="*/ 155864 h 389353"/>
                <a:gd name="connsiteX12" fmla="*/ 0 w 315394"/>
                <a:gd name="connsiteY12" fmla="*/ 190704 h 389353"/>
                <a:gd name="connsiteX13" fmla="*/ 0 w 315394"/>
                <a:gd name="connsiteY13" fmla="*/ 354513 h 389353"/>
                <a:gd name="connsiteX14" fmla="*/ 34840 w 315394"/>
                <a:gd name="connsiteY14" fmla="*/ 389354 h 389353"/>
                <a:gd name="connsiteX15" fmla="*/ 280555 w 315394"/>
                <a:gd name="connsiteY15" fmla="*/ 389354 h 389353"/>
                <a:gd name="connsiteX16" fmla="*/ 315395 w 315394"/>
                <a:gd name="connsiteY16" fmla="*/ 354513 h 389353"/>
                <a:gd name="connsiteX17" fmla="*/ 315395 w 315394"/>
                <a:gd name="connsiteY17" fmla="*/ 190704 h 389353"/>
                <a:gd name="connsiteX18" fmla="*/ 281166 w 315394"/>
                <a:gd name="connsiteY18" fmla="*/ 155864 h 389353"/>
                <a:gd name="connsiteX19" fmla="*/ 172367 w 315394"/>
                <a:gd name="connsiteY19" fmla="*/ 274442 h 389353"/>
                <a:gd name="connsiteX20" fmla="*/ 172367 w 315394"/>
                <a:gd name="connsiteY20" fmla="*/ 295835 h 389353"/>
                <a:gd name="connsiteX21" fmla="*/ 166866 w 315394"/>
                <a:gd name="connsiteY21" fmla="*/ 301336 h 389353"/>
                <a:gd name="connsiteX22" fmla="*/ 149751 w 315394"/>
                <a:gd name="connsiteY22" fmla="*/ 301336 h 389353"/>
                <a:gd name="connsiteX23" fmla="*/ 144250 w 315394"/>
                <a:gd name="connsiteY23" fmla="*/ 295835 h 389353"/>
                <a:gd name="connsiteX24" fmla="*/ 144250 w 315394"/>
                <a:gd name="connsiteY24" fmla="*/ 274442 h 389353"/>
                <a:gd name="connsiteX25" fmla="*/ 130803 w 315394"/>
                <a:gd name="connsiteY25" fmla="*/ 250604 h 389353"/>
                <a:gd name="connsiteX26" fmla="*/ 158309 w 315394"/>
                <a:gd name="connsiteY26" fmla="*/ 223099 h 389353"/>
                <a:gd name="connsiteX27" fmla="*/ 185814 w 315394"/>
                <a:gd name="connsiteY27" fmla="*/ 250604 h 389353"/>
                <a:gd name="connsiteX28" fmla="*/ 172367 w 315394"/>
                <a:gd name="connsiteY28" fmla="*/ 274442 h 389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15394" h="389353">
                  <a:moveTo>
                    <a:pt x="281166" y="155864"/>
                  </a:moveTo>
                  <a:lnTo>
                    <a:pt x="271997" y="155864"/>
                  </a:lnTo>
                  <a:lnTo>
                    <a:pt x="222488" y="155864"/>
                  </a:lnTo>
                  <a:lnTo>
                    <a:pt x="94741" y="155864"/>
                  </a:lnTo>
                  <a:lnTo>
                    <a:pt x="94741" y="113689"/>
                  </a:lnTo>
                  <a:cubicBezTo>
                    <a:pt x="94741" y="78237"/>
                    <a:pt x="123468" y="50121"/>
                    <a:pt x="158309" y="50121"/>
                  </a:cubicBezTo>
                  <a:cubicBezTo>
                    <a:pt x="193760" y="50121"/>
                    <a:pt x="221876" y="78849"/>
                    <a:pt x="221876" y="113689"/>
                  </a:cubicBezTo>
                  <a:lnTo>
                    <a:pt x="271386" y="113689"/>
                  </a:lnTo>
                  <a:cubicBezTo>
                    <a:pt x="271386" y="51343"/>
                    <a:pt x="220654" y="0"/>
                    <a:pt x="157697" y="0"/>
                  </a:cubicBezTo>
                  <a:cubicBezTo>
                    <a:pt x="94741" y="0"/>
                    <a:pt x="44008" y="50732"/>
                    <a:pt x="44008" y="113689"/>
                  </a:cubicBezTo>
                  <a:lnTo>
                    <a:pt x="44008" y="155864"/>
                  </a:lnTo>
                  <a:lnTo>
                    <a:pt x="34840" y="155864"/>
                  </a:lnTo>
                  <a:cubicBezTo>
                    <a:pt x="15892" y="155864"/>
                    <a:pt x="0" y="171144"/>
                    <a:pt x="0" y="190704"/>
                  </a:cubicBezTo>
                  <a:lnTo>
                    <a:pt x="0" y="354513"/>
                  </a:lnTo>
                  <a:cubicBezTo>
                    <a:pt x="0" y="373462"/>
                    <a:pt x="15281" y="389354"/>
                    <a:pt x="34840" y="389354"/>
                  </a:cubicBezTo>
                  <a:lnTo>
                    <a:pt x="280555" y="389354"/>
                  </a:lnTo>
                  <a:cubicBezTo>
                    <a:pt x="299503" y="389354"/>
                    <a:pt x="315395" y="374073"/>
                    <a:pt x="315395" y="354513"/>
                  </a:cubicBezTo>
                  <a:lnTo>
                    <a:pt x="315395" y="190704"/>
                  </a:lnTo>
                  <a:cubicBezTo>
                    <a:pt x="315395" y="171144"/>
                    <a:pt x="300114" y="155864"/>
                    <a:pt x="281166" y="155864"/>
                  </a:cubicBezTo>
                  <a:close/>
                  <a:moveTo>
                    <a:pt x="172367" y="274442"/>
                  </a:moveTo>
                  <a:lnTo>
                    <a:pt x="172367" y="295835"/>
                  </a:lnTo>
                  <a:cubicBezTo>
                    <a:pt x="172367" y="298892"/>
                    <a:pt x="169922" y="301336"/>
                    <a:pt x="166866" y="301336"/>
                  </a:cubicBezTo>
                  <a:lnTo>
                    <a:pt x="149751" y="301336"/>
                  </a:lnTo>
                  <a:cubicBezTo>
                    <a:pt x="146695" y="301336"/>
                    <a:pt x="144250" y="298892"/>
                    <a:pt x="144250" y="295835"/>
                  </a:cubicBezTo>
                  <a:lnTo>
                    <a:pt x="144250" y="274442"/>
                  </a:lnTo>
                  <a:cubicBezTo>
                    <a:pt x="136304" y="269553"/>
                    <a:pt x="130803" y="260995"/>
                    <a:pt x="130803" y="250604"/>
                  </a:cubicBezTo>
                  <a:cubicBezTo>
                    <a:pt x="130803" y="235324"/>
                    <a:pt x="143028" y="223099"/>
                    <a:pt x="158309" y="223099"/>
                  </a:cubicBezTo>
                  <a:cubicBezTo>
                    <a:pt x="173589" y="223099"/>
                    <a:pt x="185814" y="235324"/>
                    <a:pt x="185814" y="250604"/>
                  </a:cubicBezTo>
                  <a:cubicBezTo>
                    <a:pt x="185814" y="260995"/>
                    <a:pt x="180313" y="269553"/>
                    <a:pt x="172367" y="274442"/>
                  </a:cubicBezTo>
                  <a:close/>
                </a:path>
              </a:pathLst>
            </a:custGeom>
            <a:solidFill>
              <a:srgbClr val="FFFFFF"/>
            </a:solidFill>
            <a:ln w="6107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zh-CN" altLang="en-US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41" name="图形 4"/>
            <p:cNvGrpSpPr/>
            <p:nvPr/>
          </p:nvGrpSpPr>
          <p:grpSpPr>
            <a:xfrm>
              <a:off x="2262208" y="3338207"/>
              <a:ext cx="435962" cy="435962"/>
              <a:chOff x="4661364" y="4173400"/>
              <a:chExt cx="435962" cy="435962"/>
            </a:xfrm>
            <a:solidFill>
              <a:srgbClr val="FFFFFF"/>
            </a:solidFill>
          </p:grpSpPr>
          <p:sp>
            <p:nvSpPr>
              <p:cNvPr id="54" name="任意多边形: 形状 53"/>
              <p:cNvSpPr/>
              <p:nvPr/>
            </p:nvSpPr>
            <p:spPr>
              <a:xfrm>
                <a:off x="4749460" y="4261490"/>
                <a:ext cx="259161" cy="259166"/>
              </a:xfrm>
              <a:custGeom>
                <a:avLst/>
                <a:gdLst>
                  <a:gd name="connsiteX0" fmla="*/ 0 w 259161"/>
                  <a:gd name="connsiteY0" fmla="*/ 129586 h 259166"/>
                  <a:gd name="connsiteX1" fmla="*/ 129581 w 259161"/>
                  <a:gd name="connsiteY1" fmla="*/ 259166 h 259166"/>
                  <a:gd name="connsiteX2" fmla="*/ 259161 w 259161"/>
                  <a:gd name="connsiteY2" fmla="*/ 129586 h 259166"/>
                  <a:gd name="connsiteX3" fmla="*/ 129581 w 259161"/>
                  <a:gd name="connsiteY3" fmla="*/ 5 h 259166"/>
                  <a:gd name="connsiteX4" fmla="*/ 0 w 259161"/>
                  <a:gd name="connsiteY4" fmla="*/ 129586 h 259166"/>
                  <a:gd name="connsiteX5" fmla="*/ 220043 w 259161"/>
                  <a:gd name="connsiteY5" fmla="*/ 121639 h 259166"/>
                  <a:gd name="connsiteX6" fmla="*/ 137527 w 259161"/>
                  <a:gd name="connsiteY6" fmla="*/ 220048 h 259166"/>
                  <a:gd name="connsiteX7" fmla="*/ 39119 w 259161"/>
                  <a:gd name="connsiteY7" fmla="*/ 137531 h 259166"/>
                  <a:gd name="connsiteX8" fmla="*/ 121635 w 259161"/>
                  <a:gd name="connsiteY8" fmla="*/ 39123 h 259166"/>
                  <a:gd name="connsiteX9" fmla="*/ 220043 w 259161"/>
                  <a:gd name="connsiteY9" fmla="*/ 121639 h 259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9161" h="259165">
                    <a:moveTo>
                      <a:pt x="0" y="129586"/>
                    </a:moveTo>
                    <a:cubicBezTo>
                      <a:pt x="0" y="201099"/>
                      <a:pt x="58067" y="259166"/>
                      <a:pt x="129581" y="259166"/>
                    </a:cubicBezTo>
                    <a:cubicBezTo>
                      <a:pt x="201095" y="259166"/>
                      <a:pt x="259161" y="201099"/>
                      <a:pt x="259161" y="129586"/>
                    </a:cubicBezTo>
                    <a:cubicBezTo>
                      <a:pt x="259161" y="58072"/>
                      <a:pt x="201095" y="5"/>
                      <a:pt x="129581" y="5"/>
                    </a:cubicBezTo>
                    <a:cubicBezTo>
                      <a:pt x="58067" y="-607"/>
                      <a:pt x="0" y="58072"/>
                      <a:pt x="0" y="129586"/>
                    </a:cubicBezTo>
                    <a:close/>
                    <a:moveTo>
                      <a:pt x="220043" y="121639"/>
                    </a:moveTo>
                    <a:cubicBezTo>
                      <a:pt x="224321" y="171760"/>
                      <a:pt x="187647" y="215769"/>
                      <a:pt x="137527" y="220048"/>
                    </a:cubicBezTo>
                    <a:cubicBezTo>
                      <a:pt x="87406" y="224326"/>
                      <a:pt x="43397" y="187652"/>
                      <a:pt x="39119" y="137531"/>
                    </a:cubicBezTo>
                    <a:cubicBezTo>
                      <a:pt x="34840" y="87411"/>
                      <a:pt x="71514" y="43402"/>
                      <a:pt x="121635" y="39123"/>
                    </a:cubicBezTo>
                    <a:cubicBezTo>
                      <a:pt x="171755" y="34845"/>
                      <a:pt x="215764" y="71519"/>
                      <a:pt x="220043" y="121639"/>
                    </a:cubicBez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4661364" y="4173400"/>
                <a:ext cx="435962" cy="435962"/>
              </a:xfrm>
              <a:custGeom>
                <a:avLst/>
                <a:gdLst>
                  <a:gd name="connsiteX0" fmla="*/ 395544 w 435962"/>
                  <a:gd name="connsiteY0" fmla="*/ 289190 h 435962"/>
                  <a:gd name="connsiteX1" fmla="*/ 416937 w 435962"/>
                  <a:gd name="connsiteY1" fmla="*/ 288578 h 435962"/>
                  <a:gd name="connsiteX2" fmla="*/ 428550 w 435962"/>
                  <a:gd name="connsiteY2" fmla="*/ 279410 h 435962"/>
                  <a:gd name="connsiteX3" fmla="*/ 435885 w 435962"/>
                  <a:gd name="connsiteY3" fmla="*/ 245181 h 435962"/>
                  <a:gd name="connsiteX4" fmla="*/ 429161 w 435962"/>
                  <a:gd name="connsiteY4" fmla="*/ 232345 h 435962"/>
                  <a:gd name="connsiteX5" fmla="*/ 409602 w 435962"/>
                  <a:gd name="connsiteY5" fmla="*/ 223177 h 435962"/>
                  <a:gd name="connsiteX6" fmla="*/ 401045 w 435962"/>
                  <a:gd name="connsiteY6" fmla="*/ 210341 h 435962"/>
                  <a:gd name="connsiteX7" fmla="*/ 400433 w 435962"/>
                  <a:gd name="connsiteY7" fmla="*/ 201784 h 435962"/>
                  <a:gd name="connsiteX8" fmla="*/ 400433 w 435962"/>
                  <a:gd name="connsiteY8" fmla="*/ 199950 h 435962"/>
                  <a:gd name="connsiteX9" fmla="*/ 407768 w 435962"/>
                  <a:gd name="connsiteY9" fmla="*/ 191393 h 435962"/>
                  <a:gd name="connsiteX10" fmla="*/ 426105 w 435962"/>
                  <a:gd name="connsiteY10" fmla="*/ 179780 h 435962"/>
                  <a:gd name="connsiteX11" fmla="*/ 431606 w 435962"/>
                  <a:gd name="connsiteY11" fmla="*/ 166332 h 435962"/>
                  <a:gd name="connsiteX12" fmla="*/ 420604 w 435962"/>
                  <a:gd name="connsiteY12" fmla="*/ 133326 h 435962"/>
                  <a:gd name="connsiteX13" fmla="*/ 408379 w 435962"/>
                  <a:gd name="connsiteY13" fmla="*/ 125380 h 435962"/>
                  <a:gd name="connsiteX14" fmla="*/ 386987 w 435962"/>
                  <a:gd name="connsiteY14" fmla="*/ 127214 h 435962"/>
                  <a:gd name="connsiteX15" fmla="*/ 373539 w 435962"/>
                  <a:gd name="connsiteY15" fmla="*/ 121101 h 435962"/>
                  <a:gd name="connsiteX16" fmla="*/ 369261 w 435962"/>
                  <a:gd name="connsiteY16" fmla="*/ 100320 h 435962"/>
                  <a:gd name="connsiteX17" fmla="*/ 379040 w 435962"/>
                  <a:gd name="connsiteY17" fmla="*/ 81371 h 435962"/>
                  <a:gd name="connsiteX18" fmla="*/ 376596 w 435962"/>
                  <a:gd name="connsiteY18" fmla="*/ 66702 h 435962"/>
                  <a:gd name="connsiteX19" fmla="*/ 350924 w 435962"/>
                  <a:gd name="connsiteY19" fmla="*/ 43475 h 435962"/>
                  <a:gd name="connsiteX20" fmla="*/ 336254 w 435962"/>
                  <a:gd name="connsiteY20" fmla="*/ 42864 h 435962"/>
                  <a:gd name="connsiteX21" fmla="*/ 318529 w 435962"/>
                  <a:gd name="connsiteY21" fmla="*/ 55089 h 435962"/>
                  <a:gd name="connsiteX22" fmla="*/ 303859 w 435962"/>
                  <a:gd name="connsiteY22" fmla="*/ 56311 h 435962"/>
                  <a:gd name="connsiteX23" fmla="*/ 289190 w 435962"/>
                  <a:gd name="connsiteY23" fmla="*/ 40419 h 435962"/>
                  <a:gd name="connsiteX24" fmla="*/ 288578 w 435962"/>
                  <a:gd name="connsiteY24" fmla="*/ 19026 h 435962"/>
                  <a:gd name="connsiteX25" fmla="*/ 279410 w 435962"/>
                  <a:gd name="connsiteY25" fmla="*/ 7413 h 435962"/>
                  <a:gd name="connsiteX26" fmla="*/ 245181 w 435962"/>
                  <a:gd name="connsiteY26" fmla="*/ 78 h 435962"/>
                  <a:gd name="connsiteX27" fmla="*/ 232345 w 435962"/>
                  <a:gd name="connsiteY27" fmla="*/ 6802 h 435962"/>
                  <a:gd name="connsiteX28" fmla="*/ 223177 w 435962"/>
                  <a:gd name="connsiteY28" fmla="*/ 26361 h 435962"/>
                  <a:gd name="connsiteX29" fmla="*/ 210341 w 435962"/>
                  <a:gd name="connsiteY29" fmla="*/ 34918 h 435962"/>
                  <a:gd name="connsiteX30" fmla="*/ 201784 w 435962"/>
                  <a:gd name="connsiteY30" fmla="*/ 35529 h 435962"/>
                  <a:gd name="connsiteX31" fmla="*/ 199950 w 435962"/>
                  <a:gd name="connsiteY31" fmla="*/ 35529 h 435962"/>
                  <a:gd name="connsiteX32" fmla="*/ 191393 w 435962"/>
                  <a:gd name="connsiteY32" fmla="*/ 28195 h 435962"/>
                  <a:gd name="connsiteX33" fmla="*/ 179780 w 435962"/>
                  <a:gd name="connsiteY33" fmla="*/ 9858 h 435962"/>
                  <a:gd name="connsiteX34" fmla="*/ 166332 w 435962"/>
                  <a:gd name="connsiteY34" fmla="*/ 4357 h 435962"/>
                  <a:gd name="connsiteX35" fmla="*/ 133326 w 435962"/>
                  <a:gd name="connsiteY35" fmla="*/ 15359 h 435962"/>
                  <a:gd name="connsiteX36" fmla="*/ 125380 w 435962"/>
                  <a:gd name="connsiteY36" fmla="*/ 27583 h 435962"/>
                  <a:gd name="connsiteX37" fmla="*/ 127214 w 435962"/>
                  <a:gd name="connsiteY37" fmla="*/ 48976 h 435962"/>
                  <a:gd name="connsiteX38" fmla="*/ 121101 w 435962"/>
                  <a:gd name="connsiteY38" fmla="*/ 62423 h 435962"/>
                  <a:gd name="connsiteX39" fmla="*/ 100320 w 435962"/>
                  <a:gd name="connsiteY39" fmla="*/ 66702 h 435962"/>
                  <a:gd name="connsiteX40" fmla="*/ 81372 w 435962"/>
                  <a:gd name="connsiteY40" fmla="*/ 56922 h 435962"/>
                  <a:gd name="connsiteX41" fmla="*/ 66702 w 435962"/>
                  <a:gd name="connsiteY41" fmla="*/ 59367 h 435962"/>
                  <a:gd name="connsiteX42" fmla="*/ 43475 w 435962"/>
                  <a:gd name="connsiteY42" fmla="*/ 85039 h 435962"/>
                  <a:gd name="connsiteX43" fmla="*/ 42864 w 435962"/>
                  <a:gd name="connsiteY43" fmla="*/ 99708 h 435962"/>
                  <a:gd name="connsiteX44" fmla="*/ 55089 w 435962"/>
                  <a:gd name="connsiteY44" fmla="*/ 117434 h 435962"/>
                  <a:gd name="connsiteX45" fmla="*/ 56311 w 435962"/>
                  <a:gd name="connsiteY45" fmla="*/ 132104 h 435962"/>
                  <a:gd name="connsiteX46" fmla="*/ 40419 w 435962"/>
                  <a:gd name="connsiteY46" fmla="*/ 146773 h 435962"/>
                  <a:gd name="connsiteX47" fmla="*/ 19026 w 435962"/>
                  <a:gd name="connsiteY47" fmla="*/ 147384 h 435962"/>
                  <a:gd name="connsiteX48" fmla="*/ 7413 w 435962"/>
                  <a:gd name="connsiteY48" fmla="*/ 156553 h 435962"/>
                  <a:gd name="connsiteX49" fmla="*/ 78 w 435962"/>
                  <a:gd name="connsiteY49" fmla="*/ 190782 h 435962"/>
                  <a:gd name="connsiteX50" fmla="*/ 6801 w 435962"/>
                  <a:gd name="connsiteY50" fmla="*/ 203617 h 435962"/>
                  <a:gd name="connsiteX51" fmla="*/ 26361 w 435962"/>
                  <a:gd name="connsiteY51" fmla="*/ 212786 h 435962"/>
                  <a:gd name="connsiteX52" fmla="*/ 34918 w 435962"/>
                  <a:gd name="connsiteY52" fmla="*/ 225622 h 435962"/>
                  <a:gd name="connsiteX53" fmla="*/ 35529 w 435962"/>
                  <a:gd name="connsiteY53" fmla="*/ 234179 h 435962"/>
                  <a:gd name="connsiteX54" fmla="*/ 35529 w 435962"/>
                  <a:gd name="connsiteY54" fmla="*/ 236013 h 435962"/>
                  <a:gd name="connsiteX55" fmla="*/ 28194 w 435962"/>
                  <a:gd name="connsiteY55" fmla="*/ 244570 h 435962"/>
                  <a:gd name="connsiteX56" fmla="*/ 9858 w 435962"/>
                  <a:gd name="connsiteY56" fmla="*/ 256183 h 435962"/>
                  <a:gd name="connsiteX57" fmla="*/ 4357 w 435962"/>
                  <a:gd name="connsiteY57" fmla="*/ 269630 h 435962"/>
                  <a:gd name="connsiteX58" fmla="*/ 15359 w 435962"/>
                  <a:gd name="connsiteY58" fmla="*/ 302637 h 435962"/>
                  <a:gd name="connsiteX59" fmla="*/ 27583 w 435962"/>
                  <a:gd name="connsiteY59" fmla="*/ 310583 h 435962"/>
                  <a:gd name="connsiteX60" fmla="*/ 48976 w 435962"/>
                  <a:gd name="connsiteY60" fmla="*/ 308749 h 435962"/>
                  <a:gd name="connsiteX61" fmla="*/ 62423 w 435962"/>
                  <a:gd name="connsiteY61" fmla="*/ 314861 h 435962"/>
                  <a:gd name="connsiteX62" fmla="*/ 66702 w 435962"/>
                  <a:gd name="connsiteY62" fmla="*/ 335643 h 435962"/>
                  <a:gd name="connsiteX63" fmla="*/ 56922 w 435962"/>
                  <a:gd name="connsiteY63" fmla="*/ 354591 h 435962"/>
                  <a:gd name="connsiteX64" fmla="*/ 59367 w 435962"/>
                  <a:gd name="connsiteY64" fmla="*/ 369261 h 435962"/>
                  <a:gd name="connsiteX65" fmla="*/ 85039 w 435962"/>
                  <a:gd name="connsiteY65" fmla="*/ 392488 h 435962"/>
                  <a:gd name="connsiteX66" fmla="*/ 99708 w 435962"/>
                  <a:gd name="connsiteY66" fmla="*/ 393099 h 435962"/>
                  <a:gd name="connsiteX67" fmla="*/ 117434 w 435962"/>
                  <a:gd name="connsiteY67" fmla="*/ 380874 h 435962"/>
                  <a:gd name="connsiteX68" fmla="*/ 132104 w 435962"/>
                  <a:gd name="connsiteY68" fmla="*/ 379652 h 435962"/>
                  <a:gd name="connsiteX69" fmla="*/ 146773 w 435962"/>
                  <a:gd name="connsiteY69" fmla="*/ 395544 h 435962"/>
                  <a:gd name="connsiteX70" fmla="*/ 147384 w 435962"/>
                  <a:gd name="connsiteY70" fmla="*/ 416937 h 435962"/>
                  <a:gd name="connsiteX71" fmla="*/ 156553 w 435962"/>
                  <a:gd name="connsiteY71" fmla="*/ 428550 h 435962"/>
                  <a:gd name="connsiteX72" fmla="*/ 190782 w 435962"/>
                  <a:gd name="connsiteY72" fmla="*/ 435885 h 435962"/>
                  <a:gd name="connsiteX73" fmla="*/ 203618 w 435962"/>
                  <a:gd name="connsiteY73" fmla="*/ 429161 h 435962"/>
                  <a:gd name="connsiteX74" fmla="*/ 212786 w 435962"/>
                  <a:gd name="connsiteY74" fmla="*/ 409602 h 435962"/>
                  <a:gd name="connsiteX75" fmla="*/ 225622 w 435962"/>
                  <a:gd name="connsiteY75" fmla="*/ 401045 h 435962"/>
                  <a:gd name="connsiteX76" fmla="*/ 234179 w 435962"/>
                  <a:gd name="connsiteY76" fmla="*/ 400433 h 435962"/>
                  <a:gd name="connsiteX77" fmla="*/ 236013 w 435962"/>
                  <a:gd name="connsiteY77" fmla="*/ 400433 h 435962"/>
                  <a:gd name="connsiteX78" fmla="*/ 244570 w 435962"/>
                  <a:gd name="connsiteY78" fmla="*/ 407768 h 435962"/>
                  <a:gd name="connsiteX79" fmla="*/ 256183 w 435962"/>
                  <a:gd name="connsiteY79" fmla="*/ 426105 h 435962"/>
                  <a:gd name="connsiteX80" fmla="*/ 269630 w 435962"/>
                  <a:gd name="connsiteY80" fmla="*/ 431606 h 435962"/>
                  <a:gd name="connsiteX81" fmla="*/ 302637 w 435962"/>
                  <a:gd name="connsiteY81" fmla="*/ 420604 h 435962"/>
                  <a:gd name="connsiteX82" fmla="*/ 310583 w 435962"/>
                  <a:gd name="connsiteY82" fmla="*/ 408379 h 435962"/>
                  <a:gd name="connsiteX83" fmla="*/ 308749 w 435962"/>
                  <a:gd name="connsiteY83" fmla="*/ 386986 h 435962"/>
                  <a:gd name="connsiteX84" fmla="*/ 314861 w 435962"/>
                  <a:gd name="connsiteY84" fmla="*/ 373540 h 435962"/>
                  <a:gd name="connsiteX85" fmla="*/ 335643 w 435962"/>
                  <a:gd name="connsiteY85" fmla="*/ 369261 h 435962"/>
                  <a:gd name="connsiteX86" fmla="*/ 354591 w 435962"/>
                  <a:gd name="connsiteY86" fmla="*/ 379040 h 435962"/>
                  <a:gd name="connsiteX87" fmla="*/ 369261 w 435962"/>
                  <a:gd name="connsiteY87" fmla="*/ 376596 h 435962"/>
                  <a:gd name="connsiteX88" fmla="*/ 392488 w 435962"/>
                  <a:gd name="connsiteY88" fmla="*/ 350924 h 435962"/>
                  <a:gd name="connsiteX89" fmla="*/ 393099 w 435962"/>
                  <a:gd name="connsiteY89" fmla="*/ 336254 h 435962"/>
                  <a:gd name="connsiteX90" fmla="*/ 380874 w 435962"/>
                  <a:gd name="connsiteY90" fmla="*/ 318529 h 435962"/>
                  <a:gd name="connsiteX91" fmla="*/ 379652 w 435962"/>
                  <a:gd name="connsiteY91" fmla="*/ 303859 h 435962"/>
                  <a:gd name="connsiteX92" fmla="*/ 395544 w 435962"/>
                  <a:gd name="connsiteY92" fmla="*/ 289190 h 435962"/>
                  <a:gd name="connsiteX93" fmla="*/ 217676 w 435962"/>
                  <a:gd name="connsiteY93" fmla="*/ 365593 h 435962"/>
                  <a:gd name="connsiteX94" fmla="*/ 69758 w 435962"/>
                  <a:gd name="connsiteY94" fmla="*/ 217676 h 435962"/>
                  <a:gd name="connsiteX95" fmla="*/ 217676 w 435962"/>
                  <a:gd name="connsiteY95" fmla="*/ 69758 h 435962"/>
                  <a:gd name="connsiteX96" fmla="*/ 365593 w 435962"/>
                  <a:gd name="connsiteY96" fmla="*/ 217676 h 435962"/>
                  <a:gd name="connsiteX97" fmla="*/ 217676 w 435962"/>
                  <a:gd name="connsiteY97" fmla="*/ 365593 h 435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</a:cxnLst>
                <a:rect l="l" t="t" r="r" b="b"/>
                <a:pathLst>
                  <a:path w="435962" h="435962">
                    <a:moveTo>
                      <a:pt x="395544" y="289190"/>
                    </a:moveTo>
                    <a:lnTo>
                      <a:pt x="416937" y="288578"/>
                    </a:lnTo>
                    <a:cubicBezTo>
                      <a:pt x="421827" y="288578"/>
                      <a:pt x="427328" y="284300"/>
                      <a:pt x="428550" y="279410"/>
                    </a:cubicBezTo>
                    <a:lnTo>
                      <a:pt x="435885" y="245181"/>
                    </a:lnTo>
                    <a:cubicBezTo>
                      <a:pt x="436496" y="240291"/>
                      <a:pt x="433440" y="234179"/>
                      <a:pt x="429161" y="232345"/>
                    </a:cubicBezTo>
                    <a:lnTo>
                      <a:pt x="409602" y="223177"/>
                    </a:lnTo>
                    <a:cubicBezTo>
                      <a:pt x="405323" y="220732"/>
                      <a:pt x="401656" y="215231"/>
                      <a:pt x="401045" y="210341"/>
                    </a:cubicBezTo>
                    <a:cubicBezTo>
                      <a:pt x="401045" y="210341"/>
                      <a:pt x="401045" y="207896"/>
                      <a:pt x="400433" y="201784"/>
                    </a:cubicBezTo>
                    <a:cubicBezTo>
                      <a:pt x="400433" y="199950"/>
                      <a:pt x="400433" y="199950"/>
                      <a:pt x="400433" y="199950"/>
                    </a:cubicBezTo>
                    <a:cubicBezTo>
                      <a:pt x="400433" y="197505"/>
                      <a:pt x="403490" y="193838"/>
                      <a:pt x="407768" y="191393"/>
                    </a:cubicBezTo>
                    <a:lnTo>
                      <a:pt x="426105" y="179780"/>
                    </a:lnTo>
                    <a:cubicBezTo>
                      <a:pt x="430384" y="177335"/>
                      <a:pt x="432829" y="171222"/>
                      <a:pt x="431606" y="166332"/>
                    </a:cubicBezTo>
                    <a:lnTo>
                      <a:pt x="420604" y="133326"/>
                    </a:lnTo>
                    <a:cubicBezTo>
                      <a:pt x="418770" y="128436"/>
                      <a:pt x="413270" y="125380"/>
                      <a:pt x="408379" y="125380"/>
                    </a:cubicBezTo>
                    <a:lnTo>
                      <a:pt x="386987" y="127214"/>
                    </a:lnTo>
                    <a:cubicBezTo>
                      <a:pt x="382097" y="127825"/>
                      <a:pt x="375984" y="124769"/>
                      <a:pt x="373539" y="121101"/>
                    </a:cubicBezTo>
                    <a:cubicBezTo>
                      <a:pt x="371095" y="117434"/>
                      <a:pt x="366816" y="104598"/>
                      <a:pt x="369261" y="100320"/>
                    </a:cubicBezTo>
                    <a:lnTo>
                      <a:pt x="379040" y="81371"/>
                    </a:lnTo>
                    <a:cubicBezTo>
                      <a:pt x="381485" y="77093"/>
                      <a:pt x="380263" y="70369"/>
                      <a:pt x="376596" y="66702"/>
                    </a:cubicBezTo>
                    <a:lnTo>
                      <a:pt x="350924" y="43475"/>
                    </a:lnTo>
                    <a:cubicBezTo>
                      <a:pt x="347257" y="40419"/>
                      <a:pt x="340533" y="40419"/>
                      <a:pt x="336254" y="42864"/>
                    </a:cubicBezTo>
                    <a:lnTo>
                      <a:pt x="318529" y="55089"/>
                    </a:lnTo>
                    <a:cubicBezTo>
                      <a:pt x="314250" y="58145"/>
                      <a:pt x="308138" y="58756"/>
                      <a:pt x="303859" y="56311"/>
                    </a:cubicBezTo>
                    <a:cubicBezTo>
                      <a:pt x="300192" y="54477"/>
                      <a:pt x="289801" y="45309"/>
                      <a:pt x="289190" y="40419"/>
                    </a:cubicBezTo>
                    <a:lnTo>
                      <a:pt x="288578" y="19026"/>
                    </a:lnTo>
                    <a:cubicBezTo>
                      <a:pt x="288578" y="14136"/>
                      <a:pt x="284300" y="8635"/>
                      <a:pt x="279410" y="7413"/>
                    </a:cubicBezTo>
                    <a:lnTo>
                      <a:pt x="245181" y="78"/>
                    </a:lnTo>
                    <a:cubicBezTo>
                      <a:pt x="240291" y="-533"/>
                      <a:pt x="234179" y="2523"/>
                      <a:pt x="232345" y="6802"/>
                    </a:cubicBezTo>
                    <a:lnTo>
                      <a:pt x="223177" y="26361"/>
                    </a:lnTo>
                    <a:cubicBezTo>
                      <a:pt x="220732" y="30639"/>
                      <a:pt x="215231" y="34307"/>
                      <a:pt x="210341" y="34918"/>
                    </a:cubicBezTo>
                    <a:cubicBezTo>
                      <a:pt x="210341" y="34918"/>
                      <a:pt x="207896" y="34918"/>
                      <a:pt x="201784" y="35529"/>
                    </a:cubicBezTo>
                    <a:cubicBezTo>
                      <a:pt x="199950" y="35529"/>
                      <a:pt x="199950" y="35529"/>
                      <a:pt x="199950" y="35529"/>
                    </a:cubicBezTo>
                    <a:cubicBezTo>
                      <a:pt x="197505" y="35529"/>
                      <a:pt x="193838" y="32473"/>
                      <a:pt x="191393" y="28195"/>
                    </a:cubicBezTo>
                    <a:lnTo>
                      <a:pt x="179780" y="9858"/>
                    </a:lnTo>
                    <a:cubicBezTo>
                      <a:pt x="177335" y="5579"/>
                      <a:pt x="171222" y="3134"/>
                      <a:pt x="166332" y="4357"/>
                    </a:cubicBezTo>
                    <a:lnTo>
                      <a:pt x="133326" y="15359"/>
                    </a:lnTo>
                    <a:cubicBezTo>
                      <a:pt x="128436" y="17192"/>
                      <a:pt x="125380" y="22693"/>
                      <a:pt x="125380" y="27583"/>
                    </a:cubicBezTo>
                    <a:lnTo>
                      <a:pt x="127214" y="48976"/>
                    </a:lnTo>
                    <a:cubicBezTo>
                      <a:pt x="127825" y="53866"/>
                      <a:pt x="124769" y="59978"/>
                      <a:pt x="121101" y="62423"/>
                    </a:cubicBezTo>
                    <a:cubicBezTo>
                      <a:pt x="117434" y="64868"/>
                      <a:pt x="104598" y="69147"/>
                      <a:pt x="100320" y="66702"/>
                    </a:cubicBezTo>
                    <a:lnTo>
                      <a:pt x="81372" y="56922"/>
                    </a:lnTo>
                    <a:cubicBezTo>
                      <a:pt x="77093" y="54477"/>
                      <a:pt x="70369" y="55700"/>
                      <a:pt x="66702" y="59367"/>
                    </a:cubicBezTo>
                    <a:lnTo>
                      <a:pt x="43475" y="85039"/>
                    </a:lnTo>
                    <a:cubicBezTo>
                      <a:pt x="40419" y="88706"/>
                      <a:pt x="40419" y="95430"/>
                      <a:pt x="42864" y="99708"/>
                    </a:cubicBezTo>
                    <a:lnTo>
                      <a:pt x="55089" y="117434"/>
                    </a:lnTo>
                    <a:cubicBezTo>
                      <a:pt x="58145" y="121713"/>
                      <a:pt x="58756" y="127825"/>
                      <a:pt x="56311" y="132104"/>
                    </a:cubicBezTo>
                    <a:cubicBezTo>
                      <a:pt x="54477" y="135771"/>
                      <a:pt x="45309" y="146162"/>
                      <a:pt x="40419" y="146773"/>
                    </a:cubicBezTo>
                    <a:lnTo>
                      <a:pt x="19026" y="147384"/>
                    </a:lnTo>
                    <a:cubicBezTo>
                      <a:pt x="14136" y="147384"/>
                      <a:pt x="8635" y="151663"/>
                      <a:pt x="7413" y="156553"/>
                    </a:cubicBezTo>
                    <a:lnTo>
                      <a:pt x="78" y="190782"/>
                    </a:lnTo>
                    <a:cubicBezTo>
                      <a:pt x="-533" y="195671"/>
                      <a:pt x="2523" y="201784"/>
                      <a:pt x="6801" y="203617"/>
                    </a:cubicBezTo>
                    <a:lnTo>
                      <a:pt x="26361" y="212786"/>
                    </a:lnTo>
                    <a:cubicBezTo>
                      <a:pt x="30639" y="215231"/>
                      <a:pt x="34307" y="220732"/>
                      <a:pt x="34918" y="225622"/>
                    </a:cubicBezTo>
                    <a:cubicBezTo>
                      <a:pt x="34918" y="225622"/>
                      <a:pt x="34918" y="228067"/>
                      <a:pt x="35529" y="234179"/>
                    </a:cubicBezTo>
                    <a:cubicBezTo>
                      <a:pt x="35529" y="236013"/>
                      <a:pt x="35529" y="236013"/>
                      <a:pt x="35529" y="236013"/>
                    </a:cubicBezTo>
                    <a:cubicBezTo>
                      <a:pt x="35529" y="238458"/>
                      <a:pt x="32473" y="242125"/>
                      <a:pt x="28194" y="244570"/>
                    </a:cubicBezTo>
                    <a:lnTo>
                      <a:pt x="9858" y="256183"/>
                    </a:lnTo>
                    <a:cubicBezTo>
                      <a:pt x="5579" y="258628"/>
                      <a:pt x="3134" y="264740"/>
                      <a:pt x="4357" y="269630"/>
                    </a:cubicBezTo>
                    <a:lnTo>
                      <a:pt x="15359" y="302637"/>
                    </a:lnTo>
                    <a:cubicBezTo>
                      <a:pt x="17192" y="307526"/>
                      <a:pt x="22693" y="310583"/>
                      <a:pt x="27583" y="310583"/>
                    </a:cubicBezTo>
                    <a:lnTo>
                      <a:pt x="48976" y="308749"/>
                    </a:lnTo>
                    <a:cubicBezTo>
                      <a:pt x="53866" y="308138"/>
                      <a:pt x="59978" y="311194"/>
                      <a:pt x="62423" y="314861"/>
                    </a:cubicBezTo>
                    <a:cubicBezTo>
                      <a:pt x="64868" y="318529"/>
                      <a:pt x="69147" y="331365"/>
                      <a:pt x="66702" y="335643"/>
                    </a:cubicBezTo>
                    <a:lnTo>
                      <a:pt x="56922" y="354591"/>
                    </a:lnTo>
                    <a:cubicBezTo>
                      <a:pt x="54477" y="358870"/>
                      <a:pt x="55700" y="365593"/>
                      <a:pt x="59367" y="369261"/>
                    </a:cubicBezTo>
                    <a:lnTo>
                      <a:pt x="85039" y="392488"/>
                    </a:lnTo>
                    <a:cubicBezTo>
                      <a:pt x="88706" y="395544"/>
                      <a:pt x="95430" y="395544"/>
                      <a:pt x="99708" y="393099"/>
                    </a:cubicBezTo>
                    <a:lnTo>
                      <a:pt x="117434" y="380874"/>
                    </a:lnTo>
                    <a:cubicBezTo>
                      <a:pt x="121713" y="377818"/>
                      <a:pt x="127825" y="377207"/>
                      <a:pt x="132104" y="379652"/>
                    </a:cubicBezTo>
                    <a:cubicBezTo>
                      <a:pt x="135771" y="381485"/>
                      <a:pt x="146162" y="390654"/>
                      <a:pt x="146773" y="395544"/>
                    </a:cubicBezTo>
                    <a:lnTo>
                      <a:pt x="147384" y="416937"/>
                    </a:lnTo>
                    <a:cubicBezTo>
                      <a:pt x="147384" y="421827"/>
                      <a:pt x="151663" y="427328"/>
                      <a:pt x="156553" y="428550"/>
                    </a:cubicBezTo>
                    <a:lnTo>
                      <a:pt x="190782" y="435885"/>
                    </a:lnTo>
                    <a:cubicBezTo>
                      <a:pt x="195671" y="436496"/>
                      <a:pt x="201784" y="433440"/>
                      <a:pt x="203618" y="429161"/>
                    </a:cubicBezTo>
                    <a:lnTo>
                      <a:pt x="212786" y="409602"/>
                    </a:lnTo>
                    <a:cubicBezTo>
                      <a:pt x="215231" y="405323"/>
                      <a:pt x="220732" y="401656"/>
                      <a:pt x="225622" y="401045"/>
                    </a:cubicBezTo>
                    <a:cubicBezTo>
                      <a:pt x="225622" y="401045"/>
                      <a:pt x="228067" y="401045"/>
                      <a:pt x="234179" y="400433"/>
                    </a:cubicBezTo>
                    <a:cubicBezTo>
                      <a:pt x="236013" y="400433"/>
                      <a:pt x="236013" y="400433"/>
                      <a:pt x="236013" y="400433"/>
                    </a:cubicBezTo>
                    <a:cubicBezTo>
                      <a:pt x="238458" y="400433"/>
                      <a:pt x="242125" y="403490"/>
                      <a:pt x="244570" y="407768"/>
                    </a:cubicBezTo>
                    <a:lnTo>
                      <a:pt x="256183" y="426105"/>
                    </a:lnTo>
                    <a:cubicBezTo>
                      <a:pt x="258628" y="430384"/>
                      <a:pt x="264741" y="432829"/>
                      <a:pt x="269630" y="431606"/>
                    </a:cubicBezTo>
                    <a:lnTo>
                      <a:pt x="302637" y="420604"/>
                    </a:lnTo>
                    <a:cubicBezTo>
                      <a:pt x="307527" y="418770"/>
                      <a:pt x="310583" y="413270"/>
                      <a:pt x="310583" y="408379"/>
                    </a:cubicBezTo>
                    <a:lnTo>
                      <a:pt x="308749" y="386986"/>
                    </a:lnTo>
                    <a:cubicBezTo>
                      <a:pt x="308138" y="382097"/>
                      <a:pt x="311194" y="375984"/>
                      <a:pt x="314861" y="373540"/>
                    </a:cubicBezTo>
                    <a:cubicBezTo>
                      <a:pt x="318529" y="371095"/>
                      <a:pt x="331365" y="366816"/>
                      <a:pt x="335643" y="369261"/>
                    </a:cubicBezTo>
                    <a:lnTo>
                      <a:pt x="354591" y="379040"/>
                    </a:lnTo>
                    <a:cubicBezTo>
                      <a:pt x="358870" y="381485"/>
                      <a:pt x="365593" y="380263"/>
                      <a:pt x="369261" y="376596"/>
                    </a:cubicBezTo>
                    <a:lnTo>
                      <a:pt x="392488" y="350924"/>
                    </a:lnTo>
                    <a:cubicBezTo>
                      <a:pt x="395544" y="347256"/>
                      <a:pt x="395544" y="340533"/>
                      <a:pt x="393099" y="336254"/>
                    </a:cubicBezTo>
                    <a:lnTo>
                      <a:pt x="380874" y="318529"/>
                    </a:lnTo>
                    <a:cubicBezTo>
                      <a:pt x="377818" y="314250"/>
                      <a:pt x="377207" y="308138"/>
                      <a:pt x="379652" y="303859"/>
                    </a:cubicBezTo>
                    <a:cubicBezTo>
                      <a:pt x="381485" y="300192"/>
                      <a:pt x="390654" y="289190"/>
                      <a:pt x="395544" y="289190"/>
                    </a:cubicBezTo>
                    <a:close/>
                    <a:moveTo>
                      <a:pt x="217676" y="365593"/>
                    </a:moveTo>
                    <a:cubicBezTo>
                      <a:pt x="136382" y="365593"/>
                      <a:pt x="69758" y="298969"/>
                      <a:pt x="69758" y="217676"/>
                    </a:cubicBezTo>
                    <a:cubicBezTo>
                      <a:pt x="69758" y="136382"/>
                      <a:pt x="136382" y="69758"/>
                      <a:pt x="217676" y="69758"/>
                    </a:cubicBezTo>
                    <a:cubicBezTo>
                      <a:pt x="298969" y="69758"/>
                      <a:pt x="365593" y="136382"/>
                      <a:pt x="365593" y="217676"/>
                    </a:cubicBezTo>
                    <a:cubicBezTo>
                      <a:pt x="365593" y="298969"/>
                      <a:pt x="298969" y="365593"/>
                      <a:pt x="217676" y="365593"/>
                    </a:cubicBez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</p:grpSp>
        <p:grpSp>
          <p:nvGrpSpPr>
            <p:cNvPr id="42" name="图形 4"/>
            <p:cNvGrpSpPr/>
            <p:nvPr/>
          </p:nvGrpSpPr>
          <p:grpSpPr>
            <a:xfrm>
              <a:off x="6210852" y="3330234"/>
              <a:ext cx="371627" cy="429694"/>
              <a:chOff x="7094749" y="5109882"/>
              <a:chExt cx="371627" cy="429694"/>
            </a:xfrm>
            <a:solidFill>
              <a:srgbClr val="FFFFFF"/>
            </a:solidFill>
          </p:grpSpPr>
          <p:sp>
            <p:nvSpPr>
              <p:cNvPr id="49" name="任意多边形: 形状 48"/>
              <p:cNvSpPr/>
              <p:nvPr/>
            </p:nvSpPr>
            <p:spPr>
              <a:xfrm>
                <a:off x="7345964" y="5280415"/>
                <a:ext cx="98408" cy="226155"/>
              </a:xfrm>
              <a:custGeom>
                <a:avLst/>
                <a:gdLst>
                  <a:gd name="connsiteX0" fmla="*/ 0 w 98408"/>
                  <a:gd name="connsiteY0" fmla="*/ 0 h 226155"/>
                  <a:gd name="connsiteX1" fmla="*/ 98408 w 98408"/>
                  <a:gd name="connsiteY1" fmla="*/ 0 h 226155"/>
                  <a:gd name="connsiteX2" fmla="*/ 98408 w 98408"/>
                  <a:gd name="connsiteY2" fmla="*/ 226155 h 226155"/>
                  <a:gd name="connsiteX3" fmla="*/ 0 w 98408"/>
                  <a:gd name="connsiteY3" fmla="*/ 226155 h 22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226154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226155"/>
                    </a:lnTo>
                    <a:lnTo>
                      <a:pt x="0" y="226155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50" name="任意多边形: 形状 49"/>
              <p:cNvSpPr/>
              <p:nvPr/>
            </p:nvSpPr>
            <p:spPr>
              <a:xfrm>
                <a:off x="7229831" y="5345205"/>
                <a:ext cx="98408" cy="161364"/>
              </a:xfrm>
              <a:custGeom>
                <a:avLst/>
                <a:gdLst>
                  <a:gd name="connsiteX0" fmla="*/ 0 w 98408"/>
                  <a:gd name="connsiteY0" fmla="*/ 0 h 161364"/>
                  <a:gd name="connsiteX1" fmla="*/ 98408 w 98408"/>
                  <a:gd name="connsiteY1" fmla="*/ 0 h 161364"/>
                  <a:gd name="connsiteX2" fmla="*/ 98408 w 98408"/>
                  <a:gd name="connsiteY2" fmla="*/ 161365 h 161364"/>
                  <a:gd name="connsiteX3" fmla="*/ 0 w 98408"/>
                  <a:gd name="connsiteY3" fmla="*/ 161365 h 161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161364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161365"/>
                    </a:lnTo>
                    <a:lnTo>
                      <a:pt x="0" y="161365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7114308" y="5398994"/>
                <a:ext cx="98408" cy="107576"/>
              </a:xfrm>
              <a:custGeom>
                <a:avLst/>
                <a:gdLst>
                  <a:gd name="connsiteX0" fmla="*/ 0 w 98408"/>
                  <a:gd name="connsiteY0" fmla="*/ 0 h 107576"/>
                  <a:gd name="connsiteX1" fmla="*/ 98408 w 98408"/>
                  <a:gd name="connsiteY1" fmla="*/ 0 h 107576"/>
                  <a:gd name="connsiteX2" fmla="*/ 98408 w 98408"/>
                  <a:gd name="connsiteY2" fmla="*/ 107576 h 107576"/>
                  <a:gd name="connsiteX3" fmla="*/ 0 w 98408"/>
                  <a:gd name="connsiteY3" fmla="*/ 107576 h 107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107576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107576"/>
                    </a:lnTo>
                    <a:lnTo>
                      <a:pt x="0" y="107576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7116753" y="5109882"/>
                <a:ext cx="311727" cy="206808"/>
              </a:xfrm>
              <a:custGeom>
                <a:avLst/>
                <a:gdLst>
                  <a:gd name="connsiteX0" fmla="*/ 212708 w 311727"/>
                  <a:gd name="connsiteY0" fmla="*/ 34840 h 206808"/>
                  <a:gd name="connsiteX1" fmla="*/ 244492 w 311727"/>
                  <a:gd name="connsiteY1" fmla="*/ 50121 h 206808"/>
                  <a:gd name="connsiteX2" fmla="*/ 0 w 311727"/>
                  <a:gd name="connsiteY2" fmla="*/ 198039 h 206808"/>
                  <a:gd name="connsiteX3" fmla="*/ 280555 w 311727"/>
                  <a:gd name="connsiteY3" fmla="*/ 73959 h 206808"/>
                  <a:gd name="connsiteX4" fmla="*/ 311727 w 311727"/>
                  <a:gd name="connsiteY4" fmla="*/ 92907 h 206808"/>
                  <a:gd name="connsiteX5" fmla="*/ 295835 w 311727"/>
                  <a:gd name="connsiteY5" fmla="*/ 0 h 206808"/>
                  <a:gd name="connsiteX6" fmla="*/ 212708 w 311727"/>
                  <a:gd name="connsiteY6" fmla="*/ 34840 h 206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727" h="206808">
                    <a:moveTo>
                      <a:pt x="212708" y="34840"/>
                    </a:moveTo>
                    <a:lnTo>
                      <a:pt x="244492" y="50121"/>
                    </a:lnTo>
                    <a:cubicBezTo>
                      <a:pt x="176034" y="212097"/>
                      <a:pt x="0" y="198039"/>
                      <a:pt x="0" y="198039"/>
                    </a:cubicBezTo>
                    <a:cubicBezTo>
                      <a:pt x="171144" y="235324"/>
                      <a:pt x="238380" y="146084"/>
                      <a:pt x="280555" y="73959"/>
                    </a:cubicBezTo>
                    <a:lnTo>
                      <a:pt x="311727" y="92907"/>
                    </a:lnTo>
                    <a:lnTo>
                      <a:pt x="295835" y="0"/>
                    </a:lnTo>
                    <a:lnTo>
                      <a:pt x="212708" y="34840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7094749" y="5521851"/>
                <a:ext cx="371627" cy="17725"/>
              </a:xfrm>
              <a:custGeom>
                <a:avLst/>
                <a:gdLst>
                  <a:gd name="connsiteX0" fmla="*/ 0 w 371627"/>
                  <a:gd name="connsiteY0" fmla="*/ 0 h 17725"/>
                  <a:gd name="connsiteX1" fmla="*/ 371628 w 371627"/>
                  <a:gd name="connsiteY1" fmla="*/ 0 h 17725"/>
                  <a:gd name="connsiteX2" fmla="*/ 371628 w 371627"/>
                  <a:gd name="connsiteY2" fmla="*/ 17726 h 17725"/>
                  <a:gd name="connsiteX3" fmla="*/ 0 w 371627"/>
                  <a:gd name="connsiteY3" fmla="*/ 17726 h 1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627" h="17725">
                    <a:moveTo>
                      <a:pt x="0" y="0"/>
                    </a:moveTo>
                    <a:lnTo>
                      <a:pt x="371628" y="0"/>
                    </a:lnTo>
                    <a:lnTo>
                      <a:pt x="371628" y="17726"/>
                    </a:lnTo>
                    <a:lnTo>
                      <a:pt x="0" y="17726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</p:grpSp>
        <p:grpSp>
          <p:nvGrpSpPr>
            <p:cNvPr id="43" name="图形 4"/>
            <p:cNvGrpSpPr/>
            <p:nvPr/>
          </p:nvGrpSpPr>
          <p:grpSpPr>
            <a:xfrm>
              <a:off x="8102252" y="3360655"/>
              <a:ext cx="429083" cy="320284"/>
              <a:chOff x="6265310" y="6064623"/>
              <a:chExt cx="429083" cy="320284"/>
            </a:xfrm>
            <a:solidFill>
              <a:srgbClr val="FFFFFF"/>
            </a:solidFill>
          </p:grpSpPr>
          <p:sp>
            <p:nvSpPr>
              <p:cNvPr id="44" name="任意多边形: 形状 43"/>
              <p:cNvSpPr/>
              <p:nvPr/>
            </p:nvSpPr>
            <p:spPr>
              <a:xfrm>
                <a:off x="6419951" y="6064623"/>
                <a:ext cx="120412" cy="95351"/>
              </a:xfrm>
              <a:custGeom>
                <a:avLst/>
                <a:gdLst>
                  <a:gd name="connsiteX0" fmla="*/ 114300 w 120412"/>
                  <a:gd name="connsiteY0" fmla="*/ 0 h 95351"/>
                  <a:gd name="connsiteX1" fmla="*/ 6112 w 120412"/>
                  <a:gd name="connsiteY1" fmla="*/ 0 h 95351"/>
                  <a:gd name="connsiteX2" fmla="*/ 0 w 120412"/>
                  <a:gd name="connsiteY2" fmla="*/ 6112 h 95351"/>
                  <a:gd name="connsiteX3" fmla="*/ 0 w 120412"/>
                  <a:gd name="connsiteY3" fmla="*/ 89239 h 95351"/>
                  <a:gd name="connsiteX4" fmla="*/ 6112 w 120412"/>
                  <a:gd name="connsiteY4" fmla="*/ 95352 h 95351"/>
                  <a:gd name="connsiteX5" fmla="*/ 114300 w 120412"/>
                  <a:gd name="connsiteY5" fmla="*/ 95352 h 95351"/>
                  <a:gd name="connsiteX6" fmla="*/ 120412 w 120412"/>
                  <a:gd name="connsiteY6" fmla="*/ 89239 h 95351"/>
                  <a:gd name="connsiteX7" fmla="*/ 120412 w 120412"/>
                  <a:gd name="connsiteY7" fmla="*/ 6112 h 95351"/>
                  <a:gd name="connsiteX8" fmla="*/ 114300 w 120412"/>
                  <a:gd name="connsiteY8" fmla="*/ 0 h 95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412" h="95351">
                    <a:moveTo>
                      <a:pt x="114300" y="0"/>
                    </a:moveTo>
                    <a:lnTo>
                      <a:pt x="6112" y="0"/>
                    </a:lnTo>
                    <a:cubicBezTo>
                      <a:pt x="2445" y="0"/>
                      <a:pt x="0" y="3056"/>
                      <a:pt x="0" y="6112"/>
                    </a:cubicBezTo>
                    <a:lnTo>
                      <a:pt x="0" y="89239"/>
                    </a:lnTo>
                    <a:cubicBezTo>
                      <a:pt x="0" y="92907"/>
                      <a:pt x="3056" y="95352"/>
                      <a:pt x="6112" y="95352"/>
                    </a:cubicBezTo>
                    <a:lnTo>
                      <a:pt x="114300" y="95352"/>
                    </a:lnTo>
                    <a:cubicBezTo>
                      <a:pt x="117967" y="95352"/>
                      <a:pt x="120412" y="92296"/>
                      <a:pt x="120412" y="89239"/>
                    </a:cubicBezTo>
                    <a:lnTo>
                      <a:pt x="120412" y="6112"/>
                    </a:lnTo>
                    <a:cubicBezTo>
                      <a:pt x="120412" y="2445"/>
                      <a:pt x="117356" y="0"/>
                      <a:pt x="114300" y="0"/>
                    </a:cubicBez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6573981" y="6289556"/>
                <a:ext cx="120412" cy="95351"/>
              </a:xfrm>
              <a:custGeom>
                <a:avLst/>
                <a:gdLst>
                  <a:gd name="connsiteX0" fmla="*/ 114300 w 120412"/>
                  <a:gd name="connsiteY0" fmla="*/ 0 h 95351"/>
                  <a:gd name="connsiteX1" fmla="*/ 6112 w 120412"/>
                  <a:gd name="connsiteY1" fmla="*/ 0 h 95351"/>
                  <a:gd name="connsiteX2" fmla="*/ 0 w 120412"/>
                  <a:gd name="connsiteY2" fmla="*/ 6112 h 95351"/>
                  <a:gd name="connsiteX3" fmla="*/ 0 w 120412"/>
                  <a:gd name="connsiteY3" fmla="*/ 89239 h 95351"/>
                  <a:gd name="connsiteX4" fmla="*/ 6112 w 120412"/>
                  <a:gd name="connsiteY4" fmla="*/ 95352 h 95351"/>
                  <a:gd name="connsiteX5" fmla="*/ 114300 w 120412"/>
                  <a:gd name="connsiteY5" fmla="*/ 95352 h 95351"/>
                  <a:gd name="connsiteX6" fmla="*/ 120412 w 120412"/>
                  <a:gd name="connsiteY6" fmla="*/ 89239 h 95351"/>
                  <a:gd name="connsiteX7" fmla="*/ 120412 w 120412"/>
                  <a:gd name="connsiteY7" fmla="*/ 6112 h 95351"/>
                  <a:gd name="connsiteX8" fmla="*/ 114300 w 120412"/>
                  <a:gd name="connsiteY8" fmla="*/ 0 h 95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412" h="95351">
                    <a:moveTo>
                      <a:pt x="114300" y="0"/>
                    </a:moveTo>
                    <a:lnTo>
                      <a:pt x="6112" y="0"/>
                    </a:lnTo>
                    <a:cubicBezTo>
                      <a:pt x="2445" y="0"/>
                      <a:pt x="0" y="3056"/>
                      <a:pt x="0" y="6112"/>
                    </a:cubicBezTo>
                    <a:lnTo>
                      <a:pt x="0" y="89239"/>
                    </a:lnTo>
                    <a:cubicBezTo>
                      <a:pt x="0" y="92907"/>
                      <a:pt x="3056" y="95352"/>
                      <a:pt x="6112" y="95352"/>
                    </a:cubicBezTo>
                    <a:lnTo>
                      <a:pt x="114300" y="95352"/>
                    </a:lnTo>
                    <a:cubicBezTo>
                      <a:pt x="117967" y="95352"/>
                      <a:pt x="120412" y="92296"/>
                      <a:pt x="120412" y="89239"/>
                    </a:cubicBezTo>
                    <a:lnTo>
                      <a:pt x="120412" y="6112"/>
                    </a:lnTo>
                    <a:cubicBezTo>
                      <a:pt x="120412" y="3056"/>
                      <a:pt x="117967" y="0"/>
                      <a:pt x="114300" y="0"/>
                    </a:cubicBez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6419951" y="6289556"/>
                <a:ext cx="120412" cy="95351"/>
              </a:xfrm>
              <a:custGeom>
                <a:avLst/>
                <a:gdLst>
                  <a:gd name="connsiteX0" fmla="*/ 114300 w 120412"/>
                  <a:gd name="connsiteY0" fmla="*/ 0 h 95351"/>
                  <a:gd name="connsiteX1" fmla="*/ 6112 w 120412"/>
                  <a:gd name="connsiteY1" fmla="*/ 0 h 95351"/>
                  <a:gd name="connsiteX2" fmla="*/ 0 w 120412"/>
                  <a:gd name="connsiteY2" fmla="*/ 6112 h 95351"/>
                  <a:gd name="connsiteX3" fmla="*/ 0 w 120412"/>
                  <a:gd name="connsiteY3" fmla="*/ 89239 h 95351"/>
                  <a:gd name="connsiteX4" fmla="*/ 6112 w 120412"/>
                  <a:gd name="connsiteY4" fmla="*/ 95352 h 95351"/>
                  <a:gd name="connsiteX5" fmla="*/ 114300 w 120412"/>
                  <a:gd name="connsiteY5" fmla="*/ 95352 h 95351"/>
                  <a:gd name="connsiteX6" fmla="*/ 120412 w 120412"/>
                  <a:gd name="connsiteY6" fmla="*/ 89239 h 95351"/>
                  <a:gd name="connsiteX7" fmla="*/ 120412 w 120412"/>
                  <a:gd name="connsiteY7" fmla="*/ 6112 h 95351"/>
                  <a:gd name="connsiteX8" fmla="*/ 114300 w 120412"/>
                  <a:gd name="connsiteY8" fmla="*/ 0 h 95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412" h="95351">
                    <a:moveTo>
                      <a:pt x="114300" y="0"/>
                    </a:moveTo>
                    <a:lnTo>
                      <a:pt x="6112" y="0"/>
                    </a:lnTo>
                    <a:cubicBezTo>
                      <a:pt x="2445" y="0"/>
                      <a:pt x="0" y="3056"/>
                      <a:pt x="0" y="6112"/>
                    </a:cubicBezTo>
                    <a:lnTo>
                      <a:pt x="0" y="89239"/>
                    </a:lnTo>
                    <a:cubicBezTo>
                      <a:pt x="0" y="92907"/>
                      <a:pt x="3056" y="95352"/>
                      <a:pt x="6112" y="95352"/>
                    </a:cubicBezTo>
                    <a:lnTo>
                      <a:pt x="114300" y="95352"/>
                    </a:lnTo>
                    <a:cubicBezTo>
                      <a:pt x="117967" y="95352"/>
                      <a:pt x="120412" y="92296"/>
                      <a:pt x="120412" y="89239"/>
                    </a:cubicBezTo>
                    <a:lnTo>
                      <a:pt x="120412" y="6112"/>
                    </a:lnTo>
                    <a:cubicBezTo>
                      <a:pt x="120412" y="3056"/>
                      <a:pt x="117356" y="0"/>
                      <a:pt x="114300" y="0"/>
                    </a:cubicBez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6265310" y="6289556"/>
                <a:ext cx="120490" cy="95351"/>
              </a:xfrm>
              <a:custGeom>
                <a:avLst/>
                <a:gdLst>
                  <a:gd name="connsiteX0" fmla="*/ 114300 w 120490"/>
                  <a:gd name="connsiteY0" fmla="*/ 0 h 95351"/>
                  <a:gd name="connsiteX1" fmla="*/ 6112 w 120490"/>
                  <a:gd name="connsiteY1" fmla="*/ 0 h 95351"/>
                  <a:gd name="connsiteX2" fmla="*/ 0 w 120490"/>
                  <a:gd name="connsiteY2" fmla="*/ 6112 h 95351"/>
                  <a:gd name="connsiteX3" fmla="*/ 0 w 120490"/>
                  <a:gd name="connsiteY3" fmla="*/ 89239 h 95351"/>
                  <a:gd name="connsiteX4" fmla="*/ 6112 w 120490"/>
                  <a:gd name="connsiteY4" fmla="*/ 95352 h 95351"/>
                  <a:gd name="connsiteX5" fmla="*/ 114300 w 120490"/>
                  <a:gd name="connsiteY5" fmla="*/ 95352 h 95351"/>
                  <a:gd name="connsiteX6" fmla="*/ 120412 w 120490"/>
                  <a:gd name="connsiteY6" fmla="*/ 89239 h 95351"/>
                  <a:gd name="connsiteX7" fmla="*/ 120412 w 120490"/>
                  <a:gd name="connsiteY7" fmla="*/ 6112 h 95351"/>
                  <a:gd name="connsiteX8" fmla="*/ 114300 w 120490"/>
                  <a:gd name="connsiteY8" fmla="*/ 0 h 95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490" h="95351">
                    <a:moveTo>
                      <a:pt x="114300" y="0"/>
                    </a:moveTo>
                    <a:lnTo>
                      <a:pt x="6112" y="0"/>
                    </a:lnTo>
                    <a:cubicBezTo>
                      <a:pt x="2445" y="0"/>
                      <a:pt x="0" y="3056"/>
                      <a:pt x="0" y="6112"/>
                    </a:cubicBezTo>
                    <a:lnTo>
                      <a:pt x="0" y="89239"/>
                    </a:lnTo>
                    <a:cubicBezTo>
                      <a:pt x="0" y="92907"/>
                      <a:pt x="3056" y="95352"/>
                      <a:pt x="6112" y="95352"/>
                    </a:cubicBezTo>
                    <a:lnTo>
                      <a:pt x="114300" y="95352"/>
                    </a:lnTo>
                    <a:cubicBezTo>
                      <a:pt x="117967" y="95352"/>
                      <a:pt x="120412" y="92296"/>
                      <a:pt x="120412" y="89239"/>
                    </a:cubicBezTo>
                    <a:lnTo>
                      <a:pt x="120412" y="6112"/>
                    </a:lnTo>
                    <a:cubicBezTo>
                      <a:pt x="121023" y="3056"/>
                      <a:pt x="117967" y="0"/>
                      <a:pt x="114300" y="0"/>
                    </a:cubicBez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6312986" y="6170977"/>
                <a:ext cx="334342" cy="106965"/>
              </a:xfrm>
              <a:custGeom>
                <a:avLst/>
                <a:gdLst>
                  <a:gd name="connsiteX0" fmla="*/ 334343 w 334342"/>
                  <a:gd name="connsiteY0" fmla="*/ 46454 h 106965"/>
                  <a:gd name="connsiteX1" fmla="*/ 328231 w 334342"/>
                  <a:gd name="connsiteY1" fmla="*/ 40341 h 106965"/>
                  <a:gd name="connsiteX2" fmla="*/ 179702 w 334342"/>
                  <a:gd name="connsiteY2" fmla="*/ 40341 h 106965"/>
                  <a:gd name="connsiteX3" fmla="*/ 179702 w 334342"/>
                  <a:gd name="connsiteY3" fmla="*/ 6112 h 106965"/>
                  <a:gd name="connsiteX4" fmla="*/ 173589 w 334342"/>
                  <a:gd name="connsiteY4" fmla="*/ 0 h 106965"/>
                  <a:gd name="connsiteX5" fmla="*/ 161365 w 334342"/>
                  <a:gd name="connsiteY5" fmla="*/ 0 h 106965"/>
                  <a:gd name="connsiteX6" fmla="*/ 155253 w 334342"/>
                  <a:gd name="connsiteY6" fmla="*/ 6112 h 106965"/>
                  <a:gd name="connsiteX7" fmla="*/ 155253 w 334342"/>
                  <a:gd name="connsiteY7" fmla="*/ 40341 h 106965"/>
                  <a:gd name="connsiteX8" fmla="*/ 6112 w 334342"/>
                  <a:gd name="connsiteY8" fmla="*/ 40341 h 106965"/>
                  <a:gd name="connsiteX9" fmla="*/ 0 w 334342"/>
                  <a:gd name="connsiteY9" fmla="*/ 46454 h 106965"/>
                  <a:gd name="connsiteX10" fmla="*/ 0 w 334342"/>
                  <a:gd name="connsiteY10" fmla="*/ 48898 h 106965"/>
                  <a:gd name="connsiteX11" fmla="*/ 0 w 334342"/>
                  <a:gd name="connsiteY11" fmla="*/ 49510 h 106965"/>
                  <a:gd name="connsiteX12" fmla="*/ 0 w 334342"/>
                  <a:gd name="connsiteY12" fmla="*/ 99631 h 106965"/>
                  <a:gd name="connsiteX13" fmla="*/ 6112 w 334342"/>
                  <a:gd name="connsiteY13" fmla="*/ 105743 h 106965"/>
                  <a:gd name="connsiteX14" fmla="*/ 18337 w 334342"/>
                  <a:gd name="connsiteY14" fmla="*/ 105743 h 106965"/>
                  <a:gd name="connsiteX15" fmla="*/ 24449 w 334342"/>
                  <a:gd name="connsiteY15" fmla="*/ 99631 h 106965"/>
                  <a:gd name="connsiteX16" fmla="*/ 24449 w 334342"/>
                  <a:gd name="connsiteY16" fmla="*/ 65402 h 106965"/>
                  <a:gd name="connsiteX17" fmla="*/ 154641 w 334342"/>
                  <a:gd name="connsiteY17" fmla="*/ 65402 h 106965"/>
                  <a:gd name="connsiteX18" fmla="*/ 154641 w 334342"/>
                  <a:gd name="connsiteY18" fmla="*/ 99631 h 106965"/>
                  <a:gd name="connsiteX19" fmla="*/ 160753 w 334342"/>
                  <a:gd name="connsiteY19" fmla="*/ 105743 h 106965"/>
                  <a:gd name="connsiteX20" fmla="*/ 172978 w 334342"/>
                  <a:gd name="connsiteY20" fmla="*/ 105743 h 106965"/>
                  <a:gd name="connsiteX21" fmla="*/ 179090 w 334342"/>
                  <a:gd name="connsiteY21" fmla="*/ 99631 h 106965"/>
                  <a:gd name="connsiteX22" fmla="*/ 179090 w 334342"/>
                  <a:gd name="connsiteY22" fmla="*/ 65402 h 106965"/>
                  <a:gd name="connsiteX23" fmla="*/ 309282 w 334342"/>
                  <a:gd name="connsiteY23" fmla="*/ 65402 h 106965"/>
                  <a:gd name="connsiteX24" fmla="*/ 309282 w 334342"/>
                  <a:gd name="connsiteY24" fmla="*/ 100853 h 106965"/>
                  <a:gd name="connsiteX25" fmla="*/ 315395 w 334342"/>
                  <a:gd name="connsiteY25" fmla="*/ 106965 h 106965"/>
                  <a:gd name="connsiteX26" fmla="*/ 327619 w 334342"/>
                  <a:gd name="connsiteY26" fmla="*/ 106965 h 106965"/>
                  <a:gd name="connsiteX27" fmla="*/ 333731 w 334342"/>
                  <a:gd name="connsiteY27" fmla="*/ 100853 h 106965"/>
                  <a:gd name="connsiteX28" fmla="*/ 333731 w 334342"/>
                  <a:gd name="connsiteY28" fmla="*/ 48287 h 106965"/>
                  <a:gd name="connsiteX29" fmla="*/ 333731 w 334342"/>
                  <a:gd name="connsiteY29" fmla="*/ 48287 h 106965"/>
                  <a:gd name="connsiteX30" fmla="*/ 333731 w 334342"/>
                  <a:gd name="connsiteY30" fmla="*/ 46454 h 106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34342" h="106965">
                    <a:moveTo>
                      <a:pt x="334343" y="46454"/>
                    </a:moveTo>
                    <a:cubicBezTo>
                      <a:pt x="334343" y="42786"/>
                      <a:pt x="331287" y="40341"/>
                      <a:pt x="328231" y="40341"/>
                    </a:cubicBezTo>
                    <a:lnTo>
                      <a:pt x="179702" y="40341"/>
                    </a:lnTo>
                    <a:lnTo>
                      <a:pt x="179702" y="6112"/>
                    </a:lnTo>
                    <a:cubicBezTo>
                      <a:pt x="179702" y="2445"/>
                      <a:pt x="176646" y="0"/>
                      <a:pt x="173589" y="0"/>
                    </a:cubicBezTo>
                    <a:lnTo>
                      <a:pt x="161365" y="0"/>
                    </a:lnTo>
                    <a:cubicBezTo>
                      <a:pt x="157697" y="0"/>
                      <a:pt x="155253" y="3056"/>
                      <a:pt x="155253" y="6112"/>
                    </a:cubicBezTo>
                    <a:lnTo>
                      <a:pt x="155253" y="40341"/>
                    </a:lnTo>
                    <a:lnTo>
                      <a:pt x="6112" y="40341"/>
                    </a:lnTo>
                    <a:cubicBezTo>
                      <a:pt x="2445" y="40341"/>
                      <a:pt x="0" y="43398"/>
                      <a:pt x="0" y="46454"/>
                    </a:cubicBezTo>
                    <a:lnTo>
                      <a:pt x="0" y="48898"/>
                    </a:lnTo>
                    <a:cubicBezTo>
                      <a:pt x="0" y="48898"/>
                      <a:pt x="0" y="49510"/>
                      <a:pt x="0" y="49510"/>
                    </a:cubicBezTo>
                    <a:lnTo>
                      <a:pt x="0" y="99631"/>
                    </a:lnTo>
                    <a:cubicBezTo>
                      <a:pt x="0" y="103298"/>
                      <a:pt x="3056" y="105743"/>
                      <a:pt x="6112" y="105743"/>
                    </a:cubicBezTo>
                    <a:lnTo>
                      <a:pt x="18337" y="105743"/>
                    </a:lnTo>
                    <a:cubicBezTo>
                      <a:pt x="22004" y="105743"/>
                      <a:pt x="24449" y="102687"/>
                      <a:pt x="24449" y="99631"/>
                    </a:cubicBezTo>
                    <a:lnTo>
                      <a:pt x="24449" y="65402"/>
                    </a:lnTo>
                    <a:lnTo>
                      <a:pt x="154641" y="65402"/>
                    </a:lnTo>
                    <a:lnTo>
                      <a:pt x="154641" y="99631"/>
                    </a:lnTo>
                    <a:cubicBezTo>
                      <a:pt x="154641" y="103298"/>
                      <a:pt x="157697" y="105743"/>
                      <a:pt x="160753" y="105743"/>
                    </a:cubicBezTo>
                    <a:lnTo>
                      <a:pt x="172978" y="105743"/>
                    </a:lnTo>
                    <a:cubicBezTo>
                      <a:pt x="176646" y="105743"/>
                      <a:pt x="179090" y="102687"/>
                      <a:pt x="179090" y="99631"/>
                    </a:cubicBezTo>
                    <a:lnTo>
                      <a:pt x="179090" y="65402"/>
                    </a:lnTo>
                    <a:lnTo>
                      <a:pt x="309282" y="65402"/>
                    </a:lnTo>
                    <a:lnTo>
                      <a:pt x="309282" y="100853"/>
                    </a:lnTo>
                    <a:cubicBezTo>
                      <a:pt x="309282" y="104520"/>
                      <a:pt x="312338" y="106965"/>
                      <a:pt x="315395" y="106965"/>
                    </a:cubicBezTo>
                    <a:lnTo>
                      <a:pt x="327619" y="106965"/>
                    </a:lnTo>
                    <a:cubicBezTo>
                      <a:pt x="331287" y="106965"/>
                      <a:pt x="333731" y="103909"/>
                      <a:pt x="333731" y="100853"/>
                    </a:cubicBezTo>
                    <a:lnTo>
                      <a:pt x="333731" y="48287"/>
                    </a:lnTo>
                    <a:cubicBezTo>
                      <a:pt x="333731" y="48287"/>
                      <a:pt x="333731" y="48287"/>
                      <a:pt x="333731" y="48287"/>
                    </a:cubicBezTo>
                    <a:lnTo>
                      <a:pt x="333731" y="46454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zh-CN" altLang="en-US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字魂105号-简雅黑" panose="00000500000000000000" pitchFamily="2" charset="-122"/>
                </a:endParaRPr>
              </a:p>
            </p:txBody>
          </p:sp>
        </p:grpSp>
      </p:grpSp>
      <p:sp>
        <p:nvSpPr>
          <p:cNvPr id="65" name="文本框 64"/>
          <p:cNvSpPr txBox="1"/>
          <p:nvPr/>
        </p:nvSpPr>
        <p:spPr>
          <a:xfrm>
            <a:off x="300365" y="4664760"/>
            <a:ext cx="28020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单击此处添加文字，可调整文字大X或者颜色等属性。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2531288" y="1249375"/>
            <a:ext cx="28020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20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50000"/>
              </a:lnSpc>
              <a:spcAft>
                <a:spcPct val="0"/>
              </a:spcAft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单击此处添加文字，可调整文字大X或者颜色等属性。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4694951" y="4664760"/>
            <a:ext cx="28020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20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50000"/>
              </a:lnSpc>
              <a:spcAft>
                <a:spcPct val="0"/>
              </a:spcAft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单击此处添加文字，可调整文字大X或者颜色等属性。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6901572" y="1249375"/>
            <a:ext cx="28020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20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50000"/>
              </a:lnSpc>
              <a:spcAft>
                <a:spcPct val="0"/>
              </a:spcAft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单击此处添加文字，可调整文字大X或者颜色等属性。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9089536" y="4664760"/>
            <a:ext cx="28020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spcAft>
                <a:spcPct val="0"/>
              </a:spcAft>
            </a:pPr>
            <a:r>
              <a:rPr lang="zh-CN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20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>
              <a:lnSpc>
                <a:spcPct val="150000"/>
              </a:lnSpc>
              <a:spcAft>
                <a:spcPct val="0"/>
              </a:spcAft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单击此处添加文字，可调整文字大X或者颜色等属性。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42" presetClass="entr" presetSubtype="0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6" presetID="47" presetClass="entr" presetSubtype="0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2" presetID="42" presetClass="entr" presetSubtype="0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8" presetID="47" presetClass="entr" presetSubtype="0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4" presetID="42" presetClass="entr" presetSubtype="0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6" grpId="0"/>
      <p:bldP spid="67" grpId="0"/>
      <p:bldP spid="68" grpId="0"/>
      <p:bldP spid="6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23ff1096c4054cf2">
            <a:alphaModFix amt="15000"/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77144" y="235807"/>
            <a:ext cx="547995" cy="509895"/>
            <a:chOff x="315244" y="264382"/>
            <a:chExt cx="547995" cy="509895"/>
          </a:xfrm>
        </p:grpSpPr>
        <p:sp>
          <p:nvSpPr>
            <p:cNvPr id="6" name="圆: 空心 5"/>
            <p:cNvSpPr/>
            <p:nvPr/>
          </p:nvSpPr>
          <p:spPr>
            <a:xfrm>
              <a:off x="353344" y="264382"/>
              <a:ext cx="509895" cy="509895"/>
            </a:xfrm>
            <a:prstGeom prst="donut">
              <a:avLst/>
            </a:prstGeom>
            <a:solidFill>
              <a:srgbClr val="00B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33819" y="344857"/>
              <a:ext cx="348946" cy="3489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1667" y="412705"/>
              <a:ext cx="213250" cy="213250"/>
            </a:xfrm>
            <a:prstGeom prst="ellipse">
              <a:avLst/>
            </a:prstGeom>
            <a:gradFill>
              <a:gsLst>
                <a:gs pos="100000">
                  <a:srgbClr val="00BCD4">
                    <a:alpha val="66000"/>
                  </a:srgbClr>
                </a:gs>
                <a:gs pos="46000">
                  <a:srgbClr val="00BCD4"/>
                </a:gs>
              </a:gsLst>
              <a:lin ang="7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  <p:sp>
          <p:nvSpPr>
            <p:cNvPr id="15" name="圆: 空心 14"/>
            <p:cNvSpPr/>
            <p:nvPr/>
          </p:nvSpPr>
          <p:spPr>
            <a:xfrm>
              <a:off x="315244" y="554489"/>
              <a:ext cx="213250" cy="213250"/>
            </a:xfrm>
            <a:prstGeom prst="donut">
              <a:avLst/>
            </a:prstGeom>
            <a:solidFill>
              <a:srgbClr val="009B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endParaRPr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24664" y="229144"/>
            <a:ext cx="288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市 场 前 景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457bf7c2f26d4e1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007" y="1423724"/>
            <a:ext cx="3387220" cy="4516294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763612" y="1405494"/>
            <a:ext cx="7026581" cy="1380833"/>
            <a:chOff x="413593" y="4557987"/>
            <a:chExt cx="7026581" cy="1380833"/>
          </a:xfrm>
        </p:grpSpPr>
        <p:sp>
          <p:nvSpPr>
            <p:cNvPr id="8" name="矩形: 圆角 7"/>
            <p:cNvSpPr/>
            <p:nvPr/>
          </p:nvSpPr>
          <p:spPr>
            <a:xfrm>
              <a:off x="413593" y="4557987"/>
              <a:ext cx="7026581" cy="1380833"/>
            </a:xfrm>
            <a:prstGeom prst="roundRect">
              <a:avLst>
                <a:gd name="adj" fmla="val 11927"/>
              </a:avLst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762000" algn="t" rotWithShape="0">
                <a:sysClr val="window" lastClr="FFFFFF">
                  <a:lumMod val="50000"/>
                  <a:alpha val="10000"/>
                </a:sys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445108" y="4623745"/>
              <a:ext cx="5645701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添加标题</a:t>
              </a:r>
            </a:p>
            <a:p>
              <a:pPr marL="0" marR="0" lvl="0" indent="0" algn="just" defTabSz="91440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请你单击此处输入文本内容加以解释说明，可以根据自己的需要适当地调整文字的颜色或者大X等属性。</a:t>
              </a: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565676" y="4868021"/>
              <a:ext cx="760762" cy="760762"/>
              <a:chOff x="565676" y="4868021"/>
              <a:chExt cx="760762" cy="760762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565676" y="4868021"/>
                <a:ext cx="760762" cy="760762"/>
              </a:xfrm>
              <a:prstGeom prst="ellipse">
                <a:avLst/>
              </a:prstGeom>
              <a:solidFill>
                <a:srgbClr val="009BB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endParaRPr>
              </a:p>
            </p:txBody>
          </p:sp>
          <p:sp>
            <p:nvSpPr>
              <p:cNvPr id="12" name="Freeform 40"/>
              <p:cNvSpPr/>
              <p:nvPr/>
            </p:nvSpPr>
            <p:spPr bwMode="auto">
              <a:xfrm>
                <a:off x="697456" y="5024174"/>
                <a:ext cx="497203" cy="448457"/>
              </a:xfrm>
              <a:custGeom>
                <a:avLst/>
                <a:gdLst>
                  <a:gd name="T0" fmla="*/ 209 w 244"/>
                  <a:gd name="T1" fmla="*/ 75 h 220"/>
                  <a:gd name="T2" fmla="*/ 191 w 244"/>
                  <a:gd name="T3" fmla="*/ 66 h 220"/>
                  <a:gd name="T4" fmla="*/ 183 w 244"/>
                  <a:gd name="T5" fmla="*/ 71 h 220"/>
                  <a:gd name="T6" fmla="*/ 194 w 244"/>
                  <a:gd name="T7" fmla="*/ 110 h 220"/>
                  <a:gd name="T8" fmla="*/ 110 w 244"/>
                  <a:gd name="T9" fmla="*/ 194 h 220"/>
                  <a:gd name="T10" fmla="*/ 27 w 244"/>
                  <a:gd name="T11" fmla="*/ 110 h 220"/>
                  <a:gd name="T12" fmla="*/ 110 w 244"/>
                  <a:gd name="T13" fmla="*/ 27 h 220"/>
                  <a:gd name="T14" fmla="*/ 175 w 244"/>
                  <a:gd name="T15" fmla="*/ 58 h 220"/>
                  <a:gd name="T16" fmla="*/ 162 w 244"/>
                  <a:gd name="T17" fmla="*/ 67 h 220"/>
                  <a:gd name="T18" fmla="*/ 110 w 244"/>
                  <a:gd name="T19" fmla="*/ 42 h 220"/>
                  <a:gd name="T20" fmla="*/ 43 w 244"/>
                  <a:gd name="T21" fmla="*/ 110 h 220"/>
                  <a:gd name="T22" fmla="*/ 110 w 244"/>
                  <a:gd name="T23" fmla="*/ 178 h 220"/>
                  <a:gd name="T24" fmla="*/ 178 w 244"/>
                  <a:gd name="T25" fmla="*/ 110 h 220"/>
                  <a:gd name="T26" fmla="*/ 171 w 244"/>
                  <a:gd name="T27" fmla="*/ 79 h 220"/>
                  <a:gd name="T28" fmla="*/ 149 w 244"/>
                  <a:gd name="T29" fmla="*/ 93 h 220"/>
                  <a:gd name="T30" fmla="*/ 153 w 244"/>
                  <a:gd name="T31" fmla="*/ 110 h 220"/>
                  <a:gd name="T32" fmla="*/ 110 w 244"/>
                  <a:gd name="T33" fmla="*/ 153 h 220"/>
                  <a:gd name="T34" fmla="*/ 68 w 244"/>
                  <a:gd name="T35" fmla="*/ 110 h 220"/>
                  <a:gd name="T36" fmla="*/ 110 w 244"/>
                  <a:gd name="T37" fmla="*/ 68 h 220"/>
                  <a:gd name="T38" fmla="*/ 141 w 244"/>
                  <a:gd name="T39" fmla="*/ 81 h 220"/>
                  <a:gd name="T40" fmla="*/ 126 w 244"/>
                  <a:gd name="T41" fmla="*/ 90 h 220"/>
                  <a:gd name="T42" fmla="*/ 110 w 244"/>
                  <a:gd name="T43" fmla="*/ 85 h 220"/>
                  <a:gd name="T44" fmla="*/ 85 w 244"/>
                  <a:gd name="T45" fmla="*/ 110 h 220"/>
                  <a:gd name="T46" fmla="*/ 110 w 244"/>
                  <a:gd name="T47" fmla="*/ 136 h 220"/>
                  <a:gd name="T48" fmla="*/ 136 w 244"/>
                  <a:gd name="T49" fmla="*/ 110 h 220"/>
                  <a:gd name="T50" fmla="*/ 135 w 244"/>
                  <a:gd name="T51" fmla="*/ 103 h 220"/>
                  <a:gd name="T52" fmla="*/ 114 w 244"/>
                  <a:gd name="T53" fmla="*/ 116 h 220"/>
                  <a:gd name="T54" fmla="*/ 111 w 244"/>
                  <a:gd name="T55" fmla="*/ 112 h 220"/>
                  <a:gd name="T56" fmla="*/ 192 w 244"/>
                  <a:gd name="T57" fmla="*/ 58 h 220"/>
                  <a:gd name="T58" fmla="*/ 212 w 244"/>
                  <a:gd name="T59" fmla="*/ 67 h 220"/>
                  <a:gd name="T60" fmla="*/ 244 w 244"/>
                  <a:gd name="T61" fmla="*/ 46 h 220"/>
                  <a:gd name="T62" fmla="*/ 224 w 244"/>
                  <a:gd name="T63" fmla="*/ 37 h 220"/>
                  <a:gd name="T64" fmla="*/ 230 w 244"/>
                  <a:gd name="T65" fmla="*/ 34 h 220"/>
                  <a:gd name="T66" fmla="*/ 225 w 244"/>
                  <a:gd name="T67" fmla="*/ 26 h 220"/>
                  <a:gd name="T68" fmla="*/ 219 w 244"/>
                  <a:gd name="T69" fmla="*/ 29 h 220"/>
                  <a:gd name="T70" fmla="*/ 219 w 244"/>
                  <a:gd name="T71" fmla="*/ 8 h 220"/>
                  <a:gd name="T72" fmla="*/ 187 w 244"/>
                  <a:gd name="T73" fmla="*/ 29 h 220"/>
                  <a:gd name="T74" fmla="*/ 187 w 244"/>
                  <a:gd name="T75" fmla="*/ 50 h 220"/>
                  <a:gd name="T76" fmla="*/ 180 w 244"/>
                  <a:gd name="T77" fmla="*/ 55 h 220"/>
                  <a:gd name="T78" fmla="*/ 180 w 244"/>
                  <a:gd name="T79" fmla="*/ 31 h 220"/>
                  <a:gd name="T80" fmla="*/ 183 w 244"/>
                  <a:gd name="T81" fmla="*/ 28 h 220"/>
                  <a:gd name="T82" fmla="*/ 110 w 244"/>
                  <a:gd name="T83" fmla="*/ 0 h 220"/>
                  <a:gd name="T84" fmla="*/ 0 w 244"/>
                  <a:gd name="T85" fmla="*/ 110 h 220"/>
                  <a:gd name="T86" fmla="*/ 110 w 244"/>
                  <a:gd name="T87" fmla="*/ 220 h 220"/>
                  <a:gd name="T88" fmla="*/ 220 w 244"/>
                  <a:gd name="T89" fmla="*/ 110 h 220"/>
                  <a:gd name="T90" fmla="*/ 213 w 244"/>
                  <a:gd name="T91" fmla="*/ 72 h 220"/>
                  <a:gd name="T92" fmla="*/ 209 w 244"/>
                  <a:gd name="T93" fmla="*/ 75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44" h="220">
                    <a:moveTo>
                      <a:pt x="209" y="75"/>
                    </a:moveTo>
                    <a:cubicBezTo>
                      <a:pt x="191" y="66"/>
                      <a:pt x="191" y="66"/>
                      <a:pt x="191" y="66"/>
                    </a:cubicBezTo>
                    <a:cubicBezTo>
                      <a:pt x="183" y="71"/>
                      <a:pt x="183" y="71"/>
                      <a:pt x="183" y="71"/>
                    </a:cubicBezTo>
                    <a:cubicBezTo>
                      <a:pt x="190" y="82"/>
                      <a:pt x="194" y="96"/>
                      <a:pt x="194" y="110"/>
                    </a:cubicBezTo>
                    <a:cubicBezTo>
                      <a:pt x="194" y="156"/>
                      <a:pt x="156" y="194"/>
                      <a:pt x="110" y="194"/>
                    </a:cubicBezTo>
                    <a:cubicBezTo>
                      <a:pt x="65" y="194"/>
                      <a:pt x="27" y="156"/>
                      <a:pt x="27" y="110"/>
                    </a:cubicBezTo>
                    <a:cubicBezTo>
                      <a:pt x="27" y="64"/>
                      <a:pt x="65" y="27"/>
                      <a:pt x="110" y="27"/>
                    </a:cubicBezTo>
                    <a:cubicBezTo>
                      <a:pt x="137" y="27"/>
                      <a:pt x="160" y="39"/>
                      <a:pt x="175" y="58"/>
                    </a:cubicBezTo>
                    <a:cubicBezTo>
                      <a:pt x="162" y="67"/>
                      <a:pt x="162" y="67"/>
                      <a:pt x="162" y="67"/>
                    </a:cubicBezTo>
                    <a:cubicBezTo>
                      <a:pt x="150" y="52"/>
                      <a:pt x="131" y="42"/>
                      <a:pt x="110" y="42"/>
                    </a:cubicBezTo>
                    <a:cubicBezTo>
                      <a:pt x="73" y="42"/>
                      <a:pt x="43" y="73"/>
                      <a:pt x="43" y="110"/>
                    </a:cubicBezTo>
                    <a:cubicBezTo>
                      <a:pt x="43" y="148"/>
                      <a:pt x="73" y="178"/>
                      <a:pt x="110" y="178"/>
                    </a:cubicBezTo>
                    <a:cubicBezTo>
                      <a:pt x="148" y="178"/>
                      <a:pt x="178" y="148"/>
                      <a:pt x="178" y="110"/>
                    </a:cubicBezTo>
                    <a:cubicBezTo>
                      <a:pt x="178" y="99"/>
                      <a:pt x="176" y="88"/>
                      <a:pt x="171" y="79"/>
                    </a:cubicBezTo>
                    <a:cubicBezTo>
                      <a:pt x="149" y="93"/>
                      <a:pt x="149" y="93"/>
                      <a:pt x="149" y="93"/>
                    </a:cubicBezTo>
                    <a:cubicBezTo>
                      <a:pt x="151" y="98"/>
                      <a:pt x="153" y="104"/>
                      <a:pt x="153" y="110"/>
                    </a:cubicBezTo>
                    <a:cubicBezTo>
                      <a:pt x="153" y="134"/>
                      <a:pt x="134" y="153"/>
                      <a:pt x="110" y="153"/>
                    </a:cubicBezTo>
                    <a:cubicBezTo>
                      <a:pt x="87" y="153"/>
                      <a:pt x="68" y="134"/>
                      <a:pt x="68" y="110"/>
                    </a:cubicBezTo>
                    <a:cubicBezTo>
                      <a:pt x="68" y="87"/>
                      <a:pt x="87" y="68"/>
                      <a:pt x="110" y="68"/>
                    </a:cubicBezTo>
                    <a:cubicBezTo>
                      <a:pt x="122" y="68"/>
                      <a:pt x="133" y="73"/>
                      <a:pt x="141" y="81"/>
                    </a:cubicBezTo>
                    <a:cubicBezTo>
                      <a:pt x="126" y="90"/>
                      <a:pt x="126" y="90"/>
                      <a:pt x="126" y="90"/>
                    </a:cubicBezTo>
                    <a:cubicBezTo>
                      <a:pt x="122" y="87"/>
                      <a:pt x="116" y="85"/>
                      <a:pt x="110" y="85"/>
                    </a:cubicBezTo>
                    <a:cubicBezTo>
                      <a:pt x="96" y="85"/>
                      <a:pt x="85" y="96"/>
                      <a:pt x="85" y="110"/>
                    </a:cubicBezTo>
                    <a:cubicBezTo>
                      <a:pt x="85" y="124"/>
                      <a:pt x="96" y="136"/>
                      <a:pt x="110" y="136"/>
                    </a:cubicBezTo>
                    <a:cubicBezTo>
                      <a:pt x="125" y="136"/>
                      <a:pt x="136" y="124"/>
                      <a:pt x="136" y="110"/>
                    </a:cubicBezTo>
                    <a:cubicBezTo>
                      <a:pt x="136" y="108"/>
                      <a:pt x="135" y="105"/>
                      <a:pt x="135" y="103"/>
                    </a:cubicBezTo>
                    <a:cubicBezTo>
                      <a:pt x="114" y="116"/>
                      <a:pt x="114" y="116"/>
                      <a:pt x="114" y="116"/>
                    </a:cubicBezTo>
                    <a:cubicBezTo>
                      <a:pt x="111" y="112"/>
                      <a:pt x="111" y="112"/>
                      <a:pt x="111" y="112"/>
                    </a:cubicBezTo>
                    <a:cubicBezTo>
                      <a:pt x="192" y="58"/>
                      <a:pt x="192" y="58"/>
                      <a:pt x="192" y="58"/>
                    </a:cubicBezTo>
                    <a:cubicBezTo>
                      <a:pt x="212" y="67"/>
                      <a:pt x="212" y="67"/>
                      <a:pt x="212" y="67"/>
                    </a:cubicBezTo>
                    <a:cubicBezTo>
                      <a:pt x="244" y="46"/>
                      <a:pt x="244" y="46"/>
                      <a:pt x="244" y="46"/>
                    </a:cubicBezTo>
                    <a:cubicBezTo>
                      <a:pt x="224" y="37"/>
                      <a:pt x="224" y="37"/>
                      <a:pt x="224" y="37"/>
                    </a:cubicBezTo>
                    <a:cubicBezTo>
                      <a:pt x="230" y="34"/>
                      <a:pt x="230" y="34"/>
                      <a:pt x="230" y="34"/>
                    </a:cubicBezTo>
                    <a:cubicBezTo>
                      <a:pt x="225" y="26"/>
                      <a:pt x="225" y="26"/>
                      <a:pt x="225" y="26"/>
                    </a:cubicBezTo>
                    <a:cubicBezTo>
                      <a:pt x="219" y="29"/>
                      <a:pt x="219" y="29"/>
                      <a:pt x="219" y="29"/>
                    </a:cubicBezTo>
                    <a:cubicBezTo>
                      <a:pt x="219" y="8"/>
                      <a:pt x="219" y="8"/>
                      <a:pt x="219" y="8"/>
                    </a:cubicBezTo>
                    <a:cubicBezTo>
                      <a:pt x="187" y="29"/>
                      <a:pt x="187" y="29"/>
                      <a:pt x="187" y="29"/>
                    </a:cubicBezTo>
                    <a:cubicBezTo>
                      <a:pt x="187" y="50"/>
                      <a:pt x="187" y="50"/>
                      <a:pt x="187" y="50"/>
                    </a:cubicBezTo>
                    <a:cubicBezTo>
                      <a:pt x="180" y="55"/>
                      <a:pt x="180" y="55"/>
                      <a:pt x="180" y="55"/>
                    </a:cubicBezTo>
                    <a:cubicBezTo>
                      <a:pt x="180" y="31"/>
                      <a:pt x="180" y="31"/>
                      <a:pt x="180" y="31"/>
                    </a:cubicBezTo>
                    <a:cubicBezTo>
                      <a:pt x="183" y="28"/>
                      <a:pt x="183" y="28"/>
                      <a:pt x="183" y="28"/>
                    </a:cubicBezTo>
                    <a:cubicBezTo>
                      <a:pt x="164" y="11"/>
                      <a:pt x="138" y="0"/>
                      <a:pt x="110" y="0"/>
                    </a:cubicBezTo>
                    <a:cubicBezTo>
                      <a:pt x="50" y="0"/>
                      <a:pt x="0" y="50"/>
                      <a:pt x="0" y="110"/>
                    </a:cubicBezTo>
                    <a:cubicBezTo>
                      <a:pt x="0" y="171"/>
                      <a:pt x="50" y="220"/>
                      <a:pt x="110" y="220"/>
                    </a:cubicBezTo>
                    <a:cubicBezTo>
                      <a:pt x="171" y="220"/>
                      <a:pt x="220" y="171"/>
                      <a:pt x="220" y="110"/>
                    </a:cubicBezTo>
                    <a:cubicBezTo>
                      <a:pt x="220" y="97"/>
                      <a:pt x="218" y="84"/>
                      <a:pt x="213" y="72"/>
                    </a:cubicBezTo>
                    <a:lnTo>
                      <a:pt x="209" y="75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3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673773" y="3137738"/>
            <a:ext cx="2064767" cy="2821930"/>
            <a:chOff x="751514" y="3557372"/>
            <a:chExt cx="2064767" cy="2821930"/>
          </a:xfrm>
        </p:grpSpPr>
        <p:grpSp>
          <p:nvGrpSpPr>
            <p:cNvPr id="16" name="组合 15"/>
            <p:cNvGrpSpPr/>
            <p:nvPr/>
          </p:nvGrpSpPr>
          <p:grpSpPr>
            <a:xfrm>
              <a:off x="1244246" y="3557372"/>
              <a:ext cx="1079302" cy="1079302"/>
              <a:chOff x="1312219" y="3557373"/>
              <a:chExt cx="1079302" cy="1079302"/>
            </a:xfrm>
          </p:grpSpPr>
          <p:sp>
            <p:nvSpPr>
              <p:cNvPr id="19" name="矩形: 圆角 16"/>
              <p:cNvSpPr/>
              <p:nvPr/>
            </p:nvSpPr>
            <p:spPr>
              <a:xfrm rot="8099997">
                <a:off x="1312219" y="3557373"/>
                <a:ext cx="1079302" cy="1079302"/>
              </a:xfrm>
              <a:custGeom>
                <a:avLst/>
                <a:gdLst>
                  <a:gd name="connsiteX0" fmla="*/ 0 w 1426088"/>
                  <a:gd name="connsiteY0" fmla="*/ 237686 h 1426088"/>
                  <a:gd name="connsiteX1" fmla="*/ 237686 w 1426088"/>
                  <a:gd name="connsiteY1" fmla="*/ 0 h 1426088"/>
                  <a:gd name="connsiteX2" fmla="*/ 1188402 w 1426088"/>
                  <a:gd name="connsiteY2" fmla="*/ 0 h 1426088"/>
                  <a:gd name="connsiteX3" fmla="*/ 1426088 w 1426088"/>
                  <a:gd name="connsiteY3" fmla="*/ 237686 h 1426088"/>
                  <a:gd name="connsiteX4" fmla="*/ 1426088 w 1426088"/>
                  <a:gd name="connsiteY4" fmla="*/ 1188402 h 1426088"/>
                  <a:gd name="connsiteX5" fmla="*/ 1188402 w 1426088"/>
                  <a:gd name="connsiteY5" fmla="*/ 1426088 h 1426088"/>
                  <a:gd name="connsiteX6" fmla="*/ 237686 w 1426088"/>
                  <a:gd name="connsiteY6" fmla="*/ 1426088 h 1426088"/>
                  <a:gd name="connsiteX7" fmla="*/ 0 w 1426088"/>
                  <a:gd name="connsiteY7" fmla="*/ 1188402 h 1426088"/>
                  <a:gd name="connsiteX8" fmla="*/ 0 w 1426088"/>
                  <a:gd name="connsiteY8" fmla="*/ 237686 h 1426088"/>
                  <a:gd name="connsiteX0-1" fmla="*/ 0 w 1426088"/>
                  <a:gd name="connsiteY0-2" fmla="*/ 237686 h 1426088"/>
                  <a:gd name="connsiteX1-3" fmla="*/ 237686 w 1426088"/>
                  <a:gd name="connsiteY1-4" fmla="*/ 0 h 1426088"/>
                  <a:gd name="connsiteX2-5" fmla="*/ 1426088 w 1426088"/>
                  <a:gd name="connsiteY2-6" fmla="*/ 237686 h 1426088"/>
                  <a:gd name="connsiteX3-7" fmla="*/ 1426088 w 1426088"/>
                  <a:gd name="connsiteY3-8" fmla="*/ 1188402 h 1426088"/>
                  <a:gd name="connsiteX4-9" fmla="*/ 1188402 w 1426088"/>
                  <a:gd name="connsiteY4-10" fmla="*/ 1426088 h 1426088"/>
                  <a:gd name="connsiteX5-11" fmla="*/ 237686 w 1426088"/>
                  <a:gd name="connsiteY5-12" fmla="*/ 1426088 h 1426088"/>
                  <a:gd name="connsiteX6-13" fmla="*/ 0 w 1426088"/>
                  <a:gd name="connsiteY6-14" fmla="*/ 1188402 h 1426088"/>
                  <a:gd name="connsiteX7-15" fmla="*/ 0 w 1426088"/>
                  <a:gd name="connsiteY7-16" fmla="*/ 237686 h 1426088"/>
                  <a:gd name="connsiteX0-17" fmla="*/ 0 w 1426088"/>
                  <a:gd name="connsiteY0-18" fmla="*/ 237686 h 1426088"/>
                  <a:gd name="connsiteX1-19" fmla="*/ 237686 w 1426088"/>
                  <a:gd name="connsiteY1-20" fmla="*/ 0 h 1426088"/>
                  <a:gd name="connsiteX2-21" fmla="*/ 1426088 w 1426088"/>
                  <a:gd name="connsiteY2-22" fmla="*/ 1188402 h 1426088"/>
                  <a:gd name="connsiteX3-23" fmla="*/ 1188402 w 1426088"/>
                  <a:gd name="connsiteY3-24" fmla="*/ 1426088 h 1426088"/>
                  <a:gd name="connsiteX4-25" fmla="*/ 237686 w 1426088"/>
                  <a:gd name="connsiteY4-26" fmla="*/ 1426088 h 1426088"/>
                  <a:gd name="connsiteX5-27" fmla="*/ 0 w 1426088"/>
                  <a:gd name="connsiteY5-28" fmla="*/ 1188402 h 1426088"/>
                  <a:gd name="connsiteX6-29" fmla="*/ 0 w 1426088"/>
                  <a:gd name="connsiteY6-30" fmla="*/ 237686 h 142608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</a:cxnLst>
                <a:rect l="l" t="t" r="r" b="b"/>
                <a:pathLst>
                  <a:path w="1426088" h="1426088">
                    <a:moveTo>
                      <a:pt x="0" y="237686"/>
                    </a:moveTo>
                    <a:cubicBezTo>
                      <a:pt x="0" y="106416"/>
                      <a:pt x="106416" y="0"/>
                      <a:pt x="237686" y="0"/>
                    </a:cubicBezTo>
                    <a:lnTo>
                      <a:pt x="1426088" y="1188402"/>
                    </a:lnTo>
                    <a:cubicBezTo>
                      <a:pt x="1426088" y="1319672"/>
                      <a:pt x="1319672" y="1426088"/>
                      <a:pt x="1188402" y="1426088"/>
                    </a:cubicBezTo>
                    <a:lnTo>
                      <a:pt x="237686" y="1426088"/>
                    </a:lnTo>
                    <a:cubicBezTo>
                      <a:pt x="106416" y="1426088"/>
                      <a:pt x="0" y="1319672"/>
                      <a:pt x="0" y="1188402"/>
                    </a:cubicBezTo>
                    <a:lnTo>
                      <a:pt x="0" y="237686"/>
                    </a:lnTo>
                    <a:close/>
                  </a:path>
                </a:pathLst>
              </a:custGeom>
              <a:solidFill>
                <a:srgbClr val="009BB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1483119" y="3725326"/>
                <a:ext cx="737503" cy="408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zh-CN"/>
                </a:defPPr>
                <a:lvl1pPr>
                  <a:defRPr sz="2000" b="1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  <a:cs typeface="+mn-ea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01</a:t>
                </a:r>
              </a:p>
            </p:txBody>
          </p:sp>
        </p:grpSp>
        <p:sp>
          <p:nvSpPr>
            <p:cNvPr id="17" name="Shape 13763"/>
            <p:cNvSpPr/>
            <p:nvPr/>
          </p:nvSpPr>
          <p:spPr>
            <a:xfrm>
              <a:off x="751514" y="4573679"/>
              <a:ext cx="2064767" cy="1805623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 anchor="ctr">
              <a:spAutoFit/>
            </a:bodyPr>
            <a:lstStyle>
              <a:lvl1pPr algn="r">
                <a:defRPr sz="3000">
                  <a:latin typeface="+mn-lt"/>
                  <a:ea typeface="+mn-ea"/>
                  <a:cs typeface="+mn-cs"/>
                  <a:sym typeface="Montserrat Semi Bold"/>
                </a:defRPr>
              </a:lvl1pPr>
            </a:lstStyle>
            <a:p>
              <a:pPr marL="0" marR="0" lvl="0" indent="0" algn="ctr" defTabSz="45720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Montserrat Semi Bold"/>
                </a:rPr>
                <a:t>添加标题</a:t>
              </a:r>
            </a:p>
            <a:p>
              <a:pPr marL="0" marR="0" lvl="0" indent="0" algn="ctr" defTabSz="45720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Montserrat Semi Bold"/>
                </a:rPr>
                <a:t>单击此处输入文本内容加以解释说明，可根据自己的需要适当地调整文字的颜色或者大X等属性。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207143" y="3137738"/>
            <a:ext cx="2064767" cy="2821930"/>
            <a:chOff x="3200714" y="3557372"/>
            <a:chExt cx="2064767" cy="2821930"/>
          </a:xfrm>
        </p:grpSpPr>
        <p:grpSp>
          <p:nvGrpSpPr>
            <p:cNvPr id="22" name="组合 21"/>
            <p:cNvGrpSpPr/>
            <p:nvPr/>
          </p:nvGrpSpPr>
          <p:grpSpPr>
            <a:xfrm>
              <a:off x="3693446" y="3557372"/>
              <a:ext cx="1079302" cy="1079302"/>
              <a:chOff x="3715068" y="3557372"/>
              <a:chExt cx="1079302" cy="1079302"/>
            </a:xfrm>
          </p:grpSpPr>
          <p:sp>
            <p:nvSpPr>
              <p:cNvPr id="24" name="矩形: 圆角 16"/>
              <p:cNvSpPr/>
              <p:nvPr/>
            </p:nvSpPr>
            <p:spPr>
              <a:xfrm rot="8099997">
                <a:off x="3715068" y="3557372"/>
                <a:ext cx="1079302" cy="1079302"/>
              </a:xfrm>
              <a:custGeom>
                <a:avLst/>
                <a:gdLst>
                  <a:gd name="connsiteX0" fmla="*/ 0 w 1426088"/>
                  <a:gd name="connsiteY0" fmla="*/ 237686 h 1426088"/>
                  <a:gd name="connsiteX1" fmla="*/ 237686 w 1426088"/>
                  <a:gd name="connsiteY1" fmla="*/ 0 h 1426088"/>
                  <a:gd name="connsiteX2" fmla="*/ 1188402 w 1426088"/>
                  <a:gd name="connsiteY2" fmla="*/ 0 h 1426088"/>
                  <a:gd name="connsiteX3" fmla="*/ 1426088 w 1426088"/>
                  <a:gd name="connsiteY3" fmla="*/ 237686 h 1426088"/>
                  <a:gd name="connsiteX4" fmla="*/ 1426088 w 1426088"/>
                  <a:gd name="connsiteY4" fmla="*/ 1188402 h 1426088"/>
                  <a:gd name="connsiteX5" fmla="*/ 1188402 w 1426088"/>
                  <a:gd name="connsiteY5" fmla="*/ 1426088 h 1426088"/>
                  <a:gd name="connsiteX6" fmla="*/ 237686 w 1426088"/>
                  <a:gd name="connsiteY6" fmla="*/ 1426088 h 1426088"/>
                  <a:gd name="connsiteX7" fmla="*/ 0 w 1426088"/>
                  <a:gd name="connsiteY7" fmla="*/ 1188402 h 1426088"/>
                  <a:gd name="connsiteX8" fmla="*/ 0 w 1426088"/>
                  <a:gd name="connsiteY8" fmla="*/ 237686 h 1426088"/>
                  <a:gd name="connsiteX0-1" fmla="*/ 0 w 1426088"/>
                  <a:gd name="connsiteY0-2" fmla="*/ 237686 h 1426088"/>
                  <a:gd name="connsiteX1-3" fmla="*/ 237686 w 1426088"/>
                  <a:gd name="connsiteY1-4" fmla="*/ 0 h 1426088"/>
                  <a:gd name="connsiteX2-5" fmla="*/ 1426088 w 1426088"/>
                  <a:gd name="connsiteY2-6" fmla="*/ 237686 h 1426088"/>
                  <a:gd name="connsiteX3-7" fmla="*/ 1426088 w 1426088"/>
                  <a:gd name="connsiteY3-8" fmla="*/ 1188402 h 1426088"/>
                  <a:gd name="connsiteX4-9" fmla="*/ 1188402 w 1426088"/>
                  <a:gd name="connsiteY4-10" fmla="*/ 1426088 h 1426088"/>
                  <a:gd name="connsiteX5-11" fmla="*/ 237686 w 1426088"/>
                  <a:gd name="connsiteY5-12" fmla="*/ 1426088 h 1426088"/>
                  <a:gd name="connsiteX6-13" fmla="*/ 0 w 1426088"/>
                  <a:gd name="connsiteY6-14" fmla="*/ 1188402 h 1426088"/>
                  <a:gd name="connsiteX7-15" fmla="*/ 0 w 1426088"/>
                  <a:gd name="connsiteY7-16" fmla="*/ 237686 h 1426088"/>
                  <a:gd name="connsiteX0-17" fmla="*/ 0 w 1426088"/>
                  <a:gd name="connsiteY0-18" fmla="*/ 237686 h 1426088"/>
                  <a:gd name="connsiteX1-19" fmla="*/ 237686 w 1426088"/>
                  <a:gd name="connsiteY1-20" fmla="*/ 0 h 1426088"/>
                  <a:gd name="connsiteX2-21" fmla="*/ 1426088 w 1426088"/>
                  <a:gd name="connsiteY2-22" fmla="*/ 1188402 h 1426088"/>
                  <a:gd name="connsiteX3-23" fmla="*/ 1188402 w 1426088"/>
                  <a:gd name="connsiteY3-24" fmla="*/ 1426088 h 1426088"/>
                  <a:gd name="connsiteX4-25" fmla="*/ 237686 w 1426088"/>
                  <a:gd name="connsiteY4-26" fmla="*/ 1426088 h 1426088"/>
                  <a:gd name="connsiteX5-27" fmla="*/ 0 w 1426088"/>
                  <a:gd name="connsiteY5-28" fmla="*/ 1188402 h 1426088"/>
                  <a:gd name="connsiteX6-29" fmla="*/ 0 w 1426088"/>
                  <a:gd name="connsiteY6-30" fmla="*/ 237686 h 142608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</a:cxnLst>
                <a:rect l="l" t="t" r="r" b="b"/>
                <a:pathLst>
                  <a:path w="1426088" h="1426088">
                    <a:moveTo>
                      <a:pt x="0" y="237686"/>
                    </a:moveTo>
                    <a:cubicBezTo>
                      <a:pt x="0" y="106416"/>
                      <a:pt x="106416" y="0"/>
                      <a:pt x="237686" y="0"/>
                    </a:cubicBezTo>
                    <a:lnTo>
                      <a:pt x="1426088" y="1188402"/>
                    </a:lnTo>
                    <a:cubicBezTo>
                      <a:pt x="1426088" y="1319672"/>
                      <a:pt x="1319672" y="1426088"/>
                      <a:pt x="1188402" y="1426088"/>
                    </a:cubicBezTo>
                    <a:lnTo>
                      <a:pt x="237686" y="1426088"/>
                    </a:lnTo>
                    <a:cubicBezTo>
                      <a:pt x="106416" y="1426088"/>
                      <a:pt x="0" y="1319672"/>
                      <a:pt x="0" y="1188402"/>
                    </a:cubicBezTo>
                    <a:lnTo>
                      <a:pt x="0" y="237686"/>
                    </a:lnTo>
                    <a:close/>
                  </a:path>
                </a:pathLst>
              </a:custGeom>
              <a:solidFill>
                <a:srgbClr val="00BCD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3915817" y="3687226"/>
                <a:ext cx="677804" cy="4466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zh-CN"/>
                </a:defPPr>
                <a:lvl1pPr>
                  <a:defRPr sz="2000" b="1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  <a:cs typeface="+mn-ea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02</a:t>
                </a:r>
              </a:p>
            </p:txBody>
          </p:sp>
        </p:grpSp>
        <p:sp>
          <p:nvSpPr>
            <p:cNvPr id="23" name="Shape 13763"/>
            <p:cNvSpPr/>
            <p:nvPr/>
          </p:nvSpPr>
          <p:spPr>
            <a:xfrm>
              <a:off x="3200714" y="4573679"/>
              <a:ext cx="2064767" cy="1805623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 anchor="ctr">
              <a:spAutoFit/>
            </a:bodyPr>
            <a:lstStyle>
              <a:lvl1pPr algn="r">
                <a:defRPr sz="3000">
                  <a:latin typeface="+mn-lt"/>
                  <a:ea typeface="+mn-ea"/>
                  <a:cs typeface="+mn-cs"/>
                  <a:sym typeface="Montserrat Semi Bold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Montserrat Semi Bold"/>
                </a:rPr>
                <a:t>添加标题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Montserrat Semi Bold"/>
                </a:rPr>
                <a:t>单击此处输入文本内容加以解释说明，可根据自己的需要适当地调整文字的颜色或者大X等属性。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740513" y="3137738"/>
            <a:ext cx="2064767" cy="2821930"/>
            <a:chOff x="5723004" y="3557372"/>
            <a:chExt cx="2064767" cy="2821930"/>
          </a:xfrm>
        </p:grpSpPr>
        <p:grpSp>
          <p:nvGrpSpPr>
            <p:cNvPr id="27" name="组合 26"/>
            <p:cNvGrpSpPr/>
            <p:nvPr/>
          </p:nvGrpSpPr>
          <p:grpSpPr>
            <a:xfrm>
              <a:off x="6215736" y="3557372"/>
              <a:ext cx="1079302" cy="1079302"/>
              <a:chOff x="6117917" y="3557372"/>
              <a:chExt cx="1079302" cy="1079302"/>
            </a:xfrm>
          </p:grpSpPr>
          <p:sp>
            <p:nvSpPr>
              <p:cNvPr id="29" name="矩形: 圆角 16"/>
              <p:cNvSpPr/>
              <p:nvPr/>
            </p:nvSpPr>
            <p:spPr>
              <a:xfrm rot="8099997">
                <a:off x="6117917" y="3557372"/>
                <a:ext cx="1079302" cy="1079302"/>
              </a:xfrm>
              <a:custGeom>
                <a:avLst/>
                <a:gdLst>
                  <a:gd name="connsiteX0" fmla="*/ 0 w 1426088"/>
                  <a:gd name="connsiteY0" fmla="*/ 237686 h 1426088"/>
                  <a:gd name="connsiteX1" fmla="*/ 237686 w 1426088"/>
                  <a:gd name="connsiteY1" fmla="*/ 0 h 1426088"/>
                  <a:gd name="connsiteX2" fmla="*/ 1188402 w 1426088"/>
                  <a:gd name="connsiteY2" fmla="*/ 0 h 1426088"/>
                  <a:gd name="connsiteX3" fmla="*/ 1426088 w 1426088"/>
                  <a:gd name="connsiteY3" fmla="*/ 237686 h 1426088"/>
                  <a:gd name="connsiteX4" fmla="*/ 1426088 w 1426088"/>
                  <a:gd name="connsiteY4" fmla="*/ 1188402 h 1426088"/>
                  <a:gd name="connsiteX5" fmla="*/ 1188402 w 1426088"/>
                  <a:gd name="connsiteY5" fmla="*/ 1426088 h 1426088"/>
                  <a:gd name="connsiteX6" fmla="*/ 237686 w 1426088"/>
                  <a:gd name="connsiteY6" fmla="*/ 1426088 h 1426088"/>
                  <a:gd name="connsiteX7" fmla="*/ 0 w 1426088"/>
                  <a:gd name="connsiteY7" fmla="*/ 1188402 h 1426088"/>
                  <a:gd name="connsiteX8" fmla="*/ 0 w 1426088"/>
                  <a:gd name="connsiteY8" fmla="*/ 237686 h 1426088"/>
                  <a:gd name="connsiteX0-1" fmla="*/ 0 w 1426088"/>
                  <a:gd name="connsiteY0-2" fmla="*/ 237686 h 1426088"/>
                  <a:gd name="connsiteX1-3" fmla="*/ 237686 w 1426088"/>
                  <a:gd name="connsiteY1-4" fmla="*/ 0 h 1426088"/>
                  <a:gd name="connsiteX2-5" fmla="*/ 1426088 w 1426088"/>
                  <a:gd name="connsiteY2-6" fmla="*/ 237686 h 1426088"/>
                  <a:gd name="connsiteX3-7" fmla="*/ 1426088 w 1426088"/>
                  <a:gd name="connsiteY3-8" fmla="*/ 1188402 h 1426088"/>
                  <a:gd name="connsiteX4-9" fmla="*/ 1188402 w 1426088"/>
                  <a:gd name="connsiteY4-10" fmla="*/ 1426088 h 1426088"/>
                  <a:gd name="connsiteX5-11" fmla="*/ 237686 w 1426088"/>
                  <a:gd name="connsiteY5-12" fmla="*/ 1426088 h 1426088"/>
                  <a:gd name="connsiteX6-13" fmla="*/ 0 w 1426088"/>
                  <a:gd name="connsiteY6-14" fmla="*/ 1188402 h 1426088"/>
                  <a:gd name="connsiteX7-15" fmla="*/ 0 w 1426088"/>
                  <a:gd name="connsiteY7-16" fmla="*/ 237686 h 1426088"/>
                  <a:gd name="connsiteX0-17" fmla="*/ 0 w 1426088"/>
                  <a:gd name="connsiteY0-18" fmla="*/ 237686 h 1426088"/>
                  <a:gd name="connsiteX1-19" fmla="*/ 237686 w 1426088"/>
                  <a:gd name="connsiteY1-20" fmla="*/ 0 h 1426088"/>
                  <a:gd name="connsiteX2-21" fmla="*/ 1426088 w 1426088"/>
                  <a:gd name="connsiteY2-22" fmla="*/ 1188402 h 1426088"/>
                  <a:gd name="connsiteX3-23" fmla="*/ 1188402 w 1426088"/>
                  <a:gd name="connsiteY3-24" fmla="*/ 1426088 h 1426088"/>
                  <a:gd name="connsiteX4-25" fmla="*/ 237686 w 1426088"/>
                  <a:gd name="connsiteY4-26" fmla="*/ 1426088 h 1426088"/>
                  <a:gd name="connsiteX5-27" fmla="*/ 0 w 1426088"/>
                  <a:gd name="connsiteY5-28" fmla="*/ 1188402 h 1426088"/>
                  <a:gd name="connsiteX6-29" fmla="*/ 0 w 1426088"/>
                  <a:gd name="connsiteY6-30" fmla="*/ 237686 h 142608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</a:cxnLst>
                <a:rect l="l" t="t" r="r" b="b"/>
                <a:pathLst>
                  <a:path w="1426088" h="1426088">
                    <a:moveTo>
                      <a:pt x="0" y="237686"/>
                    </a:moveTo>
                    <a:cubicBezTo>
                      <a:pt x="0" y="106416"/>
                      <a:pt x="106416" y="0"/>
                      <a:pt x="237686" y="0"/>
                    </a:cubicBezTo>
                    <a:lnTo>
                      <a:pt x="1426088" y="1188402"/>
                    </a:lnTo>
                    <a:cubicBezTo>
                      <a:pt x="1426088" y="1319672"/>
                      <a:pt x="1319672" y="1426088"/>
                      <a:pt x="1188402" y="1426088"/>
                    </a:cubicBezTo>
                    <a:lnTo>
                      <a:pt x="237686" y="1426088"/>
                    </a:lnTo>
                    <a:cubicBezTo>
                      <a:pt x="106416" y="1426088"/>
                      <a:pt x="0" y="1319672"/>
                      <a:pt x="0" y="1188402"/>
                    </a:cubicBezTo>
                    <a:lnTo>
                      <a:pt x="0" y="237686"/>
                    </a:lnTo>
                    <a:close/>
                  </a:path>
                </a:pathLst>
              </a:custGeom>
              <a:solidFill>
                <a:srgbClr val="009BB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6243741" y="3611026"/>
                <a:ext cx="827655" cy="4847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zh-CN"/>
                </a:defPPr>
                <a:lvl1pPr>
                  <a:defRPr sz="2000" b="1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  <a:cs typeface="+mn-ea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03</a:t>
                </a:r>
              </a:p>
            </p:txBody>
          </p:sp>
        </p:grpSp>
        <p:sp>
          <p:nvSpPr>
            <p:cNvPr id="28" name="Shape 13763"/>
            <p:cNvSpPr/>
            <p:nvPr/>
          </p:nvSpPr>
          <p:spPr>
            <a:xfrm>
              <a:off x="5723004" y="4573679"/>
              <a:ext cx="2064767" cy="1805623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 anchor="ctr">
              <a:spAutoFit/>
            </a:bodyPr>
            <a:lstStyle>
              <a:lvl1pPr algn="r">
                <a:defRPr sz="3000">
                  <a:latin typeface="+mn-lt"/>
                  <a:ea typeface="+mn-ea"/>
                  <a:cs typeface="+mn-cs"/>
                  <a:sym typeface="Montserrat Semi Bold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Montserrat Semi Bold"/>
                </a:rPr>
                <a:t>添加标题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Montserrat Semi Bold"/>
                </a:rPr>
                <a:t>单击此处输入文本内容加以解释说明，可根据自己的需要适当地调整文字的颜色或者大X等属性。</a:t>
              </a:r>
            </a:p>
          </p:txBody>
        </p:sp>
      </p:grp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" presetClass="entr" presetSubtype="4" dur="150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图标&#10;&#10;描述已自动生成"/>
          <p:cNvPicPr>
            <a:picLocks noChangeAspect="1"/>
          </p:cNvPicPr>
          <p:nvPr/>
        </p:nvPicPr>
        <p:blipFill>
          <a:blip r:embed="R383aa96820154e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椭圆 7"/>
          <p:cNvSpPr/>
          <p:nvPr/>
        </p:nvSpPr>
        <p:spPr>
          <a:xfrm>
            <a:off x="0" y="-2775284"/>
            <a:ext cx="898358" cy="898358"/>
          </a:xfrm>
          <a:prstGeom prst="ellipse">
            <a:avLst/>
          </a:prstGeom>
          <a:gradFill>
            <a:gsLst>
              <a:gs pos="100000">
                <a:srgbClr val="00BCD4">
                  <a:alpha val="66000"/>
                </a:srgbClr>
              </a:gs>
              <a:gs pos="46000">
                <a:srgbClr val="00BCD4"/>
              </a:gs>
            </a:gsLst>
            <a:lin ang="75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089861" y="2723805"/>
            <a:ext cx="1410390" cy="1410390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8175" y="1944669"/>
            <a:ext cx="708700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8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35号-经典雅黑" panose="02000000000000000000" pitchFamily="2" charset="-122"/>
                <a:ea typeface="字魂35号-经典雅黑" panose="02000000000000000000" pitchFamily="2" charset="-122"/>
                <a:cs typeface="+mn-cs"/>
              </a:rPr>
              <a:t>感谢大家观看</a:t>
            </a:r>
          </a:p>
        </p:txBody>
      </p:sp>
      <p:sp>
        <p:nvSpPr>
          <p:cNvPr id="17" name="矩形 16"/>
          <p:cNvSpPr/>
          <p:nvPr/>
        </p:nvSpPr>
        <p:spPr>
          <a:xfrm>
            <a:off x="754789" y="1618904"/>
            <a:ext cx="6377935" cy="381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0" fontAlgn="auto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黑体 CN Bold" panose="020B0800000000000000" pitchFamily="34" charset="-122"/>
              </a:rPr>
              <a:t>THANKS</a:t>
            </a:r>
          </a:p>
        </p:txBody>
      </p:sp>
      <p:sp>
        <p:nvSpPr>
          <p:cNvPr id="18" name="矩形 17"/>
          <p:cNvSpPr/>
          <p:nvPr/>
        </p:nvSpPr>
        <p:spPr>
          <a:xfrm>
            <a:off x="638175" y="3401282"/>
            <a:ext cx="6469370" cy="625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黑体 CN Bold" panose="020B0800000000000000" pitchFamily="34" charset="-122"/>
              </a:rPr>
              <a:t>Please click here to add appropriate text to explain, you can directly copy and paste the text content.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728122" y="4706415"/>
            <a:ext cx="3705685" cy="432000"/>
            <a:chOff x="393231" y="4713430"/>
            <a:chExt cx="3936630" cy="432000"/>
          </a:xfrm>
        </p:grpSpPr>
        <p:sp>
          <p:nvSpPr>
            <p:cNvPr id="20" name="圆角矩形 21"/>
            <p:cNvSpPr/>
            <p:nvPr/>
          </p:nvSpPr>
          <p:spPr>
            <a:xfrm>
              <a:off x="393231" y="4713430"/>
              <a:ext cx="2057498" cy="43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思源黑体 CN Bold" panose="020B0800000000000000" pitchFamily="34" charset="-122"/>
                </a:rPr>
                <a:t>汇报人：</a:t>
              </a:r>
              <a:r>
                <a:rPr lang="zh-CN" altLang="en-US" sz="1600" b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 CN Bold" panose="020B0800000000000000" pitchFamily="34" charset="-122"/>
                </a:rPr>
                <a:t>XX</a:t>
              </a:r>
              <a:r>
                <a:rPr lang="en-US" altLang="zh-CN" sz="1600" b="1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思源黑体 CN Bold" panose="020B0800000000000000" pitchFamily="34" charset="-122"/>
                </a:rPr>
                <a:t>PPT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1" name="圆角矩形 21"/>
            <p:cNvSpPr/>
            <p:nvPr/>
          </p:nvSpPr>
          <p:spPr>
            <a:xfrm>
              <a:off x="2637980" y="4713430"/>
              <a:ext cx="1691881" cy="432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思源黑体 CN Bold" panose="020B0800000000000000" pitchFamily="34" charset="-122"/>
                </a:rPr>
                <a:t>日期：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思源黑体 CN Bold" panose="020B0800000000000000" pitchFamily="34" charset="-122"/>
                </a:rPr>
                <a:t>20XX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66622" y="189163"/>
            <a:ext cx="1803075" cy="307777"/>
            <a:chOff x="266622" y="189163"/>
            <a:chExt cx="1803075" cy="307777"/>
          </a:xfrm>
        </p:grpSpPr>
        <p:grpSp>
          <p:nvGrpSpPr>
            <p:cNvPr id="23" name="组合 22"/>
            <p:cNvGrpSpPr/>
            <p:nvPr/>
          </p:nvGrpSpPr>
          <p:grpSpPr>
            <a:xfrm>
              <a:off x="266622" y="266851"/>
              <a:ext cx="285750" cy="152400"/>
              <a:chOff x="2447390" y="5885020"/>
              <a:chExt cx="285750" cy="152400"/>
            </a:xfrm>
          </p:grpSpPr>
          <p:cxnSp>
            <p:nvCxnSpPr>
              <p:cNvPr id="25" name="直接连接符 24"/>
              <p:cNvCxnSpPr/>
              <p:nvPr/>
            </p:nvCxnSpPr>
            <p:spPr>
              <a:xfrm>
                <a:off x="2447390" y="5885020"/>
                <a:ext cx="285750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6" name="直接连接符 25"/>
              <p:cNvCxnSpPr/>
              <p:nvPr/>
            </p:nvCxnSpPr>
            <p:spPr>
              <a:xfrm>
                <a:off x="2447390" y="5961220"/>
                <a:ext cx="216000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" name="直接连接符 26"/>
              <p:cNvCxnSpPr/>
              <p:nvPr/>
            </p:nvCxnSpPr>
            <p:spPr>
              <a:xfrm>
                <a:off x="2447390" y="6037420"/>
                <a:ext cx="144000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24" name="文本框 23"/>
            <p:cNvSpPr txBox="1"/>
            <p:nvPr/>
          </p:nvSpPr>
          <p:spPr>
            <a:xfrm>
              <a:off x="807376" y="189163"/>
              <a:ext cx="12623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思源宋体 CN Heavy" panose="02020900000000000000" pitchFamily="18" charset="-122"/>
                </a:rPr>
                <a:t>Your logo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宋体 CN Heavy" panose="02020900000000000000" pitchFamily="18" charset="-122"/>
              </a:endParaRPr>
            </a:p>
          </p:txBody>
        </p:sp>
      </p:grpSp>
      <p:grpSp>
        <p:nvGrpSpPr>
          <p:cNvPr id="1030" name="组合 1029"/>
          <p:cNvGrpSpPr/>
          <p:nvPr/>
        </p:nvGrpSpPr>
        <p:grpSpPr>
          <a:xfrm>
            <a:off x="4726040" y="5753098"/>
            <a:ext cx="1076070" cy="462873"/>
            <a:chOff x="4501622" y="5638798"/>
            <a:chExt cx="1076070" cy="462873"/>
          </a:xfrm>
        </p:grpSpPr>
        <p:grpSp>
          <p:nvGrpSpPr>
            <p:cNvPr id="35" name="组合 34"/>
            <p:cNvGrpSpPr/>
            <p:nvPr/>
          </p:nvGrpSpPr>
          <p:grpSpPr>
            <a:xfrm>
              <a:off x="4501622" y="5638798"/>
              <a:ext cx="1076070" cy="66675"/>
              <a:chOff x="4457700" y="5638798"/>
              <a:chExt cx="1076070" cy="66675"/>
            </a:xfrm>
          </p:grpSpPr>
          <p:sp>
            <p:nvSpPr>
              <p:cNvPr id="29" name="椭圆 28"/>
              <p:cNvSpPr/>
              <p:nvPr/>
            </p:nvSpPr>
            <p:spPr>
              <a:xfrm>
                <a:off x="4457700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4659579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4861458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5063337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5265216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5467095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4501622" y="5836897"/>
              <a:ext cx="1076070" cy="66675"/>
              <a:chOff x="4457700" y="5638798"/>
              <a:chExt cx="1076070" cy="66675"/>
            </a:xfrm>
          </p:grpSpPr>
          <p:sp>
            <p:nvSpPr>
              <p:cNvPr id="37" name="椭圆 36"/>
              <p:cNvSpPr/>
              <p:nvPr/>
            </p:nvSpPr>
            <p:spPr>
              <a:xfrm>
                <a:off x="4457700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4659579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4861458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>
                <a:off x="5063337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>
              <a:xfrm>
                <a:off x="5265216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4" name="椭圆 83"/>
              <p:cNvSpPr/>
              <p:nvPr/>
            </p:nvSpPr>
            <p:spPr>
              <a:xfrm>
                <a:off x="5467095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4501622" y="6034996"/>
              <a:ext cx="1076070" cy="66675"/>
              <a:chOff x="4457700" y="5638798"/>
              <a:chExt cx="1076070" cy="66675"/>
            </a:xfrm>
          </p:grpSpPr>
          <p:sp>
            <p:nvSpPr>
              <p:cNvPr id="87" name="椭圆 86"/>
              <p:cNvSpPr/>
              <p:nvPr/>
            </p:nvSpPr>
            <p:spPr>
              <a:xfrm>
                <a:off x="4457700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24" name="椭圆 1023"/>
              <p:cNvSpPr/>
              <p:nvPr/>
            </p:nvSpPr>
            <p:spPr>
              <a:xfrm>
                <a:off x="4659579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25" name="椭圆 1024"/>
              <p:cNvSpPr/>
              <p:nvPr/>
            </p:nvSpPr>
            <p:spPr>
              <a:xfrm>
                <a:off x="4861458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26" name="椭圆 1025"/>
              <p:cNvSpPr/>
              <p:nvPr/>
            </p:nvSpPr>
            <p:spPr>
              <a:xfrm>
                <a:off x="5063337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28" name="椭圆 1027"/>
              <p:cNvSpPr/>
              <p:nvPr/>
            </p:nvSpPr>
            <p:spPr>
              <a:xfrm>
                <a:off x="5265216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29" name="椭圆 1028"/>
              <p:cNvSpPr/>
              <p:nvPr/>
            </p:nvSpPr>
            <p:spPr>
              <a:xfrm>
                <a:off x="5467095" y="5638798"/>
                <a:ext cx="66675" cy="666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ur="125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14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18" presetID="2" presetClass="entr" presetSubtype="4" dur="125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790ed9d65d6642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9ed430e177e2485c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ac5292828b4f417c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7ecd4febb5734db2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ac5292828b4f417c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ac32b30806ee4ee9af611619957c9ee6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8a162dc9a1fa474a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5ecb9634b90a443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bfaa3adb331a4bc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63703af2672c476c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9e011e4dcc774d8f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41f91694be874ed2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cb7419ec03934142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17604914002d43c2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be28dceb4b934c19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0d757a89318d40f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e7d9f53bbd594d3c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d1e01ad34bb34c1dab4eb578c7c78a25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65d7229900774c1a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a44a79f7e15a40a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baa00a57354e4ee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47f2494cdb9140e2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6fd3c2b147ce4795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f317ca1057cc439f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6fd3c2b147ce4795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1067d69f9e754b75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6fd3c2b147ce4795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6471c8efd7c74c7bbc4964089bec90dd"/>
              </a:rPr>
              <a:t>部分字体来源于</a:t>
            </a:r>
            <a:r>
              <a:rPr lang="en-US" altLang="zh-CN" dirty="0">
                <a:hlinkClick r:id="R6471c8efd7c74c7bbc4964089bec90dd"/>
              </a:rPr>
              <a:t>100font.com  </a:t>
            </a:r>
            <a:r>
              <a:rPr lang="zh-CN" altLang="en-US" dirty="0">
                <a:hlinkClick r:id="R6471c8efd7c74c7bbc4964089bec90dd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3783284827894a06bbae67e22c9868ce"/>
              </a:rPr>
              <a:t>部分图标来源于</a:t>
            </a:r>
            <a:r>
              <a:rPr lang="en-US" altLang="zh-CN" dirty="0">
                <a:hlinkClick r:id="R3783284827894a06bbae67e22c9868ce"/>
              </a:rPr>
              <a:t>Storyset.com </a:t>
            </a:r>
            <a:r>
              <a:rPr lang="zh-CN" altLang="en-US" dirty="0">
                <a:hlinkClick r:id="R3783284827894a06bbae67e22c9868ce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slides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slides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slides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11</TotalTime>
  <Words>2327</Words>
  <Application>Microsoft Office PowerPoint</Application>
  <PresentationFormat>宽屏</PresentationFormat>
  <Paragraphs>230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微软雅黑</vt:lpstr>
      <vt:lpstr>字魂35号-经典雅黑</vt:lpstr>
      <vt:lpstr>Arial</vt:lpstr>
      <vt:lpstr>Arial Black</vt:lpstr>
      <vt:lpstr>Calibri</vt:lpstr>
      <vt:lpstr>第一PPT，www.1ppt.com</vt:lpstr>
      <vt:lpstr>第一PPT，www.1ppt.com 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项目策划</dc:title>
  <dc:creator>第一PPT</dc:creator>
  <cp:keywords>www.1ppt.com</cp:keywords>
  <dc:description>www.1ppt.com</dc:description>
  <cp:lastModifiedBy>JP Liu</cp:lastModifiedBy>
  <cp:revision>39</cp:revision>
  <dcterms:created xsi:type="dcterms:W3CDTF">2023-11-07T14:10:00Z</dcterms:created>
  <dcterms:modified xsi:type="dcterms:W3CDTF">2025-04-28T04:20:50Z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F80FEEF9F7DF4EF09B1B6D4127F04E49_12</vt:lpwstr>
  </property>
  <property fmtid="{D5CDD505-2E9C-101B-9397-08002B2CF9AE}" pid="3" name="KSOProductBuildVer">
    <vt:lpwstr>2052-12.1.0.15712</vt:lpwstr>
  </property>
</Properties>
</file>