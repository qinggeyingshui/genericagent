
<file path=[Content_Types].xml><?xml version="1.0" encoding="utf-8"?>
<Types xmlns="http://schemas.openxmlformats.org/package/2006/content-types">
  <Default Extension="xml" ContentType="application/vnd.openxmlformats-officedocument.presentationml.presentation.main+xml"/>
  <Default Extension="rels" ContentType="application/vnd.openxmlformats-package.relationships+xml"/>
  <Default Extension="bin" ContentType="image/jpe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handoutMasters/handoutMaster1.xml" ContentType="application/vnd.openxmlformats-officedocument.presentationml.handoutMaster+xml"/>
  <Override PartName="/ppt/handoutMasters/theme/theme1.xml" ContentType="application/vnd.openxmlformats-officedocument.theme+xml"/>
  <Override PartName="/ppt/notesMasters/notesMaster1.xml" ContentType="application/vnd.openxmlformats-officedocument.presentationml.notesMaster+xml"/>
  <Override PartName="/ppt/notesMasters/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slideMasters/slideMaster1.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tags/tag1.xml" ContentType="application/vnd.openxmlformats-officedocument.presentationml.tags+xml"/>
  <Override PartName="/ppt/slides/slide1.xml" ContentType="application/vnd.openxmlformats-officedocument.presentationml.slide+xml"/>
  <Override PartName="/ppt/slides/tags/tag2.xml" ContentType="application/vnd.openxmlformats-officedocument.presentationml.tags+xml"/>
  <Override PartName="/ppt/slides/tags/tag3.xml" ContentType="application/vnd.openxmlformats-officedocument.presentationml.tags+xml"/>
  <Override PartName="/ppt/slides/tags/tag4.xml" ContentType="application/vnd.openxmlformats-officedocument.presentationml.tags+xml"/>
  <Override PartName="/ppt/slides/tags/tag5.xml" ContentType="application/vnd.openxmlformats-officedocument.presentationml.tags+xml"/>
  <Override PartName="/ppt/slides/slide2.xml" ContentType="application/vnd.openxmlformats-officedocument.presentationml.slide+xml"/>
  <Override PartName="/ppt/slides/tags/tag6.xml" ContentType="application/vnd.openxmlformats-officedocument.presentationml.tags+xml"/>
  <Override PartName="/ppt/slides/tags/tag7.xml" ContentType="application/vnd.openxmlformats-officedocument.presentationml.tags+xml"/>
  <Override PartName="/ppt/slides/tags/tag8.xml" ContentType="application/vnd.openxmlformats-officedocument.presentationml.tags+xml"/>
  <Override PartName="/ppt/slides/tags/tag9.xml" ContentType="application/vnd.openxmlformats-officedocument.presentationml.tags+xml"/>
  <Override PartName="/ppt/slides/tags/tag10.xml" ContentType="application/vnd.openxmlformats-officedocument.presentationml.tags+xml"/>
  <Override PartName="/ppt/slides/tags/tag11.xml" ContentType="application/vnd.openxmlformats-officedocument.presentationml.tags+xml"/>
  <Override PartName="/ppt/slides/tags/tag12.xml" ContentType="application/vnd.openxmlformats-officedocument.presentationml.tags+xml"/>
  <Override PartName="/ppt/slides/tags/tag13.xml" ContentType="application/vnd.openxmlformats-officedocument.presentationml.tags+xml"/>
  <Override PartName="/ppt/slides/tags/tag14.xml" ContentType="application/vnd.openxmlformats-officedocument.presentationml.tags+xml"/>
  <Override PartName="/ppt/slides/tags/tag15.xml" ContentType="application/vnd.openxmlformats-officedocument.presentationml.tags+xml"/>
  <Override PartName="/ppt/slides/tags/tag16.xml" ContentType="application/vnd.openxmlformats-officedocument.presentationml.tags+xml"/>
  <Override PartName="/ppt/slides/tags/tag17.xml" ContentType="application/vnd.openxmlformats-officedocument.presentationml.tags+xml"/>
  <Override PartName="/ppt/slides/tags/tag18.xml" ContentType="application/vnd.openxmlformats-officedocument.presentationml.tags+xml"/>
  <Override PartName="/ppt/slides/tags/tag19.xml" ContentType="application/vnd.openxmlformats-officedocument.presentationml.tags+xml"/>
  <Override PartName="/ppt/slides/slide3.xml" ContentType="application/vnd.openxmlformats-officedocument.presentationml.slide+xml"/>
  <Override PartName="/ppt/slides/tags/tag20.xml" ContentType="application/vnd.openxmlformats-officedocument.presentationml.tags+xml"/>
  <Override PartName="/ppt/slides/tags/tag21.xml" ContentType="application/vnd.openxmlformats-officedocument.presentationml.tags+xml"/>
  <Override PartName="/ppt/slides/tags/tag22.xml" ContentType="application/vnd.openxmlformats-officedocument.presentationml.tags+xml"/>
  <Override PartName="/ppt/notesSlides/notesSlide1.xml" ContentType="application/vnd.openxmlformats-officedocument.presentationml.notesSlide+xml"/>
  <Override PartName="/ppt/slides/slide4.xml" ContentType="application/vnd.openxmlformats-officedocument.presentationml.slide+xml"/>
  <Override PartName="/ppt/slides/tags/tag23.xml" ContentType="application/vnd.openxmlformats-officedocument.presentationml.tags+xml"/>
  <Override PartName="/ppt/slides/tags/tag24.xml" ContentType="application/vnd.openxmlformats-officedocument.presentationml.tags+xml"/>
  <Override PartName="/ppt/slides/tags/tag25.xml" ContentType="application/vnd.openxmlformats-officedocument.presentationml.tags+xml"/>
  <Override PartName="/ppt/slides/tags/tag26.xml" ContentType="application/vnd.openxmlformats-officedocument.presentationml.tags+xml"/>
  <Override PartName="/ppt/slides/tags/tag27.xml" ContentType="application/vnd.openxmlformats-officedocument.presentationml.tags+xml"/>
  <Override PartName="/ppt/slides/tags/tag28.xml" ContentType="application/vnd.openxmlformats-officedocument.presentationml.tags+xml"/>
  <Override PartName="/ppt/slides/tags/tag29.xml" ContentType="application/vnd.openxmlformats-officedocument.presentationml.tags+xml"/>
  <Override PartName="/ppt/slides/tags/tag30.xml" ContentType="application/vnd.openxmlformats-officedocument.presentationml.tags+xml"/>
  <Override PartName="/ppt/slides/tags/tag31.xml" ContentType="application/vnd.openxmlformats-officedocument.presentationml.tags+xml"/>
  <Override PartName="/ppt/slides/tags/tag32.xml" ContentType="application/vnd.openxmlformats-officedocument.presentationml.tags+xml"/>
  <Override PartName="/ppt/slides/slide5.xml" ContentType="application/vnd.openxmlformats-officedocument.presentationml.slide+xml"/>
  <Override PartName="/ppt/slides/tags/tag33.xml" ContentType="application/vnd.openxmlformats-officedocument.presentationml.tags+xml"/>
  <Override PartName="/ppt/slides/tags/tag34.xml" ContentType="application/vnd.openxmlformats-officedocument.presentationml.tags+xml"/>
  <Override PartName="/ppt/slides/tags/tag35.xml" ContentType="application/vnd.openxmlformats-officedocument.presentationml.tags+xml"/>
  <Override PartName="/ppt/slides/tags/tag36.xml" ContentType="application/vnd.openxmlformats-officedocument.presentationml.tags+xml"/>
  <Override PartName="/ppt/slides/tags/tag37.xml" ContentType="application/vnd.openxmlformats-officedocument.presentationml.tags+xml"/>
  <Override PartName="/ppt/slides/tags/tag38.xml" ContentType="application/vnd.openxmlformats-officedocument.presentationml.tags+xml"/>
  <Override PartName="/ppt/slides/tags/tag39.xml" ContentType="application/vnd.openxmlformats-officedocument.presentationml.tags+xml"/>
  <Override PartName="/ppt/slides/slide6.xml" ContentType="application/vnd.openxmlformats-officedocument.presentationml.slide+xml"/>
  <Override PartName="/ppt/slides/tags/tag40.xml" ContentType="application/vnd.openxmlformats-officedocument.presentationml.tags+xml"/>
  <Override PartName="/ppt/slides/tags/tag41.xml" ContentType="application/vnd.openxmlformats-officedocument.presentationml.tags+xml"/>
  <Override PartName="/ppt/slides/tags/tag42.xml" ContentType="application/vnd.openxmlformats-officedocument.presentationml.tags+xml"/>
  <Override PartName="/ppt/slides/tags/tag43.xml" ContentType="application/vnd.openxmlformats-officedocument.presentationml.tags+xml"/>
  <Override PartName="/ppt/slides/tags/tag44.xml" ContentType="application/vnd.openxmlformats-officedocument.presentationml.tags+xml"/>
  <Override PartName="/ppt/slides/tags/tag45.xml" ContentType="application/vnd.openxmlformats-officedocument.presentationml.tags+xml"/>
  <Override PartName="/ppt/slides/tags/tag46.xml" ContentType="application/vnd.openxmlformats-officedocument.presentationml.tags+xml"/>
  <Override PartName="/ppt/slides/tags/tag47.xml" ContentType="application/vnd.openxmlformats-officedocument.presentationml.tags+xml"/>
  <Override PartName="/ppt/slides/tags/tag48.xml" ContentType="application/vnd.openxmlformats-officedocument.presentationml.tags+xml"/>
  <Override PartName="/ppt/slides/tags/tag49.xml" ContentType="application/vnd.openxmlformats-officedocument.presentationml.tags+xml"/>
  <Override PartName="/ppt/slides/slide7.xml" ContentType="application/vnd.openxmlformats-officedocument.presentationml.slide+xml"/>
  <Override PartName="/ppt/slides/tags/tag50.xml" ContentType="application/vnd.openxmlformats-officedocument.presentationml.tags+xml"/>
  <Override PartName="/ppt/slides/tags/tag51.xml" ContentType="application/vnd.openxmlformats-officedocument.presentationml.tags+xml"/>
  <Override PartName="/ppt/slides/tags/tag52.xml" ContentType="application/vnd.openxmlformats-officedocument.presentationml.tags+xml"/>
  <Override PartName="/ppt/slides/tags/tag53.xml" ContentType="application/vnd.openxmlformats-officedocument.presentationml.tags+xml"/>
  <Override PartName="/ppt/slides/tags/tag54.xml" ContentType="application/vnd.openxmlformats-officedocument.presentationml.tags+xml"/>
  <Override PartName="/ppt/slides/tags/tag55.xml" ContentType="application/vnd.openxmlformats-officedocument.presentationml.tags+xml"/>
  <Override PartName="/ppt/slides/tags/tag56.xml" ContentType="application/vnd.openxmlformats-officedocument.presentationml.tags+xml"/>
  <Override PartName="/ppt/slides/slide8.xml" ContentType="application/vnd.openxmlformats-officedocument.presentationml.slide+xml"/>
  <Override PartName="/ppt/slides/tags/tag57.xml" ContentType="application/vnd.openxmlformats-officedocument.presentationml.tags+xml"/>
  <Override PartName="/ppt/slides/tags/tag58.xml" ContentType="application/vnd.openxmlformats-officedocument.presentationml.tags+xml"/>
  <Override PartName="/ppt/slides/tags/tag59.xml" ContentType="application/vnd.openxmlformats-officedocument.presentationml.tags+xml"/>
  <Override PartName="/ppt/slides/tags/tag60.xml" ContentType="application/vnd.openxmlformats-officedocument.presentationml.tags+xml"/>
  <Override PartName="/ppt/slides/tags/tag61.xml" ContentType="application/vnd.openxmlformats-officedocument.presentationml.tags+xml"/>
  <Override PartName="/ppt/slides/tags/tag62.xml" ContentType="application/vnd.openxmlformats-officedocument.presentationml.tags+xml"/>
  <Override PartName="/ppt/slides/tags/tag63.xml" ContentType="application/vnd.openxmlformats-officedocument.presentationml.tags+xml"/>
  <Override PartName="/ppt/slides/tags/tag64.xml" ContentType="application/vnd.openxmlformats-officedocument.presentationml.tags+xml"/>
  <Override PartName="/ppt/slides/tags/tag65.xml" ContentType="application/vnd.openxmlformats-officedocument.presentationml.tags+xml"/>
  <Override PartName="/ppt/slides/tags/tag66.xml" ContentType="application/vnd.openxmlformats-officedocument.presentationml.tags+xml"/>
  <Override PartName="/ppt/slides/slide9.xml" ContentType="application/vnd.openxmlformats-officedocument.presentationml.slide+xml"/>
  <Override PartName="/ppt/slides/tags/tag67.xml" ContentType="application/vnd.openxmlformats-officedocument.presentationml.tags+xml"/>
  <Override PartName="/ppt/slides/tags/tag68.xml" ContentType="application/vnd.openxmlformats-officedocument.presentationml.tags+xml"/>
  <Override PartName="/ppt/slides/tags/tag69.xml" ContentType="application/vnd.openxmlformats-officedocument.presentationml.tags+xml"/>
  <Override PartName="/ppt/slides/tags/tag70.xml" ContentType="application/vnd.openxmlformats-officedocument.presentationml.tags+xml"/>
  <Override PartName="/ppt/slides/tags/tag71.xml" ContentType="application/vnd.openxmlformats-officedocument.presentationml.tags+xml"/>
  <Override PartName="/ppt/slides/tags/tag72.xml" ContentType="application/vnd.openxmlformats-officedocument.presentationml.tags+xml"/>
  <Override PartName="/ppt/slides/tags/tag73.xml" ContentType="application/vnd.openxmlformats-officedocument.presentationml.tags+xml"/>
  <Override PartName="/ppt/slides/tags/tag74.xml" ContentType="application/vnd.openxmlformats-officedocument.presentationml.tags+xml"/>
  <Override PartName="/ppt/slides/tags/tag75.xml" ContentType="application/vnd.openxmlformats-officedocument.presentationml.tags+xml"/>
  <Override PartName="/ppt/notesSlides/notesSlide2.xml" ContentType="application/vnd.openxmlformats-officedocument.presentationml.notesSlide+xml"/>
  <Override PartName="/ppt/slides/slide10.xml" ContentType="application/vnd.openxmlformats-officedocument.presentationml.slide+xml"/>
  <Override PartName="/ppt/slides/tags/tag76.xml" ContentType="application/vnd.openxmlformats-officedocument.presentationml.tags+xml"/>
  <Override PartName="/ppt/slides/tags/tag77.xml" ContentType="application/vnd.openxmlformats-officedocument.presentationml.tags+xml"/>
  <Override PartName="/ppt/slides/tags/tag78.xml" ContentType="application/vnd.openxmlformats-officedocument.presentationml.tags+xml"/>
  <Override PartName="/ppt/slides/tags/tag79.xml" ContentType="application/vnd.openxmlformats-officedocument.presentationml.tags+xml"/>
  <Override PartName="/ppt/slides/tags/tag80.xml" ContentType="application/vnd.openxmlformats-officedocument.presentationml.tags+xml"/>
  <Override PartName="/ppt/slides/tags/tag81.xml" ContentType="application/vnd.openxmlformats-officedocument.presentationml.tags+xml"/>
  <Override PartName="/ppt/slides/tags/tag82.xml" ContentType="application/vnd.openxmlformats-officedocument.presentationml.tags+xml"/>
  <Override PartName="/ppt/slides/tags/tag83.xml" ContentType="application/vnd.openxmlformats-officedocument.presentationml.tags+xml"/>
  <Override PartName="/ppt/slides/tags/tag84.xml" ContentType="application/vnd.openxmlformats-officedocument.presentationml.tags+xml"/>
  <Override PartName="/ppt/slides/tags/tag85.xml" ContentType="application/vnd.openxmlformats-officedocument.presentationml.tags+xml"/>
  <Override PartName="/ppt/slides/tags/tag86.xml" ContentType="application/vnd.openxmlformats-officedocument.presentationml.tags+xml"/>
  <Override PartName="/ppt/slides/tags/tag87.xml" ContentType="application/vnd.openxmlformats-officedocument.presentationml.tags+xml"/>
  <Override PartName="/ppt/slides/tags/tag88.xml" ContentType="application/vnd.openxmlformats-officedocument.presentationml.tags+xml"/>
  <Override PartName="/ppt/slides/tags/tag89.xml" ContentType="application/vnd.openxmlformats-officedocument.presentationml.tags+xml"/>
  <Override PartName="/ppt/slides/tags/tag90.xml" ContentType="application/vnd.openxmlformats-officedocument.presentationml.tags+xml"/>
  <Override PartName="/ppt/slides/slide11.xml" ContentType="application/vnd.openxmlformats-officedocument.presentationml.slide+xml"/>
  <Override PartName="/ppt/slides/charts/chart1.xml" ContentType="application/vnd.openxmlformats-officedocument.drawingml.chart+xml"/>
  <Override PartName="/ppt/slides/charts/embeddings/package.bin" ContentType="application/vnd.openxmlformats-officedocument.spreadsheetml.sheet"/>
  <Override PartName="/ppt/slides/tags/tag91.xml" ContentType="application/vnd.openxmlformats-officedocument.presentationml.tags+xml"/>
  <Override PartName="/ppt/slides/tags/tag92.xml" ContentType="application/vnd.openxmlformats-officedocument.presentationml.tags+xml"/>
  <Override PartName="/ppt/slides/tags/tag93.xml" ContentType="application/vnd.openxmlformats-officedocument.presentationml.tags+xml"/>
  <Override PartName="/ppt/slides/tags/tag94.xml" ContentType="application/vnd.openxmlformats-officedocument.presentationml.tags+xml"/>
  <Override PartName="/ppt/slides/tags/tag95.xml" ContentType="application/vnd.openxmlformats-officedocument.presentationml.tags+xml"/>
  <Override PartName="/ppt/slides/slide12.xml" ContentType="application/vnd.openxmlformats-officedocument.presentationml.slide+xml"/>
  <Override PartName="/ppt/slides/tags/tag96.xml" ContentType="application/vnd.openxmlformats-officedocument.presentationml.tags+xml"/>
  <Override PartName="/ppt/slides/tags/tag97.xml" ContentType="application/vnd.openxmlformats-officedocument.presentationml.tags+xml"/>
  <Override PartName="/ppt/slides/tags/tag98.xml" ContentType="application/vnd.openxmlformats-officedocument.presentationml.tags+xml"/>
  <Override PartName="/ppt/slides/tags/tag99.xml" ContentType="application/vnd.openxmlformats-officedocument.presentationml.tags+xml"/>
  <Override PartName="/ppt/slides/tags/tag100.xml" ContentType="application/vnd.openxmlformats-officedocument.presentationml.tags+xml"/>
  <Override PartName="/ppt/slides/tags/tag101.xml" ContentType="application/vnd.openxmlformats-officedocument.presentationml.tags+xml"/>
  <Override PartName="/ppt/slides/tags/tag102.xml" ContentType="application/vnd.openxmlformats-officedocument.presentationml.tags+xml"/>
  <Override PartName="/ppt/slides/slide13.xml" ContentType="application/vnd.openxmlformats-officedocument.presentationml.slide+xml"/>
  <Override PartName="/ppt/slides/tags/tag103.xml" ContentType="application/vnd.openxmlformats-officedocument.presentationml.tags+xml"/>
  <Override PartName="/ppt/slides/tags/tag104.xml" ContentType="application/vnd.openxmlformats-officedocument.presentationml.tags+xml"/>
  <Override PartName="/ppt/slides/tags/tag105.xml" ContentType="application/vnd.openxmlformats-officedocument.presentationml.tags+xml"/>
  <Override PartName="/ppt/slides/tags/tag106.xml" ContentType="application/vnd.openxmlformats-officedocument.presentationml.tags+xml"/>
  <Override PartName="/ppt/slides/tags/tag107.xml" ContentType="application/vnd.openxmlformats-officedocument.presentationml.tags+xml"/>
  <Override PartName="/ppt/slides/tags/tag108.xml" ContentType="application/vnd.openxmlformats-officedocument.presentationml.tags+xml"/>
  <Override PartName="/ppt/slides/tags/tag109.xml" ContentType="application/vnd.openxmlformats-officedocument.presentationml.tags+xml"/>
  <Override PartName="/ppt/slides/tags/tag110.xml" ContentType="application/vnd.openxmlformats-officedocument.presentationml.tags+xml"/>
  <Override PartName="/ppt/slides/tags/tag111.xml" ContentType="application/vnd.openxmlformats-officedocument.presentationml.tags+xml"/>
  <Override PartName="/ppt/slides/tags/tag112.xml" ContentType="application/vnd.openxmlformats-officedocument.presentationml.tags+xml"/>
  <Override PartName="/ppt/slides/slide14.xml" ContentType="application/vnd.openxmlformats-officedocument.presentationml.slide+xml"/>
  <Override PartName="/ppt/slides/tags/tag113.xml" ContentType="application/vnd.openxmlformats-officedocument.presentationml.tags+xml"/>
  <Override PartName="/ppt/slides/tags/tag114.xml" ContentType="application/vnd.openxmlformats-officedocument.presentationml.tags+xml"/>
  <Override PartName="/ppt/slides/tags/tag115.xml" ContentType="application/vnd.openxmlformats-officedocument.presentationml.tags+xml"/>
  <Override PartName="/ppt/slides/tags/tag116.xml" ContentType="application/vnd.openxmlformats-officedocument.presentationml.tags+xml"/>
  <Override PartName="/ppt/slides/tags/tag117.xml" ContentType="application/vnd.openxmlformats-officedocument.presentationml.tags+xml"/>
  <Override PartName="/ppt/slides/tags/tag118.xml" ContentType="application/vnd.openxmlformats-officedocument.presentationml.tags+xml"/>
  <Override PartName="/ppt/slides/tags/tag119.xml" ContentType="application/vnd.openxmlformats-officedocument.presentationml.tags+xml"/>
  <Override PartName="/ppt/slides/tags/tag120.xml" ContentType="application/vnd.openxmlformats-officedocument.presentationml.tags+xml"/>
  <Override PartName="/ppt/slides/tags/tag121.xml" ContentType="application/vnd.openxmlformats-officedocument.presentationml.tags+xml"/>
  <Override PartName="/ppt/slides/tags/tag122.xml" ContentType="application/vnd.openxmlformats-officedocument.presentationml.tags+xml"/>
  <Override PartName="/ppt/slides/slide15.xml" ContentType="application/vnd.openxmlformats-officedocument.presentationml.slide+xml"/>
  <Override PartName="/ppt/slides/tags/tag123.xml" ContentType="application/vnd.openxmlformats-officedocument.presentationml.tags+xml"/>
  <Override PartName="/ppt/slides/tags/tag124.xml" ContentType="application/vnd.openxmlformats-officedocument.presentationml.tags+xml"/>
  <Override PartName="/ppt/slides/tags/tag125.xml" ContentType="application/vnd.openxmlformats-officedocument.presentationml.tags+xml"/>
  <Override PartName="/ppt/slides/tags/tag126.xml" ContentType="application/vnd.openxmlformats-officedocument.presentationml.tags+xml"/>
  <Override PartName="/ppt/slides/tags/tag127.xml" ContentType="application/vnd.openxmlformats-officedocument.presentationml.tags+xml"/>
  <Override PartName="/ppt/slides/tags/tag128.xml" ContentType="application/vnd.openxmlformats-officedocument.presentationml.tags+xml"/>
  <Override PartName="/ppt/slides/tags/tag129.xml" ContentType="application/vnd.openxmlformats-officedocument.presentationml.tags+xml"/>
  <Override PartName="/ppt/slides/tags/tag130.xml" ContentType="application/vnd.openxmlformats-officedocument.presentationml.tags+xml"/>
  <Override PartName="/ppt/slides/tags/tag131.xml" ContentType="application/vnd.openxmlformats-officedocument.presentationml.tags+xml"/>
  <Override PartName="/ppt/slides/tags/tag132.xml" ContentType="application/vnd.openxmlformats-officedocument.presentationml.tags+xml"/>
  <Override PartName="/ppt/slides/tags/tag133.xml" ContentType="application/vnd.openxmlformats-officedocument.presentationml.tags+xml"/>
  <Override PartName="/ppt/slides/tags/tag134.xml" ContentType="application/vnd.openxmlformats-officedocument.presentationml.tags+xml"/>
  <Override PartName="/ppt/slides/tags/tag135.xml" ContentType="application/vnd.openxmlformats-officedocument.presentationml.tags+xml"/>
  <Override PartName="/ppt/slides/slide16.xml" ContentType="application/vnd.openxmlformats-officedocument.presentationml.slide+xml"/>
  <Override PartName="/ppt/slides/tags/tag136.xml" ContentType="application/vnd.openxmlformats-officedocument.presentationml.tags+xml"/>
  <Override PartName="/ppt/slides/tags/tag137.xml" ContentType="application/vnd.openxmlformats-officedocument.presentationml.tags+xml"/>
  <Override PartName="/ppt/slides/tags/tag138.xml" ContentType="application/vnd.openxmlformats-officedocument.presentationml.tags+xml"/>
  <Override PartName="/ppt/slides/tags/tag139.xml" ContentType="application/vnd.openxmlformats-officedocument.presentationml.tags+xml"/>
  <Override PartName="/ppt/slides/tags/tag140.xml" ContentType="application/vnd.openxmlformats-officedocument.presentationml.tags+xml"/>
  <Override PartName="/ppt/slides/tags/tag141.xml" ContentType="application/vnd.openxmlformats-officedocument.presentationml.tags+xml"/>
  <Override PartName="/ppt/slides/tags/tag142.xml" ContentType="application/vnd.openxmlformats-officedocument.presentationml.tags+xml"/>
  <Override PartName="/ppt/slides/slide17.xml" ContentType="application/vnd.openxmlformats-officedocument.presentationml.slide+xml"/>
  <Override PartName="/ppt/slides/tags/tag143.xml" ContentType="application/vnd.openxmlformats-officedocument.presentationml.tags+xml"/>
  <Override PartName="/ppt/slides/tags/tag144.xml" ContentType="application/vnd.openxmlformats-officedocument.presentationml.tags+xml"/>
  <Override PartName="/ppt/slides/tags/tag145.xml" ContentType="application/vnd.openxmlformats-officedocument.presentationml.tags+xml"/>
  <Override PartName="/ppt/slides/tags/tag146.xml" ContentType="application/vnd.openxmlformats-officedocument.presentationml.tags+xml"/>
  <Override PartName="/ppt/slides/tags/tag147.xml" ContentType="application/vnd.openxmlformats-officedocument.presentationml.tags+xml"/>
  <Override PartName="/ppt/slides/tags/tag148.xml" ContentType="application/vnd.openxmlformats-officedocument.presentationml.tags+xml"/>
  <Override PartName="/ppt/slides/tags/tag149.xml" ContentType="application/vnd.openxmlformats-officedocument.presentationml.tags+xml"/>
  <Override PartName="/ppt/slides/tags/tag150.xml" ContentType="application/vnd.openxmlformats-officedocument.presentationml.tags+xml"/>
  <Override PartName="/ppt/slides/tags/tag151.xml" ContentType="application/vnd.openxmlformats-officedocument.presentationml.tags+xml"/>
  <Override PartName="/ppt/slides/tags/tag152.xml" ContentType="application/vnd.openxmlformats-officedocument.presentationml.tags+xml"/>
  <Override PartName="/ppt/slides/tags/tag153.xml" ContentType="application/vnd.openxmlformats-officedocument.presentationml.tags+xml"/>
  <Override PartName="/ppt/slides/tags/tag154.xml" ContentType="application/vnd.openxmlformats-officedocument.presentationml.tags+xml"/>
  <Override PartName="/ppt/slides/tags/tag155.xml" ContentType="application/vnd.openxmlformats-officedocument.presentationml.tags+xml"/>
  <Override PartName="/ppt/slides/tags/tag156.xml" ContentType="application/vnd.openxmlformats-officedocument.presentationml.tags+xml"/>
  <Override PartName="/ppt/slides/tags/tag157.xml" ContentType="application/vnd.openxmlformats-officedocument.presentationml.tags+xml"/>
  <Override PartName="/ppt/slides/slide18.xml" ContentType="application/vnd.openxmlformats-officedocument.presentationml.slide+xml"/>
  <Override PartName="/ppt/slides/tags/tag158.xml" ContentType="application/vnd.openxmlformats-officedocument.presentationml.tags+xml"/>
  <Override PartName="/ppt/slides/tags/tag159.xml" ContentType="application/vnd.openxmlformats-officedocument.presentationml.tags+xml"/>
  <Override PartName="/ppt/slides/tags/tag160.xml" ContentType="application/vnd.openxmlformats-officedocument.presentationml.tags+xml"/>
  <Override PartName="/ppt/slides/tags/tag161.xml" ContentType="application/vnd.openxmlformats-officedocument.presentationml.tags+xml"/>
  <Override PartName="/ppt/slides/tags/tag162.xml" ContentType="application/vnd.openxmlformats-officedocument.presentationml.tags+xml"/>
  <Override PartName="/ppt/slides/tags/tag163.xml" ContentType="application/vnd.openxmlformats-officedocument.presentationml.tags+xml"/>
  <Override PartName="/ppt/slides/tags/tag164.xml" ContentType="application/vnd.openxmlformats-officedocument.presentationml.tags+xml"/>
  <Override PartName="/ppt/slides/tags/tag165.xml" ContentType="application/vnd.openxmlformats-officedocument.presentationml.tags+xml"/>
  <Override PartName="/ppt/slides/tags/tag166.xml" ContentType="application/vnd.openxmlformats-officedocument.presentationml.tags+xml"/>
  <Override PartName="/ppt/slides/slide19.xml" ContentType="application/vnd.openxmlformats-officedocument.presentationml.slide+xml"/>
  <Override PartName="/ppt/slides/tags/tag167.xml" ContentType="application/vnd.openxmlformats-officedocument.presentationml.tags+xml"/>
  <Override PartName="/ppt/slides/tags/tag168.xml" ContentType="application/vnd.openxmlformats-officedocument.presentationml.tags+xml"/>
  <Override PartName="/ppt/slides/tags/tag169.xml" ContentType="application/vnd.openxmlformats-officedocument.presentationml.tags+xml"/>
  <Override PartName="/ppt/slides/tags/tag170.xml" ContentType="application/vnd.openxmlformats-officedocument.presentationml.tags+xml"/>
  <Override PartName="/ppt/slides/tags/tag171.xml" ContentType="application/vnd.openxmlformats-officedocument.presentationml.tags+xml"/>
  <Override PartName="/ppt/slides/tags/tag172.xml" ContentType="application/vnd.openxmlformats-officedocument.presentationml.tags+xml"/>
  <Override PartName="/ppt/slides/tags/tag173.xml" ContentType="application/vnd.openxmlformats-officedocument.presentationml.tags+xml"/>
  <Override PartName="/ppt/slides/tags/tag174.xml" ContentType="application/vnd.openxmlformats-officedocument.presentationml.tags+xml"/>
  <Override PartName="/ppt/slides/tags/tag175.xml" ContentType="application/vnd.openxmlformats-officedocument.presentationml.tags+xml"/>
  <Override PartName="/ppt/slides/tags/tag176.xml" ContentType="application/vnd.openxmlformats-officedocument.presentationml.tags+xml"/>
  <Override PartName="/ppt/slides/slide20.xml" ContentType="application/vnd.openxmlformats-officedocument.presentationml.slide+xml"/>
  <Override PartName="/ppt/slides/tags/tag177.xml" ContentType="application/vnd.openxmlformats-officedocument.presentationml.tags+xml"/>
  <Override PartName="/ppt/slides/tags/tag178.xml" ContentType="application/vnd.openxmlformats-officedocument.presentationml.tags+xml"/>
  <Override PartName="/ppt/slides/tags/tag179.xml" ContentType="application/vnd.openxmlformats-officedocument.presentationml.tags+xml"/>
  <Override PartName="/ppt/slides/tags/tag180.xml" ContentType="application/vnd.openxmlformats-officedocument.presentationml.tags+xml"/>
  <Override PartName="/ppt/slides/tags/tag181.xml" ContentType="application/vnd.openxmlformats-officedocument.presentationml.tags+xml"/>
  <Override PartName="/ppt/slides/tags/tag182.xml" ContentType="application/vnd.openxmlformats-officedocument.presentationml.tags+xml"/>
  <Override PartName="/ppt/slides/tags/tag183.xml" ContentType="application/vnd.openxmlformats-officedocument.presentationml.tags+xml"/>
  <Override PartName="/ppt/slides/tags/tag184.xml" ContentType="application/vnd.openxmlformats-officedocument.presentationml.tags+xml"/>
  <Override PartName="/ppt/slides/tags/tag185.xml" ContentType="application/vnd.openxmlformats-officedocument.presentationml.tags+xml"/>
  <Override PartName="/ppt/slides/tags/tag186.xml" ContentType="application/vnd.openxmlformats-officedocument.presentationml.tags+xml"/>
  <Override PartName="/ppt/slides/tags/tag187.xml" ContentType="application/vnd.openxmlformats-officedocument.presentationml.tags+xml"/>
  <Override PartName="/ppt/slides/tags/tag188.xml" ContentType="application/vnd.openxmlformats-officedocument.presentationml.tags+xml"/>
  <Override PartName="/ppt/slides/tags/tag189.xml" ContentType="application/vnd.openxmlformats-officedocument.presentationml.tags+xml"/>
  <Override PartName="/ppt/slides/tags/tag190.xml" ContentType="application/vnd.openxmlformats-officedocument.presentationml.tags+xml"/>
  <Override PartName="/ppt/slides/tags/tag191.xml" ContentType="application/vnd.openxmlformats-officedocument.presentationml.tags+xml"/>
  <Override PartName="/ppt/slides/tags/tag192.xml" ContentType="application/vnd.openxmlformats-officedocument.presentationml.tags+xml"/>
  <Override PartName="/ppt/slides/tags/tag193.xml" ContentType="application/vnd.openxmlformats-officedocument.presentationml.tags+xml"/>
  <Override PartName="/ppt/slides/tags/tag194.xml" ContentType="application/vnd.openxmlformats-officedocument.presentationml.tags+xml"/>
  <Override PartName="/ppt/slides/tags/tag195.xml" ContentType="application/vnd.openxmlformats-officedocument.presentationml.tags+xml"/>
  <Override PartName="/ppt/slides/tags/tag196.xml" ContentType="application/vnd.openxmlformats-officedocument.presentationml.tags+xml"/>
  <Override PartName="/ppt/slides/tags/tag197.xml" ContentType="application/vnd.openxmlformats-officedocument.presentationml.tags+xml"/>
  <Override PartName="/ppt/slides/tags/tag198.xml" ContentType="application/vnd.openxmlformats-officedocument.presentationml.tags+xml"/>
  <Override PartName="/ppt/slides/tags/tag199.xml" ContentType="application/vnd.openxmlformats-officedocument.presentationml.tags+xml"/>
  <Override PartName="/ppt/slides/tags/tag200.xml" ContentType="application/vnd.openxmlformats-officedocument.presentationml.tags+xml"/>
  <Override PartName="/ppt/slides/slide21.xml" ContentType="application/vnd.openxmlformats-officedocument.presentationml.slide+xml"/>
  <Override PartName="/ppt/slides/tags/tag201.xml" ContentType="application/vnd.openxmlformats-officedocument.presentationml.tags+xml"/>
  <Override PartName="/ppt/slides/tags/tag202.xml" ContentType="application/vnd.openxmlformats-officedocument.presentationml.tags+xml"/>
  <Override PartName="/ppt/slides/tags/tag203.xml" ContentType="application/vnd.openxmlformats-officedocument.presentationml.tags+xml"/>
  <Override PartName="/ppt/slides/tags/tag204.xml" ContentType="application/vnd.openxmlformats-officedocument.presentationml.tags+xml"/>
  <Override PartName="/ppt/slides/tags/tag205.xml" ContentType="application/vnd.openxmlformats-officedocument.presentationml.tags+xml"/>
  <Override PartName="/ppt/slides/tags/tag206.xml" ContentType="application/vnd.openxmlformats-officedocument.presentationml.tags+xml"/>
  <Override PartName="/ppt/slides/tags/tag207.xml" ContentType="application/vnd.openxmlformats-officedocument.presentationml.tags+xml"/>
  <Override PartName="/ppt/slides/tags/tag208.xml" ContentType="application/vnd.openxmlformats-officedocument.presentationml.tags+xml"/>
  <Override PartName="/ppt/slides/slide22.xml" ContentType="application/vnd.openxmlformats-officedocument.presentationml.slide+xml"/>
  <Override PartName="/ppt/media/image12.bin" ContentType="image/png"/>
  <Override PartName="/ppt/slides/tags/tag209.xml" ContentType="application/vnd.openxmlformats-officedocument.presentationml.tags+xml"/>
  <Override PartName="/ppt/slides/tags/tag210.xml" ContentType="application/vnd.openxmlformats-officedocument.presentationml.tags+xml"/>
  <Override PartName="/ppt/slides/tags/tag211.xml" ContentType="application/vnd.openxmlformats-officedocument.presentationml.tags+xml"/>
  <Override PartName="/ppt/slides/tags/tag212.xml" ContentType="application/vnd.openxmlformats-officedocument.presentationml.tags+xml"/>
  <Override PartName="/ppt/slides/tags/tag213.xml" ContentType="application/vnd.openxmlformats-officedocument.presentationml.tags+xml"/>
  <Override PartName="/ppt/slides/tags/tag214.xml" ContentType="application/vnd.openxmlformats-officedocument.presentationml.tags+xml"/>
  <Override PartName="/ppt/slides/tags/tag215.xml" ContentType="application/vnd.openxmlformats-officedocument.presentationml.tags+xml"/>
  <Override PartName="/ppt/slides/tags/tag216.xml" ContentType="application/vnd.openxmlformats-officedocument.presentationml.tags+xml"/>
  <Override PartName="/ppt/slides/tags/tag217.xml" ContentType="application/vnd.openxmlformats-officedocument.presentationml.tags+xml"/>
  <Override PartName="/ppt/slides/tags/tag218.xml" ContentType="application/vnd.openxmlformats-officedocument.presentationml.tags+xml"/>
  <Override PartName="/ppt/slides/slide23.xml" ContentType="application/vnd.openxmlformats-officedocument.presentationml.slide+xml"/>
  <Override PartName="/ppt/slides/tags/tag219.xml" ContentType="application/vnd.openxmlformats-officedocument.presentationml.tags+xml"/>
  <Override PartName="/ppt/slides/tags/tag220.xml" ContentType="application/vnd.openxmlformats-officedocument.presentationml.tags+xml"/>
  <Override PartName="/ppt/slides/tags/tag221.xml" ContentType="application/vnd.openxmlformats-officedocument.presentationml.tags+xml"/>
  <Override PartName="/ppt/slides/tags/tag222.xml" ContentType="application/vnd.openxmlformats-officedocument.presentationml.tags+xml"/>
  <Override PartName="/ppt/slides/tags/tag223.xml" ContentType="application/vnd.openxmlformats-officedocument.presentationml.tags+xml"/>
  <Override PartName="/ppt/slides/tags/tag224.xml" ContentType="application/vnd.openxmlformats-officedocument.presentationml.tags+xml"/>
  <Override PartName="/ppt/slides/tags/tag225.xml" ContentType="application/vnd.openxmlformats-officedocument.presentationml.tags+xml"/>
  <Override PartName="/ppt/slides/tags/tag226.xml" ContentType="application/vnd.openxmlformats-officedocument.presentationml.tags+xml"/>
  <Override PartName="/ppt/slides/tags/tag227.xml" ContentType="application/vnd.openxmlformats-officedocument.presentationml.tags+xml"/>
  <Override PartName="/ppt/slides/tags/tag228.xml" ContentType="application/vnd.openxmlformats-officedocument.presentationml.tags+xml"/>
  <Override PartName="/ppt/slides/tags/tag229.xml" ContentType="application/vnd.openxmlformats-officedocument.presentationml.tags+xml"/>
  <Override PartName="/ppt/slides/tags/tag230.xml" ContentType="application/vnd.openxmlformats-officedocument.presentationml.tags+xml"/>
  <Override PartName="/ppt/slides/tags/tag231.xml" ContentType="application/vnd.openxmlformats-officedocument.presentationml.tags+xml"/>
  <Override PartName="/ppt/slides/tags/tag232.xml" ContentType="application/vnd.openxmlformats-officedocument.presentationml.tags+xml"/>
  <Override PartName="/ppt/slides/tags/tag233.xml" ContentType="application/vnd.openxmlformats-officedocument.presentationml.tags+xml"/>
  <Override PartName="/ppt/slides/tags/tag234.xml" ContentType="application/vnd.openxmlformats-officedocument.presentationml.tags+xml"/>
  <Override PartName="/ppt/slides/tags/tag235.xml" ContentType="application/vnd.openxmlformats-officedocument.presentationml.tags+xml"/>
  <Override PartName="/ppt/slides/tags/tag236.xml" ContentType="application/vnd.openxmlformats-officedocument.presentationml.tags+xml"/>
  <Override PartName="/ppt/slides/tags/tag237.xml" ContentType="application/vnd.openxmlformats-officedocument.presentationml.tags+xml"/>
  <Override PartName="/ppt/slides/tags/tag238.xml" ContentType="application/vnd.openxmlformats-officedocument.presentationml.tags+xml"/>
  <Override PartName="/ppt/slides/tags/tag239.xml" ContentType="application/vnd.openxmlformats-officedocument.presentationml.tags+xml"/>
  <Override PartName="/ppt/slides/tags/tag240.xml" ContentType="application/vnd.openxmlformats-officedocument.presentationml.tags+xml"/>
  <Override PartName="/ppt/slides/slide24.xml" ContentType="application/vnd.openxmlformats-officedocument.presentationml.slide+xml"/>
  <Override PartName="/ppt/slides/tags/tag241.xml" ContentType="application/vnd.openxmlformats-officedocument.presentationml.tags+xml"/>
  <Override PartName="/ppt/slides/tags/tag242.xml" ContentType="application/vnd.openxmlformats-officedocument.presentationml.tags+xml"/>
  <Override PartName="/ppt/slides/tags/tag243.xml" ContentType="application/vnd.openxmlformats-officedocument.presentationml.tags+xml"/>
  <Override PartName="/ppt/slides/tags/tag244.xml" ContentType="application/vnd.openxmlformats-officedocument.presentationml.tags+xml"/>
  <Override PartName="/ppt/slides/tags/tag245.xml" ContentType="application/vnd.openxmlformats-officedocument.presentationml.tags+xml"/>
  <Override PartName="/ppt/slides/tags/tag246.xml" ContentType="application/vnd.openxmlformats-officedocument.presentationml.tags+xml"/>
  <Override PartName="/ppt/slides/tags/tag247.xml" ContentType="application/vnd.openxmlformats-officedocument.presentationml.tags+xml"/>
  <Override PartName="/ppt/slides/tags/tag248.xml" ContentType="application/vnd.openxmlformats-officedocument.presentationml.tags+xml"/>
  <Override PartName="/ppt/slides/tags/tag249.xml" ContentType="application/vnd.openxmlformats-officedocument.presentationml.tags+xml"/>
  <Override PartName="/ppt/slides/tags/tag250.xml" ContentType="application/vnd.openxmlformats-officedocument.presentationml.tags+xml"/>
  <Override PartName="/ppt/slides/slide25.xml" ContentType="application/vnd.openxmlformats-officedocument.presentationml.slide+xml"/>
  <Override PartName="/ppt/slides/tags/tag251.xml" ContentType="application/vnd.openxmlformats-officedocument.presentationml.tags+xml"/>
  <Override PartName="/ppt/slides/tags/tag252.xml" ContentType="application/vnd.openxmlformats-officedocument.presentationml.tags+xml"/>
  <Override PartName="/ppt/slides/tags/tag253.xml" ContentType="application/vnd.openxmlformats-officedocument.presentationml.tags+xml"/>
  <Override PartName="/ppt/slides/tags/tag254.xml" ContentType="application/vnd.openxmlformats-officedocument.presentationml.tags+xml"/>
  <Override PartName="/ppt/slides/tags/tag255.xml" ContentType="application/vnd.openxmlformats-officedocument.presentationml.tags+xml"/>
  <Override PartName="/ppt/slides/tags/tag256.xml" ContentType="application/vnd.openxmlformats-officedocument.presentationml.tags+xml"/>
  <Override PartName="/ppt/slides/tags/tag257.xml" ContentType="application/vnd.openxmlformats-officedocument.presentationml.tags+xml"/>
  <Override PartName="/ppt/slides/tags/tag258.xml" ContentType="application/vnd.openxmlformats-officedocument.presentationml.tags+xml"/>
  <Override PartName="/ppt/slides/tags/tag259.xml" ContentType="application/vnd.openxmlformats-officedocument.presentationml.tags+xml"/>
  <Override PartName="/ppt/slides/tags/tag260.xml" ContentType="application/vnd.openxmlformats-officedocument.presentationml.tags+xml"/>
  <Override PartName="/ppt/slides/tags/tag261.xml" ContentType="application/vnd.openxmlformats-officedocument.presentationml.tags+xml"/>
  <Override PartName="/ppt/slides/tags/tag262.xml" ContentType="application/vnd.openxmlformats-officedocument.presentationml.tags+xml"/>
  <Override PartName="/ppt/slides/tags/tag263.xml" ContentType="application/vnd.openxmlformats-officedocument.presentationml.tags+xml"/>
  <Override PartName="/ppt/slides/tags/tag264.xml" ContentType="application/vnd.openxmlformats-officedocument.presentationml.tags+xml"/>
  <Override PartName="/ppt/slides/tags/tag265.xml" ContentType="application/vnd.openxmlformats-officedocument.presentationml.tags+xml"/>
  <Override PartName="/ppt/slides/slide26.xml" ContentType="application/vnd.openxmlformats-officedocument.presentationml.slide+xml"/>
  <Override PartName="/ppt/media/image14.bin" ContentType="image/png"/>
  <Override PartName="/ppt/media/image15.bin" ContentType="image/png"/>
  <Override PartName="/ppt/customXML/item.xml" ContentType="application/inkml+xml"/>
  <Override PartName="/ppt/customXML/item2.xml" ContentType="application/inkml+xml"/>
  <Override PartName="/ppt/slides/slide27.xml" ContentType="application/vnd.openxmlformats-officedocument.presentationml.slide+xml"/>
  <Override PartName="/ppt/media/image18.bin" ContentType="image/png"/>
  <Override PartName="/ppt/media/image19.bin" ContentType="image/png"/>
  <Override PartName="/ppt/customXML/item3.xml" ContentType="application/inkml+xml"/>
  <Override PartName="/ppt/customXML/item4.xml" ContentType="application/inkml+xml"/>
  <Override PartName="/ppt/customXML/item5.xml" ContentType="application/inkml+xml"/>
  <Override PartName="/ppt/slides/slide28.xml" ContentType="application/vnd.openxmlformats-officedocument.presentationml.slide+xml"/>
  <Override PartName="/ppt/media/image21.bin" ContentType="image/png"/>
  <Override PartName="/ppt/media/image22.bin" ContentType="image/png"/>
  <Override PartName="/ppt/media/image23.bin" ContentType="image/png"/>
  <Override PartName="/ppt/customXML/item6.xml" ContentType="application/inkml+xml"/>
  <Override PartName="/ppt/customXML/item7.xml" ContentType="application/inkml+xml"/>
  <Override PartName="/ppt/customXML/item8.xml" ContentType="application/inkml+xml"/>
  <Override PartName="/ppt/slides/slide29.xml" ContentType="application/vnd.openxmlformats-officedocument.presentationml.slide+xml"/>
</Types>
</file>

<file path=_rels/.rels>&#65279;<?xml version="1.0" encoding="utf-8"?><Relationships xmlns="http://schemas.openxmlformats.org/package/2006/relationships"><Relationship Type="http://schemas.openxmlformats.org/officeDocument/2006/relationships/officeDocument" Target="/ppt/presentation.xml" Id="Rd76b03526bc84e70" /><Relationship Type="http://schemas.openxmlformats.org/package/2006/relationships/metadata/core-properties" Target="/docProps/core.xml" Id="Rf2497d1e653e4182" /><Relationship Type="http://schemas.openxmlformats.org/officeDocument/2006/relationships/extended-properties" Target="/docProps/app.xml" Id="R95757252e4554dee" /><Relationship Type="http://schemas.openxmlformats.org/officeDocument/2006/relationships/custom-properties" Target="/docProps/custom.xml" Id="R95280e97cc6a4a88" /></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0b08c3e087324f16"/>
  </p:sldMasterIdLst>
  <p:notesMasterIdLst>
    <p:notesMasterId r:id="Rbf43c5f3758d4e27"/>
  </p:notesMasterIdLst>
  <p:handoutMasterIdLst>
    <p:handoutMasterId r:id="Rc519670a1f984d98"/>
  </p:handoutMasterIdLst>
  <p:sldIdLst>
    <p:sldId id="256" r:id="R7adf3e7642f745ec"/>
    <p:sldId id="257" r:id="Rfc18f7114b794704"/>
    <p:sldId id="258" r:id="R4242dd4ab7b94ba1"/>
    <p:sldId id="259" r:id="R5a1a2f393bb147d0"/>
    <p:sldId id="260" r:id="Rc42d9c4b47eb4bd4"/>
    <p:sldId id="261" r:id="R5e24c48fd91f4cc3"/>
    <p:sldId id="262" r:id="R5c20a6788bdd4b41"/>
    <p:sldId id="263" r:id="Rb3c2622d63ce4e76"/>
    <p:sldId id="264" r:id="R80c810429ac2454a"/>
    <p:sldId id="265" r:id="R7156ba77fc1c4052"/>
    <p:sldId id="266" r:id="R783d0f8811344441"/>
    <p:sldId id="267" r:id="R623d8d09f18046e0"/>
    <p:sldId id="268" r:id="R10589e4b1d984df2"/>
    <p:sldId id="269" r:id="R86d6b0d41c544de9"/>
    <p:sldId id="270" r:id="R702e3773038b45be"/>
    <p:sldId id="271" r:id="Re3edf4e9f7ad43f4"/>
    <p:sldId id="272" r:id="R9f943afddd2443c1"/>
    <p:sldId id="273" r:id="R3c7c21a5b25f4453"/>
    <p:sldId id="274" r:id="R4c91e5b2cf294b84"/>
    <p:sldId id="275" r:id="R5995979acd5b4762"/>
    <p:sldId id="276" r:id="Rb843e70593fe4903"/>
    <p:sldId id="277" r:id="Reb4f6db648834ce6"/>
    <p:sldId id="278" r:id="R6143b247ae704083"/>
    <p:sldId id="279" r:id="R318ddf5b64f448af"/>
    <p:sldId id="280" r:id="R904db2d804b842bd"/>
    <p:sldId id="281" r:id="R541d779a68334756"/>
    <p:sldId id="282" r:id="Ra7be610b4b7b4dc1"/>
    <p:sldId id="283" r:id="R7361d4e24ff94e9c"/>
    <p:sldId id="284" r:id="Rf9aafcebdefc42fe"/>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34" userDrawn="1">
          <p15:clr>
            <a:srgbClr val="A4A3A4"/>
          </p15:clr>
        </p15:guide>
        <p15:guide id="2" pos="3841"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loop="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A8825E"/>
    <a:srgbClr val="734D38"/>
    <a:srgbClr val="FA90A7"/>
    <a:srgbClr val="DC8680"/>
    <a:srgbClr val="5272A7"/>
    <a:srgbClr val="FCCFDD"/>
    <a:srgbClr val="FAE0E6"/>
    <a:srgbClr val="DCDCDC"/>
    <a:srgbClr val="F0F0F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778" autoAdjust="0"/>
    <p:restoredTop sz="95376" autoAdjust="0"/>
  </p:normalViewPr>
  <p:slideViewPr>
    <p:cSldViewPr snapToGrid="0" showGuides="1">
      <p:cViewPr varScale="1">
        <p:scale>
          <a:sx n="83" d="100"/>
          <a:sy n="83" d="100"/>
        </p:scale>
        <p:origin x="72" y="429"/>
      </p:cViewPr>
      <p:guideLst>
        <p:guide orient="horz" pos="2234"/>
        <p:guide pos="3841"/>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&#65279;<?xml version="1.0" encoding="utf-8"?><Relationships xmlns="http://schemas.openxmlformats.org/package/2006/relationships"><Relationship Type="http://schemas.openxmlformats.org/officeDocument/2006/relationships/handoutMaster" Target="/ppt/handoutMasters/handoutMaster1.xml" Id="Rc519670a1f984d98" /><Relationship Type="http://schemas.openxmlformats.org/officeDocument/2006/relationships/notesMaster" Target="/ppt/notesMasters/notesMaster1.xml" Id="Rbf43c5f3758d4e27" /><Relationship Type="http://schemas.openxmlformats.org/officeDocument/2006/relationships/presProps" Target="/ppt/presProps.xml" Id="R4e2d5ebe75044af4" /><Relationship Type="http://schemas.openxmlformats.org/officeDocument/2006/relationships/viewProps" Target="/ppt/viewProps.xml" Id="R6c6b2f8b45ce4736" /><Relationship Type="http://schemas.openxmlformats.org/officeDocument/2006/relationships/slideMaster" Target="/ppt/slideMasters/slideMaster1.xml" Id="R0b08c3e087324f16" /><Relationship Type="http://schemas.openxmlformats.org/officeDocument/2006/relationships/theme" Target="/ppt/slideMasters/theme/theme3.xml" Id="R2275e6ea8a4c465f" /><Relationship Type="http://schemas.openxmlformats.org/officeDocument/2006/relationships/slide" Target="/ppt/slides/slide1.xml" Id="R7adf3e7642f745ec" /><Relationship Type="http://schemas.openxmlformats.org/officeDocument/2006/relationships/slide" Target="/ppt/slides/slide2.xml" Id="Rfc18f7114b794704" /><Relationship Type="http://schemas.openxmlformats.org/officeDocument/2006/relationships/slide" Target="/ppt/slides/slide3.xml" Id="R4242dd4ab7b94ba1" /><Relationship Type="http://schemas.openxmlformats.org/officeDocument/2006/relationships/slide" Target="/ppt/slides/slide4.xml" Id="R5a1a2f393bb147d0" /><Relationship Type="http://schemas.openxmlformats.org/officeDocument/2006/relationships/slide" Target="/ppt/slides/slide5.xml" Id="Rc42d9c4b47eb4bd4" /><Relationship Type="http://schemas.openxmlformats.org/officeDocument/2006/relationships/slide" Target="/ppt/slides/slide6.xml" Id="R5e24c48fd91f4cc3" /><Relationship Type="http://schemas.openxmlformats.org/officeDocument/2006/relationships/slide" Target="/ppt/slides/slide7.xml" Id="R5c20a6788bdd4b41" /><Relationship Type="http://schemas.openxmlformats.org/officeDocument/2006/relationships/slide" Target="/ppt/slides/slide8.xml" Id="Rb3c2622d63ce4e76" /><Relationship Type="http://schemas.openxmlformats.org/officeDocument/2006/relationships/slide" Target="/ppt/slides/slide9.xml" Id="R80c810429ac2454a" /><Relationship Type="http://schemas.openxmlformats.org/officeDocument/2006/relationships/slide" Target="/ppt/slides/slide10.xml" Id="R7156ba77fc1c4052" /><Relationship Type="http://schemas.openxmlformats.org/officeDocument/2006/relationships/slide" Target="/ppt/slides/slide11.xml" Id="R783d0f8811344441" /><Relationship Type="http://schemas.openxmlformats.org/officeDocument/2006/relationships/slide" Target="/ppt/slides/slide12.xml" Id="R623d8d09f18046e0" /><Relationship Type="http://schemas.openxmlformats.org/officeDocument/2006/relationships/slide" Target="/ppt/slides/slide13.xml" Id="R10589e4b1d984df2" /><Relationship Type="http://schemas.openxmlformats.org/officeDocument/2006/relationships/slide" Target="/ppt/slides/slide14.xml" Id="R86d6b0d41c544de9" /><Relationship Type="http://schemas.openxmlformats.org/officeDocument/2006/relationships/slide" Target="/ppt/slides/slide15.xml" Id="R702e3773038b45be" /><Relationship Type="http://schemas.openxmlformats.org/officeDocument/2006/relationships/slide" Target="/ppt/slides/slide16.xml" Id="Re3edf4e9f7ad43f4" /><Relationship Type="http://schemas.openxmlformats.org/officeDocument/2006/relationships/slide" Target="/ppt/slides/slide17.xml" Id="R9f943afddd2443c1" /><Relationship Type="http://schemas.openxmlformats.org/officeDocument/2006/relationships/slide" Target="/ppt/slides/slide18.xml" Id="R3c7c21a5b25f4453" /><Relationship Type="http://schemas.openxmlformats.org/officeDocument/2006/relationships/slide" Target="/ppt/slides/slide19.xml" Id="R4c91e5b2cf294b84" /><Relationship Type="http://schemas.openxmlformats.org/officeDocument/2006/relationships/slide" Target="/ppt/slides/slide20.xml" Id="R5995979acd5b4762" /><Relationship Type="http://schemas.openxmlformats.org/officeDocument/2006/relationships/slide" Target="/ppt/slides/slide21.xml" Id="Rb843e70593fe4903" /><Relationship Type="http://schemas.openxmlformats.org/officeDocument/2006/relationships/slide" Target="/ppt/slides/slide22.xml" Id="Reb4f6db648834ce6" /><Relationship Type="http://schemas.openxmlformats.org/officeDocument/2006/relationships/slide" Target="/ppt/slides/slide23.xml" Id="R6143b247ae704083" /><Relationship Type="http://schemas.openxmlformats.org/officeDocument/2006/relationships/slide" Target="/ppt/slides/slide24.xml" Id="R318ddf5b64f448af" /><Relationship Type="http://schemas.openxmlformats.org/officeDocument/2006/relationships/slide" Target="/ppt/slides/slide25.xml" Id="R904db2d804b842bd" /><Relationship Type="http://schemas.openxmlformats.org/officeDocument/2006/relationships/slide" Target="/ppt/slides/slide26.xml" Id="R541d779a68334756" /><Relationship Type="http://schemas.openxmlformats.org/officeDocument/2006/relationships/slide" Target="/ppt/slides/slide27.xml" Id="Ra7be610b4b7b4dc1" /><Relationship Type="http://schemas.openxmlformats.org/officeDocument/2006/relationships/slide" Target="/ppt/slides/slide28.xml" Id="R7361d4e24ff94e9c" /><Relationship Type="http://schemas.openxmlformats.org/officeDocument/2006/relationships/slide" Target="/ppt/slides/slide29.xml" Id="Rf9aafcebdefc42fe" /></Relationships>
</file>

<file path=ppt/customXML/item.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7:06"/>
    </inkml:context>
    <inkml:brush xml:id="br0">
      <inkml:brushProperty name="width" value="0.2" units="cm"/>
      <inkml:brushProperty name="height" value="0.2" units="cm"/>
      <inkml:brushProperty name="color" value="#EAEAEA"/>
    </inkml:brush>
  </inkml:definitions>
  <inkml:trace contextRef="#ctx0" brushRef="#br0">0 1 24575,'0'0'-8191</inkml:trace>
</inkml:ink>
</file>

<file path=ppt/customXML/item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7:17"/>
    </inkml:context>
    <inkml:brush xml:id="br0">
      <inkml:brushProperty name="width" value="0.2" units="cm"/>
      <inkml:brushProperty name="height" value="0.2" units="cm"/>
      <inkml:brushProperty name="color" value="#EAEAEA"/>
    </inkml:brush>
  </inkml:definitions>
  <inkml:trace contextRef="#ctx0" brushRef="#br0">0 1 24575</inkml:trace>
</inkml:ink>
</file>

<file path=ppt/customXML/item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7:03"/>
    </inkml:context>
    <inkml:brush xml:id="br0">
      <inkml:brushProperty name="width" value="0.2" units="cm"/>
      <inkml:brushProperty name="height" value="0.2" units="cm"/>
      <inkml:brushProperty name="color" value="#EAEAEA"/>
    </inkml:brush>
  </inkml:definitions>
  <inkml:trace contextRef="#ctx0" brushRef="#br0">1 1 24575,'5255'0'-1365</inkml:trace>
</inkml:ink>
</file>

<file path=ppt/customXML/item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7:06"/>
    </inkml:context>
    <inkml:brush xml:id="br0">
      <inkml:brushProperty name="width" value="0.2" units="cm"/>
      <inkml:brushProperty name="height" value="0.2" units="cm"/>
      <inkml:brushProperty name="color" value="#EAEAEA"/>
    </inkml:brush>
  </inkml:definitions>
  <inkml:trace contextRef="#ctx0" brushRef="#br0">0 1 24575,'0'0'-8191</inkml:trace>
</inkml:ink>
</file>

<file path=ppt/customXML/item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7:17"/>
    </inkml:context>
    <inkml:brush xml:id="br0">
      <inkml:brushProperty name="width" value="0.2" units="cm"/>
      <inkml:brushProperty name="height" value="0.2" units="cm"/>
      <inkml:brushProperty name="color" value="#EAEAEA"/>
    </inkml:brush>
  </inkml:definitions>
  <inkml:trace contextRef="#ctx0" brushRef="#br0">0 1 24575</inkml:trace>
</inkml:ink>
</file>

<file path=ppt/customXML/item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7:37"/>
    </inkml:context>
    <inkml:brush xml:id="br0">
      <inkml:brushProperty name="width" value="0.2" units="cm"/>
      <inkml:brushProperty name="height" value="0.2" units="cm"/>
      <inkml:brushProperty name="color" value="#EAEAEA"/>
    </inkml:brush>
  </inkml:definitions>
  <inkml:trace contextRef="#ctx0" brushRef="#br0">0 0 24575,'0'0'-8191</inkml:trace>
</inkml:ink>
</file>

<file path=ppt/customXML/item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8:18"/>
    </inkml:context>
    <inkml:brush xml:id="br0">
      <inkml:brushProperty name="width" value="0.2" units="cm"/>
      <inkml:brushProperty name="height" value="0.2" units="cm"/>
      <inkml:brushProperty name="color" value="#EAEAEA"/>
    </inkml:brush>
  </inkml:definitions>
  <inkml:trace contextRef="#ctx0" brushRef="#br0">0 1 24575,'0'0'-8191</inkml:trace>
</inkml:ink>
</file>

<file path=ppt/customXML/item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8:18"/>
    </inkml:context>
    <inkml:brush xml:id="br0">
      <inkml:brushProperty name="width" value="0.2" units="cm"/>
      <inkml:brushProperty name="height" value="0.2" units="cm"/>
      <inkml:brushProperty name="color" value="#EAEAEA"/>
    </inkml:brush>
  </inkml:definitions>
  <inkml:trace contextRef="#ctx0" brushRef="#br0">0 1 24575,'0'0'-8191</inkml:trace>
</inkml:ink>
</file>

<file path=ppt/handoutMasters/_rels/handoutMaster1.xml.rels>&#65279;<?xml version="1.0" encoding="utf-8"?><Relationships xmlns="http://schemas.openxmlformats.org/package/2006/relationships"><Relationship Type="http://schemas.openxmlformats.org/officeDocument/2006/relationships/theme" Target="/ppt/handoutMasters/theme/theme1.xml" Id="Rbc2ff18872934fbf" /></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思源黑体旧字形 Light" panose="020B0300000000000000" charset="-128"/>
              <a:ea typeface="思源黑体旧字形 Light" panose="020B0300000000000000" charset="-128"/>
              <a:cs typeface="思源黑体旧字形 Light" panose="020B0300000000000000" charset="-128"/>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a:latin typeface="思源黑体旧字形 Light" panose="020B0300000000000000" charset="-128"/>
                <a:ea typeface="思源黑体旧字形 Light" panose="020B0300000000000000" charset="-128"/>
                <a:cs typeface="思源黑体旧字形 Light" panose="020B0300000000000000" charset="-128"/>
              </a:rPr>
              <a:t>2025/4/28</a:t>
            </a:fld>
            <a:endParaRPr lang="zh-CN" altLang="en-US">
              <a:latin typeface="思源黑体旧字形 Light" panose="020B0300000000000000" charset="-128"/>
              <a:ea typeface="思源黑体旧字形 Light" panose="020B0300000000000000" charset="-128"/>
              <a:cs typeface="思源黑体旧字形 Light" panose="020B0300000000000000" charset="-128"/>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思源黑体旧字形 Light" panose="020B0300000000000000" charset="-128"/>
              <a:ea typeface="思源黑体旧字形 Light" panose="020B0300000000000000" charset="-128"/>
              <a:cs typeface="思源黑体旧字形 Light" panose="020B0300000000000000" charset="-128"/>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a:latin typeface="思源黑体旧字形 Light" panose="020B0300000000000000" charset="-128"/>
                <a:ea typeface="思源黑体旧字形 Light" panose="020B0300000000000000" charset="-128"/>
                <a:cs typeface="思源黑体旧字形 Light" panose="020B0300000000000000" charset="-128"/>
              </a:rPr>
              <a:t>‹#›</a:t>
            </a:fld>
            <a:endParaRPr lang="zh-CN" altLang="en-US">
              <a:latin typeface="思源黑体旧字形 Light" panose="020B0300000000000000" charset="-128"/>
              <a:ea typeface="思源黑体旧字形 Light" panose="020B0300000000000000" charset="-128"/>
              <a:cs typeface="思源黑体旧字形 Light" panose="020B0300000000000000" charset="-128"/>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handoutMasters/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思源黑体旧字形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思源黑体旧字形 Light"/>
        <a:ea typeface=""/>
        <a:cs typeface=""/>
        <a:font script="Jpan" typeface="ＭＳ Ｐゴシック"/>
        <a:font script="Hang" typeface="맑은 고딕"/>
        <a:font script="Hans" typeface="思源黑体旧字形 Light"/>
        <a:font script="Hant" typeface="新細明體"/>
        <a:font script="Arab" typeface="思源黑体旧字形 Light"/>
        <a:font script="Hebr" typeface="思源黑体旧字形 Light"/>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思源黑体旧字形 Light"/>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notesMasters/_rels/notesMaster1.xml.rels>&#65279;<?xml version="1.0" encoding="utf-8"?><Relationships xmlns="http://schemas.openxmlformats.org/package/2006/relationships"><Relationship Type="http://schemas.openxmlformats.org/officeDocument/2006/relationships/theme" Target="/ppt/notesMasters/theme/theme2.xml" Id="R2dfeb214b2cc46a7"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思源黑体旧字形 Light" panose="020B0300000000000000" charset="-128"/>
                <a:ea typeface="思源黑体旧字形 Light" panose="020B0300000000000000" charset="-128"/>
                <a:cs typeface="思源黑体旧字形 Light" panose="020B0300000000000000" charset="-128"/>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思源黑体旧字形 Light" panose="020B0300000000000000" charset="-128"/>
                <a:ea typeface="思源黑体旧字形 Light" panose="020B0300000000000000" charset="-128"/>
                <a:cs typeface="思源黑体旧字形 Light" panose="020B0300000000000000" charset="-128"/>
              </a:defRPr>
            </a:lvl1pPr>
          </a:lstStyle>
          <a:p>
            <a:fld id="{D2A48B96-639E-45A3-A0BA-2464DFDB1FAA}" type="datetimeFigureOut">
              <a:rPr lang="zh-CN" altLang="en-US"/>
              <a:t>2025/4/28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思源黑体旧字形 Light" panose="020B0300000000000000" charset="-128"/>
                <a:ea typeface="思源黑体旧字形 Light" panose="020B0300000000000000" charset="-128"/>
                <a:cs typeface="思源黑体旧字形 Light" panose="020B0300000000000000" charset="-128"/>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思源黑体旧字形 Light" panose="020B0300000000000000" charset="-128"/>
                <a:ea typeface="思源黑体旧字形 Light" panose="020B0300000000000000" charset="-128"/>
                <a:cs typeface="思源黑体旧字形 Light" panose="020B0300000000000000" charset="-128"/>
              </a:defRPr>
            </a:lvl1pPr>
          </a:lstStyle>
          <a:p>
            <a:fld id="{A6837353-30EB-4A48-80EB-173D804AEFBD}" type="slidenum">
              <a:rPr lang="zh-CN" altLang="en-US"/>
              <a:t>‹#›</a:t>
            </a:fld>
            <a:endParaRPr lang="zh-CN" altLang="en-US"/>
          </a:p>
        </p:txBody>
      </p:sp>
    </p:spTree>
    <p:extLst>
      <p:ext uri="{BB962C8B-B14F-4D97-AF65-F5344CB8AC3E}">
        <p14:creationId xmlns:p14="http://schemas.microsoft.com/office/powerpoint/2010/main" val="15042921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思源黑体旧字形 Light" panose="020B0300000000000000" charset="-128"/>
        <a:ea typeface="思源黑体旧字形 Light" panose="020B0300000000000000" charset="-128"/>
        <a:cs typeface="思源黑体旧字形 Light" panose="020B0300000000000000" charset="-128"/>
      </a:defRPr>
    </a:lvl1pPr>
    <a:lvl2pPr marL="457200" algn="l" defTabSz="914400" rtl="0" eaLnBrk="1" latinLnBrk="0" hangingPunct="1">
      <a:defRPr sz="1200" kern="1200">
        <a:solidFill>
          <a:schemeClr val="tx1"/>
        </a:solidFill>
        <a:latin typeface="思源黑体旧字形 Light" panose="020B0300000000000000" charset="-128"/>
        <a:ea typeface="思源黑体旧字形 Light" panose="020B0300000000000000" charset="-128"/>
        <a:cs typeface="思源黑体旧字形 Light" panose="020B0300000000000000" charset="-128"/>
      </a:defRPr>
    </a:lvl2pPr>
    <a:lvl3pPr marL="914400" algn="l" defTabSz="914400" rtl="0" eaLnBrk="1" latinLnBrk="0" hangingPunct="1">
      <a:defRPr sz="1200" kern="1200">
        <a:solidFill>
          <a:schemeClr val="tx1"/>
        </a:solidFill>
        <a:latin typeface="思源黑体旧字形 Light" panose="020B0300000000000000" charset="-128"/>
        <a:ea typeface="思源黑体旧字形 Light" panose="020B0300000000000000" charset="-128"/>
        <a:cs typeface="思源黑体旧字形 Light" panose="020B0300000000000000" charset="-128"/>
      </a:defRPr>
    </a:lvl3pPr>
    <a:lvl4pPr marL="1371600" algn="l" defTabSz="914400" rtl="0" eaLnBrk="1" latinLnBrk="0" hangingPunct="1">
      <a:defRPr sz="1200" kern="1200">
        <a:solidFill>
          <a:schemeClr val="tx1"/>
        </a:solidFill>
        <a:latin typeface="思源黑体旧字形 Light" panose="020B0300000000000000" charset="-128"/>
        <a:ea typeface="思源黑体旧字形 Light" panose="020B0300000000000000" charset="-128"/>
        <a:cs typeface="思源黑体旧字形 Light" panose="020B0300000000000000" charset="-128"/>
      </a:defRPr>
    </a:lvl4pPr>
    <a:lvl5pPr marL="1828800" algn="l" defTabSz="914400" rtl="0" eaLnBrk="1" latinLnBrk="0" hangingPunct="1">
      <a:defRPr sz="1200" kern="1200">
        <a:solidFill>
          <a:schemeClr val="tx1"/>
        </a:solidFill>
        <a:latin typeface="思源黑体旧字形 Light" panose="020B0300000000000000" charset="-128"/>
        <a:ea typeface="思源黑体旧字形 Light" panose="020B0300000000000000" charset="-128"/>
        <a:cs typeface="思源黑体旧字形 Light" panose="020B0300000000000000" charset="-128"/>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Masters/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思源黑体旧字形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思源黑体旧字形 Light"/>
        <a:ea typeface=""/>
        <a:cs typeface=""/>
        <a:font script="Jpan" typeface="ＭＳ Ｐゴシック"/>
        <a:font script="Hang" typeface="맑은 고딕"/>
        <a:font script="Hans" typeface="思源黑体旧字形 Light"/>
        <a:font script="Hant" typeface="新細明體"/>
        <a:font script="Arab" typeface="思源黑体旧字形 Light"/>
        <a:font script="Hebr" typeface="思源黑体旧字形 Light"/>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思源黑体旧字形 Light"/>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notesSlides/_rels/notesSlide1.xml.rels>&#65279;<?xml version="1.0" encoding="utf-8"?><Relationships xmlns="http://schemas.openxmlformats.org/package/2006/relationships"><Relationship Type="http://schemas.openxmlformats.org/officeDocument/2006/relationships/slide" Target="/ppt/slides/slide3.xml" Id="R72bdef9a86bf4cff" /><Relationship Type="http://schemas.openxmlformats.org/officeDocument/2006/relationships/notesMaster" Target="/ppt/notesMasters/notesMaster1.xml" Id="R284528698cdc472e" /></Relationships>
</file>

<file path=ppt/notesSlides/_rels/notesSlide2.xml.rels>&#65279;<?xml version="1.0" encoding="utf-8"?><Relationships xmlns="http://schemas.openxmlformats.org/package/2006/relationships"><Relationship Type="http://schemas.openxmlformats.org/officeDocument/2006/relationships/slide" Target="/ppt/slides/slide9.xml" Id="R2cac5915cc064d6d" /><Relationship Type="http://schemas.openxmlformats.org/officeDocument/2006/relationships/notesMaster" Target="/ppt/notesMasters/notesMaster1.xml" Id="Re9939da719b841a8"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微软雅黑" panose="020B0503020204020204" pitchFamily="34" charset="-122"/>
                <a:ea typeface="微软雅黑" panose="020B0503020204020204" pitchFamily="34" charset="-122"/>
              </a:rPr>
              <a:t>模板来自于：XX</a:t>
            </a:r>
            <a:r>
              <a:rPr lang="en-US" altLang="zh-CN" sz="1200" dirty="0">
                <a:latin typeface="微软雅黑" panose="020B0503020204020204" pitchFamily="34" charset="-122"/>
                <a:ea typeface="微软雅黑" panose="020B0503020204020204" pitchFamily="34" charset="-122"/>
              </a:rPr>
              <a:t>PPT</a:t>
            </a:r>
            <a:r>
              <a:rPr lang="zh-CN" altLang="en-US" sz="1200" dirty="0">
                <a:latin typeface="微软雅黑" panose="020B0503020204020204" pitchFamily="34" charset="-122"/>
                <a:ea typeface="微软雅黑" panose="020B0503020204020204" pitchFamily="34" charset="-122"/>
              </a:rPr>
              <a:t> </a:t>
            </a:r>
            <a:r>
              <a:rPr lang="en-US" altLang="zh-CN" sz="1200" dirty="0">
                <a:latin typeface="微软雅黑" panose="020B0503020204020204" pitchFamily="34" charset="-122"/>
                <a:ea typeface="微软雅黑" panose="020B0503020204020204" pitchFamily="34" charset="-122"/>
              </a:rPr>
              <a:t>https://www.1ppt.com/</a:t>
            </a:r>
            <a:endParaRPr lang="zh-CN" altLang="en-US" sz="1200" dirty="0">
              <a:latin typeface="微软雅黑" panose="020B0503020204020204" pitchFamily="34" charset="-122"/>
              <a:ea typeface="微软雅黑" panose="020B0503020204020204" pitchFamily="34" charset="-122"/>
            </a:endParaRPr>
          </a:p>
          <a:p>
            <a:endParaRPr lang="zh-CN" altLang="en-US" dirty="0"/>
          </a:p>
        </p:txBody>
      </p:sp>
      <p:sp>
        <p:nvSpPr>
          <p:cNvPr id="4" name="灯片编号占位符 3"/>
          <p:cNvSpPr>
            <a:spLocks noGrp="1"/>
          </p:cNvSpPr>
          <p:nvPr>
            <p:ph type="sldNum" sz="quarter" idx="10"/>
          </p:nvPr>
        </p:nvSpPr>
        <p:spPr/>
        <p:txBody>
          <a:bodyPr/>
          <a:lstStyle/>
          <a:p>
            <a:fld id="{A6837353-30EB-4A48-80EB-173D804AEFBD}" type="slidenum">
              <a:rPr lang="zh-CN" altLang="en-US"/>
              <a:t>3</a:t>
            </a:fld>
            <a:endParaRPr lang="zh-CN" altLang="en-US"/>
          </a:p>
        </p:txBody>
      </p:sp>
    </p:spTree>
    <p:extLst>
      <p:ext uri="{BB962C8B-B14F-4D97-AF65-F5344CB8AC3E}">
        <p14:creationId xmlns:p14="http://schemas.microsoft.com/office/powerpoint/2010/main" val="403855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&#65279;<?xml version="1.0" encoding="utf-8"?><Relationships xmlns="http://schemas.openxmlformats.org/package/2006/relationships"><Relationship Type="http://schemas.openxmlformats.org/officeDocument/2006/relationships/hyperlink" Target="http://www.1ppt.com/moban/" TargetMode="External" Id="Rcfdb93c2867f43e1812f6bef3dbbc9e5" /><Relationship Type="http://schemas.openxmlformats.org/officeDocument/2006/relationships/slideMaster" Target="/ppt/slideMasters/slideMaster1.xml" Id="Rdadcdf6f167c451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7d2fad2c88b47d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2afa564eb2f4fd6" /></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TextBox 1"/>
          <p:cNvSpPr txBox="1"/>
          <p:nvPr userDrawn="1"/>
        </p:nvSpPr>
        <p:spPr>
          <a:xfrm>
            <a:off x="11651940" y="0"/>
            <a:ext cx="540060" cy="118430"/>
          </a:xfrm>
          <a:prstGeom prst="rect">
            <a:avLst/>
          </a:prstGeom>
          <a:noFill/>
        </p:spPr>
        <p:txBody>
          <a:bodyPr wrap="square" rtlCol="0">
            <a:spAutoFit/>
          </a:bodyPr>
          <a:lstStyle/>
          <a:p>
            <a:pPr>
              <a:lnSpc>
                <a:spcPct val="200000"/>
              </a:lnSpc>
            </a:pPr>
            <a:r>
              <a:rPr lang="en-US" altLang="zh-CN" sz="100" dirty="0">
                <a:latin typeface="微软雅黑" panose="020B0503020204020204" pitchFamily="34" charset="-122"/>
                <a:ea typeface="微软雅黑" panose="020B0503020204020204" pitchFamily="34" charset="-122"/>
                <a:hlinkClick r:id="Rcfdb93c2867f43e1812f6bef3dbbc9e5"/>
              </a:rPr>
              <a:t>PPT</a:t>
            </a:r>
            <a:r>
              <a:rPr lang="zh-CN" altLang="en-US" sz="100" dirty="0">
                <a:latin typeface="微软雅黑" panose="020B0503020204020204" pitchFamily="34" charset="-122"/>
                <a:ea typeface="微软雅黑" panose="020B0503020204020204" pitchFamily="34" charset="-122"/>
                <a:hlinkClick r:id="Rcfdb93c2867f43e1812f6bef3dbbc9e5"/>
              </a:rPr>
              <a:t>模板</a:t>
            </a:r>
            <a:r>
              <a:rPr lang="zh-CN" altLang="en-US" sz="100" dirty="0">
                <a:latin typeface="微软雅黑" panose="020B0503020204020204" pitchFamily="34" charset="-122"/>
                <a:ea typeface="微软雅黑" panose="020B0503020204020204" pitchFamily="34" charset="-122"/>
              </a:rPr>
              <a:t> </a:t>
            </a:r>
            <a:r>
              <a:rPr lang="en-US" altLang="zh-CN" sz="100" dirty="0">
                <a:latin typeface="微软雅黑" panose="020B0503020204020204" pitchFamily="34" charset="-122"/>
                <a:ea typeface="微软雅黑" panose="020B0503020204020204" pitchFamily="34" charset="-122"/>
              </a:rPr>
              <a:t>http://www.1ppt.com/moban/</a:t>
            </a:r>
            <a:r>
              <a:rPr lang="zh-CN" altLang="en-US" sz="100" dirty="0">
                <a:latin typeface="微软雅黑" panose="020B0503020204020204" pitchFamily="34" charset="-122"/>
                <a:ea typeface="微软雅黑" panose="020B0503020204020204" pitchFamily="34" charset="-122"/>
              </a:rPr>
              <a:t> </a:t>
            </a:r>
            <a:endParaRPr lang="en-US" altLang="zh-CN" sz="1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273057200"/>
      </p:ext>
    </p:extLst>
  </p:cSld>
  <p:clrMapOvr>
    <a:masterClrMapping/>
  </p:clrMapOvr>
  <p:transition advTm="2000">
    <p:wedg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cSld>
  <p:clrMapOvr>
    <a:masterClrMapping/>
  </p:clrMapOvr>
  <p:transition advTm="2000">
    <p:wedg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Tree>
  </p:cSld>
  <p:clrMapOvr>
    <a:masterClrMapping/>
  </p:clrMapOvr>
  <p:transition advTm="2000">
    <p:wedge/>
  </p:transition>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3.xml" Id="Rd67ca5b318784946" /><Relationship Type="http://schemas.openxmlformats.org/officeDocument/2006/relationships/slideLayout" Target="/ppt/slideLayouts/slideLayout1.xml" Id="R7dd84a88651b4a1c" /><Relationship Type="http://schemas.openxmlformats.org/officeDocument/2006/relationships/slideLayout" Target="/ppt/slideLayouts/slideLayout2.xml" Id="R3564f38f22ea444a" /><Relationship Type="http://schemas.openxmlformats.org/officeDocument/2006/relationships/slideLayout" Target="/ppt/slideLayouts/slideLayout3.xml" Id="Rab73e40464754743" /><Relationship Type="http://schemas.openxmlformats.org/officeDocument/2006/relationships/tags" Target="/ppt/slideMasters/tags/tag1.xml" Id="R987ebad312eb47e8"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Tree>
    <p:custDataLst>
      <p:tags r:id="R987ebad312eb47e8"/>
    </p:custDataLst>
  </p:cSld>
  <p:clrMap bg1="lt1" tx1="dk1" bg2="lt2" tx2="dk2" accent1="accent1" accent2="accent2" accent3="accent3" accent4="accent4" accent5="accent5" accent6="accent6" hlink="hlink" folHlink="folHlink"/>
  <p:sldLayoutIdLst>
    <p:sldLayoutId id="2147483651" r:id="Rab73e40464754743"/>
    <p:sldLayoutId id="2147483650" r:id="R3564f38f22ea444a"/>
    <p:sldLayoutId id="2147483649" r:id="R7dd84a88651b4a1c"/>
  </p:sldLayoutIdLst>
  <p:transition advTm="2000">
    <p:wedge/>
  </p:transition>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Arial" panose="020B0604020202020204" pitchFamily="34" charset="0"/>
          <a:ea typeface="微软雅黑" panose="020B0503020204020204" pitchFamily="3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tags/tag1.xml><?xml version="1.0" encoding="utf-8"?>
<p:tagLst xmlns:a="http://schemas.openxmlformats.org/drawingml/2006/main" xmlns:r="http://schemas.openxmlformats.org/officeDocument/2006/relationships"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slideMasters/theme/theme3.xml><?xml version="1.0" encoding="utf-8"?>
<a:theme xmlns:a="http://schemas.openxmlformats.org/drawingml/2006/main" name="第一PPT，www.1ppt.com​">
  <a:themeElements>
    <a:clrScheme name="自定义 1536">
      <a:dk1>
        <a:srgbClr val="000000"/>
      </a:dk1>
      <a:lt1>
        <a:srgbClr val="FFFFFF"/>
      </a:lt1>
      <a:dk2>
        <a:srgbClr val="0F1423"/>
      </a:dk2>
      <a:lt2>
        <a:srgbClr val="FFFFFF"/>
      </a:lt2>
      <a:accent1>
        <a:srgbClr val="A8825E"/>
      </a:accent1>
      <a:accent2>
        <a:srgbClr val="A8825E"/>
      </a:accent2>
      <a:accent3>
        <a:srgbClr val="A8825E"/>
      </a:accent3>
      <a:accent4>
        <a:srgbClr val="A8825E"/>
      </a:accent4>
      <a:accent5>
        <a:srgbClr val="A8825E"/>
      </a:accent5>
      <a:accent6>
        <a:srgbClr val="A8825E"/>
      </a:accent6>
      <a:hlink>
        <a:srgbClr val="A8825E"/>
      </a:hlink>
      <a:folHlink>
        <a:srgbClr val="A8825E"/>
      </a:folHlink>
    </a:clrScheme>
    <a:fontScheme name="自定义 9">
      <a:majorFont>
        <a:latin typeface="思源黑体旧字形 Light"/>
        <a:ea typeface="思源黑体旧字形 Light"/>
        <a:cs typeface=""/>
      </a:majorFont>
      <a:minorFont>
        <a:latin typeface="思源黑体旧字形 Light"/>
        <a:ea typeface="思源黑体旧字形 Light"/>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slides/_rels/slide1.xml.rels>&#65279;<?xml version="1.0" encoding="utf-8"?><Relationships xmlns="http://schemas.openxmlformats.org/package/2006/relationships"><Relationship Type="http://schemas.openxmlformats.org/officeDocument/2006/relationships/image" Target="/ppt/media/image.bin" Id="R08b8d3d80a3f4c74" /><Relationship Type="http://schemas.openxmlformats.org/officeDocument/2006/relationships/image" Target="/ppt/media/image2.bin" Id="R41120ef574f44920" /><Relationship Type="http://schemas.openxmlformats.org/officeDocument/2006/relationships/image" Target="/ppt/media/image3.bin" Id="Re13207da5aa94f18" /><Relationship Type="http://schemas.openxmlformats.org/officeDocument/2006/relationships/tags" Target="/ppt/slides/tags/tag2.xml" Id="R5630f342807c4d9d" /><Relationship Type="http://schemas.openxmlformats.org/officeDocument/2006/relationships/tags" Target="/ppt/slides/tags/tag3.xml" Id="Rea9b5860782d416d" /><Relationship Type="http://schemas.openxmlformats.org/officeDocument/2006/relationships/tags" Target="/ppt/slides/tags/tag4.xml" Id="R96083cc634c64d3c" /><Relationship Type="http://schemas.openxmlformats.org/officeDocument/2006/relationships/tags" Target="/ppt/slides/tags/tag5.xml" Id="Rb5d7484aaa86421a" /><Relationship Type="http://schemas.openxmlformats.org/officeDocument/2006/relationships/slideLayout" Target="/ppt/slideLayouts/slideLayout3.xml" Id="Rfddf3e88886b4092" /></Relationships>
</file>

<file path=ppt/slides/_rels/slide2.xml.rels>&#65279;<?xml version="1.0" encoding="utf-8"?><Relationships xmlns="http://schemas.openxmlformats.org/package/2006/relationships"><Relationship Type="http://schemas.openxmlformats.org/officeDocument/2006/relationships/image" Target="/ppt/media/image4.bin" Id="R64ccb469a898403d" /><Relationship Type="http://schemas.openxmlformats.org/officeDocument/2006/relationships/tags" Target="/ppt/slides/tags/tag6.xml" Id="R9e4d7aeeddf14349" /><Relationship Type="http://schemas.openxmlformats.org/officeDocument/2006/relationships/tags" Target="/ppt/slides/tags/tag7.xml" Id="R4d5f6a705f53427f" /><Relationship Type="http://schemas.openxmlformats.org/officeDocument/2006/relationships/tags" Target="/ppt/slides/tags/tag8.xml" Id="Rc53f2acfbcf14d92" /><Relationship Type="http://schemas.openxmlformats.org/officeDocument/2006/relationships/tags" Target="/ppt/slides/tags/tag9.xml" Id="Rebbb6f2dc6604f31" /><Relationship Type="http://schemas.openxmlformats.org/officeDocument/2006/relationships/tags" Target="/ppt/slides/tags/tag10.xml" Id="R62ddfc1d0b5d4ca4" /><Relationship Type="http://schemas.openxmlformats.org/officeDocument/2006/relationships/tags" Target="/ppt/slides/tags/tag11.xml" Id="R2def14bc08504cee" /><Relationship Type="http://schemas.openxmlformats.org/officeDocument/2006/relationships/tags" Target="/ppt/slides/tags/tag12.xml" Id="Rb8fca1fabf914094" /><Relationship Type="http://schemas.openxmlformats.org/officeDocument/2006/relationships/tags" Target="/ppt/slides/tags/tag13.xml" Id="R6ced616ab44c457c" /><Relationship Type="http://schemas.openxmlformats.org/officeDocument/2006/relationships/tags" Target="/ppt/slides/tags/tag14.xml" Id="Rd901afec3f6347a7" /><Relationship Type="http://schemas.openxmlformats.org/officeDocument/2006/relationships/tags" Target="/ppt/slides/tags/tag15.xml" Id="R59a91ecc1b8f47e0" /><Relationship Type="http://schemas.openxmlformats.org/officeDocument/2006/relationships/tags" Target="/ppt/slides/tags/tag16.xml" Id="R0c074a04b1924c7b" /><Relationship Type="http://schemas.openxmlformats.org/officeDocument/2006/relationships/tags" Target="/ppt/slides/tags/tag17.xml" Id="R61e7b1c520574459" /><Relationship Type="http://schemas.openxmlformats.org/officeDocument/2006/relationships/tags" Target="/ppt/slides/tags/tag18.xml" Id="R38246b1f7d2b4396" /><Relationship Type="http://schemas.openxmlformats.org/officeDocument/2006/relationships/tags" Target="/ppt/slides/tags/tag19.xml" Id="R1c51ed5aea3f4d3a" /><Relationship Type="http://schemas.openxmlformats.org/officeDocument/2006/relationships/slideLayout" Target="/ppt/slideLayouts/slideLayout3.xml" Id="R4fc7d3e16b7f4141" /></Relationships>
</file>

<file path=ppt/slides/_rels/slide3.xml.rels>&#65279;<?xml version="1.0" encoding="utf-8"?><Relationships xmlns="http://schemas.openxmlformats.org/package/2006/relationships"><Relationship Type="http://schemas.openxmlformats.org/officeDocument/2006/relationships/image" Target="/ppt/media/image5.bin" Id="R7afdbfe28f074c62" /><Relationship Type="http://schemas.openxmlformats.org/officeDocument/2006/relationships/image" Target="/ppt/media/image6.bin" Id="Rce0b50ec731e446f" /><Relationship Type="http://schemas.openxmlformats.org/officeDocument/2006/relationships/tags" Target="/ppt/slides/tags/tag20.xml" Id="R611b811e292643ca" /><Relationship Type="http://schemas.openxmlformats.org/officeDocument/2006/relationships/tags" Target="/ppt/slides/tags/tag21.xml" Id="R2e306fca0d15477e" /><Relationship Type="http://schemas.openxmlformats.org/officeDocument/2006/relationships/tags" Target="/ppt/slides/tags/tag22.xml" Id="Rc63765450c114093" /><Relationship Type="http://schemas.openxmlformats.org/officeDocument/2006/relationships/notesSlide" Target="/ppt/notesSlides/notesSlide1.xml" Id="R8d835c41ce48426b" /><Relationship Type="http://schemas.openxmlformats.org/officeDocument/2006/relationships/slideLayout" Target="/ppt/slideLayouts/slideLayout3.xml" Id="R411ab3efef174c9f" /></Relationships>
</file>

<file path=ppt/slides/_rels/slide4.xml.rels>&#65279;<?xml version="1.0" encoding="utf-8"?><Relationships xmlns="http://schemas.openxmlformats.org/package/2006/relationships"><Relationship Type="http://schemas.openxmlformats.org/officeDocument/2006/relationships/image" Target="/ppt/media/image7.bin" Id="Rffdc9f9d3407423f" /><Relationship Type="http://schemas.openxmlformats.org/officeDocument/2006/relationships/tags" Target="/ppt/slides/tags/tag23.xml" Id="Rd54d3da7d9b04b94" /><Relationship Type="http://schemas.openxmlformats.org/officeDocument/2006/relationships/tags" Target="/ppt/slides/tags/tag24.xml" Id="R386faea282194d18" /><Relationship Type="http://schemas.openxmlformats.org/officeDocument/2006/relationships/tags" Target="/ppt/slides/tags/tag25.xml" Id="Re5481565fadd4da0" /><Relationship Type="http://schemas.openxmlformats.org/officeDocument/2006/relationships/tags" Target="/ppt/slides/tags/tag26.xml" Id="R34a4be6ef9dd4053" /><Relationship Type="http://schemas.openxmlformats.org/officeDocument/2006/relationships/tags" Target="/ppt/slides/tags/tag27.xml" Id="R22e8f73196774205" /><Relationship Type="http://schemas.openxmlformats.org/officeDocument/2006/relationships/tags" Target="/ppt/slides/tags/tag28.xml" Id="R95fcf3b22afe45e3" /><Relationship Type="http://schemas.openxmlformats.org/officeDocument/2006/relationships/tags" Target="/ppt/slides/tags/tag29.xml" Id="Rd6b0622ca32c49b9" /><Relationship Type="http://schemas.openxmlformats.org/officeDocument/2006/relationships/tags" Target="/ppt/slides/tags/tag30.xml" Id="R0d4a6fc1f7534697" /><Relationship Type="http://schemas.openxmlformats.org/officeDocument/2006/relationships/tags" Target="/ppt/slides/tags/tag31.xml" Id="R4fe886e5737a4e06" /><Relationship Type="http://schemas.openxmlformats.org/officeDocument/2006/relationships/tags" Target="/ppt/slides/tags/tag32.xml" Id="R1e1f89f0b2e246e0" /><Relationship Type="http://schemas.openxmlformats.org/officeDocument/2006/relationships/slideLayout" Target="/ppt/slideLayouts/slideLayout2.xml" Id="R5e437dc8a1d24ab2" /></Relationships>
</file>

<file path=ppt/slides/_rels/slide5.xml.rels>&#65279;<?xml version="1.0" encoding="utf-8"?><Relationships xmlns="http://schemas.openxmlformats.org/package/2006/relationships"><Relationship Type="http://schemas.openxmlformats.org/officeDocument/2006/relationships/image" Target="/ppt/media/image2.bin" Id="R32cb627e26b44125" /><Relationship Type="http://schemas.openxmlformats.org/officeDocument/2006/relationships/tags" Target="/ppt/slides/tags/tag33.xml" Id="R44d5e84c77884e47" /><Relationship Type="http://schemas.openxmlformats.org/officeDocument/2006/relationships/tags" Target="/ppt/slides/tags/tag34.xml" Id="R3c543aa80a204f48" /><Relationship Type="http://schemas.openxmlformats.org/officeDocument/2006/relationships/tags" Target="/ppt/slides/tags/tag35.xml" Id="R3a0ac20e505a483d" /><Relationship Type="http://schemas.openxmlformats.org/officeDocument/2006/relationships/tags" Target="/ppt/slides/tags/tag36.xml" Id="R3be50dbbfc844378" /><Relationship Type="http://schemas.openxmlformats.org/officeDocument/2006/relationships/tags" Target="/ppt/slides/tags/tag37.xml" Id="Ra6ff67184b784aab" /><Relationship Type="http://schemas.openxmlformats.org/officeDocument/2006/relationships/tags" Target="/ppt/slides/tags/tag38.xml" Id="R8c1d5c7a964042c5" /><Relationship Type="http://schemas.openxmlformats.org/officeDocument/2006/relationships/tags" Target="/ppt/slides/tags/tag39.xml" Id="R042e623b2f734438" /><Relationship Type="http://schemas.openxmlformats.org/officeDocument/2006/relationships/slideLayout" Target="/ppt/slideLayouts/slideLayout2.xml" Id="Rf0175423eefb45dc" /></Relationships>
</file>

<file path=ppt/slides/_rels/slide6.xml.rels>&#65279;<?xml version="1.0" encoding="utf-8"?><Relationships xmlns="http://schemas.openxmlformats.org/package/2006/relationships"><Relationship Type="http://schemas.openxmlformats.org/officeDocument/2006/relationships/image" Target="/ppt/media/image3.bin" Id="R3b8a7c681cdd4bd1" /><Relationship Type="http://schemas.openxmlformats.org/officeDocument/2006/relationships/tags" Target="/ppt/slides/tags/tag40.xml" Id="R6d08edc8a2594644" /><Relationship Type="http://schemas.openxmlformats.org/officeDocument/2006/relationships/tags" Target="/ppt/slides/tags/tag41.xml" Id="R3f9d71b88695432e" /><Relationship Type="http://schemas.openxmlformats.org/officeDocument/2006/relationships/tags" Target="/ppt/slides/tags/tag42.xml" Id="Rd76bd8ce866446a4" /><Relationship Type="http://schemas.openxmlformats.org/officeDocument/2006/relationships/tags" Target="/ppt/slides/tags/tag43.xml" Id="R31e67507cba646fb" /><Relationship Type="http://schemas.openxmlformats.org/officeDocument/2006/relationships/tags" Target="/ppt/slides/tags/tag44.xml" Id="R9bed81bca6d94547" /><Relationship Type="http://schemas.openxmlformats.org/officeDocument/2006/relationships/tags" Target="/ppt/slides/tags/tag45.xml" Id="R8c1c0c94dd794b01" /><Relationship Type="http://schemas.openxmlformats.org/officeDocument/2006/relationships/tags" Target="/ppt/slides/tags/tag46.xml" Id="Rd9c239ce8c294bdd" /><Relationship Type="http://schemas.openxmlformats.org/officeDocument/2006/relationships/tags" Target="/ppt/slides/tags/tag47.xml" Id="R67e4e56c7d024bef" /><Relationship Type="http://schemas.openxmlformats.org/officeDocument/2006/relationships/tags" Target="/ppt/slides/tags/tag48.xml" Id="R05cf0a1557544c73" /><Relationship Type="http://schemas.openxmlformats.org/officeDocument/2006/relationships/tags" Target="/ppt/slides/tags/tag49.xml" Id="R98c63b5482804868" /><Relationship Type="http://schemas.openxmlformats.org/officeDocument/2006/relationships/slideLayout" Target="/ppt/slideLayouts/slideLayout2.xml" Id="R9f7e572512a34fda" /></Relationships>
</file>

<file path=ppt/slides/_rels/slide7.xml.rels>&#65279;<?xml version="1.0" encoding="utf-8"?><Relationships xmlns="http://schemas.openxmlformats.org/package/2006/relationships"><Relationship Type="http://schemas.openxmlformats.org/officeDocument/2006/relationships/image" Target="/ppt/media/image.bin" Id="R3d73a0a4a8b04e8d" /><Relationship Type="http://schemas.openxmlformats.org/officeDocument/2006/relationships/tags" Target="/ppt/slides/tags/tag50.xml" Id="R14240ce4842e4c08" /><Relationship Type="http://schemas.openxmlformats.org/officeDocument/2006/relationships/tags" Target="/ppt/slides/tags/tag51.xml" Id="R55bd011336f949af" /><Relationship Type="http://schemas.openxmlformats.org/officeDocument/2006/relationships/tags" Target="/ppt/slides/tags/tag52.xml" Id="R208c049397bf43d8" /><Relationship Type="http://schemas.openxmlformats.org/officeDocument/2006/relationships/tags" Target="/ppt/slides/tags/tag53.xml" Id="R636f123941cd4b2b" /><Relationship Type="http://schemas.openxmlformats.org/officeDocument/2006/relationships/tags" Target="/ppt/slides/tags/tag54.xml" Id="Rbcf66f6c98d843fb" /><Relationship Type="http://schemas.openxmlformats.org/officeDocument/2006/relationships/tags" Target="/ppt/slides/tags/tag55.xml" Id="Rac47bdd4fb6848ee" /><Relationship Type="http://schemas.openxmlformats.org/officeDocument/2006/relationships/tags" Target="/ppt/slides/tags/tag56.xml" Id="R236c04916d8c40b3" /><Relationship Type="http://schemas.openxmlformats.org/officeDocument/2006/relationships/slideLayout" Target="/ppt/slideLayouts/slideLayout2.xml" Id="R92c2dde29d3247c4" /></Relationships>
</file>

<file path=ppt/slides/_rels/slide8.xml.rels>&#65279;<?xml version="1.0" encoding="utf-8"?><Relationships xmlns="http://schemas.openxmlformats.org/package/2006/relationships"><Relationship Type="http://schemas.openxmlformats.org/officeDocument/2006/relationships/image" Target="/ppt/media/image5.bin" Id="Rd78a42d2437740fb" /><Relationship Type="http://schemas.openxmlformats.org/officeDocument/2006/relationships/image" Target="/ppt/media/image6.bin" Id="R5c31d1c0afff48af" /><Relationship Type="http://schemas.openxmlformats.org/officeDocument/2006/relationships/tags" Target="/ppt/slides/tags/tag57.xml" Id="Ra5b46acae2d44ba6" /><Relationship Type="http://schemas.openxmlformats.org/officeDocument/2006/relationships/tags" Target="/ppt/slides/tags/tag58.xml" Id="Rb5dfb96656a6497c" /><Relationship Type="http://schemas.openxmlformats.org/officeDocument/2006/relationships/tags" Target="/ppt/slides/tags/tag59.xml" Id="R89d35964f8654765" /><Relationship Type="http://schemas.openxmlformats.org/officeDocument/2006/relationships/tags" Target="/ppt/slides/tags/tag60.xml" Id="Rf80a733c1a734f75" /><Relationship Type="http://schemas.openxmlformats.org/officeDocument/2006/relationships/tags" Target="/ppt/slides/tags/tag61.xml" Id="R3851646ceed04785" /><Relationship Type="http://schemas.openxmlformats.org/officeDocument/2006/relationships/tags" Target="/ppt/slides/tags/tag62.xml" Id="R6478a162f186429b" /><Relationship Type="http://schemas.openxmlformats.org/officeDocument/2006/relationships/tags" Target="/ppt/slides/tags/tag63.xml" Id="Rd5c06092ee514875" /><Relationship Type="http://schemas.openxmlformats.org/officeDocument/2006/relationships/tags" Target="/ppt/slides/tags/tag64.xml" Id="R53ac4cf8ec7b45da" /><Relationship Type="http://schemas.openxmlformats.org/officeDocument/2006/relationships/tags" Target="/ppt/slides/tags/tag65.xml" Id="Rf6543fb2a7c34ed6" /><Relationship Type="http://schemas.openxmlformats.org/officeDocument/2006/relationships/tags" Target="/ppt/slides/tags/tag66.xml" Id="Rdd69a3aaacf64cd9" /><Relationship Type="http://schemas.openxmlformats.org/officeDocument/2006/relationships/slideLayout" Target="/ppt/slideLayouts/slideLayout3.xml" Id="R5fc614ff446a4057" /></Relationships>
</file>

<file path=ppt/slides/_rels/slide9.xml.rels>&#65279;<?xml version="1.0" encoding="utf-8"?><Relationships xmlns="http://schemas.openxmlformats.org/package/2006/relationships"><Relationship Type="http://schemas.openxmlformats.org/officeDocument/2006/relationships/image" Target="/ppt/media/image4.bin" Id="R7051c1d1b3524c51" /><Relationship Type="http://schemas.openxmlformats.org/officeDocument/2006/relationships/image" Target="/ppt/media/image8.bin" Id="Rb10f743b32104e00" /><Relationship Type="http://schemas.openxmlformats.org/officeDocument/2006/relationships/image" Target="/ppt/media/image7.bin" Id="Rba86ecc5da424187" /><Relationship Type="http://schemas.openxmlformats.org/officeDocument/2006/relationships/tags" Target="/ppt/slides/tags/tag67.xml" Id="Rd076e559f83e488c" /><Relationship Type="http://schemas.openxmlformats.org/officeDocument/2006/relationships/tags" Target="/ppt/slides/tags/tag68.xml" Id="R543fabef1cac440f" /><Relationship Type="http://schemas.openxmlformats.org/officeDocument/2006/relationships/tags" Target="/ppt/slides/tags/tag69.xml" Id="R9fe849c4eed14148" /><Relationship Type="http://schemas.openxmlformats.org/officeDocument/2006/relationships/tags" Target="/ppt/slides/tags/tag70.xml" Id="Rdc042e890ef74d5d" /><Relationship Type="http://schemas.openxmlformats.org/officeDocument/2006/relationships/tags" Target="/ppt/slides/tags/tag71.xml" Id="Rbab256ab47fa40b6" /><Relationship Type="http://schemas.openxmlformats.org/officeDocument/2006/relationships/tags" Target="/ppt/slides/tags/tag72.xml" Id="R7e501f1f2195464c" /><Relationship Type="http://schemas.openxmlformats.org/officeDocument/2006/relationships/tags" Target="/ppt/slides/tags/tag73.xml" Id="R8f67982b441c4aa4" /><Relationship Type="http://schemas.openxmlformats.org/officeDocument/2006/relationships/tags" Target="/ppt/slides/tags/tag74.xml" Id="Ra45a4bdb14f04f76" /><Relationship Type="http://schemas.openxmlformats.org/officeDocument/2006/relationships/tags" Target="/ppt/slides/tags/tag75.xml" Id="Rc477516d416a489b" /><Relationship Type="http://schemas.openxmlformats.org/officeDocument/2006/relationships/notesSlide" Target="/ppt/notesSlides/notesSlide2.xml" Id="Rb6791db779174d1e" /><Relationship Type="http://schemas.openxmlformats.org/officeDocument/2006/relationships/slideLayout" Target="/ppt/slideLayouts/slideLayout2.xml" Id="R9a4467d538404dae" /></Relationships>
</file>

<file path=ppt/slides/_rels/slide10.xml.rels>&#65279;<?xml version="1.0" encoding="utf-8"?><Relationships xmlns="http://schemas.openxmlformats.org/package/2006/relationships"><Relationship Type="http://schemas.openxmlformats.org/officeDocument/2006/relationships/image" Target="/ppt/media/image2.bin" Id="Rbb074b559a8f4598" /><Relationship Type="http://schemas.openxmlformats.org/officeDocument/2006/relationships/image" Target="/ppt/media/image9.bin" Id="R2ca163b8f6654c85" /><Relationship Type="http://schemas.openxmlformats.org/officeDocument/2006/relationships/image" Target="/ppt/media/image6.bin" Id="R5de6bb33e6584b4b" /><Relationship Type="http://schemas.openxmlformats.org/officeDocument/2006/relationships/tags" Target="/ppt/slides/tags/tag76.xml" Id="Rd41c57a7ea7e463f" /><Relationship Type="http://schemas.openxmlformats.org/officeDocument/2006/relationships/tags" Target="/ppt/slides/tags/tag77.xml" Id="R1cfae0c7c3214be6" /><Relationship Type="http://schemas.openxmlformats.org/officeDocument/2006/relationships/tags" Target="/ppt/slides/tags/tag78.xml" Id="R08065d63722340a6" /><Relationship Type="http://schemas.openxmlformats.org/officeDocument/2006/relationships/tags" Target="/ppt/slides/tags/tag79.xml" Id="R2c68b6432faf4eda" /><Relationship Type="http://schemas.openxmlformats.org/officeDocument/2006/relationships/tags" Target="/ppt/slides/tags/tag80.xml" Id="Rc4ae592b478b4b0f" /><Relationship Type="http://schemas.openxmlformats.org/officeDocument/2006/relationships/tags" Target="/ppt/slides/tags/tag81.xml" Id="Rf2a35af6a6e74174" /><Relationship Type="http://schemas.openxmlformats.org/officeDocument/2006/relationships/tags" Target="/ppt/slides/tags/tag82.xml" Id="Raeaefa27d0924176" /><Relationship Type="http://schemas.openxmlformats.org/officeDocument/2006/relationships/tags" Target="/ppt/slides/tags/tag83.xml" Id="R710a2ce958e54e5b" /><Relationship Type="http://schemas.openxmlformats.org/officeDocument/2006/relationships/tags" Target="/ppt/slides/tags/tag84.xml" Id="R6fb841c6732f4770" /><Relationship Type="http://schemas.openxmlformats.org/officeDocument/2006/relationships/tags" Target="/ppt/slides/tags/tag85.xml" Id="R9bf7b78e2b624836" /><Relationship Type="http://schemas.openxmlformats.org/officeDocument/2006/relationships/tags" Target="/ppt/slides/tags/tag86.xml" Id="Rf4e01114b3a84e2f" /><Relationship Type="http://schemas.openxmlformats.org/officeDocument/2006/relationships/tags" Target="/ppt/slides/tags/tag87.xml" Id="Rf1ead10728874410" /><Relationship Type="http://schemas.openxmlformats.org/officeDocument/2006/relationships/tags" Target="/ppt/slides/tags/tag88.xml" Id="R6d8ed3fbf894498a" /><Relationship Type="http://schemas.openxmlformats.org/officeDocument/2006/relationships/tags" Target="/ppt/slides/tags/tag89.xml" Id="R8234633b6a48430f" /><Relationship Type="http://schemas.openxmlformats.org/officeDocument/2006/relationships/tags" Target="/ppt/slides/tags/tag90.xml" Id="Ra6e6fe40758f485c" /><Relationship Type="http://schemas.openxmlformats.org/officeDocument/2006/relationships/slideLayout" Target="/ppt/slideLayouts/slideLayout2.xml" Id="Rb96b49a8a19842e5" /></Relationships>
</file>

<file path=ppt/slides/_rels/slide11.xml.rels>&#65279;<?xml version="1.0" encoding="utf-8"?><Relationships xmlns="http://schemas.openxmlformats.org/package/2006/relationships"><Relationship Type="http://schemas.openxmlformats.org/officeDocument/2006/relationships/image" Target="/ppt/media/image5.bin" Id="Rb934f83c5d0c48af" /><Relationship Type="http://schemas.openxmlformats.org/officeDocument/2006/relationships/chart" Target="/ppt/slides/charts/chart1.xml" Id="Rb5231ffee91a46dd" /><Relationship Type="http://schemas.openxmlformats.org/officeDocument/2006/relationships/tags" Target="/ppt/slides/tags/tag91.xml" Id="R3f4d202054f94043" /><Relationship Type="http://schemas.openxmlformats.org/officeDocument/2006/relationships/tags" Target="/ppt/slides/tags/tag92.xml" Id="Rf904486d6fc44356" /><Relationship Type="http://schemas.openxmlformats.org/officeDocument/2006/relationships/tags" Target="/ppt/slides/tags/tag93.xml" Id="R8507ed3bfe924f06" /><Relationship Type="http://schemas.openxmlformats.org/officeDocument/2006/relationships/tags" Target="/ppt/slides/tags/tag94.xml" Id="R1ab1de4e18484e2a" /><Relationship Type="http://schemas.openxmlformats.org/officeDocument/2006/relationships/tags" Target="/ppt/slides/tags/tag95.xml" Id="R6bbbe9ef7a354be3" /><Relationship Type="http://schemas.openxmlformats.org/officeDocument/2006/relationships/slideLayout" Target="/ppt/slideLayouts/slideLayout2.xml" Id="Rec253d94fbd74738" /></Relationships>
</file>

<file path=ppt/slides/_rels/slide12.xml.rels>&#65279;<?xml version="1.0" encoding="utf-8"?><Relationships xmlns="http://schemas.openxmlformats.org/package/2006/relationships"><Relationship Type="http://schemas.openxmlformats.org/officeDocument/2006/relationships/image" Target="/ppt/media/image3.bin" Id="Rff4b2e82c1924c73" /><Relationship Type="http://schemas.openxmlformats.org/officeDocument/2006/relationships/tags" Target="/ppt/slides/tags/tag96.xml" Id="Rcb3f3d9e9d624c62" /><Relationship Type="http://schemas.openxmlformats.org/officeDocument/2006/relationships/tags" Target="/ppt/slides/tags/tag97.xml" Id="R6970afe6f43c4aa1" /><Relationship Type="http://schemas.openxmlformats.org/officeDocument/2006/relationships/tags" Target="/ppt/slides/tags/tag98.xml" Id="R327b6355f1dc4f81" /><Relationship Type="http://schemas.openxmlformats.org/officeDocument/2006/relationships/tags" Target="/ppt/slides/tags/tag99.xml" Id="Rc5b9d059effa4299" /><Relationship Type="http://schemas.openxmlformats.org/officeDocument/2006/relationships/tags" Target="/ppt/slides/tags/tag100.xml" Id="R2a271c147c334e00" /><Relationship Type="http://schemas.openxmlformats.org/officeDocument/2006/relationships/tags" Target="/ppt/slides/tags/tag101.xml" Id="R34cf0d1f71d442b9" /><Relationship Type="http://schemas.openxmlformats.org/officeDocument/2006/relationships/tags" Target="/ppt/slides/tags/tag102.xml" Id="Rcad81a84aec04022" /><Relationship Type="http://schemas.openxmlformats.org/officeDocument/2006/relationships/slideLayout" Target="/ppt/slideLayouts/slideLayout2.xml" Id="Rcb9817482b234e5c" /></Relationships>
</file>

<file path=ppt/slides/_rels/slide13.xml.rels>&#65279;<?xml version="1.0" encoding="utf-8"?><Relationships xmlns="http://schemas.openxmlformats.org/package/2006/relationships"><Relationship Type="http://schemas.openxmlformats.org/officeDocument/2006/relationships/image" Target="/ppt/media/image5.bin" Id="Rfc14814236414f71" /><Relationship Type="http://schemas.openxmlformats.org/officeDocument/2006/relationships/image" Target="/ppt/media/image6.bin" Id="Rdfe271d3c8ba4c62" /><Relationship Type="http://schemas.openxmlformats.org/officeDocument/2006/relationships/tags" Target="/ppt/slides/tags/tag103.xml" Id="R10b3b3ff36fa4a1d" /><Relationship Type="http://schemas.openxmlformats.org/officeDocument/2006/relationships/tags" Target="/ppt/slides/tags/tag104.xml" Id="Rf40c129e6ba14301" /><Relationship Type="http://schemas.openxmlformats.org/officeDocument/2006/relationships/tags" Target="/ppt/slides/tags/tag105.xml" Id="R9e39617baf774a96" /><Relationship Type="http://schemas.openxmlformats.org/officeDocument/2006/relationships/tags" Target="/ppt/slides/tags/tag106.xml" Id="R62f7739c497e4a72" /><Relationship Type="http://schemas.openxmlformats.org/officeDocument/2006/relationships/tags" Target="/ppt/slides/tags/tag107.xml" Id="R88f6805688204eac" /><Relationship Type="http://schemas.openxmlformats.org/officeDocument/2006/relationships/tags" Target="/ppt/slides/tags/tag108.xml" Id="R5b629537f56c4a36" /><Relationship Type="http://schemas.openxmlformats.org/officeDocument/2006/relationships/tags" Target="/ppt/slides/tags/tag109.xml" Id="Rb706be8a032642ff" /><Relationship Type="http://schemas.openxmlformats.org/officeDocument/2006/relationships/tags" Target="/ppt/slides/tags/tag110.xml" Id="Rb813bea7e79f4c6b" /><Relationship Type="http://schemas.openxmlformats.org/officeDocument/2006/relationships/tags" Target="/ppt/slides/tags/tag111.xml" Id="R406026e0796b4328" /><Relationship Type="http://schemas.openxmlformats.org/officeDocument/2006/relationships/tags" Target="/ppt/slides/tags/tag112.xml" Id="R954472a0869241f1" /><Relationship Type="http://schemas.openxmlformats.org/officeDocument/2006/relationships/slideLayout" Target="/ppt/slideLayouts/slideLayout2.xml" Id="R69c391e6aba74bfc" /></Relationships>
</file>

<file path=ppt/slides/_rels/slide14.xml.rels>&#65279;<?xml version="1.0" encoding="utf-8"?><Relationships xmlns="http://schemas.openxmlformats.org/package/2006/relationships"><Relationship Type="http://schemas.openxmlformats.org/officeDocument/2006/relationships/image" Target="/ppt/media/image.bin" Id="Re54b6dd3bb1744b8" /><Relationship Type="http://schemas.openxmlformats.org/officeDocument/2006/relationships/image" Target="/ppt/media/image6.bin" Id="R9bfda0141f444ac2" /><Relationship Type="http://schemas.openxmlformats.org/officeDocument/2006/relationships/image" Target="/ppt/media/image4.bin" Id="Rf561b4ba6a104e78" /><Relationship Type="http://schemas.openxmlformats.org/officeDocument/2006/relationships/tags" Target="/ppt/slides/tags/tag113.xml" Id="R2ebcc4a981e1491f" /><Relationship Type="http://schemas.openxmlformats.org/officeDocument/2006/relationships/tags" Target="/ppt/slides/tags/tag114.xml" Id="R4c42d161be794c1e" /><Relationship Type="http://schemas.openxmlformats.org/officeDocument/2006/relationships/tags" Target="/ppt/slides/tags/tag115.xml" Id="R78376a80cfc04e62" /><Relationship Type="http://schemas.openxmlformats.org/officeDocument/2006/relationships/tags" Target="/ppt/slides/tags/tag116.xml" Id="R8f8f263680c74eac" /><Relationship Type="http://schemas.openxmlformats.org/officeDocument/2006/relationships/tags" Target="/ppt/slides/tags/tag117.xml" Id="R3c72742d59074f24" /><Relationship Type="http://schemas.openxmlformats.org/officeDocument/2006/relationships/tags" Target="/ppt/slides/tags/tag118.xml" Id="R91fc193ed4d54c6e" /><Relationship Type="http://schemas.openxmlformats.org/officeDocument/2006/relationships/tags" Target="/ppt/slides/tags/tag119.xml" Id="R9237170dd8a74893" /><Relationship Type="http://schemas.openxmlformats.org/officeDocument/2006/relationships/tags" Target="/ppt/slides/tags/tag120.xml" Id="Rd24698521736490f" /><Relationship Type="http://schemas.openxmlformats.org/officeDocument/2006/relationships/tags" Target="/ppt/slides/tags/tag121.xml" Id="Rfcfed2c241a0424e" /><Relationship Type="http://schemas.openxmlformats.org/officeDocument/2006/relationships/tags" Target="/ppt/slides/tags/tag122.xml" Id="R4fb39bec18c84f67" /><Relationship Type="http://schemas.openxmlformats.org/officeDocument/2006/relationships/slideLayout" Target="/ppt/slideLayouts/slideLayout3.xml" Id="R2580c3210b9e4efc" /></Relationships>
</file>

<file path=ppt/slides/_rels/slide15.xml.rels>&#65279;<?xml version="1.0" encoding="utf-8"?><Relationships xmlns="http://schemas.openxmlformats.org/package/2006/relationships"><Relationship Type="http://schemas.openxmlformats.org/officeDocument/2006/relationships/image" Target="/ppt/media/image9.bin" Id="Rcba151eed02d433f" /><Relationship Type="http://schemas.openxmlformats.org/officeDocument/2006/relationships/tags" Target="/ppt/slides/tags/tag123.xml" Id="Rccb31300f63041d5" /><Relationship Type="http://schemas.openxmlformats.org/officeDocument/2006/relationships/tags" Target="/ppt/slides/tags/tag124.xml" Id="R74c7d26433f14f49" /><Relationship Type="http://schemas.openxmlformats.org/officeDocument/2006/relationships/tags" Target="/ppt/slides/tags/tag125.xml" Id="Ra3df693605bf4849" /><Relationship Type="http://schemas.openxmlformats.org/officeDocument/2006/relationships/tags" Target="/ppt/slides/tags/tag126.xml" Id="R8396df4f440f45ac" /><Relationship Type="http://schemas.openxmlformats.org/officeDocument/2006/relationships/tags" Target="/ppt/slides/tags/tag127.xml" Id="R5e67f094b7fc47d6" /><Relationship Type="http://schemas.openxmlformats.org/officeDocument/2006/relationships/tags" Target="/ppt/slides/tags/tag128.xml" Id="R5b2adeb5aca247d1" /><Relationship Type="http://schemas.openxmlformats.org/officeDocument/2006/relationships/tags" Target="/ppt/slides/tags/tag129.xml" Id="Radc4951020e84cce" /><Relationship Type="http://schemas.openxmlformats.org/officeDocument/2006/relationships/tags" Target="/ppt/slides/tags/tag130.xml" Id="Rd8fae801104f40a6" /><Relationship Type="http://schemas.openxmlformats.org/officeDocument/2006/relationships/tags" Target="/ppt/slides/tags/tag131.xml" Id="Rfe73ca8699ab4bf1" /><Relationship Type="http://schemas.openxmlformats.org/officeDocument/2006/relationships/tags" Target="/ppt/slides/tags/tag132.xml" Id="Rcd70d5ebc0a14457" /><Relationship Type="http://schemas.openxmlformats.org/officeDocument/2006/relationships/tags" Target="/ppt/slides/tags/tag133.xml" Id="R9e8e1b220c0f4a7a" /><Relationship Type="http://schemas.openxmlformats.org/officeDocument/2006/relationships/tags" Target="/ppt/slides/tags/tag134.xml" Id="R417345eaeae64cbc" /><Relationship Type="http://schemas.openxmlformats.org/officeDocument/2006/relationships/tags" Target="/ppt/slides/tags/tag135.xml" Id="Rca8850d59a80444f" /><Relationship Type="http://schemas.openxmlformats.org/officeDocument/2006/relationships/slideLayout" Target="/ppt/slideLayouts/slideLayout2.xml" Id="Ra2625b179c574ae7" /></Relationships>
</file>

<file path=ppt/slides/_rels/slide16.xml.rels>&#65279;<?xml version="1.0" encoding="utf-8"?><Relationships xmlns="http://schemas.openxmlformats.org/package/2006/relationships"><Relationship Type="http://schemas.openxmlformats.org/officeDocument/2006/relationships/image" Target="/ppt/media/image7.bin" Id="Rd2243b4e339a476a" /><Relationship Type="http://schemas.openxmlformats.org/officeDocument/2006/relationships/tags" Target="/ppt/slides/tags/tag136.xml" Id="Rd618abadc5654860" /><Relationship Type="http://schemas.openxmlformats.org/officeDocument/2006/relationships/tags" Target="/ppt/slides/tags/tag137.xml" Id="R91416984bd0e4fa7" /><Relationship Type="http://schemas.openxmlformats.org/officeDocument/2006/relationships/tags" Target="/ppt/slides/tags/tag138.xml" Id="Rde6c5cb37d2d4f04" /><Relationship Type="http://schemas.openxmlformats.org/officeDocument/2006/relationships/tags" Target="/ppt/slides/tags/tag139.xml" Id="R99d336f4a3fb4c22" /><Relationship Type="http://schemas.openxmlformats.org/officeDocument/2006/relationships/tags" Target="/ppt/slides/tags/tag140.xml" Id="Rb2851891ccd9408e" /><Relationship Type="http://schemas.openxmlformats.org/officeDocument/2006/relationships/tags" Target="/ppt/slides/tags/tag141.xml" Id="R344caff12f144b5d" /><Relationship Type="http://schemas.openxmlformats.org/officeDocument/2006/relationships/tags" Target="/ppt/slides/tags/tag142.xml" Id="Rf76a4ab80235433e" /><Relationship Type="http://schemas.openxmlformats.org/officeDocument/2006/relationships/slideLayout" Target="/ppt/slideLayouts/slideLayout2.xml" Id="R69f78d61b5734864" /></Relationships>
</file>

<file path=ppt/slides/_rels/slide17.xml.rels>&#65279;<?xml version="1.0" encoding="utf-8"?><Relationships xmlns="http://schemas.openxmlformats.org/package/2006/relationships"><Relationship Type="http://schemas.openxmlformats.org/officeDocument/2006/relationships/image" Target="/ppt/media/image10.bin" Id="R2a6f392aae2643a4" /><Relationship Type="http://schemas.openxmlformats.org/officeDocument/2006/relationships/tags" Target="/ppt/slides/tags/tag143.xml" Id="R3d367e25893b4152" /><Relationship Type="http://schemas.openxmlformats.org/officeDocument/2006/relationships/tags" Target="/ppt/slides/tags/tag144.xml" Id="R25cbdf4e558a4d58" /><Relationship Type="http://schemas.openxmlformats.org/officeDocument/2006/relationships/tags" Target="/ppt/slides/tags/tag145.xml" Id="R2dfe1db60d674855" /><Relationship Type="http://schemas.openxmlformats.org/officeDocument/2006/relationships/tags" Target="/ppt/slides/tags/tag146.xml" Id="Rb799814018954aae" /><Relationship Type="http://schemas.openxmlformats.org/officeDocument/2006/relationships/tags" Target="/ppt/slides/tags/tag147.xml" Id="Rf40fa02c92804649" /><Relationship Type="http://schemas.openxmlformats.org/officeDocument/2006/relationships/tags" Target="/ppt/slides/tags/tag148.xml" Id="R63a4b29ea44f4605" /><Relationship Type="http://schemas.openxmlformats.org/officeDocument/2006/relationships/tags" Target="/ppt/slides/tags/tag149.xml" Id="R715cb18872004202" /><Relationship Type="http://schemas.openxmlformats.org/officeDocument/2006/relationships/tags" Target="/ppt/slides/tags/tag150.xml" Id="R365a4a02b37b4f92" /><Relationship Type="http://schemas.openxmlformats.org/officeDocument/2006/relationships/tags" Target="/ppt/slides/tags/tag151.xml" Id="R46cf1def09204b61" /><Relationship Type="http://schemas.openxmlformats.org/officeDocument/2006/relationships/tags" Target="/ppt/slides/tags/tag152.xml" Id="Rf4aaa8f45d3f4a46" /><Relationship Type="http://schemas.openxmlformats.org/officeDocument/2006/relationships/tags" Target="/ppt/slides/tags/tag153.xml" Id="R319e156ba11943b1" /><Relationship Type="http://schemas.openxmlformats.org/officeDocument/2006/relationships/tags" Target="/ppt/slides/tags/tag154.xml" Id="Racba1b9969fc4511" /><Relationship Type="http://schemas.openxmlformats.org/officeDocument/2006/relationships/tags" Target="/ppt/slides/tags/tag155.xml" Id="Rf12a377c358c42a9" /><Relationship Type="http://schemas.openxmlformats.org/officeDocument/2006/relationships/tags" Target="/ppt/slides/tags/tag156.xml" Id="R57eaab8c13e5457c" /><Relationship Type="http://schemas.openxmlformats.org/officeDocument/2006/relationships/tags" Target="/ppt/slides/tags/tag157.xml" Id="Rfafa15b2e6af4e1a" /><Relationship Type="http://schemas.openxmlformats.org/officeDocument/2006/relationships/slideLayout" Target="/ppt/slideLayouts/slideLayout2.xml" Id="Re6685fc4cd8b4c87" /></Relationships>
</file>

<file path=ppt/slides/_rels/slide18.xml.rels>&#65279;<?xml version="1.0" encoding="utf-8"?><Relationships xmlns="http://schemas.openxmlformats.org/package/2006/relationships"><Relationship Type="http://schemas.openxmlformats.org/officeDocument/2006/relationships/image" Target="/ppt/media/image2.bin" Id="Rccdb93efbe564deb" /><Relationship Type="http://schemas.openxmlformats.org/officeDocument/2006/relationships/tags" Target="/ppt/slides/tags/tag158.xml" Id="R23ad9f4587ab4cd5" /><Relationship Type="http://schemas.openxmlformats.org/officeDocument/2006/relationships/tags" Target="/ppt/slides/tags/tag159.xml" Id="R21ab4129a3534b1a" /><Relationship Type="http://schemas.openxmlformats.org/officeDocument/2006/relationships/tags" Target="/ppt/slides/tags/tag160.xml" Id="Rbf310ccae7f0426c" /><Relationship Type="http://schemas.openxmlformats.org/officeDocument/2006/relationships/tags" Target="/ppt/slides/tags/tag161.xml" Id="R22ce3e41695b4bf4" /><Relationship Type="http://schemas.openxmlformats.org/officeDocument/2006/relationships/tags" Target="/ppt/slides/tags/tag162.xml" Id="R2bd2b06c9577434f" /><Relationship Type="http://schemas.openxmlformats.org/officeDocument/2006/relationships/tags" Target="/ppt/slides/tags/tag163.xml" Id="R437c88bc645942b0" /><Relationship Type="http://schemas.openxmlformats.org/officeDocument/2006/relationships/tags" Target="/ppt/slides/tags/tag164.xml" Id="R1d54ceb9fde04c3f" /><Relationship Type="http://schemas.openxmlformats.org/officeDocument/2006/relationships/tags" Target="/ppt/slides/tags/tag165.xml" Id="Rb98e02963ed24f34" /><Relationship Type="http://schemas.openxmlformats.org/officeDocument/2006/relationships/tags" Target="/ppt/slides/tags/tag166.xml" Id="Rdfcefdb145ba400d" /><Relationship Type="http://schemas.openxmlformats.org/officeDocument/2006/relationships/slideLayout" Target="/ppt/slideLayouts/slideLayout2.xml" Id="Raf895dc61d6d4511" /></Relationships>
</file>

<file path=ppt/slides/_rels/slide19.xml.rels>&#65279;<?xml version="1.0" encoding="utf-8"?><Relationships xmlns="http://schemas.openxmlformats.org/package/2006/relationships"><Relationship Type="http://schemas.openxmlformats.org/officeDocument/2006/relationships/image" Target="/ppt/media/image5.bin" Id="R5216054838714781" /><Relationship Type="http://schemas.openxmlformats.org/officeDocument/2006/relationships/image" Target="/ppt/media/image6.bin" Id="R86c8e4eb45514349" /><Relationship Type="http://schemas.openxmlformats.org/officeDocument/2006/relationships/tags" Target="/ppt/slides/tags/tag167.xml" Id="Rf2a42a9a2c3e4429" /><Relationship Type="http://schemas.openxmlformats.org/officeDocument/2006/relationships/tags" Target="/ppt/slides/tags/tag168.xml" Id="R36d2b705f31144cb" /><Relationship Type="http://schemas.openxmlformats.org/officeDocument/2006/relationships/tags" Target="/ppt/slides/tags/tag169.xml" Id="Rf3a42319505942e5" /><Relationship Type="http://schemas.openxmlformats.org/officeDocument/2006/relationships/tags" Target="/ppt/slides/tags/tag170.xml" Id="R9ebebcd76b364b0f" /><Relationship Type="http://schemas.openxmlformats.org/officeDocument/2006/relationships/tags" Target="/ppt/slides/tags/tag171.xml" Id="Rd6bb006c2b764abb" /><Relationship Type="http://schemas.openxmlformats.org/officeDocument/2006/relationships/tags" Target="/ppt/slides/tags/tag172.xml" Id="R89e6b3d458df43af" /><Relationship Type="http://schemas.openxmlformats.org/officeDocument/2006/relationships/tags" Target="/ppt/slides/tags/tag173.xml" Id="Rc6d5ea06b15949e8" /><Relationship Type="http://schemas.openxmlformats.org/officeDocument/2006/relationships/tags" Target="/ppt/slides/tags/tag174.xml" Id="Ra6768b675d654201" /><Relationship Type="http://schemas.openxmlformats.org/officeDocument/2006/relationships/tags" Target="/ppt/slides/tags/tag175.xml" Id="Rc50d62793d7249a7" /><Relationship Type="http://schemas.openxmlformats.org/officeDocument/2006/relationships/tags" Target="/ppt/slides/tags/tag176.xml" Id="R52a0013c64f94fdd" /><Relationship Type="http://schemas.openxmlformats.org/officeDocument/2006/relationships/slideLayout" Target="/ppt/slideLayouts/slideLayout3.xml" Id="R22344e468017449b" /></Relationships>
</file>

<file path=ppt/slides/_rels/slide20.xml.rels>&#65279;<?xml version="1.0" encoding="utf-8"?><Relationships xmlns="http://schemas.openxmlformats.org/package/2006/relationships"><Relationship Type="http://schemas.openxmlformats.org/officeDocument/2006/relationships/image" Target="/ppt/media/image11.bin" Id="Rcb9108c3afc940d5" /><Relationship Type="http://schemas.openxmlformats.org/officeDocument/2006/relationships/tags" Target="/ppt/slides/tags/tag177.xml" Id="R4d4f5040cd324fef" /><Relationship Type="http://schemas.openxmlformats.org/officeDocument/2006/relationships/tags" Target="/ppt/slides/tags/tag178.xml" Id="Re110853c4e644276" /><Relationship Type="http://schemas.openxmlformats.org/officeDocument/2006/relationships/tags" Target="/ppt/slides/tags/tag179.xml" Id="R9e26a2d20b2f425f" /><Relationship Type="http://schemas.openxmlformats.org/officeDocument/2006/relationships/tags" Target="/ppt/slides/tags/tag180.xml" Id="R8f7b4008011d4fed" /><Relationship Type="http://schemas.openxmlformats.org/officeDocument/2006/relationships/tags" Target="/ppt/slides/tags/tag181.xml" Id="Raf474bac93ae42c8" /><Relationship Type="http://schemas.openxmlformats.org/officeDocument/2006/relationships/tags" Target="/ppt/slides/tags/tag182.xml" Id="Rb9ab3d78e17c4a5e" /><Relationship Type="http://schemas.openxmlformats.org/officeDocument/2006/relationships/tags" Target="/ppt/slides/tags/tag183.xml" Id="R94577f8076524650" /><Relationship Type="http://schemas.openxmlformats.org/officeDocument/2006/relationships/tags" Target="/ppt/slides/tags/tag184.xml" Id="R198ca26c11f74381" /><Relationship Type="http://schemas.openxmlformats.org/officeDocument/2006/relationships/tags" Target="/ppt/slides/tags/tag185.xml" Id="R0140a764af394c36" /><Relationship Type="http://schemas.openxmlformats.org/officeDocument/2006/relationships/tags" Target="/ppt/slides/tags/tag186.xml" Id="R913aee849c6b400c" /><Relationship Type="http://schemas.openxmlformats.org/officeDocument/2006/relationships/tags" Target="/ppt/slides/tags/tag187.xml" Id="Rc5b25912dff343f8" /><Relationship Type="http://schemas.openxmlformats.org/officeDocument/2006/relationships/tags" Target="/ppt/slides/tags/tag188.xml" Id="Rd8171c9621fe4ae1" /><Relationship Type="http://schemas.openxmlformats.org/officeDocument/2006/relationships/tags" Target="/ppt/slides/tags/tag189.xml" Id="R85b3a154e89a43cb" /><Relationship Type="http://schemas.openxmlformats.org/officeDocument/2006/relationships/tags" Target="/ppt/slides/tags/tag190.xml" Id="R7141487ca87c4c1f" /><Relationship Type="http://schemas.openxmlformats.org/officeDocument/2006/relationships/tags" Target="/ppt/slides/tags/tag191.xml" Id="Rece2e769b38f45e1" /><Relationship Type="http://schemas.openxmlformats.org/officeDocument/2006/relationships/tags" Target="/ppt/slides/tags/tag192.xml" Id="R91169daa2d224e08" /><Relationship Type="http://schemas.openxmlformats.org/officeDocument/2006/relationships/tags" Target="/ppt/slides/tags/tag193.xml" Id="R3529f49b492940d2" /><Relationship Type="http://schemas.openxmlformats.org/officeDocument/2006/relationships/tags" Target="/ppt/slides/tags/tag194.xml" Id="R6e6e9bddc8434058" /><Relationship Type="http://schemas.openxmlformats.org/officeDocument/2006/relationships/tags" Target="/ppt/slides/tags/tag195.xml" Id="Rebce16896f5b489e" /><Relationship Type="http://schemas.openxmlformats.org/officeDocument/2006/relationships/tags" Target="/ppt/slides/tags/tag196.xml" Id="Ra75baa948cd34390" /><Relationship Type="http://schemas.openxmlformats.org/officeDocument/2006/relationships/tags" Target="/ppt/slides/tags/tag197.xml" Id="Rb2cbd2e705364dc1" /><Relationship Type="http://schemas.openxmlformats.org/officeDocument/2006/relationships/tags" Target="/ppt/slides/tags/tag198.xml" Id="R681a313217be4df0" /><Relationship Type="http://schemas.openxmlformats.org/officeDocument/2006/relationships/tags" Target="/ppt/slides/tags/tag199.xml" Id="Re227deda72334fa0" /><Relationship Type="http://schemas.openxmlformats.org/officeDocument/2006/relationships/tags" Target="/ppt/slides/tags/tag200.xml" Id="Re9106decaf87498f" /><Relationship Type="http://schemas.openxmlformats.org/officeDocument/2006/relationships/slideLayout" Target="/ppt/slideLayouts/slideLayout2.xml" Id="R0cc86b49ada0472e" /></Relationships>
</file>

<file path=ppt/slides/_rels/slide21.xml.rels>&#65279;<?xml version="1.0" encoding="utf-8"?><Relationships xmlns="http://schemas.openxmlformats.org/package/2006/relationships"><Relationship Type="http://schemas.openxmlformats.org/officeDocument/2006/relationships/image" Target="/ppt/media/image3.bin" Id="Rf9f1df9023f94441" /><Relationship Type="http://schemas.openxmlformats.org/officeDocument/2006/relationships/tags" Target="/ppt/slides/tags/tag201.xml" Id="R36357d76d6a14f6d" /><Relationship Type="http://schemas.openxmlformats.org/officeDocument/2006/relationships/tags" Target="/ppt/slides/tags/tag202.xml" Id="Rea62f96453df45d6" /><Relationship Type="http://schemas.openxmlformats.org/officeDocument/2006/relationships/tags" Target="/ppt/slides/tags/tag203.xml" Id="Ra4e96b3e704f4757" /><Relationship Type="http://schemas.openxmlformats.org/officeDocument/2006/relationships/tags" Target="/ppt/slides/tags/tag204.xml" Id="R62e1471942c94e44" /><Relationship Type="http://schemas.openxmlformats.org/officeDocument/2006/relationships/tags" Target="/ppt/slides/tags/tag205.xml" Id="Rfee57b8ada054f49" /><Relationship Type="http://schemas.openxmlformats.org/officeDocument/2006/relationships/tags" Target="/ppt/slides/tags/tag206.xml" Id="R4a72ce257a994080" /><Relationship Type="http://schemas.openxmlformats.org/officeDocument/2006/relationships/tags" Target="/ppt/slides/tags/tag207.xml" Id="R8a6dec74d40a4f08" /><Relationship Type="http://schemas.openxmlformats.org/officeDocument/2006/relationships/tags" Target="/ppt/slides/tags/tag208.xml" Id="R23bbf27f1b1346ab" /><Relationship Type="http://schemas.openxmlformats.org/officeDocument/2006/relationships/slideLayout" Target="/ppt/slideLayouts/slideLayout2.xml" Id="Rc54732b32a3c49b7" /></Relationships>
</file>

<file path=ppt/slides/_rels/slide22.xml.rels>&#65279;<?xml version="1.0" encoding="utf-8"?><Relationships xmlns="http://schemas.openxmlformats.org/package/2006/relationships"><Relationship Type="http://schemas.openxmlformats.org/officeDocument/2006/relationships/image" Target="/ppt/media/image.bin" Id="R91f8f8e986994cf6" /><Relationship Type="http://schemas.openxmlformats.org/officeDocument/2006/relationships/image" Target="/ppt/media/image12.bin" Id="R8eb70affb4a742e9" /><Relationship Type="http://schemas.openxmlformats.org/officeDocument/2006/relationships/tags" Target="/ppt/slides/tags/tag209.xml" Id="R7b6a5b9520a44181" /><Relationship Type="http://schemas.openxmlformats.org/officeDocument/2006/relationships/tags" Target="/ppt/slides/tags/tag210.xml" Id="Rac85a62c518e47cc" /><Relationship Type="http://schemas.openxmlformats.org/officeDocument/2006/relationships/tags" Target="/ppt/slides/tags/tag211.xml" Id="R0c3f1a9f333041c9" /><Relationship Type="http://schemas.openxmlformats.org/officeDocument/2006/relationships/tags" Target="/ppt/slides/tags/tag212.xml" Id="Rb7170904554944ca" /><Relationship Type="http://schemas.openxmlformats.org/officeDocument/2006/relationships/tags" Target="/ppt/slides/tags/tag213.xml" Id="R9d1e2f9d6a704118" /><Relationship Type="http://schemas.openxmlformats.org/officeDocument/2006/relationships/tags" Target="/ppt/slides/tags/tag214.xml" Id="R6d49993eef434613" /><Relationship Type="http://schemas.openxmlformats.org/officeDocument/2006/relationships/tags" Target="/ppt/slides/tags/tag215.xml" Id="R4b06e11e261c4fba" /><Relationship Type="http://schemas.openxmlformats.org/officeDocument/2006/relationships/tags" Target="/ppt/slides/tags/tag216.xml" Id="R4a409a2047944d06" /><Relationship Type="http://schemas.openxmlformats.org/officeDocument/2006/relationships/tags" Target="/ppt/slides/tags/tag217.xml" Id="Rdf8d0e2ff6134577" /><Relationship Type="http://schemas.openxmlformats.org/officeDocument/2006/relationships/tags" Target="/ppt/slides/tags/tag218.xml" Id="Rc979e3708a05441b" /><Relationship Type="http://schemas.openxmlformats.org/officeDocument/2006/relationships/slideLayout" Target="/ppt/slideLayouts/slideLayout2.xml" Id="Rc41bd20601db4894" /></Relationships>
</file>

<file path=ppt/slides/_rels/slide23.xml.rels>&#65279;<?xml version="1.0" encoding="utf-8"?><Relationships xmlns="http://schemas.openxmlformats.org/package/2006/relationships"><Relationship Type="http://schemas.openxmlformats.org/officeDocument/2006/relationships/image" Target="/ppt/media/image10.bin" Id="R5b7306a98d784d2f" /><Relationship Type="http://schemas.openxmlformats.org/officeDocument/2006/relationships/tags" Target="/ppt/slides/tags/tag219.xml" Id="R8473c827807a4677" /><Relationship Type="http://schemas.openxmlformats.org/officeDocument/2006/relationships/tags" Target="/ppt/slides/tags/tag220.xml" Id="R428447370842430f" /><Relationship Type="http://schemas.openxmlformats.org/officeDocument/2006/relationships/tags" Target="/ppt/slides/tags/tag221.xml" Id="R4ecaac9daab84fe9" /><Relationship Type="http://schemas.openxmlformats.org/officeDocument/2006/relationships/tags" Target="/ppt/slides/tags/tag222.xml" Id="Rf144c6cdad6548f2" /><Relationship Type="http://schemas.openxmlformats.org/officeDocument/2006/relationships/tags" Target="/ppt/slides/tags/tag223.xml" Id="R8ce93bbb46774b34" /><Relationship Type="http://schemas.openxmlformats.org/officeDocument/2006/relationships/tags" Target="/ppt/slides/tags/tag224.xml" Id="R8d434a50f7444df8" /><Relationship Type="http://schemas.openxmlformats.org/officeDocument/2006/relationships/tags" Target="/ppt/slides/tags/tag225.xml" Id="R65ef36929b1343d5" /><Relationship Type="http://schemas.openxmlformats.org/officeDocument/2006/relationships/tags" Target="/ppt/slides/tags/tag226.xml" Id="R580b4e6bf311427d" /><Relationship Type="http://schemas.openxmlformats.org/officeDocument/2006/relationships/tags" Target="/ppt/slides/tags/tag227.xml" Id="R80d91463e5ce44f3" /><Relationship Type="http://schemas.openxmlformats.org/officeDocument/2006/relationships/tags" Target="/ppt/slides/tags/tag228.xml" Id="Rd11190cdfd0340f3" /><Relationship Type="http://schemas.openxmlformats.org/officeDocument/2006/relationships/tags" Target="/ppt/slides/tags/tag229.xml" Id="R8c50d717fbcc4a14" /><Relationship Type="http://schemas.openxmlformats.org/officeDocument/2006/relationships/tags" Target="/ppt/slides/tags/tag230.xml" Id="Rc16769f412884a19" /><Relationship Type="http://schemas.openxmlformats.org/officeDocument/2006/relationships/tags" Target="/ppt/slides/tags/tag231.xml" Id="Rc55dcd13b032433a" /><Relationship Type="http://schemas.openxmlformats.org/officeDocument/2006/relationships/tags" Target="/ppt/slides/tags/tag232.xml" Id="Rc712b74acd234145" /><Relationship Type="http://schemas.openxmlformats.org/officeDocument/2006/relationships/tags" Target="/ppt/slides/tags/tag233.xml" Id="Rfcf2cf52f8464ecc" /><Relationship Type="http://schemas.openxmlformats.org/officeDocument/2006/relationships/tags" Target="/ppt/slides/tags/tag234.xml" Id="R93662feb1ae3411e" /><Relationship Type="http://schemas.openxmlformats.org/officeDocument/2006/relationships/tags" Target="/ppt/slides/tags/tag235.xml" Id="R85c400b443ab4b6f" /><Relationship Type="http://schemas.openxmlformats.org/officeDocument/2006/relationships/tags" Target="/ppt/slides/tags/tag236.xml" Id="Rb9d5309291174f08" /><Relationship Type="http://schemas.openxmlformats.org/officeDocument/2006/relationships/tags" Target="/ppt/slides/tags/tag237.xml" Id="R7ca6cfaa3e7246f2" /><Relationship Type="http://schemas.openxmlformats.org/officeDocument/2006/relationships/tags" Target="/ppt/slides/tags/tag238.xml" Id="Rf22b26a9ff3442a9" /><Relationship Type="http://schemas.openxmlformats.org/officeDocument/2006/relationships/tags" Target="/ppt/slides/tags/tag239.xml" Id="Rbc3babfdc57d41c0" /><Relationship Type="http://schemas.openxmlformats.org/officeDocument/2006/relationships/tags" Target="/ppt/slides/tags/tag240.xml" Id="R01710c227aea499e" /><Relationship Type="http://schemas.openxmlformats.org/officeDocument/2006/relationships/slideLayout" Target="/ppt/slideLayouts/slideLayout2.xml" Id="R477d9d02a5d64455" /></Relationships>
</file>

<file path=ppt/slides/_rels/slide24.xml.rels>&#65279;<?xml version="1.0" encoding="utf-8"?><Relationships xmlns="http://schemas.openxmlformats.org/package/2006/relationships"><Relationship Type="http://schemas.openxmlformats.org/officeDocument/2006/relationships/image" Target="/ppt/media/image2.bin" Id="R75b4e304f2644a72" /><Relationship Type="http://schemas.openxmlformats.org/officeDocument/2006/relationships/tags" Target="/ppt/slides/tags/tag241.xml" Id="R35eeb14dff324049" /><Relationship Type="http://schemas.openxmlformats.org/officeDocument/2006/relationships/tags" Target="/ppt/slides/tags/tag242.xml" Id="R80408abd162449d6" /><Relationship Type="http://schemas.openxmlformats.org/officeDocument/2006/relationships/tags" Target="/ppt/slides/tags/tag243.xml" Id="Rae2d8bb37be34df9" /><Relationship Type="http://schemas.openxmlformats.org/officeDocument/2006/relationships/tags" Target="/ppt/slides/tags/tag244.xml" Id="Rba7ffd56694545bd" /><Relationship Type="http://schemas.openxmlformats.org/officeDocument/2006/relationships/tags" Target="/ppt/slides/tags/tag245.xml" Id="R13df61b0a3d84c33" /><Relationship Type="http://schemas.openxmlformats.org/officeDocument/2006/relationships/tags" Target="/ppt/slides/tags/tag246.xml" Id="Rc3e71e9fd3824070" /><Relationship Type="http://schemas.openxmlformats.org/officeDocument/2006/relationships/tags" Target="/ppt/slides/tags/tag247.xml" Id="R9f35138b89b143bc" /><Relationship Type="http://schemas.openxmlformats.org/officeDocument/2006/relationships/tags" Target="/ppt/slides/tags/tag248.xml" Id="R976efc1552984109" /><Relationship Type="http://schemas.openxmlformats.org/officeDocument/2006/relationships/tags" Target="/ppt/slides/tags/tag249.xml" Id="Rb5e7afe97f7b4cdf" /><Relationship Type="http://schemas.openxmlformats.org/officeDocument/2006/relationships/tags" Target="/ppt/slides/tags/tag250.xml" Id="R01d9e00a5c3c493b" /><Relationship Type="http://schemas.openxmlformats.org/officeDocument/2006/relationships/slideLayout" Target="/ppt/slideLayouts/slideLayout3.xml" Id="R1d2d816d5c9c47a2" /></Relationships>
</file>

<file path=ppt/slides/_rels/slide25.xml.rels>&#65279;<?xml version="1.0" encoding="utf-8"?><Relationships xmlns="http://schemas.openxmlformats.org/package/2006/relationships"><Relationship Type="http://schemas.openxmlformats.org/officeDocument/2006/relationships/image" Target="/ppt/media/image.bin" Id="R86d39a566acf439e" /><Relationship Type="http://schemas.openxmlformats.org/officeDocument/2006/relationships/image" Target="/ppt/media/image2.bin" Id="R183c4c9a95ca4845" /><Relationship Type="http://schemas.openxmlformats.org/officeDocument/2006/relationships/image" Target="/ppt/media/image3.bin" Id="Re77c2877d0414425" /><Relationship Type="http://schemas.openxmlformats.org/officeDocument/2006/relationships/tags" Target="/ppt/slides/tags/tag251.xml" Id="R332e65b7d7d345c0" /><Relationship Type="http://schemas.openxmlformats.org/officeDocument/2006/relationships/tags" Target="/ppt/slides/tags/tag252.xml" Id="R3663984c5e374a86" /><Relationship Type="http://schemas.openxmlformats.org/officeDocument/2006/relationships/tags" Target="/ppt/slides/tags/tag253.xml" Id="R6d67c54df05c4e7c" /><Relationship Type="http://schemas.openxmlformats.org/officeDocument/2006/relationships/tags" Target="/ppt/slides/tags/tag254.xml" Id="R02d52be4ac6c4e2e" /><Relationship Type="http://schemas.openxmlformats.org/officeDocument/2006/relationships/tags" Target="/ppt/slides/tags/tag255.xml" Id="R1e09644367d64690" /><Relationship Type="http://schemas.openxmlformats.org/officeDocument/2006/relationships/tags" Target="/ppt/slides/tags/tag256.xml" Id="R540e92481f224687" /><Relationship Type="http://schemas.openxmlformats.org/officeDocument/2006/relationships/tags" Target="/ppt/slides/tags/tag257.xml" Id="R58f87e9db47a4072" /><Relationship Type="http://schemas.openxmlformats.org/officeDocument/2006/relationships/tags" Target="/ppt/slides/tags/tag258.xml" Id="R91cbd66ddc904086" /><Relationship Type="http://schemas.openxmlformats.org/officeDocument/2006/relationships/tags" Target="/ppt/slides/tags/tag259.xml" Id="R220fde218c9841c7" /><Relationship Type="http://schemas.openxmlformats.org/officeDocument/2006/relationships/tags" Target="/ppt/slides/tags/tag260.xml" Id="R49257b74a45745ac" /><Relationship Type="http://schemas.openxmlformats.org/officeDocument/2006/relationships/tags" Target="/ppt/slides/tags/tag261.xml" Id="R1385479cf03d4b15" /><Relationship Type="http://schemas.openxmlformats.org/officeDocument/2006/relationships/tags" Target="/ppt/slides/tags/tag262.xml" Id="Rb65e7d8271454cfa" /><Relationship Type="http://schemas.openxmlformats.org/officeDocument/2006/relationships/tags" Target="/ppt/slides/tags/tag263.xml" Id="Rb2e66654422e40e1" /><Relationship Type="http://schemas.openxmlformats.org/officeDocument/2006/relationships/tags" Target="/ppt/slides/tags/tag264.xml" Id="R6486a3cfea5f4bef" /><Relationship Type="http://schemas.openxmlformats.org/officeDocument/2006/relationships/tags" Target="/ppt/slides/tags/tag265.xml" Id="R5025892e3caf400d" /><Relationship Type="http://schemas.openxmlformats.org/officeDocument/2006/relationships/slideLayout" Target="/ppt/slideLayouts/slideLayout2.xml" Id="R97844a816d9348ee" /></Relationships>
</file>

<file path=ppt/slides/_rels/slide26.xml.rels>&#65279;<?xml version="1.0" encoding="utf-8"?><Relationships xmlns="http://schemas.openxmlformats.org/package/2006/relationships"><Relationship Type="http://schemas.openxmlformats.org/officeDocument/2006/relationships/hyperlink" Target="https://pptsupermarket.com/customizes" TargetMode="External" Id="R3d1c1c1ac8a249ddb2e23695adbe1d59" /><Relationship Type="http://schemas.openxmlformats.org/officeDocument/2006/relationships/image" Target="/ppt/media/image13.bin" Id="R6d59a90a49854fe2" /><Relationship Type="http://schemas.openxmlformats.org/officeDocument/2006/relationships/image" Target="/ppt/media/image14.bin" Id="R53c3001ee31543e3" /><Relationship Type="http://schemas.openxmlformats.org/officeDocument/2006/relationships/image" Target="/ppt/media/image15.bin" Id="R1918373a75754b11" /><Relationship Type="http://schemas.openxmlformats.org/officeDocument/2006/relationships/customXml" Target="/ppt/customXML/item.xml" Id="Rf3fcb39c78b648a7" /><Relationship Type="http://schemas.openxmlformats.org/officeDocument/2006/relationships/customXml" Target="/ppt/customXML/item2.xml" Id="Rc3cd2a343829400d" /><Relationship Type="http://schemas.openxmlformats.org/officeDocument/2006/relationships/slideLayout" Target="/ppt/slideLayouts/slideLayout1.xml" Id="R456f174ffaee4c50" /></Relationships>
</file>

<file path=ppt/slides/_rels/slide27.xml.rels>&#65279;<?xml version="1.0" encoding="utf-8"?><Relationships xmlns="http://schemas.openxmlformats.org/package/2006/relationships"><Relationship Type="http://schemas.openxmlformats.org/officeDocument/2006/relationships/hyperlink" Target="https://www.pptsupermarket.com/" TargetMode="External" Id="R7d9dba4c8173482997b9d7d8c1e522c3" /><Relationship Type="http://schemas.openxmlformats.org/officeDocument/2006/relationships/image" Target="/ppt/media/image16.bin" Id="R5f2b51e406b84f70" /><Relationship Type="http://schemas.openxmlformats.org/officeDocument/2006/relationships/image" Target="/ppt/media/image17.bin" Id="Rdec547be60384947" /><Relationship Type="http://schemas.openxmlformats.org/officeDocument/2006/relationships/image" Target="/ppt/media/image18.bin" Id="Rab221bce948d432c" /><Relationship Type="http://schemas.openxmlformats.org/officeDocument/2006/relationships/image" Target="/ppt/media/image14.bin" Id="R0e7f2d57a7ac4647" /><Relationship Type="http://schemas.openxmlformats.org/officeDocument/2006/relationships/image" Target="/ppt/media/image19.bin" Id="Rc9b51c37154f4dd7" /><Relationship Type="http://schemas.openxmlformats.org/officeDocument/2006/relationships/image" Target="/ppt/media/image20.bin" Id="R61f285a4cbb84523" /><Relationship Type="http://schemas.openxmlformats.org/officeDocument/2006/relationships/image" Target="/ppt/media/image15.bin" Id="R2ce2a38208da4427" /><Relationship Type="http://schemas.openxmlformats.org/officeDocument/2006/relationships/customXml" Target="/ppt/customXML/item3.xml" Id="R18f6788f18604c1a" /><Relationship Type="http://schemas.openxmlformats.org/officeDocument/2006/relationships/customXml" Target="/ppt/customXML/item4.xml" Id="R36b37a015c1f4ba0" /><Relationship Type="http://schemas.openxmlformats.org/officeDocument/2006/relationships/customXml" Target="/ppt/customXML/item5.xml" Id="R390b79d8ed5a443d" /><Relationship Type="http://schemas.openxmlformats.org/officeDocument/2006/relationships/slideLayout" Target="/ppt/slideLayouts/slideLayout1.xml" Id="R4e8392df5ce94f60" /></Relationships>
</file>

<file path=ppt/slides/_rels/slide28.xml.rels>&#65279;<?xml version="1.0" encoding="utf-8"?><Relationships xmlns="http://schemas.openxmlformats.org/package/2006/relationships"><Relationship Type="http://schemas.openxmlformats.org/officeDocument/2006/relationships/image" Target="/ppt/media/image21.bin" Id="R9d54f7e90a23404f" /><Relationship Type="http://schemas.openxmlformats.org/officeDocument/2006/relationships/image" Target="/ppt/media/image22.bin" Id="R7d242c93181c4c98" /><Relationship Type="http://schemas.openxmlformats.org/officeDocument/2006/relationships/image" Target="/ppt/media/image20.bin" Id="R05f12a127be445b1" /><Relationship Type="http://schemas.openxmlformats.org/officeDocument/2006/relationships/image" Target="/ppt/media/image23.bin" Id="R595f2ffccdbf45eb" /><Relationship Type="http://schemas.openxmlformats.org/officeDocument/2006/relationships/customXml" Target="/ppt/customXML/item6.xml" Id="Rc02be97c85c74d08" /><Relationship Type="http://schemas.openxmlformats.org/officeDocument/2006/relationships/customXml" Target="/ppt/customXML/item7.xml" Id="Rece756c188c64111" /><Relationship Type="http://schemas.openxmlformats.org/officeDocument/2006/relationships/customXml" Target="/ppt/customXML/item8.xml" Id="Rf13f2e939ab448a5" /><Relationship Type="http://schemas.openxmlformats.org/officeDocument/2006/relationships/slideLayout" Target="/ppt/slideLayouts/slideLayout3.xml" Id="R878fbbd175c94808" /></Relationships>
</file>

<file path=ppt/slides/_rels/slide29.xml.rels>&#65279;<?xml version="1.0" encoding="utf-8"?><Relationships xmlns="http://schemas.openxmlformats.org/package/2006/relationships"><Relationship Type="http://schemas.openxmlformats.org/officeDocument/2006/relationships/hyperlink" Target="https://www.100font.com/thread-118.htm" TargetMode="External" Id="R8ea0219f6179461fb3769a7e3eb9878b" /><Relationship Type="http://schemas.openxmlformats.org/officeDocument/2006/relationships/hyperlink" Target="https://storyset.com/" TargetMode="External" Id="R598f301c2cbd49b4aae73b943f251137" /><Relationship Type="http://schemas.openxmlformats.org/officeDocument/2006/relationships/slideLayout" Target="/ppt/slideLayouts/slideLayout1.xml" Id="R29648bfa95d8491b" /></Relationships>
</file>

<file path=ppt/slides/charts/_rels/chart1.xml.rels>&#65279;<?xml version="1.0" encoding="utf-8"?><Relationships xmlns="http://schemas.openxmlformats.org/package/2006/relationships"><Relationship Type="http://schemas.openxmlformats.org/officeDocument/2006/relationships/package" Target="/ppt/slides/charts/embeddings/package.bin" Id="R70445f0f71784b96" /></Relationships>
</file>

<file path=ppt/slides/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9.4251234886626595E-2"/>
          <c:y val="5.2475760119427596E-3"/>
          <c:w val="0.88272123580901696"/>
          <c:h val="0.85952957719835099"/>
        </c:manualLayout>
      </c:layout>
      <c:barChart>
        <c:barDir val="bar"/>
        <c:grouping val="clustered"/>
        <c:varyColors val="0"/>
        <c:ser>
          <c:idx val="0"/>
          <c:order val="0"/>
          <c:tx>
            <c:strRef>
              <c:f>Sheet1!$B$1</c:f>
              <c:strCache>
                <c:ptCount val="1"/>
                <c:pt idx="0">
                  <c:v>系列 1</c:v>
                </c:pt>
              </c:strCache>
            </c:strRef>
          </c:tx>
          <c:spPr>
            <a:solidFill>
              <a:schemeClr val="accent1"/>
            </a:solidFill>
            <a:ln>
              <a:noFill/>
            </a:ln>
            <a:effectLst/>
          </c:spPr>
          <c:invertIfNegative val="0"/>
          <c:dPt>
            <c:idx val="3"/>
            <c:invertIfNegative val="0"/>
            <c:bubble3D val="0"/>
            <c:extLst>
              <c:ext xmlns:c16="http://schemas.microsoft.com/office/drawing/2014/chart" uri="{C3380CC4-5D6E-409C-BE32-E72D297353CC}">
                <c16:uniqueId val="{00000000-0E3C-4C5B-8EFD-720360F2888E}"/>
              </c:ext>
            </c:extLst>
          </c:dPt>
          <c:cat>
            <c:strRef>
              <c:f>Sheet1!$A$2:$A$5</c:f>
              <c:strCache>
                <c:ptCount val="4"/>
                <c:pt idx="0">
                  <c:v>类别 1</c:v>
                </c:pt>
                <c:pt idx="1">
                  <c:v>类别 2</c:v>
                </c:pt>
                <c:pt idx="2">
                  <c:v>类别 3</c:v>
                </c:pt>
                <c:pt idx="3">
                  <c:v>类别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1-0E3C-4C5B-8EFD-720360F2888E}"/>
            </c:ext>
          </c:extLst>
        </c:ser>
        <c:ser>
          <c:idx val="1"/>
          <c:order val="1"/>
          <c:tx>
            <c:strRef>
              <c:f>Sheet1!$C$1</c:f>
              <c:strCache>
                <c:ptCount val="1"/>
                <c:pt idx="0">
                  <c:v>系列 2</c:v>
                </c:pt>
              </c:strCache>
            </c:strRef>
          </c:tx>
          <c:spPr>
            <a:solidFill>
              <a:schemeClr val="bg2">
                <a:lumMod val="85000"/>
              </a:schemeClr>
            </a:solidFill>
            <a:ln>
              <a:noFill/>
            </a:ln>
            <a:effectLst/>
          </c:spPr>
          <c:invertIfNegative val="0"/>
          <c:cat>
            <c:strRef>
              <c:f>Sheet1!$A$2:$A$5</c:f>
              <c:strCache>
                <c:ptCount val="4"/>
                <c:pt idx="0">
                  <c:v>类别 1</c:v>
                </c:pt>
                <c:pt idx="1">
                  <c:v>类别 2</c:v>
                </c:pt>
                <c:pt idx="2">
                  <c:v>类别 3</c:v>
                </c:pt>
                <c:pt idx="3">
                  <c:v>类别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2-0E3C-4C5B-8EFD-720360F2888E}"/>
            </c:ext>
          </c:extLst>
        </c:ser>
        <c:dLbls>
          <c:showLegendKey val="0"/>
          <c:showVal val="0"/>
          <c:showCatName val="0"/>
          <c:showSerName val="0"/>
          <c:showPercent val="0"/>
          <c:showBubbleSize val="0"/>
        </c:dLbls>
        <c:gapWidth val="117"/>
        <c:axId val="494209280"/>
        <c:axId val="494977408"/>
      </c:barChart>
      <c:catAx>
        <c:axId val="494209280"/>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vert="horz"/>
          <a:lstStyle/>
          <a:p>
            <a:pPr>
              <a:defRPr/>
            </a:pPr>
            <a:endParaRPr lang="zh-CN"/>
          </a:p>
        </c:txPr>
        <c:crossAx val="494977408"/>
        <c:crosses val="autoZero"/>
        <c:auto val="1"/>
        <c:lblAlgn val="ctr"/>
        <c:lblOffset val="100"/>
        <c:noMultiLvlLbl val="0"/>
      </c:catAx>
      <c:valAx>
        <c:axId val="494977408"/>
        <c:scaling>
          <c:orientation val="minMax"/>
        </c:scaling>
        <c:delete val="0"/>
        <c:axPos val="b"/>
        <c:numFmt formatCode="General" sourceLinked="1"/>
        <c:majorTickMark val="none"/>
        <c:minorTickMark val="none"/>
        <c:tickLblPos val="nextTo"/>
        <c:spPr>
          <a:noFill/>
          <a:ln>
            <a:noFill/>
          </a:ln>
          <a:effectLst/>
        </c:spPr>
        <c:txPr>
          <a:bodyPr rot="-60000000" vert="horz"/>
          <a:lstStyle/>
          <a:p>
            <a:pPr>
              <a:defRPr/>
            </a:pPr>
            <a:endParaRPr lang="zh-CN"/>
          </a:p>
        </c:txPr>
        <c:crossAx val="494209280"/>
        <c:crosses val="autoZero"/>
        <c:crossBetween val="between"/>
      </c:valAx>
      <c:spPr>
        <a:noFill/>
        <a:ln>
          <a:noFill/>
        </a:ln>
        <a:effectLst/>
      </c:spPr>
    </c:plotArea>
    <c:plotVisOnly val="1"/>
    <c:dispBlanksAs val="gap"/>
    <c:showDLblsOverMax val="0"/>
  </c:chart>
  <c:spPr>
    <a:noFill/>
    <a:ln>
      <a:noFill/>
    </a:ln>
    <a:effectLst/>
  </c:spPr>
  <c:txPr>
    <a:bodyPr/>
    <a:lstStyle/>
    <a:p>
      <a:pPr>
        <a:defRPr lang="zh-CN">
          <a:latin typeface="Arial"/>
          <a:ea typeface="阿里巴巴普惠体 Medium"/>
          <a:cs typeface="阿里巴巴普惠体 Medium"/>
          <a:sym typeface="Arial"/>
        </a:defRPr>
      </a:pPr>
      <a:endParaRPr lang="zh-CN"/>
    </a:p>
  </c:txPr>
  <c:externalData r:id="R70445f0f71784b96">
    <c:autoUpdate val="0"/>
  </c:externalData>
</c:chartSpace>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形" descr="5d413101394a5"/>
          <p:cNvPicPr>
            <a:picLocks noChangeAspect="1"/>
          </p:cNvPicPr>
          <p:nvPr/>
        </p:nvPicPr>
        <p:blipFill>
          <a:blip r:embed="R08b8d3d80a3f4c74"/>
          <a:srcRect t="11759" b="3187"/>
          <a:stretch>
            <a:fillRect/>
          </a:stretch>
        </p:blipFill>
        <p:spPr>
          <a:xfrm>
            <a:off x="4334510" y="1179197"/>
            <a:ext cx="3689351" cy="4707255"/>
          </a:xfrm>
          <a:prstGeom prst="rect">
            <a:avLst/>
          </a:prstGeom>
        </p:spPr>
      </p:pic>
      <p:pic>
        <p:nvPicPr>
          <p:cNvPr id="4" name="图形" descr="5d4131241e1c4"/>
          <p:cNvPicPr>
            <a:picLocks noChangeAspect="1"/>
          </p:cNvPicPr>
          <p:nvPr/>
        </p:nvPicPr>
        <p:blipFill>
          <a:blip r:embed="R41120ef574f44920"/>
          <a:srcRect t="24335" b="11909"/>
          <a:stretch>
            <a:fillRect/>
          </a:stretch>
        </p:blipFill>
        <p:spPr>
          <a:xfrm>
            <a:off x="8505191" y="5290820"/>
            <a:ext cx="3687445" cy="1567180"/>
          </a:xfrm>
          <a:prstGeom prst="rect">
            <a:avLst/>
          </a:prstGeom>
        </p:spPr>
      </p:pic>
      <p:pic>
        <p:nvPicPr>
          <p:cNvPr id="5" name="图形" descr="15375"/>
          <p:cNvPicPr>
            <a:picLocks noChangeAspect="1"/>
          </p:cNvPicPr>
          <p:nvPr/>
        </p:nvPicPr>
        <p:blipFill>
          <a:blip r:embed="Re13207da5aa94f18"/>
          <a:srcRect l="16667" t="4338" r="16667" b="1310"/>
          <a:stretch>
            <a:fillRect/>
          </a:stretch>
        </p:blipFill>
        <p:spPr>
          <a:xfrm>
            <a:off x="8915401" y="2122170"/>
            <a:ext cx="2770505" cy="2613660"/>
          </a:xfrm>
          <a:prstGeom prst="rect">
            <a:avLst/>
          </a:prstGeom>
        </p:spPr>
      </p:pic>
      <p:pic>
        <p:nvPicPr>
          <p:cNvPr id="2" name="图形" descr="5d4131241e1c4"/>
          <p:cNvPicPr>
            <a:picLocks noChangeAspect="1"/>
          </p:cNvPicPr>
          <p:nvPr/>
        </p:nvPicPr>
        <p:blipFill>
          <a:blip r:embed="R41120ef574f44920"/>
          <a:srcRect t="24335" b="11909"/>
          <a:stretch>
            <a:fillRect/>
          </a:stretch>
        </p:blipFill>
        <p:spPr>
          <a:xfrm>
            <a:off x="8505191" y="0"/>
            <a:ext cx="3687445" cy="1567180"/>
          </a:xfrm>
          <a:prstGeom prst="rect">
            <a:avLst/>
          </a:prstGeom>
        </p:spPr>
      </p:pic>
      <p:sp>
        <p:nvSpPr>
          <p:cNvPr id="26633" name="图形"/>
          <p:cNvSpPr/>
          <p:nvPr/>
        </p:nvSpPr>
        <p:spPr>
          <a:xfrm>
            <a:off x="1" y="0"/>
            <a:ext cx="332105" cy="6858000"/>
          </a:xfrm>
          <a:prstGeom prst="rect">
            <a:avLst/>
          </a:prstGeom>
          <a:solidFill>
            <a:srgbClr val="A882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latin typeface="Arial"/>
              <a:ea typeface="阿里巴巴普惠体 Medium"/>
              <a:cs typeface="阿里巴巴普惠体 Medium"/>
              <a:sym typeface="Arial"/>
            </a:endParaRPr>
          </a:p>
        </p:txBody>
      </p:sp>
      <p:grpSp>
        <p:nvGrpSpPr>
          <p:cNvPr id="17" name="图形"/>
          <p:cNvGrpSpPr/>
          <p:nvPr/>
        </p:nvGrpSpPr>
        <p:grpSpPr>
          <a:xfrm>
            <a:off x="802005" y="1343025"/>
            <a:ext cx="6734811" cy="708025"/>
            <a:chOff x="1263" y="2115"/>
            <a:chExt cx="10606" cy="1115"/>
          </a:xfrm>
        </p:grpSpPr>
        <p:sp>
          <p:nvSpPr>
            <p:cNvPr id="6" name="图形"/>
            <p:cNvSpPr/>
            <p:nvPr>
              <p:custDataLst>
                <p:tags r:id="R5630f342807c4d9d"/>
              </p:custDataLst>
            </p:nvPr>
          </p:nvSpPr>
          <p:spPr>
            <a:xfrm>
              <a:off x="6826" y="2648"/>
              <a:ext cx="3256" cy="386"/>
            </a:xfrm>
            <a:prstGeom prst="rect">
              <a:avLst/>
            </a:prstGeom>
            <a:solidFill>
              <a:srgbClr val="734D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latin typeface="Arial"/>
                <a:ea typeface="阿里巴巴普惠体 Medium"/>
                <a:cs typeface="阿里巴巴普惠体 Medium"/>
                <a:sym typeface="Arial"/>
              </a:endParaRPr>
            </a:p>
          </p:txBody>
        </p:sp>
        <p:sp>
          <p:nvSpPr>
            <p:cNvPr id="10" name="图形"/>
            <p:cNvSpPr txBox="1"/>
            <p:nvPr>
              <p:custDataLst>
                <p:tags r:id="Rea9b5860782d416d"/>
              </p:custDataLst>
            </p:nvPr>
          </p:nvSpPr>
          <p:spPr>
            <a:xfrm>
              <a:off x="1263" y="2115"/>
              <a:ext cx="10606" cy="1115"/>
            </a:xfrm>
            <a:prstGeom prst="rect">
              <a:avLst/>
            </a:prstGeom>
            <a:noFill/>
          </p:spPr>
          <p:txBody>
            <a:bodyPr wrap="square" rtlCol="0">
              <a:spAutoFit/>
            </a:bodyPr>
            <a:lstStyle/>
            <a:p>
              <a:pPr algn="l">
                <a:lnSpc>
                  <a:spcPct val="100000"/>
                </a:lnSpc>
              </a:pPr>
              <a:r>
                <a:rPr lang="en-US" altLang="zh-CN" sz="4000">
                  <a:solidFill>
                    <a:schemeClr val="tx1">
                      <a:lumMod val="85000"/>
                      <a:lumOff val="15000"/>
                    </a:schemeClr>
                  </a:solidFill>
                  <a:latin typeface="Arial"/>
                  <a:ea typeface="阿里巴巴普惠体 Medium"/>
                  <a:cs typeface="阿里巴巴普惠体 Medium"/>
                  <a:sym typeface="Arial"/>
                </a:rPr>
                <a:t>WELCOME</a:t>
              </a:r>
              <a:r>
                <a:rPr lang="en-US" altLang="zh-CN" sz="4000">
                  <a:solidFill>
                    <a:srgbClr val="734D38"/>
                  </a:solidFill>
                  <a:latin typeface="Arial"/>
                  <a:ea typeface="阿里巴巴普惠体 Medium"/>
                  <a:cs typeface="阿里巴巴普惠体 Medium"/>
                  <a:sym typeface="Arial"/>
                </a:rPr>
                <a:t> </a:t>
              </a:r>
              <a:r>
                <a:rPr lang="en-US" altLang="zh-CN" sz="4000">
                  <a:solidFill>
                    <a:srgbClr val="A8825E"/>
                  </a:solidFill>
                  <a:latin typeface="Arial"/>
                  <a:ea typeface="阿里巴巴普惠体 Medium"/>
                  <a:cs typeface="阿里巴巴普惠体 Medium"/>
                  <a:sym typeface="Arial"/>
                </a:rPr>
                <a:t>TO </a:t>
              </a:r>
              <a:r>
                <a:rPr lang="en-US" altLang="zh-CN" sz="4000">
                  <a:gradFill>
                    <a:gsLst>
                      <a:gs pos="53000">
                        <a:srgbClr val="A8825E"/>
                      </a:gs>
                      <a:gs pos="52000">
                        <a:schemeClr val="bg1"/>
                      </a:gs>
                    </a:gsLst>
                    <a:lin ang="16200000" scaled="0"/>
                  </a:gradFill>
                  <a:latin typeface="Arial"/>
                  <a:ea typeface="阿里巴巴普惠体 Medium"/>
                  <a:cs typeface="阿里巴巴普惠体 Medium"/>
                  <a:sym typeface="Arial"/>
                </a:rPr>
                <a:t>ATTEND</a:t>
              </a:r>
            </a:p>
          </p:txBody>
        </p:sp>
      </p:grpSp>
      <p:sp>
        <p:nvSpPr>
          <p:cNvPr id="7" name="图形"/>
          <p:cNvSpPr txBox="1"/>
          <p:nvPr/>
        </p:nvSpPr>
        <p:spPr>
          <a:xfrm rot="16200000">
            <a:off x="2951143" y="-19050"/>
            <a:ext cx="923330" cy="5151120"/>
          </a:xfrm>
          <a:prstGeom prst="rect">
            <a:avLst/>
          </a:prstGeom>
          <a:noFill/>
        </p:spPr>
        <p:txBody>
          <a:bodyPr vert="eaVert" wrap="square" rtlCol="0">
            <a:spAutoFit/>
          </a:bodyPr>
          <a:lstStyle/>
          <a:p>
            <a:pPr algn="l"/>
            <a:r>
              <a:rPr lang="zh-CN" altLang="en-US" sz="4800">
                <a:solidFill>
                  <a:srgbClr val="A8825E"/>
                </a:solidFill>
                <a:latin typeface="Arial"/>
                <a:ea typeface="阿里巴巴普惠体 Medium"/>
                <a:cs typeface="阿里巴巴普惠体 Medium"/>
                <a:sym typeface="Arial"/>
              </a:rPr>
              <a:t>WEDDING</a:t>
            </a:r>
          </a:p>
        </p:txBody>
      </p:sp>
      <p:sp>
        <p:nvSpPr>
          <p:cNvPr id="14" name="图形"/>
          <p:cNvSpPr txBox="1"/>
          <p:nvPr/>
        </p:nvSpPr>
        <p:spPr>
          <a:xfrm>
            <a:off x="837566" y="3024506"/>
            <a:ext cx="3496311" cy="584775"/>
          </a:xfrm>
          <a:prstGeom prst="rect">
            <a:avLst/>
          </a:prstGeom>
          <a:noFill/>
        </p:spPr>
        <p:txBody>
          <a:bodyPr wrap="square" rtlCol="0">
            <a:spAutoFit/>
          </a:bodyPr>
          <a:lstStyle/>
          <a:p>
            <a:pPr algn="l"/>
            <a:r>
              <a:rPr lang="zh-CN" altLang="en-US" sz="3200" dirty="0">
                <a:solidFill>
                  <a:schemeClr val="tx1">
                    <a:lumMod val="75000"/>
                    <a:lumOff val="25000"/>
                  </a:schemeClr>
                </a:solidFill>
                <a:latin typeface="阿里巴巴普惠体 Heavy" pitchFamily="18" charset="-122"/>
                <a:ea typeface="阿里巴巴普惠体 Heavy" pitchFamily="18" charset="-122"/>
                <a:cs typeface="阿里巴巴普惠体 Heavy" pitchFamily="18" charset="-122"/>
                <a:sym typeface="Arial"/>
              </a:rPr>
              <a:t>简约时尚婚礼策划</a:t>
            </a:r>
          </a:p>
        </p:txBody>
      </p:sp>
      <p:sp>
        <p:nvSpPr>
          <p:cNvPr id="62" name="图形"/>
          <p:cNvSpPr txBox="1"/>
          <p:nvPr/>
        </p:nvSpPr>
        <p:spPr>
          <a:xfrm>
            <a:off x="673100" y="6219827"/>
            <a:ext cx="7351395" cy="306705"/>
          </a:xfrm>
          <a:prstGeom prst="rect">
            <a:avLst/>
          </a:prstGeom>
          <a:noFill/>
        </p:spPr>
        <p:txBody>
          <a:bodyPr wrap="square" rtlCol="0">
            <a:spAutoFit/>
          </a:bodyPr>
          <a:lstStyle/>
          <a:p>
            <a:pPr algn="dist">
              <a:tabLst>
                <a:tab pos="2330450" algn="l"/>
              </a:tabLst>
            </a:pPr>
            <a:r>
              <a:rPr lang="zh-CN" altLang="en-US" sz="1400">
                <a:solidFill>
                  <a:schemeClr val="tx1">
                    <a:lumMod val="85000"/>
                    <a:lumOff val="15000"/>
                  </a:schemeClr>
                </a:solidFill>
                <a:latin typeface="Arial"/>
                <a:ea typeface="阿里巴巴普惠体 Medium"/>
                <a:cs typeface="阿里巴巴普惠体 Medium"/>
                <a:sym typeface="Arial"/>
              </a:rPr>
              <a:t>欧美复古婚礼策划</a:t>
            </a:r>
            <a:r>
              <a:rPr lang="en-US" altLang="zh-CN" sz="1400">
                <a:solidFill>
                  <a:schemeClr val="tx1">
                    <a:lumMod val="85000"/>
                    <a:lumOff val="15000"/>
                  </a:schemeClr>
                </a:solidFill>
                <a:latin typeface="Arial"/>
                <a:ea typeface="阿里巴巴普惠体 Medium"/>
                <a:cs typeface="阿里巴巴普惠体 Medium"/>
                <a:sym typeface="Arial"/>
              </a:rPr>
              <a:t>/</a:t>
            </a:r>
            <a:r>
              <a:rPr lang="zh-CN" altLang="en-US" sz="1400">
                <a:solidFill>
                  <a:schemeClr val="tx1">
                    <a:lumMod val="85000"/>
                    <a:lumOff val="15000"/>
                  </a:schemeClr>
                </a:solidFill>
                <a:latin typeface="Arial"/>
                <a:ea typeface="阿里巴巴普惠体 Medium"/>
                <a:cs typeface="阿里巴巴普惠体 Medium"/>
                <a:sym typeface="Arial"/>
              </a:rPr>
              <a:t>婚礼介绍</a:t>
            </a:r>
            <a:r>
              <a:rPr lang="en-US" altLang="zh-CN" sz="1400">
                <a:solidFill>
                  <a:schemeClr val="tx1">
                    <a:lumMod val="85000"/>
                    <a:lumOff val="15000"/>
                  </a:schemeClr>
                </a:solidFill>
                <a:latin typeface="Arial"/>
                <a:ea typeface="阿里巴巴普惠体 Medium"/>
                <a:cs typeface="阿里巴巴普惠体 Medium"/>
                <a:sym typeface="Arial"/>
              </a:rPr>
              <a:t>/</a:t>
            </a:r>
            <a:r>
              <a:rPr lang="zh-CN" altLang="en-US" sz="1400">
                <a:solidFill>
                  <a:schemeClr val="tx1">
                    <a:lumMod val="85000"/>
                    <a:lumOff val="15000"/>
                  </a:schemeClr>
                </a:solidFill>
                <a:latin typeface="Arial"/>
                <a:ea typeface="阿里巴巴普惠体 Medium"/>
                <a:cs typeface="阿里巴巴普惠体 Medium"/>
                <a:sym typeface="Arial"/>
              </a:rPr>
              <a:t>流程安排</a:t>
            </a:r>
          </a:p>
        </p:txBody>
      </p:sp>
      <p:sp>
        <p:nvSpPr>
          <p:cNvPr id="15" name="图形"/>
          <p:cNvSpPr/>
          <p:nvPr/>
        </p:nvSpPr>
        <p:spPr>
          <a:xfrm>
            <a:off x="1000760" y="3952242"/>
            <a:ext cx="765811" cy="98425"/>
          </a:xfrm>
          <a:prstGeom prst="rect">
            <a:avLst/>
          </a:prstGeom>
          <a:solidFill>
            <a:schemeClr val="bg2">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阿里巴巴普惠体 Medium"/>
              <a:cs typeface="阿里巴巴普惠体 Medium"/>
              <a:sym typeface="Arial"/>
            </a:endParaRPr>
          </a:p>
        </p:txBody>
      </p:sp>
      <p:sp>
        <p:nvSpPr>
          <p:cNvPr id="80" name="图形"/>
          <p:cNvSpPr/>
          <p:nvPr>
            <p:custDataLst>
              <p:tags r:id="R96083cc634c64d3c"/>
            </p:custDataLst>
          </p:nvPr>
        </p:nvSpPr>
        <p:spPr>
          <a:xfrm>
            <a:off x="837565" y="4711702"/>
            <a:ext cx="2331720" cy="404495"/>
          </a:xfrm>
          <a:prstGeom prst="roundRect">
            <a:avLst>
              <a:gd name="adj" fmla="val 50000"/>
            </a:avLst>
          </a:prstGeom>
          <a:solidFill>
            <a:srgbClr val="A8825E"/>
          </a:solidFill>
          <a:ln w="25400">
            <a:solidFill>
              <a:schemeClr val="bg1"/>
            </a:solidFill>
          </a:ln>
          <a:effectLst>
            <a:outerShdw blurRad="247650" dist="53492" dir="5400000" algn="ctr" rotWithShape="0">
              <a:srgbClr val="734D38">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6286" tIns="48143" rIns="96286" bIns="48143" rtlCol="0" anchor="ctr"/>
          <a:lstStyle/>
          <a:p>
            <a:pPr algn="l"/>
            <a:r>
              <a:rPr lang="zh-CN" altLang="en-US" sz="1895" dirty="0">
                <a:solidFill>
                  <a:schemeClr val="bg1"/>
                </a:solidFill>
                <a:latin typeface="Arial"/>
                <a:ea typeface="阿里巴巴普惠体 Medium"/>
                <a:cs typeface="阿里巴巴普惠体 Medium"/>
                <a:sym typeface="Arial"/>
              </a:rPr>
              <a:t>因为爱情·定制浪漫</a:t>
            </a:r>
            <a:endParaRPr kumimoji="0" lang="zh-CN" altLang="en-US" sz="1895" b="0" i="0" u="none" strike="noStrike" kern="1200" cap="none" spc="0" normalizeH="0" baseline="0" noProof="0" dirty="0">
              <a:ln>
                <a:noFill/>
              </a:ln>
              <a:solidFill>
                <a:schemeClr val="bg1"/>
              </a:solidFill>
              <a:effectLst/>
              <a:uLnTx/>
              <a:uFillTx/>
              <a:latin typeface="Arial"/>
              <a:ea typeface="阿里巴巴普惠体 Medium"/>
              <a:cs typeface="阿里巴巴普惠体 Medium"/>
              <a:sym typeface="Arial"/>
            </a:endParaRPr>
          </a:p>
        </p:txBody>
      </p:sp>
      <p:sp>
        <p:nvSpPr>
          <p:cNvPr id="11" name="图形"/>
          <p:cNvSpPr/>
          <p:nvPr/>
        </p:nvSpPr>
        <p:spPr>
          <a:xfrm>
            <a:off x="11835131" y="2121537"/>
            <a:ext cx="356235" cy="2614295"/>
          </a:xfrm>
          <a:prstGeom prst="rect">
            <a:avLst/>
          </a:prstGeom>
          <a:solidFill>
            <a:srgbClr val="A882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阿里巴巴普惠体 Medium"/>
              <a:cs typeface="阿里巴巴普惠体 Medium"/>
              <a:sym typeface="Arial"/>
            </a:endParaRPr>
          </a:p>
        </p:txBody>
      </p:sp>
      <p:sp>
        <p:nvSpPr>
          <p:cNvPr id="12" name="图形"/>
          <p:cNvSpPr/>
          <p:nvPr/>
        </p:nvSpPr>
        <p:spPr>
          <a:xfrm>
            <a:off x="895352" y="543560"/>
            <a:ext cx="7129145" cy="154940"/>
          </a:xfrm>
          <a:prstGeom prst="rect">
            <a:avLst/>
          </a:prstGeom>
          <a:solidFill>
            <a:schemeClr val="bg2">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阿里巴巴普惠体 Medium"/>
              <a:cs typeface="阿里巴巴普惠体 Medium"/>
              <a:sym typeface="Arial"/>
            </a:endParaRPr>
          </a:p>
        </p:txBody>
      </p:sp>
    </p:spTree>
    <p:custDataLst>
      <p:tags r:id="Rb5d7484aaa86421a"/>
    </p:custDataLst>
  </p:cSld>
  <p:clrMapOvr>
    <a:masterClrMapping/>
  </p:clrMapOvr>
  <p:transition advTm="2000">
    <p:wedg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wipe(left)">
                                      <p:cBhvr>
                                        <p:cTn id="11" dur="500"/>
                                        <p:tgtEl>
                                          <p:spTgt spid="11"/>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wipe(left)">
                                      <p:cBhvr>
                                        <p:cTn id="15" dur="500"/>
                                        <p:tgtEl>
                                          <p:spTgt spid="5"/>
                                        </p:tgtEl>
                                      </p:cBhvr>
                                    </p:animEffect>
                                  </p:childTnLst>
                                </p:cTn>
                              </p:par>
                            </p:childTnLst>
                          </p:cTn>
                        </p:par>
                        <p:par>
                          <p:cTn id="16" fill="hold">
                            <p:stCondLst>
                              <p:cond delay="1500"/>
                            </p:stCondLst>
                            <p:childTnLst>
                              <p:par>
                                <p:cTn id="17" presetID="22" presetClass="entr" presetSubtype="8" fill="hold" nodeType="after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wipe(left)">
                                      <p:cBhvr>
                                        <p:cTn id="19" dur="500"/>
                                        <p:tgtEl>
                                          <p:spTgt spid="4"/>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26633"/>
                                        </p:tgtEl>
                                        <p:attrNameLst>
                                          <p:attrName>style.visibility</p:attrName>
                                        </p:attrNameLst>
                                      </p:cBhvr>
                                      <p:to>
                                        <p:strVal val="visible"/>
                                      </p:to>
                                    </p:set>
                                    <p:animEffect transition="in" filter="wipe(left)">
                                      <p:cBhvr>
                                        <p:cTn id="23" dur="500"/>
                                        <p:tgtEl>
                                          <p:spTgt spid="26633"/>
                                        </p:tgtEl>
                                      </p:cBhvr>
                                    </p:animEffect>
                                  </p:childTnLst>
                                </p:cTn>
                              </p:par>
                            </p:childTnLst>
                          </p:cTn>
                        </p:par>
                        <p:par>
                          <p:cTn id="24" fill="hold">
                            <p:stCondLst>
                              <p:cond delay="2500"/>
                            </p:stCondLst>
                            <p:childTnLst>
                              <p:par>
                                <p:cTn id="25" presetID="22" presetClass="entr" presetSubtype="8" fill="hold" grpId="0" nodeType="after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wipe(left)">
                                      <p:cBhvr>
                                        <p:cTn id="27" dur="500"/>
                                        <p:tgtEl>
                                          <p:spTgt spid="12"/>
                                        </p:tgtEl>
                                      </p:cBhvr>
                                    </p:animEffect>
                                  </p:childTnLst>
                                </p:cTn>
                              </p:par>
                            </p:childTnLst>
                          </p:cTn>
                        </p:par>
                        <p:par>
                          <p:cTn id="28" fill="hold">
                            <p:stCondLst>
                              <p:cond delay="3000"/>
                            </p:stCondLst>
                            <p:childTnLst>
                              <p:par>
                                <p:cTn id="29" presetID="22" presetClass="entr" presetSubtype="8" fill="hold" nodeType="afterEffect">
                                  <p:stCondLst>
                                    <p:cond delay="0"/>
                                  </p:stCondLst>
                                  <p:childTnLst>
                                    <p:set>
                                      <p:cBhvr>
                                        <p:cTn id="30" dur="1" fill="hold">
                                          <p:stCondLst>
                                            <p:cond delay="0"/>
                                          </p:stCondLst>
                                        </p:cTn>
                                        <p:tgtEl>
                                          <p:spTgt spid="3"/>
                                        </p:tgtEl>
                                        <p:attrNameLst>
                                          <p:attrName>style.visibility</p:attrName>
                                        </p:attrNameLst>
                                      </p:cBhvr>
                                      <p:to>
                                        <p:strVal val="visible"/>
                                      </p:to>
                                    </p:set>
                                    <p:animEffect transition="in" filter="wipe(left)">
                                      <p:cBhvr>
                                        <p:cTn id="31" dur="500"/>
                                        <p:tgtEl>
                                          <p:spTgt spid="3"/>
                                        </p:tgtEl>
                                      </p:cBhvr>
                                    </p:animEffect>
                                  </p:childTnLst>
                                </p:cTn>
                              </p:par>
                            </p:childTnLst>
                          </p:cTn>
                        </p:par>
                        <p:par>
                          <p:cTn id="32" fill="hold">
                            <p:stCondLst>
                              <p:cond delay="3500"/>
                            </p:stCondLst>
                            <p:childTnLst>
                              <p:par>
                                <p:cTn id="33" presetID="22" presetClass="entr" presetSubtype="8" fill="hold" nodeType="afterEffect">
                                  <p:stCondLst>
                                    <p:cond delay="0"/>
                                  </p:stCondLst>
                                  <p:childTnLst>
                                    <p:set>
                                      <p:cBhvr>
                                        <p:cTn id="34" dur="1" fill="hold">
                                          <p:stCondLst>
                                            <p:cond delay="0"/>
                                          </p:stCondLst>
                                        </p:cTn>
                                        <p:tgtEl>
                                          <p:spTgt spid="17"/>
                                        </p:tgtEl>
                                        <p:attrNameLst>
                                          <p:attrName>style.visibility</p:attrName>
                                        </p:attrNameLst>
                                      </p:cBhvr>
                                      <p:to>
                                        <p:strVal val="visible"/>
                                      </p:to>
                                    </p:set>
                                    <p:animEffect transition="in" filter="wipe(left)">
                                      <p:cBhvr>
                                        <p:cTn id="35" dur="500"/>
                                        <p:tgtEl>
                                          <p:spTgt spid="17"/>
                                        </p:tgtEl>
                                      </p:cBhvr>
                                    </p:animEffect>
                                  </p:childTnLst>
                                </p:cTn>
                              </p:par>
                            </p:childTnLst>
                          </p:cTn>
                        </p:par>
                        <p:par>
                          <p:cTn id="36" fill="hold">
                            <p:stCondLst>
                              <p:cond delay="4000"/>
                            </p:stCondLst>
                            <p:childTnLst>
                              <p:par>
                                <p:cTn id="37" presetID="22" presetClass="entr" presetSubtype="8" fill="hold" grpId="0" nodeType="afterEffect">
                                  <p:stCondLst>
                                    <p:cond delay="0"/>
                                  </p:stCondLst>
                                  <p:childTnLst>
                                    <p:set>
                                      <p:cBhvr>
                                        <p:cTn id="38" dur="1" fill="hold">
                                          <p:stCondLst>
                                            <p:cond delay="0"/>
                                          </p:stCondLst>
                                        </p:cTn>
                                        <p:tgtEl>
                                          <p:spTgt spid="7"/>
                                        </p:tgtEl>
                                        <p:attrNameLst>
                                          <p:attrName>style.visibility</p:attrName>
                                        </p:attrNameLst>
                                      </p:cBhvr>
                                      <p:to>
                                        <p:strVal val="visible"/>
                                      </p:to>
                                    </p:set>
                                    <p:animEffect transition="in" filter="wipe(left)">
                                      <p:cBhvr>
                                        <p:cTn id="39" dur="500"/>
                                        <p:tgtEl>
                                          <p:spTgt spid="7"/>
                                        </p:tgtEl>
                                      </p:cBhvr>
                                    </p:animEffect>
                                  </p:childTnLst>
                                </p:cTn>
                              </p:par>
                            </p:childTnLst>
                          </p:cTn>
                        </p:par>
                        <p:par>
                          <p:cTn id="40" fill="hold">
                            <p:stCondLst>
                              <p:cond delay="4500"/>
                            </p:stCondLst>
                            <p:childTnLst>
                              <p:par>
                                <p:cTn id="41" presetID="22" presetClass="entr" presetSubtype="8" fill="hold" grpId="0" nodeType="after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wipe(left)">
                                      <p:cBhvr>
                                        <p:cTn id="43" dur="500"/>
                                        <p:tgtEl>
                                          <p:spTgt spid="14"/>
                                        </p:tgtEl>
                                      </p:cBhvr>
                                    </p:animEffect>
                                  </p:childTnLst>
                                </p:cTn>
                              </p:par>
                            </p:childTnLst>
                          </p:cTn>
                        </p:par>
                        <p:par>
                          <p:cTn id="44" fill="hold">
                            <p:stCondLst>
                              <p:cond delay="5000"/>
                            </p:stCondLst>
                            <p:childTnLst>
                              <p:par>
                                <p:cTn id="45" presetID="22" presetClass="entr" presetSubtype="8" fill="hold" grpId="0" nodeType="afterEffect">
                                  <p:stCondLst>
                                    <p:cond delay="0"/>
                                  </p:stCondLst>
                                  <p:childTnLst>
                                    <p:set>
                                      <p:cBhvr>
                                        <p:cTn id="46" dur="1" fill="hold">
                                          <p:stCondLst>
                                            <p:cond delay="0"/>
                                          </p:stCondLst>
                                        </p:cTn>
                                        <p:tgtEl>
                                          <p:spTgt spid="15"/>
                                        </p:tgtEl>
                                        <p:attrNameLst>
                                          <p:attrName>style.visibility</p:attrName>
                                        </p:attrNameLst>
                                      </p:cBhvr>
                                      <p:to>
                                        <p:strVal val="visible"/>
                                      </p:to>
                                    </p:set>
                                    <p:animEffect transition="in" filter="wipe(left)">
                                      <p:cBhvr>
                                        <p:cTn id="47" dur="500"/>
                                        <p:tgtEl>
                                          <p:spTgt spid="15"/>
                                        </p:tgtEl>
                                      </p:cBhvr>
                                    </p:animEffect>
                                  </p:childTnLst>
                                </p:cTn>
                              </p:par>
                            </p:childTnLst>
                          </p:cTn>
                        </p:par>
                        <p:par>
                          <p:cTn id="48" fill="hold">
                            <p:stCondLst>
                              <p:cond delay="5500"/>
                            </p:stCondLst>
                            <p:childTnLst>
                              <p:par>
                                <p:cTn id="49" presetID="22" presetClass="entr" presetSubtype="8" fill="hold" grpId="0" nodeType="afterEffect">
                                  <p:stCondLst>
                                    <p:cond delay="0"/>
                                  </p:stCondLst>
                                  <p:childTnLst>
                                    <p:set>
                                      <p:cBhvr>
                                        <p:cTn id="50" dur="1" fill="hold">
                                          <p:stCondLst>
                                            <p:cond delay="0"/>
                                          </p:stCondLst>
                                        </p:cTn>
                                        <p:tgtEl>
                                          <p:spTgt spid="80"/>
                                        </p:tgtEl>
                                        <p:attrNameLst>
                                          <p:attrName>style.visibility</p:attrName>
                                        </p:attrNameLst>
                                      </p:cBhvr>
                                      <p:to>
                                        <p:strVal val="visible"/>
                                      </p:to>
                                    </p:set>
                                    <p:animEffect transition="in" filter="wipe(left)">
                                      <p:cBhvr>
                                        <p:cTn id="51" dur="500"/>
                                        <p:tgtEl>
                                          <p:spTgt spid="80"/>
                                        </p:tgtEl>
                                      </p:cBhvr>
                                    </p:animEffect>
                                  </p:childTnLst>
                                </p:cTn>
                              </p:par>
                            </p:childTnLst>
                          </p:cTn>
                        </p:par>
                        <p:par>
                          <p:cTn id="52" fill="hold">
                            <p:stCondLst>
                              <p:cond delay="6000"/>
                            </p:stCondLst>
                            <p:childTnLst>
                              <p:par>
                                <p:cTn id="53" presetID="22" presetClass="entr" presetSubtype="8" fill="hold" grpId="0" nodeType="afterEffect">
                                  <p:stCondLst>
                                    <p:cond delay="0"/>
                                  </p:stCondLst>
                                  <p:childTnLst>
                                    <p:set>
                                      <p:cBhvr>
                                        <p:cTn id="54" dur="1" fill="hold">
                                          <p:stCondLst>
                                            <p:cond delay="0"/>
                                          </p:stCondLst>
                                        </p:cTn>
                                        <p:tgtEl>
                                          <p:spTgt spid="62"/>
                                        </p:tgtEl>
                                        <p:attrNameLst>
                                          <p:attrName>style.visibility</p:attrName>
                                        </p:attrNameLst>
                                      </p:cBhvr>
                                      <p:to>
                                        <p:strVal val="visible"/>
                                      </p:to>
                                    </p:set>
                                    <p:animEffect transition="in" filter="wipe(left)">
                                      <p:cBhvr>
                                        <p:cTn id="55" dur="500"/>
                                        <p:tgtEl>
                                          <p:spTgt spid="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33" grpId="0" animBg="1"/>
      <p:bldP spid="26633" grpId="1" animBg="1"/>
      <p:bldP spid="7" grpId="0"/>
      <p:bldP spid="7" grpId="1"/>
      <p:bldP spid="14" grpId="0"/>
      <p:bldP spid="14" grpId="1"/>
      <p:bldP spid="62" grpId="0"/>
      <p:bldP spid="62" grpId="1"/>
      <p:bldP spid="15" grpId="0" animBg="1"/>
      <p:bldP spid="15" grpId="1" animBg="1"/>
      <p:bldP spid="80" grpId="0" animBg="1"/>
      <p:bldP spid="80" grpId="1" animBg="1"/>
      <p:bldP spid="11" grpId="0" animBg="1"/>
      <p:bldP spid="11" grpId="1" animBg="1"/>
      <p:bldP spid="12" grpId="0" animBg="1"/>
      <p:bldP spid="12" grpId="1"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形" descr="E:\006包图网\素材\001婚礼\2\5d4134d1b2916.jpg5d4134d1b2916"/>
          <p:cNvPicPr>
            <a:picLocks noChangeAspect="1"/>
          </p:cNvPicPr>
          <p:nvPr>
            <p:custDataLst>
              <p:tags r:id="R9e4d7aeeddf14349"/>
            </p:custDataLst>
          </p:nvPr>
        </p:nvPicPr>
        <p:blipFill>
          <a:blip r:embed="R64ccb469a898403d"/>
          <a:srcRect/>
          <a:stretch>
            <a:fillRect/>
          </a:stretch>
        </p:blipFill>
        <p:spPr>
          <a:xfrm flipH="1">
            <a:off x="879" y="0"/>
            <a:ext cx="4572000" cy="6858000"/>
          </a:xfrm>
          <a:prstGeom prst="rect">
            <a:avLst/>
          </a:prstGeom>
        </p:spPr>
      </p:pic>
      <p:sp>
        <p:nvSpPr>
          <p:cNvPr id="9" name="图形"/>
          <p:cNvSpPr txBox="1"/>
          <p:nvPr>
            <p:custDataLst>
              <p:tags r:id="R4d5f6a705f53427f"/>
            </p:custDataLst>
          </p:nvPr>
        </p:nvSpPr>
        <p:spPr>
          <a:xfrm>
            <a:off x="5470526" y="421640"/>
            <a:ext cx="4655820" cy="1200329"/>
          </a:xfrm>
          <a:prstGeom prst="rect">
            <a:avLst/>
          </a:prstGeom>
          <a:noFill/>
        </p:spPr>
        <p:txBody>
          <a:bodyPr wrap="square" rtlCol="0">
            <a:spAutoFit/>
          </a:bodyPr>
          <a:lstStyle/>
          <a:p>
            <a:pPr algn="l"/>
            <a:r>
              <a:rPr lang="en-US" altLang="zh-CN" sz="7200">
                <a:solidFill>
                  <a:srgbClr val="A8825E"/>
                </a:solidFill>
                <a:latin typeface="Arial"/>
                <a:ea typeface="阿里巴巴普惠体 Medium"/>
                <a:cs typeface="阿里巴巴普惠体 Medium"/>
                <a:sym typeface="Arial"/>
              </a:rPr>
              <a:t>Contents</a:t>
            </a:r>
          </a:p>
        </p:txBody>
      </p:sp>
      <p:sp>
        <p:nvSpPr>
          <p:cNvPr id="13" name="图形"/>
          <p:cNvSpPr txBox="1"/>
          <p:nvPr>
            <p:custDataLst>
              <p:tags r:id="Rc53f2acfbcf14d92"/>
            </p:custDataLst>
          </p:nvPr>
        </p:nvSpPr>
        <p:spPr>
          <a:xfrm>
            <a:off x="6139166" y="2156258"/>
            <a:ext cx="1479079" cy="645160"/>
          </a:xfrm>
          <a:prstGeom prst="rect">
            <a:avLst/>
          </a:prstGeom>
          <a:noFill/>
        </p:spPr>
        <p:txBody>
          <a:bodyPr wrap="square" rtlCol="0">
            <a:spAutoFit/>
          </a:bodyPr>
          <a:lstStyle/>
          <a:p>
            <a:pPr algn="ctr"/>
            <a:r>
              <a:rPr lang="en-US" altLang="zh-CN" sz="3600">
                <a:solidFill>
                  <a:srgbClr val="A8825E"/>
                </a:solidFill>
                <a:latin typeface="Arial"/>
                <a:ea typeface="阿里巴巴普惠体 Medium"/>
                <a:cs typeface="阿里巴巴普惠体 Medium"/>
                <a:sym typeface="Arial"/>
              </a:rPr>
              <a:t>01</a:t>
            </a:r>
          </a:p>
        </p:txBody>
      </p:sp>
      <p:sp>
        <p:nvSpPr>
          <p:cNvPr id="14" name="图形"/>
          <p:cNvSpPr txBox="1"/>
          <p:nvPr>
            <p:custDataLst>
              <p:tags r:id="Rebbb6f2dc6604f31"/>
            </p:custDataLst>
          </p:nvPr>
        </p:nvSpPr>
        <p:spPr>
          <a:xfrm>
            <a:off x="7618097" y="2181861"/>
            <a:ext cx="2673985" cy="523220"/>
          </a:xfrm>
          <a:prstGeom prst="rect">
            <a:avLst/>
          </a:prstGeom>
          <a:noFill/>
        </p:spPr>
        <p:txBody>
          <a:bodyPr wrap="square" rtlCol="0">
            <a:spAutoFit/>
          </a:bodyPr>
          <a:lstStyle/>
          <a:p>
            <a:pPr algn="dist"/>
            <a:r>
              <a:rPr lang="zh-CN" altLang="en-US" sz="2800" dirty="0">
                <a:solidFill>
                  <a:schemeClr val="tx1">
                    <a:lumMod val="85000"/>
                    <a:lumOff val="15000"/>
                  </a:schemeClr>
                </a:solidFill>
                <a:latin typeface="阿里巴巴普惠体 Heavy" pitchFamily="18" charset="-122"/>
                <a:ea typeface="阿里巴巴普惠体 Heavy" pitchFamily="18" charset="-122"/>
                <a:cs typeface="阿里巴巴普惠体 Heavy" pitchFamily="18" charset="-122"/>
                <a:sym typeface="Arial"/>
              </a:rPr>
              <a:t>婚礼活动策划</a:t>
            </a:r>
          </a:p>
        </p:txBody>
      </p:sp>
      <p:sp>
        <p:nvSpPr>
          <p:cNvPr id="15" name="图形"/>
          <p:cNvSpPr txBox="1"/>
          <p:nvPr>
            <p:custDataLst>
              <p:tags r:id="R62ddfc1d0b5d4ca4"/>
            </p:custDataLst>
          </p:nvPr>
        </p:nvSpPr>
        <p:spPr>
          <a:xfrm>
            <a:off x="6139166" y="3215616"/>
            <a:ext cx="1479079" cy="646331"/>
          </a:xfrm>
          <a:prstGeom prst="rect">
            <a:avLst/>
          </a:prstGeom>
          <a:noFill/>
        </p:spPr>
        <p:txBody>
          <a:bodyPr wrap="square" rtlCol="0">
            <a:spAutoFit/>
          </a:bodyPr>
          <a:lstStyle/>
          <a:p>
            <a:pPr algn="ctr"/>
            <a:r>
              <a:rPr lang="en-US" altLang="zh-CN" sz="3600">
                <a:solidFill>
                  <a:srgbClr val="A8825E"/>
                </a:solidFill>
                <a:latin typeface="Arial"/>
                <a:ea typeface="阿里巴巴普惠体 Medium"/>
                <a:cs typeface="阿里巴巴普惠体 Medium"/>
                <a:sym typeface="Arial"/>
              </a:rPr>
              <a:t>02</a:t>
            </a:r>
          </a:p>
        </p:txBody>
      </p:sp>
      <p:sp>
        <p:nvSpPr>
          <p:cNvPr id="16" name="图形"/>
          <p:cNvSpPr txBox="1"/>
          <p:nvPr>
            <p:custDataLst>
              <p:tags r:id="R2def14bc08504cee"/>
            </p:custDataLst>
          </p:nvPr>
        </p:nvSpPr>
        <p:spPr>
          <a:xfrm>
            <a:off x="7618097" y="3241041"/>
            <a:ext cx="2673985" cy="523220"/>
          </a:xfrm>
          <a:prstGeom prst="rect">
            <a:avLst/>
          </a:prstGeom>
          <a:noFill/>
        </p:spPr>
        <p:txBody>
          <a:bodyPr wrap="square" rtlCol="0">
            <a:spAutoFit/>
          </a:bodyPr>
          <a:lstStyle>
            <a:defPPr>
              <a:defRPr lang="zh-CN"/>
            </a:defPPr>
            <a:lvl1pPr algn="dist">
              <a:defRPr sz="2800">
                <a:solidFill>
                  <a:schemeClr val="tx1">
                    <a:lumMod val="85000"/>
                    <a:lumOff val="15000"/>
                  </a:schemeClr>
                </a:solidFill>
                <a:latin typeface="阿里巴巴普惠体 Heavy" pitchFamily="18" charset="-122"/>
                <a:ea typeface="阿里巴巴普惠体 Heavy" pitchFamily="18" charset="-122"/>
                <a:cs typeface="阿里巴巴普惠体 Heavy" pitchFamily="18" charset="-122"/>
              </a:defRPr>
            </a:lvl1pPr>
          </a:lstStyle>
          <a:p>
            <a:r>
              <a:rPr lang="zh-CN" altLang="en-US" dirty="0">
                <a:sym typeface="Arial"/>
              </a:rPr>
              <a:t>婚礼活动策划</a:t>
            </a:r>
          </a:p>
        </p:txBody>
      </p:sp>
      <p:sp>
        <p:nvSpPr>
          <p:cNvPr id="17" name="图形"/>
          <p:cNvSpPr txBox="1"/>
          <p:nvPr>
            <p:custDataLst>
              <p:tags r:id="Rb8fca1fabf914094"/>
            </p:custDataLst>
          </p:nvPr>
        </p:nvSpPr>
        <p:spPr>
          <a:xfrm>
            <a:off x="6139166" y="4274976"/>
            <a:ext cx="1479079" cy="646331"/>
          </a:xfrm>
          <a:prstGeom prst="rect">
            <a:avLst/>
          </a:prstGeom>
          <a:noFill/>
        </p:spPr>
        <p:txBody>
          <a:bodyPr wrap="square" rtlCol="0">
            <a:spAutoFit/>
          </a:bodyPr>
          <a:lstStyle/>
          <a:p>
            <a:pPr algn="ctr"/>
            <a:r>
              <a:rPr lang="en-US" altLang="zh-CN" sz="3600">
                <a:solidFill>
                  <a:srgbClr val="A8825E"/>
                </a:solidFill>
                <a:latin typeface="Arial"/>
                <a:ea typeface="阿里巴巴普惠体 Medium"/>
                <a:cs typeface="阿里巴巴普惠体 Medium"/>
                <a:sym typeface="Arial"/>
              </a:rPr>
              <a:t>03</a:t>
            </a:r>
          </a:p>
        </p:txBody>
      </p:sp>
      <p:sp>
        <p:nvSpPr>
          <p:cNvPr id="18" name="图形"/>
          <p:cNvSpPr txBox="1"/>
          <p:nvPr>
            <p:custDataLst>
              <p:tags r:id="R6ced616ab44c457c"/>
            </p:custDataLst>
          </p:nvPr>
        </p:nvSpPr>
        <p:spPr>
          <a:xfrm>
            <a:off x="7618097" y="4300221"/>
            <a:ext cx="2673985" cy="523220"/>
          </a:xfrm>
          <a:prstGeom prst="rect">
            <a:avLst/>
          </a:prstGeom>
          <a:noFill/>
        </p:spPr>
        <p:txBody>
          <a:bodyPr wrap="square" rtlCol="0">
            <a:spAutoFit/>
          </a:bodyPr>
          <a:lstStyle>
            <a:defPPr>
              <a:defRPr lang="zh-CN"/>
            </a:defPPr>
            <a:lvl1pPr algn="dist">
              <a:defRPr sz="2800">
                <a:solidFill>
                  <a:schemeClr val="tx1">
                    <a:lumMod val="85000"/>
                    <a:lumOff val="15000"/>
                  </a:schemeClr>
                </a:solidFill>
                <a:latin typeface="阿里巴巴普惠体 Heavy" pitchFamily="18" charset="-122"/>
                <a:ea typeface="阿里巴巴普惠体 Heavy" pitchFamily="18" charset="-122"/>
                <a:cs typeface="阿里巴巴普惠体 Heavy" pitchFamily="18" charset="-122"/>
              </a:defRPr>
            </a:lvl1pPr>
          </a:lstStyle>
          <a:p>
            <a:r>
              <a:rPr lang="zh-CN" altLang="en-US" dirty="0">
                <a:sym typeface="Arial"/>
              </a:rPr>
              <a:t>婚礼活动策划</a:t>
            </a:r>
          </a:p>
        </p:txBody>
      </p:sp>
      <p:sp>
        <p:nvSpPr>
          <p:cNvPr id="19" name="图形"/>
          <p:cNvSpPr txBox="1"/>
          <p:nvPr>
            <p:custDataLst>
              <p:tags r:id="Rd901afec3f6347a7"/>
            </p:custDataLst>
          </p:nvPr>
        </p:nvSpPr>
        <p:spPr>
          <a:xfrm>
            <a:off x="6139166" y="5334334"/>
            <a:ext cx="1479079" cy="646331"/>
          </a:xfrm>
          <a:prstGeom prst="rect">
            <a:avLst/>
          </a:prstGeom>
          <a:noFill/>
        </p:spPr>
        <p:txBody>
          <a:bodyPr wrap="square" rtlCol="0">
            <a:spAutoFit/>
          </a:bodyPr>
          <a:lstStyle/>
          <a:p>
            <a:pPr algn="ctr"/>
            <a:r>
              <a:rPr lang="en-US" altLang="zh-CN" sz="3600">
                <a:solidFill>
                  <a:srgbClr val="A8825E"/>
                </a:solidFill>
                <a:latin typeface="Arial"/>
                <a:ea typeface="阿里巴巴普惠体 Medium"/>
                <a:cs typeface="阿里巴巴普惠体 Medium"/>
                <a:sym typeface="Arial"/>
              </a:rPr>
              <a:t>04</a:t>
            </a:r>
          </a:p>
        </p:txBody>
      </p:sp>
      <p:sp>
        <p:nvSpPr>
          <p:cNvPr id="20" name="图形"/>
          <p:cNvSpPr txBox="1"/>
          <p:nvPr>
            <p:custDataLst>
              <p:tags r:id="R59a91ecc1b8f47e0"/>
            </p:custDataLst>
          </p:nvPr>
        </p:nvSpPr>
        <p:spPr>
          <a:xfrm>
            <a:off x="7618097" y="5359401"/>
            <a:ext cx="2673985" cy="523220"/>
          </a:xfrm>
          <a:prstGeom prst="rect">
            <a:avLst/>
          </a:prstGeom>
          <a:noFill/>
        </p:spPr>
        <p:txBody>
          <a:bodyPr wrap="square" rtlCol="0">
            <a:spAutoFit/>
          </a:bodyPr>
          <a:lstStyle>
            <a:defPPr>
              <a:defRPr lang="zh-CN"/>
            </a:defPPr>
            <a:lvl1pPr algn="dist">
              <a:defRPr sz="2800">
                <a:solidFill>
                  <a:schemeClr val="tx1">
                    <a:lumMod val="85000"/>
                    <a:lumOff val="15000"/>
                  </a:schemeClr>
                </a:solidFill>
                <a:latin typeface="阿里巴巴普惠体 Heavy" pitchFamily="18" charset="-122"/>
                <a:ea typeface="阿里巴巴普惠体 Heavy" pitchFamily="18" charset="-122"/>
                <a:cs typeface="阿里巴巴普惠体 Heavy" pitchFamily="18" charset="-122"/>
              </a:defRPr>
            </a:lvl1pPr>
          </a:lstStyle>
          <a:p>
            <a:r>
              <a:rPr lang="zh-CN" altLang="en-US" dirty="0">
                <a:sym typeface="Arial"/>
              </a:rPr>
              <a:t>婚礼活动策划</a:t>
            </a:r>
          </a:p>
        </p:txBody>
      </p:sp>
      <p:sp>
        <p:nvSpPr>
          <p:cNvPr id="21" name="图形"/>
          <p:cNvSpPr txBox="1"/>
          <p:nvPr>
            <p:custDataLst>
              <p:tags r:id="R0c074a04b1924c7b"/>
            </p:custDataLst>
          </p:nvPr>
        </p:nvSpPr>
        <p:spPr>
          <a:xfrm>
            <a:off x="4757657" y="1756148"/>
            <a:ext cx="1858551" cy="923330"/>
          </a:xfrm>
          <a:prstGeom prst="rect">
            <a:avLst/>
          </a:prstGeom>
          <a:noFill/>
        </p:spPr>
        <p:txBody>
          <a:bodyPr wrap="square" rtlCol="0">
            <a:spAutoFit/>
          </a:bodyPr>
          <a:lstStyle/>
          <a:p>
            <a:pPr algn="ctr"/>
            <a:r>
              <a:rPr lang="zh-CN" altLang="en-US" sz="5400">
                <a:solidFill>
                  <a:schemeClr val="tx1">
                    <a:lumMod val="85000"/>
                    <a:lumOff val="15000"/>
                  </a:schemeClr>
                </a:solidFill>
                <a:latin typeface="Arial"/>
                <a:ea typeface="阿里巴巴普惠体 Medium"/>
                <a:cs typeface="阿里巴巴普惠体 Medium"/>
                <a:sym typeface="Arial"/>
              </a:rPr>
              <a:t>“</a:t>
            </a:r>
          </a:p>
        </p:txBody>
      </p:sp>
      <p:sp>
        <p:nvSpPr>
          <p:cNvPr id="12" name="图形"/>
          <p:cNvSpPr/>
          <p:nvPr>
            <p:custDataLst>
              <p:tags r:id="R61e7b1c520574459"/>
            </p:custDataLst>
          </p:nvPr>
        </p:nvSpPr>
        <p:spPr>
          <a:xfrm>
            <a:off x="9050655" y="1209040"/>
            <a:ext cx="1240791" cy="153670"/>
          </a:xfrm>
          <a:prstGeom prst="rect">
            <a:avLst/>
          </a:prstGeom>
          <a:solidFill>
            <a:schemeClr val="bg2">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阿里巴巴普惠体 Medium"/>
              <a:cs typeface="阿里巴巴普惠体 Medium"/>
              <a:sym typeface="Arial"/>
            </a:endParaRPr>
          </a:p>
        </p:txBody>
      </p:sp>
      <p:sp>
        <p:nvSpPr>
          <p:cNvPr id="11" name="图形"/>
          <p:cNvSpPr/>
          <p:nvPr>
            <p:custDataLst>
              <p:tags r:id="R38246b1f7d2b4396"/>
            </p:custDataLst>
          </p:nvPr>
        </p:nvSpPr>
        <p:spPr>
          <a:xfrm>
            <a:off x="10126346" y="6551930"/>
            <a:ext cx="2065020" cy="306070"/>
          </a:xfrm>
          <a:prstGeom prst="rect">
            <a:avLst/>
          </a:prstGeom>
          <a:solidFill>
            <a:srgbClr val="A882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阿里巴巴普惠体 Medium"/>
              <a:cs typeface="阿里巴巴普惠体 Medium"/>
              <a:sym typeface="Arial"/>
            </a:endParaRPr>
          </a:p>
        </p:txBody>
      </p:sp>
      <p:sp>
        <p:nvSpPr>
          <p:cNvPr id="22" name="TextBox 3">
            <a:extLst>
              <a:ext uri="{FF2B5EF4-FFF2-40B4-BE49-F238E27FC236}">
                <a16:creationId xmlns:a16="http://schemas.microsoft.com/office/drawing/2014/main" id="{0E1C5434-DA25-B420-5682-E39DEFD708B8}"/>
              </a:ext>
            </a:extLst>
          </p:cNvPr>
          <p:cNvSpPr txBox="1"/>
          <p:nvPr/>
        </p:nvSpPr>
        <p:spPr>
          <a:xfrm>
            <a:off x="0" y="-13620"/>
            <a:ext cx="540060" cy="118430"/>
          </a:xfrm>
          <a:prstGeom prst="rect">
            <a:avLst/>
          </a:prstGeom>
          <a:noFill/>
        </p:spPr>
        <p:txBody>
          <a:bodyPr wrap="square" rtlCol="0">
            <a:spAutoFit/>
          </a:bodyPr>
          <a:lstStyle/>
          <a:p>
            <a:pPr>
              <a:lnSpc>
                <a:spcPct val="200000"/>
              </a:lnSpc>
            </a:pPr>
            <a:r>
              <a:rPr lang="en-US" altLang="zh-CN" sz="100" dirty="0">
                <a:noFill/>
                <a:latin typeface="微软雅黑" panose="020B0503020204020204" pitchFamily="34" charset="-122"/>
                <a:ea typeface="微软雅黑" panose="020B0503020204020204" pitchFamily="34" charset="-122"/>
              </a:rPr>
              <a:t>PPT</a:t>
            </a:r>
            <a:r>
              <a:rPr lang="zh-CN" altLang="en-US" sz="100" dirty="0">
                <a:noFill/>
                <a:latin typeface="微软雅黑" panose="020B0503020204020204" pitchFamily="34" charset="-122"/>
                <a:ea typeface="微软雅黑" panose="020B0503020204020204" pitchFamily="34" charset="-122"/>
              </a:rPr>
              <a:t>模板 </a:t>
            </a:r>
            <a:r>
              <a:rPr lang="en-US" altLang="zh-CN" sz="100" dirty="0">
                <a:noFill/>
                <a:latin typeface="微软雅黑" panose="020B0503020204020204" pitchFamily="34" charset="-122"/>
                <a:ea typeface="微软雅黑" panose="020B0503020204020204" pitchFamily="34" charset="-122"/>
              </a:rPr>
              <a:t>http://www.1ppt.com/moban/</a:t>
            </a:r>
            <a:r>
              <a:rPr lang="zh-CN" altLang="en-US" sz="100" dirty="0">
                <a:noFill/>
                <a:latin typeface="微软雅黑" panose="020B0503020204020204" pitchFamily="34" charset="-122"/>
                <a:ea typeface="微软雅黑" panose="020B0503020204020204" pitchFamily="34" charset="-122"/>
              </a:rPr>
              <a:t> </a:t>
            </a:r>
            <a:endParaRPr lang="en-US" altLang="zh-CN" sz="100" dirty="0">
              <a:noFill/>
              <a:latin typeface="微软雅黑" panose="020B0503020204020204" pitchFamily="34" charset="-122"/>
              <a:ea typeface="微软雅黑" panose="020B0503020204020204" pitchFamily="34" charset="-122"/>
            </a:endParaRPr>
          </a:p>
        </p:txBody>
      </p:sp>
    </p:spTree>
    <p:custDataLst>
      <p:tags r:id="R1c51ed5aea3f4d3a"/>
    </p:custDataLst>
  </p:cSld>
  <p:clrMapOvr>
    <a:masterClrMapping/>
  </p:clrMapOvr>
  <p:transition advTm="2000">
    <p:wheel spokes="2"/>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wipe(left)">
                                      <p:cBhvr>
                                        <p:cTn id="11"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ldLvl="0" animBg="1"/>
      <p:bldP spid="12" grpId="1" animBg="1"/>
      <p:bldP spid="11" grpId="0" bldLvl="0" animBg="1"/>
      <p:bldP spid="11" grpId="1"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形" descr="E:\006包图网\素材\001婚礼\2\5d4136e69300a.jpg5d4136e69300a"/>
          <p:cNvPicPr>
            <a:picLocks noChangeAspect="1"/>
          </p:cNvPicPr>
          <p:nvPr/>
        </p:nvPicPr>
        <p:blipFill rotWithShape="1">
          <a:blip r:embed="R7afdbfe28f074c62"/>
          <a:srcRect/>
          <a:stretch>
            <a:fillRect/>
          </a:stretch>
        </p:blipFill>
        <p:spPr>
          <a:xfrm>
            <a:off x="7524115" y="523875"/>
            <a:ext cx="3783331" cy="5675630"/>
          </a:xfrm>
          <a:prstGeom prst="rect">
            <a:avLst/>
          </a:prstGeom>
        </p:spPr>
      </p:pic>
      <p:pic>
        <p:nvPicPr>
          <p:cNvPr id="6" name="图形" descr="E:\006包图网\素材\001婚礼\2\5d4166dd4b325.jpg5d4166dd4b325"/>
          <p:cNvPicPr>
            <a:picLocks noChangeAspect="1"/>
          </p:cNvPicPr>
          <p:nvPr/>
        </p:nvPicPr>
        <p:blipFill rotWithShape="1">
          <a:blip r:embed="Rce0b50ec731e446f"/>
          <a:srcRect t="19840" b="7813"/>
          <a:stretch>
            <a:fillRect/>
          </a:stretch>
        </p:blipFill>
        <p:spPr>
          <a:xfrm>
            <a:off x="842646" y="3749040"/>
            <a:ext cx="4500245" cy="2170430"/>
          </a:xfrm>
          <a:prstGeom prst="rect">
            <a:avLst/>
          </a:prstGeom>
        </p:spPr>
      </p:pic>
      <p:sp>
        <p:nvSpPr>
          <p:cNvPr id="7" name="图形"/>
          <p:cNvSpPr/>
          <p:nvPr/>
        </p:nvSpPr>
        <p:spPr>
          <a:xfrm>
            <a:off x="5745480" y="0"/>
            <a:ext cx="2332208" cy="1905000"/>
          </a:xfrm>
          <a:prstGeom prst="rect">
            <a:avLst/>
          </a:prstGeom>
          <a:solidFill>
            <a:srgbClr val="A882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a:ea typeface="阿里巴巴普惠体 Medium"/>
              <a:cs typeface="阿里巴巴普惠体 Medium"/>
              <a:sym typeface="Arial"/>
            </a:endParaRPr>
          </a:p>
        </p:txBody>
      </p:sp>
      <p:sp>
        <p:nvSpPr>
          <p:cNvPr id="2" name="图形"/>
          <p:cNvSpPr/>
          <p:nvPr/>
        </p:nvSpPr>
        <p:spPr>
          <a:xfrm>
            <a:off x="0" y="6199507"/>
            <a:ext cx="842645" cy="658495"/>
          </a:xfrm>
          <a:prstGeom prst="rect">
            <a:avLst/>
          </a:prstGeom>
          <a:solidFill>
            <a:srgbClr val="A882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阿里巴巴普惠体 Medium"/>
              <a:cs typeface="阿里巴巴普惠体 Medium"/>
              <a:sym typeface="Arial"/>
            </a:endParaRPr>
          </a:p>
        </p:txBody>
      </p:sp>
      <p:grpSp>
        <p:nvGrpSpPr>
          <p:cNvPr id="10" name="图形"/>
          <p:cNvGrpSpPr/>
          <p:nvPr/>
        </p:nvGrpSpPr>
        <p:grpSpPr>
          <a:xfrm>
            <a:off x="6430647" y="646430"/>
            <a:ext cx="615315" cy="5273040"/>
            <a:chOff x="10127" y="1018"/>
            <a:chExt cx="969" cy="8304"/>
          </a:xfrm>
        </p:grpSpPr>
        <p:sp>
          <p:nvSpPr>
            <p:cNvPr id="8" name="图形"/>
            <p:cNvSpPr txBox="1"/>
            <p:nvPr>
              <p:custDataLst>
                <p:tags r:id="R611b811e292643ca"/>
              </p:custDataLst>
            </p:nvPr>
          </p:nvSpPr>
          <p:spPr>
            <a:xfrm>
              <a:off x="10127" y="1018"/>
              <a:ext cx="969" cy="3963"/>
            </a:xfrm>
            <a:prstGeom prst="rect">
              <a:avLst/>
            </a:prstGeom>
            <a:noFill/>
          </p:spPr>
          <p:txBody>
            <a:bodyPr vert="eaVert" wrap="square" rtlCol="0">
              <a:spAutoFit/>
            </a:bodyPr>
            <a:lstStyle/>
            <a:p>
              <a:pPr algn="l"/>
              <a:r>
                <a:rPr lang="en-US" altLang="zh-CN" sz="2800" dirty="0">
                  <a:solidFill>
                    <a:schemeClr val="bg1"/>
                  </a:solidFill>
                  <a:latin typeface="Arial"/>
                  <a:ea typeface="阿里巴巴普惠体 Medium"/>
                  <a:cs typeface="阿里巴巴普惠体 Medium"/>
                  <a:sym typeface="Arial"/>
                </a:rPr>
                <a:t>PART    </a:t>
              </a:r>
              <a:r>
                <a:rPr lang="en-US" altLang="zh-CN" sz="2800" dirty="0">
                  <a:solidFill>
                    <a:srgbClr val="A8825E"/>
                  </a:solidFill>
                  <a:latin typeface="Arial"/>
                  <a:ea typeface="阿里巴巴普惠体 Medium"/>
                  <a:cs typeface="阿里巴巴普惠体 Medium"/>
                  <a:sym typeface="Arial"/>
                </a:rPr>
                <a:t>ONE</a:t>
              </a:r>
            </a:p>
          </p:txBody>
        </p:sp>
        <p:sp>
          <p:nvSpPr>
            <p:cNvPr id="12" name="图形"/>
            <p:cNvSpPr/>
            <p:nvPr>
              <p:custDataLst>
                <p:tags r:id="R2e306fca0d15477e"/>
              </p:custDataLst>
            </p:nvPr>
          </p:nvSpPr>
          <p:spPr>
            <a:xfrm rot="5400000">
              <a:off x="8300" y="6927"/>
              <a:ext cx="4615" cy="176"/>
            </a:xfrm>
            <a:prstGeom prst="rect">
              <a:avLst/>
            </a:prstGeom>
            <a:solidFill>
              <a:schemeClr val="bg2">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阿里巴巴普惠体 Medium"/>
                <a:cs typeface="阿里巴巴普惠体 Medium"/>
                <a:sym typeface="Arial"/>
              </a:endParaRPr>
            </a:p>
          </p:txBody>
        </p:sp>
      </p:grpSp>
      <p:sp>
        <p:nvSpPr>
          <p:cNvPr id="5" name="图形"/>
          <p:cNvSpPr txBox="1"/>
          <p:nvPr/>
        </p:nvSpPr>
        <p:spPr>
          <a:xfrm>
            <a:off x="985520" y="1792605"/>
            <a:ext cx="4439920" cy="923330"/>
          </a:xfrm>
          <a:prstGeom prst="rect">
            <a:avLst/>
          </a:prstGeom>
          <a:noFill/>
        </p:spPr>
        <p:txBody>
          <a:bodyPr wrap="square" rtlCol="0" anchor="t">
            <a:spAutoFit/>
          </a:bodyPr>
          <a:lstStyle/>
          <a:p>
            <a:pPr algn="dist"/>
            <a:r>
              <a:rPr lang="zh-CN" altLang="en-US" sz="5400" dirty="0">
                <a:solidFill>
                  <a:schemeClr val="tx1">
                    <a:lumMod val="85000"/>
                    <a:lumOff val="15000"/>
                  </a:schemeClr>
                </a:solidFill>
                <a:latin typeface="阿里巴巴普惠体 Heavy" pitchFamily="18" charset="-122"/>
                <a:ea typeface="阿里巴巴普惠体 Heavy" pitchFamily="18" charset="-122"/>
                <a:cs typeface="阿里巴巴普惠体 Heavy" pitchFamily="18" charset="-122"/>
                <a:sym typeface="Arial"/>
              </a:rPr>
              <a:t>婚礼活动策划</a:t>
            </a:r>
          </a:p>
        </p:txBody>
      </p:sp>
      <p:sp>
        <p:nvSpPr>
          <p:cNvPr id="21" name="图形"/>
          <p:cNvSpPr txBox="1"/>
          <p:nvPr/>
        </p:nvSpPr>
        <p:spPr>
          <a:xfrm>
            <a:off x="237" y="981448"/>
            <a:ext cx="1858551" cy="923330"/>
          </a:xfrm>
          <a:prstGeom prst="rect">
            <a:avLst/>
          </a:prstGeom>
          <a:noFill/>
        </p:spPr>
        <p:txBody>
          <a:bodyPr wrap="square" rtlCol="0">
            <a:spAutoFit/>
          </a:bodyPr>
          <a:lstStyle/>
          <a:p>
            <a:pPr algn="ctr"/>
            <a:r>
              <a:rPr lang="zh-CN" altLang="en-US" sz="5400">
                <a:solidFill>
                  <a:schemeClr val="tx1">
                    <a:lumMod val="85000"/>
                    <a:lumOff val="15000"/>
                  </a:schemeClr>
                </a:solidFill>
                <a:latin typeface="Arial"/>
                <a:ea typeface="阿里巴巴普惠体 Medium"/>
                <a:cs typeface="阿里巴巴普惠体 Medium"/>
                <a:sym typeface="Arial"/>
              </a:rPr>
              <a:t>“</a:t>
            </a:r>
          </a:p>
        </p:txBody>
      </p:sp>
      <p:sp>
        <p:nvSpPr>
          <p:cNvPr id="37" name="图形"/>
          <p:cNvSpPr txBox="1"/>
          <p:nvPr/>
        </p:nvSpPr>
        <p:spPr>
          <a:xfrm>
            <a:off x="1083311" y="2571117"/>
            <a:ext cx="4439285" cy="830997"/>
          </a:xfrm>
          <a:prstGeom prst="rect">
            <a:avLst/>
          </a:prstGeom>
          <a:noFill/>
        </p:spPr>
        <p:txBody>
          <a:bodyPr vert="horz" wrap="square" rtlCol="0">
            <a:spAutoFit/>
          </a:bodyPr>
          <a:lstStyle/>
          <a:p>
            <a:pPr algn="l">
              <a:lnSpc>
                <a:spcPct val="200000"/>
              </a:lnSpc>
              <a:spcBef>
                <a:spcPts val="0"/>
              </a:spcBef>
              <a:spcAft>
                <a:spcPts val="0"/>
              </a:spcAft>
            </a:pPr>
            <a:r>
              <a:rPr lang="zh-CN" altLang="en-US" sz="1200">
                <a:solidFill>
                  <a:schemeClr val="tx1">
                    <a:lumMod val="85000"/>
                    <a:lumOff val="15000"/>
                  </a:schemeClr>
                </a:solidFill>
                <a:latin typeface="Arial"/>
                <a:ea typeface="阿里巴巴普惠体 Medium"/>
                <a:cs typeface="阿里巴巴普惠体 Medium"/>
                <a:sym typeface="Arial"/>
              </a:rPr>
              <a:t>Add your text content</a:t>
            </a:r>
            <a:r>
              <a:rPr lang="en-US" altLang="zh-CN" sz="1200">
                <a:solidFill>
                  <a:schemeClr val="tx1">
                    <a:lumMod val="85000"/>
                    <a:lumOff val="15000"/>
                  </a:schemeClr>
                </a:solidFill>
                <a:latin typeface="Arial"/>
                <a:ea typeface="阿里巴巴普惠体 Medium"/>
                <a:cs typeface="阿里巴巴普惠体 Medium"/>
                <a:sym typeface="Arial"/>
              </a:rPr>
              <a:t>.</a:t>
            </a:r>
            <a:r>
              <a:rPr lang="zh-CN" altLang="en-US" sz="1200">
                <a:solidFill>
                  <a:schemeClr val="tx1">
                    <a:lumMod val="85000"/>
                    <a:lumOff val="15000"/>
                  </a:schemeClr>
                </a:solidFill>
                <a:latin typeface="Arial"/>
                <a:ea typeface="阿里巴巴普惠体 Medium"/>
                <a:cs typeface="阿里巴巴普惠体 Medium"/>
                <a:sym typeface="Arial"/>
              </a:rPr>
              <a:t>Add your text content</a:t>
            </a:r>
            <a:r>
              <a:rPr lang="en-US" altLang="zh-CN" sz="1200">
                <a:solidFill>
                  <a:schemeClr val="tx1">
                    <a:lumMod val="85000"/>
                    <a:lumOff val="15000"/>
                  </a:schemeClr>
                </a:solidFill>
                <a:latin typeface="Arial"/>
                <a:ea typeface="阿里巴巴普惠体 Medium"/>
                <a:cs typeface="阿里巴巴普惠体 Medium"/>
                <a:sym typeface="Arial"/>
              </a:rPr>
              <a:t>.</a:t>
            </a:r>
            <a:r>
              <a:rPr lang="zh-CN" altLang="en-US" sz="1200">
                <a:solidFill>
                  <a:schemeClr val="tx1">
                    <a:lumMod val="85000"/>
                    <a:lumOff val="15000"/>
                  </a:schemeClr>
                </a:solidFill>
                <a:latin typeface="Arial"/>
                <a:ea typeface="阿里巴巴普惠体 Medium"/>
                <a:cs typeface="阿里巴巴普惠体 Medium"/>
                <a:sym typeface="Arial"/>
              </a:rPr>
              <a:t>Add your text content</a:t>
            </a:r>
            <a:r>
              <a:rPr lang="en-US" altLang="zh-CN" sz="1200">
                <a:solidFill>
                  <a:schemeClr val="tx1">
                    <a:lumMod val="85000"/>
                    <a:lumOff val="15000"/>
                  </a:schemeClr>
                </a:solidFill>
                <a:latin typeface="Arial"/>
                <a:ea typeface="阿里巴巴普惠体 Medium"/>
                <a:cs typeface="阿里巴巴普惠体 Medium"/>
                <a:sym typeface="Arial"/>
              </a:rPr>
              <a:t>.</a:t>
            </a:r>
            <a:r>
              <a:rPr lang="zh-CN" altLang="en-US" sz="1200">
                <a:solidFill>
                  <a:schemeClr val="tx1">
                    <a:lumMod val="85000"/>
                    <a:lumOff val="15000"/>
                  </a:schemeClr>
                </a:solidFill>
                <a:latin typeface="Arial"/>
                <a:ea typeface="阿里巴巴普惠体 Medium"/>
                <a:cs typeface="阿里巴巴普惠体 Medium"/>
                <a:sym typeface="Arial"/>
              </a:rPr>
              <a:t>Add your text content</a:t>
            </a:r>
            <a:r>
              <a:rPr lang="en-US" altLang="zh-CN" sz="1200">
                <a:solidFill>
                  <a:schemeClr val="tx1">
                    <a:lumMod val="85000"/>
                    <a:lumOff val="15000"/>
                  </a:schemeClr>
                </a:solidFill>
                <a:latin typeface="Arial"/>
                <a:ea typeface="阿里巴巴普惠体 Medium"/>
                <a:cs typeface="阿里巴巴普惠体 Medium"/>
                <a:sym typeface="Arial"/>
              </a:rPr>
              <a:t>.</a:t>
            </a:r>
            <a:endParaRPr kumimoji="0" lang="en-US" altLang="zh-CN" sz="1200" b="0" i="0" u="none" strike="noStrike" kern="1200" cap="none" spc="0" normalizeH="0" baseline="0" noProof="0" dirty="0">
              <a:ln>
                <a:noFill/>
              </a:ln>
              <a:solidFill>
                <a:schemeClr val="tx1">
                  <a:lumMod val="50000"/>
                  <a:lumOff val="50000"/>
                </a:schemeClr>
              </a:solidFill>
              <a:effectLst/>
              <a:uLnTx/>
              <a:uFillTx/>
              <a:latin typeface="Arial"/>
              <a:ea typeface="阿里巴巴普惠体 Medium"/>
              <a:cs typeface="阿里巴巴普惠体 Medium"/>
              <a:sym typeface="Arial"/>
            </a:endParaRPr>
          </a:p>
        </p:txBody>
      </p:sp>
    </p:spTree>
    <p:custDataLst>
      <p:tags r:id="Rc63765450c114093"/>
    </p:custDataLst>
  </p:cSld>
  <p:clrMapOvr>
    <a:masterClrMapping/>
  </p:clrMapOvr>
  <p:transition advTm="2000">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wipe(left)">
                                      <p:cBhvr>
                                        <p:cTn id="11" dur="500"/>
                                        <p:tgtEl>
                                          <p:spTgt spid="7"/>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wipe(left)">
                                      <p:cBhvr>
                                        <p:cTn id="15" dur="500"/>
                                        <p:tgtEl>
                                          <p:spTgt spid="10"/>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wipe(left)">
                                      <p:cBhvr>
                                        <p:cTn id="19" dur="500"/>
                                        <p:tgtEl>
                                          <p:spTgt spid="2"/>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21"/>
                                        </p:tgtEl>
                                        <p:attrNameLst>
                                          <p:attrName>style.visibility</p:attrName>
                                        </p:attrNameLst>
                                      </p:cBhvr>
                                      <p:to>
                                        <p:strVal val="visible"/>
                                      </p:to>
                                    </p:set>
                                    <p:animEffect transition="in" filter="wipe(left)">
                                      <p:cBhvr>
                                        <p:cTn id="23" dur="500"/>
                                        <p:tgtEl>
                                          <p:spTgt spid="21"/>
                                        </p:tgtEl>
                                      </p:cBhvr>
                                    </p:animEffect>
                                  </p:childTnLst>
                                </p:cTn>
                              </p:par>
                            </p:childTnLst>
                          </p:cTn>
                        </p:par>
                        <p:par>
                          <p:cTn id="24" fill="hold">
                            <p:stCondLst>
                              <p:cond delay="2500"/>
                            </p:stCondLst>
                            <p:childTnLst>
                              <p:par>
                                <p:cTn id="25" presetID="22" presetClass="entr" presetSubtype="8" fill="hold" nodeType="after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wipe(left)">
                                      <p:cBhvr>
                                        <p:cTn id="27" dur="500"/>
                                        <p:tgtEl>
                                          <p:spTgt spid="6"/>
                                        </p:tgtEl>
                                      </p:cBhvr>
                                    </p:animEffect>
                                  </p:childTnLst>
                                </p:cTn>
                              </p:par>
                            </p:childTnLst>
                          </p:cTn>
                        </p:par>
                        <p:par>
                          <p:cTn id="28" fill="hold">
                            <p:stCondLst>
                              <p:cond delay="3000"/>
                            </p:stCondLst>
                            <p:childTnLst>
                              <p:par>
                                <p:cTn id="29" presetID="22" presetClass="entr" presetSubtype="8" fill="hold" grpId="0" nodeType="afterEffect">
                                  <p:stCondLst>
                                    <p:cond delay="0"/>
                                  </p:stCondLst>
                                  <p:childTnLst>
                                    <p:set>
                                      <p:cBhvr>
                                        <p:cTn id="30" dur="1" fill="hold">
                                          <p:stCondLst>
                                            <p:cond delay="0"/>
                                          </p:stCondLst>
                                        </p:cTn>
                                        <p:tgtEl>
                                          <p:spTgt spid="5"/>
                                        </p:tgtEl>
                                        <p:attrNameLst>
                                          <p:attrName>style.visibility</p:attrName>
                                        </p:attrNameLst>
                                      </p:cBhvr>
                                      <p:to>
                                        <p:strVal val="visible"/>
                                      </p:to>
                                    </p:set>
                                    <p:animEffect transition="in" filter="wipe(left)">
                                      <p:cBhvr>
                                        <p:cTn id="31" dur="500"/>
                                        <p:tgtEl>
                                          <p:spTgt spid="5"/>
                                        </p:tgtEl>
                                      </p:cBhvr>
                                    </p:animEffect>
                                  </p:childTnLst>
                                </p:cTn>
                              </p:par>
                            </p:childTnLst>
                          </p:cTn>
                        </p:par>
                        <p:par>
                          <p:cTn id="32" fill="hold">
                            <p:stCondLst>
                              <p:cond delay="3500"/>
                            </p:stCondLst>
                            <p:childTnLst>
                              <p:par>
                                <p:cTn id="33" presetID="22" presetClass="entr" presetSubtype="8" fill="hold" grpId="0" nodeType="afterEffect">
                                  <p:stCondLst>
                                    <p:cond delay="0"/>
                                  </p:stCondLst>
                                  <p:childTnLst>
                                    <p:set>
                                      <p:cBhvr>
                                        <p:cTn id="34" dur="1" fill="hold">
                                          <p:stCondLst>
                                            <p:cond delay="0"/>
                                          </p:stCondLst>
                                        </p:cTn>
                                        <p:tgtEl>
                                          <p:spTgt spid="37"/>
                                        </p:tgtEl>
                                        <p:attrNameLst>
                                          <p:attrName>style.visibility</p:attrName>
                                        </p:attrNameLst>
                                      </p:cBhvr>
                                      <p:to>
                                        <p:strVal val="visible"/>
                                      </p:to>
                                    </p:set>
                                    <p:animEffect transition="in" filter="wipe(left)">
                                      <p:cBhvr>
                                        <p:cTn id="35"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P spid="2" grpId="0" animBg="1"/>
      <p:bldP spid="2" grpId="1" animBg="1"/>
      <p:bldP spid="5" grpId="0"/>
      <p:bldP spid="5" grpId="1"/>
      <p:bldP spid="21" grpId="0"/>
      <p:bldP spid="21" grpId="1"/>
      <p:bldP spid="37" grpId="0"/>
      <p:bldP spid="37" grpId="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图形"/>
          <p:cNvGrpSpPr/>
          <p:nvPr/>
        </p:nvGrpSpPr>
        <p:grpSpPr>
          <a:xfrm>
            <a:off x="528955" y="0"/>
            <a:ext cx="10949940" cy="6858000"/>
            <a:chOff x="833" y="0"/>
            <a:chExt cx="17244" cy="10800"/>
          </a:xfrm>
        </p:grpSpPr>
        <p:grpSp>
          <p:nvGrpSpPr>
            <p:cNvPr id="25" name="组合 24"/>
            <p:cNvGrpSpPr/>
            <p:nvPr/>
          </p:nvGrpSpPr>
          <p:grpSpPr>
            <a:xfrm flipH="1">
              <a:off x="833" y="0"/>
              <a:ext cx="17244" cy="10800"/>
              <a:chOff x="1123" y="0"/>
              <a:chExt cx="17244" cy="10800"/>
            </a:xfrm>
          </p:grpSpPr>
          <p:sp>
            <p:nvSpPr>
              <p:cNvPr id="24" name="图形"/>
              <p:cNvSpPr/>
              <p:nvPr>
                <p:custDataLst>
                  <p:tags r:id="Rd54d3da7d9b04b94"/>
                </p:custDataLst>
              </p:nvPr>
            </p:nvSpPr>
            <p:spPr>
              <a:xfrm>
                <a:off x="6682" y="0"/>
                <a:ext cx="6126" cy="108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阿里巴巴普惠体 Medium"/>
                  <a:cs typeface="阿里巴巴普惠体 Medium"/>
                  <a:sym typeface="Arial"/>
                </a:endParaRPr>
              </a:p>
            </p:txBody>
          </p:sp>
          <p:sp>
            <p:nvSpPr>
              <p:cNvPr id="16" name="图形"/>
              <p:cNvSpPr/>
              <p:nvPr>
                <p:custDataLst>
                  <p:tags r:id="R386faea282194d18"/>
                </p:custDataLst>
              </p:nvPr>
            </p:nvSpPr>
            <p:spPr>
              <a:xfrm flipH="1">
                <a:off x="1123" y="954"/>
                <a:ext cx="17244" cy="9172"/>
              </a:xfrm>
              <a:prstGeom prst="rect">
                <a:avLst/>
              </a:prstGeom>
              <a:solidFill>
                <a:schemeClr val="bg1"/>
              </a:solidFill>
              <a:ln>
                <a:noFill/>
              </a:ln>
              <a:effectLst>
                <a:outerShdw blurRad="63500" sx="102000" sy="102000" algn="ctr" rotWithShape="0">
                  <a:schemeClr val="accent1">
                    <a:alpha val="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阿里巴巴普惠体 Medium"/>
                  <a:cs typeface="阿里巴巴普惠体 Medium"/>
                  <a:sym typeface="Arial"/>
                </a:endParaRPr>
              </a:p>
            </p:txBody>
          </p:sp>
          <p:pic>
            <p:nvPicPr>
              <p:cNvPr id="22" name="图形" descr="E:\006包图网\素材\001婚礼\2\15393.jpg15393"/>
              <p:cNvPicPr>
                <a:picLocks noChangeAspect="1"/>
              </p:cNvPicPr>
              <p:nvPr>
                <p:custDataLst>
                  <p:tags r:id="Re5481565fadd4da0"/>
                </p:custDataLst>
              </p:nvPr>
            </p:nvPicPr>
            <p:blipFill>
              <a:blip r:embed="Rffdc9f9d3407423f"/>
              <a:srcRect/>
              <a:stretch>
                <a:fillRect/>
              </a:stretch>
            </p:blipFill>
            <p:spPr>
              <a:xfrm>
                <a:off x="1123" y="2470"/>
                <a:ext cx="8333" cy="5555"/>
              </a:xfrm>
              <a:prstGeom prst="rect">
                <a:avLst/>
              </a:prstGeom>
              <a:effectLst/>
            </p:spPr>
          </p:pic>
        </p:grpSp>
        <p:sp>
          <p:nvSpPr>
            <p:cNvPr id="45" name="图形"/>
            <p:cNvSpPr/>
            <p:nvPr>
              <p:custDataLst>
                <p:tags r:id="R34a4be6ef9dd4053"/>
              </p:custDataLst>
            </p:nvPr>
          </p:nvSpPr>
          <p:spPr>
            <a:xfrm>
              <a:off x="2044" y="3428"/>
              <a:ext cx="7150" cy="2327"/>
            </a:xfrm>
            <a:prstGeom prst="rect">
              <a:avLst/>
            </a:prstGeom>
          </p:spPr>
          <p:txBody>
            <a:bodyPr wrap="square">
              <a:spAutoFit/>
            </a:bodyPr>
            <a:lstStyle/>
            <a:p>
              <a:pPr marL="171450" indent="-171450" algn="l" fontAlgn="auto">
                <a:lnSpc>
                  <a:spcPct val="150000"/>
                </a:lnSpc>
                <a:spcBef>
                  <a:spcPts val="0"/>
                </a:spcBef>
                <a:spcAft>
                  <a:spcPts val="0"/>
                </a:spcAft>
                <a:buFont typeface="思源黑体旧字形 Light" panose="020B0300000000000000" charset="-128"/>
                <a:buChar char="•"/>
              </a:pPr>
              <a:r>
                <a:rPr lang="zh-CN" altLang="en-US" sz="1200" spc="200" dirty="0">
                  <a:solidFill>
                    <a:schemeClr val="tx1">
                      <a:lumMod val="75000"/>
                      <a:lumOff val="25000"/>
                    </a:schemeClr>
                  </a:solidFill>
                  <a:uFillTx/>
                  <a:latin typeface="Arial"/>
                  <a:ea typeface="阿里巴巴普惠体 Medium"/>
                  <a:cs typeface="阿里巴巴普惠体 Medium"/>
                  <a:sym typeface="Arial"/>
                </a:rPr>
                <a:t>在此输入文本内容在此输入文本内容在此输入文本内容输入文本内容在此输入文本内容在此输入文本内容</a:t>
              </a:r>
            </a:p>
            <a:p>
              <a:pPr marL="171450" indent="-171450" algn="l" fontAlgn="auto">
                <a:lnSpc>
                  <a:spcPct val="150000"/>
                </a:lnSpc>
                <a:spcBef>
                  <a:spcPts val="0"/>
                </a:spcBef>
                <a:spcAft>
                  <a:spcPts val="0"/>
                </a:spcAft>
                <a:buFont typeface="思源黑体旧字形 Light" panose="020B0300000000000000" charset="-128"/>
                <a:buChar char="•"/>
              </a:pPr>
              <a:endParaRPr lang="zh-CN" altLang="en-US" sz="1200" spc="200" dirty="0">
                <a:solidFill>
                  <a:schemeClr val="tx1">
                    <a:lumMod val="75000"/>
                    <a:lumOff val="25000"/>
                  </a:schemeClr>
                </a:solidFill>
                <a:uFillTx/>
                <a:latin typeface="Arial"/>
                <a:ea typeface="阿里巴巴普惠体 Medium"/>
                <a:cs typeface="阿里巴巴普惠体 Medium"/>
                <a:sym typeface="Arial"/>
              </a:endParaRPr>
            </a:p>
            <a:p>
              <a:pPr marL="171450" indent="-171450" algn="l" fontAlgn="auto">
                <a:lnSpc>
                  <a:spcPct val="150000"/>
                </a:lnSpc>
                <a:spcBef>
                  <a:spcPts val="0"/>
                </a:spcBef>
                <a:spcAft>
                  <a:spcPts val="0"/>
                </a:spcAft>
                <a:buFont typeface="思源黑体旧字形 Light" panose="020B0300000000000000" charset="-128"/>
                <a:buChar char="•"/>
              </a:pPr>
              <a:r>
                <a:rPr lang="zh-CN" altLang="en-US" sz="1200" spc="200" dirty="0">
                  <a:solidFill>
                    <a:schemeClr val="tx1">
                      <a:lumMod val="75000"/>
                      <a:lumOff val="25000"/>
                    </a:schemeClr>
                  </a:solidFill>
                  <a:uFillTx/>
                  <a:latin typeface="Arial"/>
                  <a:ea typeface="阿里巴巴普惠体 Medium"/>
                  <a:cs typeface="阿里巴巴普惠体 Medium"/>
                  <a:sym typeface="Arial"/>
                </a:rPr>
                <a:t>在此输入文本内容在此输入文本内容在此输入文本内容输入文本内容在此输入文本内容在此输入文本内容</a:t>
              </a:r>
              <a:endParaRPr lang="zh-CN" altLang="en-US" sz="1200">
                <a:solidFill>
                  <a:schemeClr val="tx1">
                    <a:lumMod val="65000"/>
                    <a:lumOff val="35000"/>
                  </a:schemeClr>
                </a:solidFill>
                <a:latin typeface="Arial"/>
                <a:ea typeface="阿里巴巴普惠体 Medium"/>
                <a:cs typeface="阿里巴巴普惠体 Medium"/>
                <a:sym typeface="Arial"/>
              </a:endParaRPr>
            </a:p>
          </p:txBody>
        </p:sp>
        <p:sp>
          <p:nvSpPr>
            <p:cNvPr id="47" name="图形"/>
            <p:cNvSpPr txBox="1"/>
            <p:nvPr>
              <p:custDataLst>
                <p:tags r:id="R22e8f73196774205"/>
              </p:custDataLst>
            </p:nvPr>
          </p:nvSpPr>
          <p:spPr>
            <a:xfrm>
              <a:off x="2044" y="2589"/>
              <a:ext cx="3876" cy="727"/>
            </a:xfrm>
            <a:prstGeom prst="rect">
              <a:avLst/>
            </a:prstGeom>
            <a:noFill/>
          </p:spPr>
          <p:txBody>
            <a:bodyPr wrap="square" rtlCol="0">
              <a:spAutoFit/>
            </a:bodyPr>
            <a:lstStyle/>
            <a:p>
              <a:pPr algn="l" fontAlgn="auto">
                <a:lnSpc>
                  <a:spcPct val="100000"/>
                </a:lnSpc>
                <a:spcBef>
                  <a:spcPts val="0"/>
                </a:spcBef>
                <a:spcAft>
                  <a:spcPts val="0"/>
                </a:spcAft>
              </a:pPr>
              <a:r>
                <a:rPr lang="zh-CN" altLang="en-US" sz="2400">
                  <a:solidFill>
                    <a:schemeClr val="accent1"/>
                  </a:solidFill>
                  <a:latin typeface="Arial"/>
                  <a:ea typeface="阿里巴巴普惠体 Medium"/>
                  <a:cs typeface="阿里巴巴普惠体 Medium"/>
                  <a:sym typeface="Arial"/>
                </a:rPr>
                <a:t>预设标题文本</a:t>
              </a:r>
              <a:endParaRPr lang="zh-CN" altLang="en-US" sz="2400" b="1">
                <a:solidFill>
                  <a:schemeClr val="tx1">
                    <a:lumMod val="65000"/>
                    <a:lumOff val="35000"/>
                  </a:schemeClr>
                </a:solidFill>
                <a:latin typeface="Arial"/>
                <a:ea typeface="阿里巴巴普惠体 Medium"/>
                <a:cs typeface="阿里巴巴普惠体 Medium"/>
                <a:sym typeface="Arial"/>
              </a:endParaRPr>
            </a:p>
          </p:txBody>
        </p:sp>
        <p:grpSp>
          <p:nvGrpSpPr>
            <p:cNvPr id="2" name="组合 1"/>
            <p:cNvGrpSpPr/>
            <p:nvPr/>
          </p:nvGrpSpPr>
          <p:grpSpPr>
            <a:xfrm>
              <a:off x="2044" y="6593"/>
              <a:ext cx="6795" cy="1406"/>
              <a:chOff x="2254" y="6357"/>
              <a:chExt cx="9340" cy="1406"/>
            </a:xfrm>
          </p:grpSpPr>
          <p:sp>
            <p:nvSpPr>
              <p:cNvPr id="59" name="图形"/>
              <p:cNvSpPr/>
              <p:nvPr>
                <p:custDataLst>
                  <p:tags r:id="R95fcf3b22afe45e3"/>
                </p:custDataLst>
              </p:nvPr>
            </p:nvSpPr>
            <p:spPr>
              <a:xfrm>
                <a:off x="2254" y="7415"/>
                <a:ext cx="9341" cy="348"/>
              </a:xfrm>
              <a:prstGeom prst="roundRect">
                <a:avLst>
                  <a:gd name="adj" fmla="val 50000"/>
                </a:avLst>
              </a:prstGeom>
              <a:gradFill>
                <a:gsLst>
                  <a:gs pos="100000">
                    <a:srgbClr val="FFFFFF"/>
                  </a:gs>
                  <a:gs pos="35000">
                    <a:srgbClr val="EEF2F9"/>
                  </a:gs>
                </a:gsLst>
                <a:lin ang="2700000" scaled="0"/>
              </a:gradFill>
              <a:ln w="0">
                <a:gradFill>
                  <a:gsLst>
                    <a:gs pos="0">
                      <a:srgbClr val="FFFFFF"/>
                    </a:gs>
                    <a:gs pos="100000">
                      <a:srgbClr val="BFC3CB"/>
                    </a:gs>
                  </a:gsLst>
                  <a:lin ang="2700000" scaled="0"/>
                </a:gradFill>
              </a:ln>
              <a:effectLst>
                <a:innerShdw blurRad="88900" dist="88900" dir="12900000">
                  <a:srgbClr val="CACED4"/>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tx1">
                      <a:lumMod val="65000"/>
                      <a:lumOff val="35000"/>
                    </a:schemeClr>
                  </a:solidFill>
                  <a:latin typeface="Arial"/>
                  <a:ea typeface="阿里巴巴普惠体 Medium"/>
                  <a:cs typeface="阿里巴巴普惠体 Medium"/>
                  <a:sym typeface="Arial"/>
                </a:endParaRPr>
              </a:p>
            </p:txBody>
          </p:sp>
          <p:sp>
            <p:nvSpPr>
              <p:cNvPr id="61" name="图形"/>
              <p:cNvSpPr/>
              <p:nvPr>
                <p:custDataLst>
                  <p:tags r:id="Rd6b0622ca32c49b9"/>
                </p:custDataLst>
              </p:nvPr>
            </p:nvSpPr>
            <p:spPr>
              <a:xfrm>
                <a:off x="2432" y="7494"/>
                <a:ext cx="5999" cy="189"/>
              </a:xfrm>
              <a:prstGeom prst="roundRect">
                <a:avLst>
                  <a:gd name="adj" fmla="val 50000"/>
                </a:avLst>
              </a:prstGeom>
              <a:solidFill>
                <a:schemeClr val="accent1"/>
              </a:solidFill>
              <a:ln w="12700" cap="flat">
                <a:noFill/>
                <a:miter lim="400000"/>
              </a:ln>
              <a:effectLst/>
            </p:spPr>
            <p:txBody>
              <a:bodyPr wrap="square" lIns="91439" tIns="91439" rIns="91439" bIns="91439" numCol="1" anchor="t">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endParaRPr lang="zh-CN" altLang="en-US">
                  <a:solidFill>
                    <a:schemeClr val="tx1"/>
                  </a:solidFill>
                  <a:latin typeface="Arial"/>
                  <a:ea typeface="阿里巴巴普惠体 Medium"/>
                  <a:cs typeface="阿里巴巴普惠体 Medium"/>
                  <a:sym typeface="Arial"/>
                </a:endParaRPr>
              </a:p>
            </p:txBody>
          </p:sp>
          <p:sp>
            <p:nvSpPr>
              <p:cNvPr id="62" name="图形"/>
              <p:cNvSpPr/>
              <p:nvPr>
                <p:custDataLst>
                  <p:tags r:id="R0d4a6fc1f7534697"/>
                </p:custDataLst>
              </p:nvPr>
            </p:nvSpPr>
            <p:spPr>
              <a:xfrm>
                <a:off x="2254" y="6357"/>
                <a:ext cx="9341" cy="348"/>
              </a:xfrm>
              <a:prstGeom prst="roundRect">
                <a:avLst>
                  <a:gd name="adj" fmla="val 50000"/>
                </a:avLst>
              </a:prstGeom>
              <a:gradFill>
                <a:gsLst>
                  <a:gs pos="100000">
                    <a:srgbClr val="FFFFFF"/>
                  </a:gs>
                  <a:gs pos="35000">
                    <a:srgbClr val="EEF2F9"/>
                  </a:gs>
                </a:gsLst>
                <a:lin ang="2700000" scaled="0"/>
              </a:gradFill>
              <a:ln w="0">
                <a:gradFill>
                  <a:gsLst>
                    <a:gs pos="0">
                      <a:srgbClr val="FFFFFF"/>
                    </a:gs>
                    <a:gs pos="100000">
                      <a:srgbClr val="BFC3CB"/>
                    </a:gs>
                  </a:gsLst>
                  <a:lin ang="2700000" scaled="0"/>
                </a:gradFill>
              </a:ln>
              <a:effectLst>
                <a:innerShdw blurRad="88900" dist="88900" dir="12900000">
                  <a:srgbClr val="CACED4"/>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tx1">
                      <a:lumMod val="65000"/>
                      <a:lumOff val="35000"/>
                    </a:schemeClr>
                  </a:solidFill>
                  <a:latin typeface="Arial"/>
                  <a:ea typeface="阿里巴巴普惠体 Medium"/>
                  <a:cs typeface="阿里巴巴普惠体 Medium"/>
                  <a:sym typeface="Arial"/>
                </a:endParaRPr>
              </a:p>
            </p:txBody>
          </p:sp>
          <p:sp>
            <p:nvSpPr>
              <p:cNvPr id="64" name="图形"/>
              <p:cNvSpPr/>
              <p:nvPr>
                <p:custDataLst>
                  <p:tags r:id="R4fe886e5737a4e06"/>
                </p:custDataLst>
              </p:nvPr>
            </p:nvSpPr>
            <p:spPr>
              <a:xfrm>
                <a:off x="2432" y="6437"/>
                <a:ext cx="3804" cy="189"/>
              </a:xfrm>
              <a:prstGeom prst="roundRect">
                <a:avLst>
                  <a:gd name="adj" fmla="val 50000"/>
                </a:avLst>
              </a:prstGeom>
              <a:solidFill>
                <a:schemeClr val="accent1"/>
              </a:solidFill>
              <a:ln w="12700" cap="flat">
                <a:noFill/>
                <a:miter lim="400000"/>
              </a:ln>
              <a:effectLst/>
            </p:spPr>
            <p:txBody>
              <a:bodyPr wrap="square" lIns="91439" tIns="91439" rIns="91439" bIns="91439" numCol="1" anchor="t">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endParaRPr lang="zh-CN" altLang="en-US">
                  <a:solidFill>
                    <a:schemeClr val="tx1"/>
                  </a:solidFill>
                  <a:latin typeface="Arial"/>
                  <a:ea typeface="阿里巴巴普惠体 Medium"/>
                  <a:cs typeface="阿里巴巴普惠体 Medium"/>
                  <a:sym typeface="Arial"/>
                </a:endParaRPr>
              </a:p>
            </p:txBody>
          </p:sp>
        </p:grpSp>
      </p:grpSp>
    </p:spTree>
    <p:custDataLst>
      <p:tags r:id="R1e1f89f0b2e246e0"/>
    </p:custDataLst>
  </p:cSld>
  <p:clrMapOvr>
    <a:masterClrMapping/>
  </p:clrMapOvr>
  <p:transition advTm="2000">
    <p:split orient="vert" dir="in"/>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6"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Horizont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图形"/>
          <p:cNvGrpSpPr/>
          <p:nvPr/>
        </p:nvGrpSpPr>
        <p:grpSpPr>
          <a:xfrm>
            <a:off x="427991" y="0"/>
            <a:ext cx="11336020" cy="6858000"/>
            <a:chOff x="674" y="0"/>
            <a:chExt cx="17852" cy="10800"/>
          </a:xfrm>
        </p:grpSpPr>
        <p:sp>
          <p:nvSpPr>
            <p:cNvPr id="9" name="图形"/>
            <p:cNvSpPr/>
            <p:nvPr>
              <p:custDataLst>
                <p:tags r:id="R44d5e84c77884e47"/>
              </p:custDataLst>
            </p:nvPr>
          </p:nvSpPr>
          <p:spPr>
            <a:xfrm>
              <a:off x="11840" y="0"/>
              <a:ext cx="5920" cy="108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阿里巴巴普惠体 Medium"/>
                <a:cs typeface="阿里巴巴普惠体 Medium"/>
                <a:sym typeface="Arial"/>
              </a:endParaRPr>
            </a:p>
          </p:txBody>
        </p:sp>
        <p:sp>
          <p:nvSpPr>
            <p:cNvPr id="10" name="图形"/>
            <p:cNvSpPr/>
            <p:nvPr>
              <p:custDataLst>
                <p:tags r:id="R3c543aa80a204f48"/>
              </p:custDataLst>
            </p:nvPr>
          </p:nvSpPr>
          <p:spPr>
            <a:xfrm>
              <a:off x="674" y="2520"/>
              <a:ext cx="17852" cy="6893"/>
            </a:xfrm>
            <a:prstGeom prst="rect">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阿里巴巴普惠体 Medium"/>
                <a:cs typeface="阿里巴巴普惠体 Medium"/>
                <a:sym typeface="Arial"/>
              </a:endParaRPr>
            </a:p>
          </p:txBody>
        </p:sp>
        <p:sp>
          <p:nvSpPr>
            <p:cNvPr id="11" name="图形"/>
            <p:cNvSpPr txBox="1">
              <a:spLocks noChangeArrowheads="1"/>
            </p:cNvSpPr>
            <p:nvPr>
              <p:custDataLst>
                <p:tags r:id="R3a0ac20e505a483d"/>
              </p:custDataLst>
            </p:nvPr>
          </p:nvSpPr>
          <p:spPr bwMode="auto">
            <a:xfrm>
              <a:off x="8592" y="3773"/>
              <a:ext cx="3565" cy="6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ctr" fontAlgn="auto">
                <a:lnSpc>
                  <a:spcPct val="100000"/>
                </a:lnSpc>
                <a:spcBef>
                  <a:spcPts val="0"/>
                </a:spcBef>
                <a:spcAft>
                  <a:spcPts val="0"/>
                </a:spcAft>
              </a:pPr>
              <a:r>
                <a:rPr lang="zh-CN" altLang="en-US" sz="2800">
                  <a:solidFill>
                    <a:schemeClr val="accent1"/>
                  </a:solidFill>
                  <a:latin typeface="Arial"/>
                  <a:ea typeface="阿里巴巴普惠体 Medium"/>
                  <a:cs typeface="阿里巴巴普惠体 Medium"/>
                  <a:sym typeface="Arial"/>
                </a:rPr>
                <a:t>预设标题文本</a:t>
              </a:r>
              <a:endParaRPr lang="zh-CN" sz="2800" b="1" dirty="0">
                <a:solidFill>
                  <a:srgbClr val="0266C6"/>
                </a:solidFill>
                <a:latin typeface="Arial"/>
                <a:ea typeface="阿里巴巴普惠体 Medium"/>
                <a:cs typeface="阿里巴巴普惠体 Medium"/>
                <a:sym typeface="Arial"/>
              </a:endParaRPr>
            </a:p>
          </p:txBody>
        </p:sp>
        <p:sp>
          <p:nvSpPr>
            <p:cNvPr id="12" name="图形"/>
            <p:cNvSpPr txBox="1">
              <a:spLocks noChangeArrowheads="1"/>
            </p:cNvSpPr>
            <p:nvPr>
              <p:custDataLst>
                <p:tags r:id="R3be50dbbfc844378"/>
              </p:custDataLst>
            </p:nvPr>
          </p:nvSpPr>
          <p:spPr bwMode="auto">
            <a:xfrm>
              <a:off x="8592" y="4637"/>
              <a:ext cx="8461" cy="20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marL="0" marR="0" lvl="0" indent="0" algn="l" defTabSz="1216025" rtl="0" eaLnBrk="1" fontAlgn="auto" latinLnBrk="0" hangingPunct="1">
                <a:lnSpc>
                  <a:spcPct val="150000"/>
                </a:lnSpc>
                <a:spcBef>
                  <a:spcPts val="0"/>
                </a:spcBef>
                <a:spcAft>
                  <a:spcPts val="0"/>
                </a:spcAft>
                <a:buClrTx/>
                <a:buSzTx/>
                <a:buFontTx/>
                <a:buNone/>
                <a:defRPr/>
              </a:pPr>
              <a:r>
                <a:rPr lang="zh-CN" altLang="en-US" sz="1400" spc="200" dirty="0">
                  <a:solidFill>
                    <a:schemeClr val="tx1">
                      <a:lumMod val="75000"/>
                      <a:lumOff val="25000"/>
                    </a:schemeClr>
                  </a:solidFill>
                  <a:uFillTx/>
                  <a:latin typeface="Arial"/>
                  <a:ea typeface="阿里巴巴普惠体 Medium"/>
                  <a:cs typeface="阿里巴巴普惠体 Medium"/>
                  <a:sym typeface="Arial"/>
                </a:rPr>
                <a:t>在此输入文本内容在此输入文本内容在此输入文本内容在此输入文本内容输入文本在此输入文本内容在此输入文本内容在此输入文本内容在此输入文本内容在此输入文本内容在此输入文本内容在此输入文本内容输入文本</a:t>
              </a:r>
              <a:endParaRPr lang="zh-CN" altLang="en-US" sz="1400" dirty="0">
                <a:solidFill>
                  <a:schemeClr val="tx1">
                    <a:lumMod val="50000"/>
                    <a:lumOff val="50000"/>
                  </a:schemeClr>
                </a:solidFill>
                <a:latin typeface="Arial"/>
                <a:ea typeface="阿里巴巴普惠体 Medium"/>
                <a:cs typeface="阿里巴巴普惠体 Medium"/>
                <a:sym typeface="Arial"/>
              </a:endParaRPr>
            </a:p>
          </p:txBody>
        </p:sp>
        <p:sp>
          <p:nvSpPr>
            <p:cNvPr id="13" name="图形"/>
            <p:cNvSpPr/>
            <p:nvPr>
              <p:custDataLst>
                <p:tags r:id="Ra6ff67184b784aab"/>
              </p:custDataLst>
            </p:nvPr>
          </p:nvSpPr>
          <p:spPr>
            <a:xfrm>
              <a:off x="8592" y="7315"/>
              <a:ext cx="2376" cy="626"/>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bg1"/>
                  </a:solidFill>
                  <a:latin typeface="Arial"/>
                  <a:ea typeface="阿里巴巴普惠体 Medium"/>
                  <a:cs typeface="阿里巴巴普惠体 Medium"/>
                  <a:sym typeface="Arial"/>
                </a:rPr>
                <a:t>CONTENT</a:t>
              </a:r>
            </a:p>
          </p:txBody>
        </p:sp>
        <p:pic>
          <p:nvPicPr>
            <p:cNvPr id="14" name="图形" descr="E:\006包图网\素材\001婚礼\2\5d4131241e1c4.jpg5d4131241e1c4"/>
            <p:cNvPicPr>
              <a:picLocks noChangeAspect="1"/>
            </p:cNvPicPr>
            <p:nvPr>
              <p:custDataLst>
                <p:tags r:id="R8c1d5c7a964042c5"/>
              </p:custDataLst>
            </p:nvPr>
          </p:nvPicPr>
          <p:blipFill>
            <a:blip r:embed="R32cb627e26b44125"/>
            <a:srcRect/>
            <a:stretch>
              <a:fillRect/>
            </a:stretch>
          </p:blipFill>
          <p:spPr>
            <a:xfrm>
              <a:off x="1155" y="3606"/>
              <a:ext cx="6740" cy="4494"/>
            </a:xfrm>
            <a:prstGeom prst="rect">
              <a:avLst/>
            </a:prstGeom>
          </p:spPr>
        </p:pic>
      </p:grpSp>
    </p:spTree>
    <p:custDataLst>
      <p:tags r:id="R042e623b2f734438"/>
    </p:custDataLst>
  </p:cSld>
  <p:clrMapOvr>
    <a:masterClrMapping/>
  </p:clrMapOvr>
  <p:transition advTm="2000">
    <p:comb/>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3" presetClass="entr" presetSubtype="16" fill="hold" nodeType="afterEffect">
                                  <p:stCondLst>
                                    <p:cond delay="0"/>
                                  </p:stCondLst>
                                  <p:childTnLst>
                                    <p:set>
                                      <p:cBhvr>
                                        <p:cTn id="6" dur="500" fill="hold">
                                          <p:stCondLst>
                                            <p:cond delay="0"/>
                                          </p:stCondLst>
                                        </p:cTn>
                                        <p:tgtEl>
                                          <p:spTgt spid="15"/>
                                        </p:tgtEl>
                                        <p:attrNameLst>
                                          <p:attrName>style.visibility</p:attrName>
                                        </p:attrNameLst>
                                      </p:cBhvr>
                                      <p:to>
                                        <p:strVal val="visible"/>
                                      </p:to>
                                    </p:set>
                                    <p:animEffect transition="in" filter="plus(in)">
                                      <p:cBhvr>
                                        <p:cTn id="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图形"/>
          <p:cNvGrpSpPr/>
          <p:nvPr/>
        </p:nvGrpSpPr>
        <p:grpSpPr>
          <a:xfrm>
            <a:off x="-1153795" y="0"/>
            <a:ext cx="13345160" cy="6858000"/>
            <a:chOff x="-1817" y="0"/>
            <a:chExt cx="21016" cy="10800"/>
          </a:xfrm>
        </p:grpSpPr>
        <p:sp>
          <p:nvSpPr>
            <p:cNvPr id="3" name="图形"/>
            <p:cNvSpPr/>
            <p:nvPr>
              <p:custDataLst>
                <p:tags r:id="R6d08edc8a2594644"/>
              </p:custDataLst>
            </p:nvPr>
          </p:nvSpPr>
          <p:spPr>
            <a:xfrm>
              <a:off x="0" y="0"/>
              <a:ext cx="8676" cy="108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阿里巴巴普惠体 Medium"/>
                <a:cs typeface="阿里巴巴普惠体 Medium"/>
                <a:sym typeface="Arial"/>
              </a:endParaRPr>
            </a:p>
          </p:txBody>
        </p:sp>
        <p:pic>
          <p:nvPicPr>
            <p:cNvPr id="8" name="图形" descr="E:\006包图网\素材\001婚礼\2\15375.jpg15375"/>
            <p:cNvPicPr>
              <a:picLocks noChangeAspect="1"/>
            </p:cNvPicPr>
            <p:nvPr>
              <p:custDataLst>
                <p:tags r:id="R3f9d71b88695432e"/>
              </p:custDataLst>
            </p:nvPr>
          </p:nvPicPr>
          <p:blipFill>
            <a:blip r:embed="R3b8a7c681cdd4bd1"/>
            <a:srcRect/>
            <a:stretch>
              <a:fillRect/>
            </a:stretch>
          </p:blipFill>
          <p:spPr>
            <a:xfrm>
              <a:off x="9364" y="2887"/>
              <a:ext cx="9835" cy="6557"/>
            </a:xfrm>
            <a:prstGeom prst="rect">
              <a:avLst/>
            </a:prstGeom>
          </p:spPr>
        </p:pic>
        <p:sp>
          <p:nvSpPr>
            <p:cNvPr id="13" name="图形"/>
            <p:cNvSpPr/>
            <p:nvPr>
              <p:custDataLst>
                <p:tags r:id="Rd76bd8ce866446a4"/>
              </p:custDataLst>
            </p:nvPr>
          </p:nvSpPr>
          <p:spPr>
            <a:xfrm>
              <a:off x="9132" y="2353"/>
              <a:ext cx="9864" cy="28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阿里巴巴普惠体 Medium"/>
                <a:cs typeface="阿里巴巴普惠体 Medium"/>
                <a:sym typeface="Arial"/>
              </a:endParaRPr>
            </a:p>
          </p:txBody>
        </p:sp>
        <p:sp>
          <p:nvSpPr>
            <p:cNvPr id="19" name="图形"/>
            <p:cNvSpPr txBox="1">
              <a:spLocks noChangeArrowheads="1"/>
            </p:cNvSpPr>
            <p:nvPr>
              <p:custDataLst>
                <p:tags r:id="R31e67507cba646fb"/>
              </p:custDataLst>
            </p:nvPr>
          </p:nvSpPr>
          <p:spPr bwMode="auto">
            <a:xfrm>
              <a:off x="1392" y="3526"/>
              <a:ext cx="3949" cy="7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ctr" fontAlgn="auto">
                <a:lnSpc>
                  <a:spcPct val="100000"/>
                </a:lnSpc>
                <a:spcBef>
                  <a:spcPts val="0"/>
                </a:spcBef>
                <a:spcAft>
                  <a:spcPts val="0"/>
                </a:spcAft>
              </a:pPr>
              <a:r>
                <a:rPr lang="zh-CN" altLang="en-US" sz="3200">
                  <a:solidFill>
                    <a:schemeClr val="bg1"/>
                  </a:solidFill>
                  <a:latin typeface="Arial"/>
                  <a:ea typeface="阿里巴巴普惠体 Medium"/>
                  <a:cs typeface="阿里巴巴普惠体 Medium"/>
                  <a:sym typeface="Arial"/>
                </a:rPr>
                <a:t>预设标题文本</a:t>
              </a:r>
              <a:endParaRPr lang="zh-CN" altLang="en-US" sz="3200" b="1" dirty="0">
                <a:solidFill>
                  <a:schemeClr val="bg1"/>
                </a:solidFill>
                <a:latin typeface="Arial"/>
                <a:ea typeface="阿里巴巴普惠体 Medium"/>
                <a:cs typeface="阿里巴巴普惠体 Medium"/>
                <a:sym typeface="Arial"/>
              </a:endParaRPr>
            </a:p>
          </p:txBody>
        </p:sp>
        <p:sp>
          <p:nvSpPr>
            <p:cNvPr id="20" name="图形"/>
            <p:cNvSpPr txBox="1">
              <a:spLocks noChangeArrowheads="1"/>
            </p:cNvSpPr>
            <p:nvPr>
              <p:custDataLst>
                <p:tags r:id="R9bed81bca6d94547"/>
              </p:custDataLst>
            </p:nvPr>
          </p:nvSpPr>
          <p:spPr bwMode="auto">
            <a:xfrm>
              <a:off x="1392" y="4517"/>
              <a:ext cx="6758" cy="2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marL="0" marR="0" lvl="0" indent="0" algn="l" defTabSz="1216025" rtl="0" eaLnBrk="1" fontAlgn="auto" latinLnBrk="0" hangingPunct="1">
                <a:lnSpc>
                  <a:spcPct val="150000"/>
                </a:lnSpc>
                <a:spcBef>
                  <a:spcPts val="0"/>
                </a:spcBef>
                <a:spcAft>
                  <a:spcPts val="0"/>
                </a:spcAft>
                <a:buClrTx/>
                <a:buSzTx/>
                <a:buFontTx/>
                <a:buNone/>
                <a:defRPr/>
              </a:pPr>
              <a:r>
                <a:rPr lang="zh-CN" altLang="en-US" sz="1400" spc="200" dirty="0">
                  <a:solidFill>
                    <a:schemeClr val="bg1"/>
                  </a:solidFill>
                  <a:uFillTx/>
                  <a:latin typeface="Arial"/>
                  <a:ea typeface="阿里巴巴普惠体 Medium"/>
                  <a:cs typeface="阿里巴巴普惠体 Medium"/>
                  <a:sym typeface="Arial"/>
                </a:rPr>
                <a:t>在此输入文本内容在此输入文本内容在此输入文本内容在此输入文本内容输入文本在此输入文本内容在此输入文本内容在此输入文本内容在此输入文本内容在此输入文本内容在此输入文本内容在此输入文本内容输入文本</a:t>
              </a:r>
            </a:p>
          </p:txBody>
        </p:sp>
        <p:grpSp>
          <p:nvGrpSpPr>
            <p:cNvPr id="24" name="组合 23"/>
            <p:cNvGrpSpPr/>
            <p:nvPr/>
          </p:nvGrpSpPr>
          <p:grpSpPr>
            <a:xfrm>
              <a:off x="1392" y="8088"/>
              <a:ext cx="693" cy="152"/>
              <a:chOff x="4800" y="8184"/>
              <a:chExt cx="1533" cy="337"/>
            </a:xfrm>
          </p:grpSpPr>
          <p:sp>
            <p:nvSpPr>
              <p:cNvPr id="21" name="图形"/>
              <p:cNvSpPr/>
              <p:nvPr>
                <p:custDataLst>
                  <p:tags r:id="R8c1c0c94dd794b01"/>
                </p:custDataLst>
              </p:nvPr>
            </p:nvSpPr>
            <p:spPr>
              <a:xfrm>
                <a:off x="4800" y="8184"/>
                <a:ext cx="337" cy="33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阿里巴巴普惠体 Medium"/>
                  <a:cs typeface="阿里巴巴普惠体 Medium"/>
                  <a:sym typeface="Arial"/>
                </a:endParaRPr>
              </a:p>
            </p:txBody>
          </p:sp>
          <p:sp>
            <p:nvSpPr>
              <p:cNvPr id="22" name="图形"/>
              <p:cNvSpPr/>
              <p:nvPr>
                <p:custDataLst>
                  <p:tags r:id="Rd9c239ce8c294bdd"/>
                </p:custDataLst>
              </p:nvPr>
            </p:nvSpPr>
            <p:spPr>
              <a:xfrm>
                <a:off x="5396" y="8184"/>
                <a:ext cx="337" cy="33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阿里巴巴普惠体 Medium"/>
                  <a:cs typeface="阿里巴巴普惠体 Medium"/>
                  <a:sym typeface="Arial"/>
                </a:endParaRPr>
              </a:p>
            </p:txBody>
          </p:sp>
          <p:sp>
            <p:nvSpPr>
              <p:cNvPr id="23" name="图形"/>
              <p:cNvSpPr/>
              <p:nvPr>
                <p:custDataLst>
                  <p:tags r:id="R67e4e56c7d024bef"/>
                </p:custDataLst>
              </p:nvPr>
            </p:nvSpPr>
            <p:spPr>
              <a:xfrm>
                <a:off x="5996" y="8184"/>
                <a:ext cx="337" cy="33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阿里巴巴普惠体 Medium"/>
                  <a:cs typeface="阿里巴巴普惠体 Medium"/>
                  <a:sym typeface="Arial"/>
                </a:endParaRPr>
              </a:p>
            </p:txBody>
          </p:sp>
        </p:grpSp>
        <p:sp>
          <p:nvSpPr>
            <p:cNvPr id="26" name="图形"/>
            <p:cNvSpPr/>
            <p:nvPr>
              <p:custDataLst>
                <p:tags r:id="R05cf0a1557544c73"/>
              </p:custDataLst>
            </p:nvPr>
          </p:nvSpPr>
          <p:spPr>
            <a:xfrm>
              <a:off x="-1817" y="9444"/>
              <a:ext cx="10603" cy="1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阿里巴巴普惠体 Medium"/>
                <a:cs typeface="阿里巴巴普惠体 Medium"/>
                <a:sym typeface="Arial"/>
              </a:endParaRPr>
            </a:p>
          </p:txBody>
        </p:sp>
      </p:grpSp>
    </p:spTree>
    <p:custDataLst>
      <p:tags r:id="R98c63b5482804868"/>
    </p:custDataLst>
  </p:cSld>
  <p:clrMapOvr>
    <a:masterClrMapping/>
  </p:clrMapOvr>
  <p:transition advTm="2000">
    <p:zoom dir="in"/>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2" fill="hold" nodeType="afterEffect">
                                  <p:stCondLst>
                                    <p:cond delay="0"/>
                                  </p:stCondLst>
                                  <p:childTnLst>
                                    <p:set>
                                      <p:cBhvr>
                                        <p:cTn id="6" dur="500" fill="hold">
                                          <p:stCondLst>
                                            <p:cond delay="0"/>
                                          </p:stCondLst>
                                        </p:cTn>
                                        <p:tgtEl>
                                          <p:spTgt spid="2"/>
                                        </p:tgtEl>
                                        <p:attrNameLst>
                                          <p:attrName>style.visibility</p:attrName>
                                        </p:attrNameLst>
                                      </p:cBhvr>
                                      <p:to>
                                        <p:strVal val="visible"/>
                                      </p:to>
                                    </p:set>
                                    <p:animEffect transition="in" filter="wheel(2)">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图形"/>
          <p:cNvGrpSpPr/>
          <p:nvPr/>
        </p:nvGrpSpPr>
        <p:grpSpPr>
          <a:xfrm>
            <a:off x="0" y="635"/>
            <a:ext cx="12196445" cy="6911975"/>
            <a:chOff x="0" y="1"/>
            <a:chExt cx="19207" cy="10885"/>
          </a:xfrm>
        </p:grpSpPr>
        <p:sp>
          <p:nvSpPr>
            <p:cNvPr id="8" name="图形"/>
            <p:cNvSpPr/>
            <p:nvPr>
              <p:custDataLst>
                <p:tags r:id="R14240ce4842e4c08"/>
              </p:custDataLst>
            </p:nvPr>
          </p:nvSpPr>
          <p:spPr>
            <a:xfrm>
              <a:off x="0" y="1809"/>
              <a:ext cx="4971" cy="78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阿里巴巴普惠体 Medium"/>
                <a:cs typeface="阿里巴巴普惠体 Medium"/>
                <a:sym typeface="Arial"/>
              </a:endParaRPr>
            </a:p>
          </p:txBody>
        </p:sp>
        <p:pic>
          <p:nvPicPr>
            <p:cNvPr id="7" name="图形" descr="E:\006包图网\素材\001婚礼\2\5d413101394a5.jpg5d413101394a5"/>
            <p:cNvPicPr>
              <a:picLocks noChangeAspect="1"/>
            </p:cNvPicPr>
            <p:nvPr>
              <p:custDataLst>
                <p:tags r:id="R55bd011336f949af"/>
              </p:custDataLst>
            </p:nvPr>
          </p:nvPicPr>
          <p:blipFill>
            <a:blip r:embed="R3d73a0a4a8b04e8d"/>
            <a:srcRect/>
            <a:stretch>
              <a:fillRect/>
            </a:stretch>
          </p:blipFill>
          <p:spPr>
            <a:xfrm>
              <a:off x="2162" y="1"/>
              <a:ext cx="7257" cy="10885"/>
            </a:xfrm>
            <a:prstGeom prst="rect">
              <a:avLst/>
            </a:prstGeom>
          </p:spPr>
        </p:pic>
        <p:sp>
          <p:nvSpPr>
            <p:cNvPr id="2" name="图形"/>
            <p:cNvSpPr/>
            <p:nvPr>
              <p:custDataLst>
                <p:tags r:id="R208c049397bf43d8"/>
              </p:custDataLst>
            </p:nvPr>
          </p:nvSpPr>
          <p:spPr>
            <a:xfrm>
              <a:off x="18755" y="2449"/>
              <a:ext cx="452" cy="58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阿里巴巴普惠体 Medium"/>
                <a:cs typeface="阿里巴巴普惠体 Medium"/>
                <a:sym typeface="Arial"/>
              </a:endParaRPr>
            </a:p>
          </p:txBody>
        </p:sp>
        <p:sp>
          <p:nvSpPr>
            <p:cNvPr id="3" name="图形"/>
            <p:cNvSpPr txBox="1"/>
            <p:nvPr>
              <p:custDataLst>
                <p:tags r:id="R636f123941cd4b2b"/>
              </p:custDataLst>
            </p:nvPr>
          </p:nvSpPr>
          <p:spPr>
            <a:xfrm>
              <a:off x="9995" y="1809"/>
              <a:ext cx="5531" cy="1212"/>
            </a:xfrm>
            <a:prstGeom prst="rect">
              <a:avLst/>
            </a:prstGeom>
            <a:noFill/>
          </p:spPr>
          <p:txBody>
            <a:bodyPr wrap="none" rtlCol="0">
              <a:spAutoFit/>
            </a:bodyPr>
            <a:lstStyle/>
            <a:p>
              <a:pPr algn="l">
                <a:lnSpc>
                  <a:spcPct val="100000"/>
                </a:lnSpc>
              </a:pPr>
              <a:r>
                <a:rPr lang="zh-CN" altLang="en-US" sz="4400">
                  <a:solidFill>
                    <a:schemeClr val="accent1"/>
                  </a:solidFill>
                  <a:latin typeface="Arial"/>
                  <a:ea typeface="阿里巴巴普惠体 Medium"/>
                  <a:cs typeface="阿里巴巴普惠体 Medium"/>
                  <a:sym typeface="Arial"/>
                </a:rPr>
                <a:t>预设标题文本</a:t>
              </a:r>
              <a:endParaRPr lang="zh-CN" altLang="en-US" sz="4400" dirty="0">
                <a:solidFill>
                  <a:schemeClr val="accent1"/>
                </a:solidFill>
                <a:latin typeface="Arial"/>
                <a:ea typeface="阿里巴巴普惠体 Medium"/>
                <a:cs typeface="阿里巴巴普惠体 Medium"/>
                <a:sym typeface="Arial"/>
              </a:endParaRPr>
            </a:p>
          </p:txBody>
        </p:sp>
        <p:sp>
          <p:nvSpPr>
            <p:cNvPr id="6" name="图形"/>
            <p:cNvSpPr txBox="1"/>
            <p:nvPr>
              <p:custDataLst>
                <p:tags r:id="Rbcf66f6c98d843fb"/>
              </p:custDataLst>
            </p:nvPr>
          </p:nvSpPr>
          <p:spPr>
            <a:xfrm>
              <a:off x="9995" y="3840"/>
              <a:ext cx="7245" cy="4120"/>
            </a:xfrm>
            <a:prstGeom prst="rect">
              <a:avLst/>
            </a:prstGeom>
            <a:noFill/>
          </p:spPr>
          <p:txBody>
            <a:bodyPr wrap="square" rtlCol="0">
              <a:spAutoFit/>
            </a:bodyPr>
            <a:lstStyle/>
            <a:p>
              <a:pPr indent="0" algn="l" fontAlgn="auto">
                <a:lnSpc>
                  <a:spcPct val="150000"/>
                </a:lnSpc>
                <a:spcBef>
                  <a:spcPts val="600"/>
                </a:spcBef>
                <a:spcAft>
                  <a:spcPts val="600"/>
                </a:spcAft>
                <a:buClr>
                  <a:srgbClr val="5851BC"/>
                </a:buClr>
                <a:buNone/>
              </a:pPr>
              <a:r>
                <a:rPr lang="zh-CN" sz="1600">
                  <a:solidFill>
                    <a:schemeClr val="tx1">
                      <a:lumMod val="65000"/>
                      <a:lumOff val="35000"/>
                    </a:schemeClr>
                  </a:solidFill>
                  <a:latin typeface="Arial"/>
                  <a:ea typeface="阿里巴巴普惠体 Medium"/>
                  <a:cs typeface="阿里巴巴普惠体 Medium"/>
                  <a:sym typeface="Arial"/>
                </a:rPr>
                <a:t>在此输入文本内容在此输入文本内容在此输入文本内容输入文本内容在此输入文本内容</a:t>
              </a:r>
            </a:p>
            <a:p>
              <a:pPr indent="0" algn="l" fontAlgn="auto">
                <a:lnSpc>
                  <a:spcPct val="150000"/>
                </a:lnSpc>
                <a:spcBef>
                  <a:spcPts val="600"/>
                </a:spcBef>
                <a:spcAft>
                  <a:spcPts val="600"/>
                </a:spcAft>
                <a:buClr>
                  <a:srgbClr val="5851BC"/>
                </a:buClr>
                <a:buNone/>
              </a:pPr>
              <a:r>
                <a:rPr lang="zh-CN" sz="1600">
                  <a:solidFill>
                    <a:schemeClr val="tx1">
                      <a:lumMod val="65000"/>
                      <a:lumOff val="35000"/>
                    </a:schemeClr>
                  </a:solidFill>
                  <a:latin typeface="Arial"/>
                  <a:ea typeface="阿里巴巴普惠体 Medium"/>
                  <a:cs typeface="阿里巴巴普惠体 Medium"/>
                  <a:sym typeface="Arial"/>
                </a:rPr>
                <a:t>在此输入文本内容在此输入文本内容在此输入文本在此输入文本内容在此输入文本内容</a:t>
              </a:r>
            </a:p>
            <a:p>
              <a:pPr indent="0" algn="l" fontAlgn="auto">
                <a:lnSpc>
                  <a:spcPct val="150000"/>
                </a:lnSpc>
                <a:spcBef>
                  <a:spcPts val="600"/>
                </a:spcBef>
                <a:spcAft>
                  <a:spcPts val="600"/>
                </a:spcAft>
                <a:buClr>
                  <a:srgbClr val="5851BC"/>
                </a:buClr>
                <a:buNone/>
              </a:pPr>
              <a:r>
                <a:rPr lang="zh-CN" sz="1600">
                  <a:solidFill>
                    <a:schemeClr val="tx1">
                      <a:lumMod val="65000"/>
                      <a:lumOff val="35000"/>
                    </a:schemeClr>
                  </a:solidFill>
                  <a:latin typeface="Arial"/>
                  <a:ea typeface="阿里巴巴普惠体 Medium"/>
                  <a:cs typeface="阿里巴巴普惠体 Medium"/>
                  <a:sym typeface="Arial"/>
                </a:rPr>
                <a:t>在此输入文本内容在此输入文本内容在此输入文本在此输入文本内容在此输入文本内容</a:t>
              </a:r>
              <a:endParaRPr lang="zh-CN" altLang="zh-CN" sz="1600" dirty="0">
                <a:solidFill>
                  <a:schemeClr val="tx1">
                    <a:lumMod val="65000"/>
                    <a:lumOff val="35000"/>
                  </a:schemeClr>
                </a:solidFill>
                <a:latin typeface="Arial"/>
                <a:ea typeface="阿里巴巴普惠体 Medium"/>
                <a:cs typeface="阿里巴巴普惠体 Medium"/>
                <a:sym typeface="Arial"/>
              </a:endParaRPr>
            </a:p>
          </p:txBody>
        </p:sp>
        <p:cxnSp>
          <p:nvCxnSpPr>
            <p:cNvPr id="5" name="图形"/>
            <p:cNvCxnSpPr/>
            <p:nvPr>
              <p:custDataLst>
                <p:tags r:id="Rac47bdd4fb6848ee"/>
              </p:custDataLst>
            </p:nvPr>
          </p:nvCxnSpPr>
          <p:spPr>
            <a:xfrm>
              <a:off x="10275" y="3542"/>
              <a:ext cx="894" cy="0"/>
            </a:xfrm>
            <a:prstGeom prst="line">
              <a:avLst/>
            </a:prstGeom>
            <a:ln w="101600" cap="rnd">
              <a:solidFill>
                <a:schemeClr val="accent1"/>
              </a:solidFill>
              <a:round/>
            </a:ln>
          </p:spPr>
          <p:style>
            <a:lnRef idx="1">
              <a:schemeClr val="accent1"/>
            </a:lnRef>
            <a:fillRef idx="0">
              <a:schemeClr val="accent1"/>
            </a:fillRef>
            <a:effectRef idx="0">
              <a:schemeClr val="accent1"/>
            </a:effectRef>
            <a:fontRef idx="minor">
              <a:schemeClr val="tx1"/>
            </a:fontRef>
          </p:style>
        </p:cxnSp>
      </p:grpSp>
    </p:spTree>
    <p:custDataLst>
      <p:tags r:id="R236c04916d8c40b3"/>
    </p:custDataLst>
  </p:cSld>
  <p:clrMapOvr>
    <a:masterClrMapping/>
  </p:clrMapOvr>
  <p:transition advTm="2000">
    <p:blinds/>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nodeType="afterEffect">
                                  <p:stCondLst>
                                    <p:cond delay="0"/>
                                  </p:stCondLst>
                                  <p:childTnLst>
                                    <p:set>
                                      <p:cBhvr>
                                        <p:cTn id="6" dur="500" fill="hold">
                                          <p:stCondLst>
                                            <p:cond delay="0"/>
                                          </p:stCondLst>
                                        </p:cTn>
                                        <p:tgtEl>
                                          <p:spTgt spid="4"/>
                                        </p:tgtEl>
                                        <p:attrNameLst>
                                          <p:attrName>style.visibility</p:attrName>
                                        </p:attrNameLst>
                                      </p:cBhvr>
                                      <p:to>
                                        <p:strVal val="visible"/>
                                      </p:to>
                                    </p:set>
                                    <p:animEffect transition="in" filter="wheel(1)">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形" descr="E:\006包图网\素材\001婚礼\2\5d4136e69300a.jpg5d4136e69300a"/>
          <p:cNvPicPr>
            <a:picLocks noChangeAspect="1"/>
          </p:cNvPicPr>
          <p:nvPr>
            <p:custDataLst>
              <p:tags r:id="Ra5b46acae2d44ba6"/>
            </p:custDataLst>
          </p:nvPr>
        </p:nvPicPr>
        <p:blipFill rotWithShape="1">
          <a:blip r:embed="Rd78a42d2437740fb"/>
          <a:srcRect/>
          <a:stretch>
            <a:fillRect/>
          </a:stretch>
        </p:blipFill>
        <p:spPr>
          <a:xfrm>
            <a:off x="7524115" y="523875"/>
            <a:ext cx="3783331" cy="5675630"/>
          </a:xfrm>
          <a:prstGeom prst="rect">
            <a:avLst/>
          </a:prstGeom>
        </p:spPr>
      </p:pic>
      <p:pic>
        <p:nvPicPr>
          <p:cNvPr id="6" name="图形" descr="E:\006包图网\素材\001婚礼\2\5d4166dd4b325.jpg5d4166dd4b325"/>
          <p:cNvPicPr>
            <a:picLocks noChangeAspect="1"/>
          </p:cNvPicPr>
          <p:nvPr>
            <p:custDataLst>
              <p:tags r:id="Rb5dfb96656a6497c"/>
            </p:custDataLst>
          </p:nvPr>
        </p:nvPicPr>
        <p:blipFill rotWithShape="1">
          <a:blip r:embed="R5c31d1c0afff48af"/>
          <a:srcRect t="19840" b="7813"/>
          <a:stretch>
            <a:fillRect/>
          </a:stretch>
        </p:blipFill>
        <p:spPr>
          <a:xfrm>
            <a:off x="842646" y="3749040"/>
            <a:ext cx="4500245" cy="2170430"/>
          </a:xfrm>
          <a:prstGeom prst="rect">
            <a:avLst/>
          </a:prstGeom>
        </p:spPr>
      </p:pic>
      <p:sp>
        <p:nvSpPr>
          <p:cNvPr id="7" name="图形"/>
          <p:cNvSpPr/>
          <p:nvPr>
            <p:custDataLst>
              <p:tags r:id="R89d35964f8654765"/>
            </p:custDataLst>
          </p:nvPr>
        </p:nvSpPr>
        <p:spPr>
          <a:xfrm>
            <a:off x="5745480" y="0"/>
            <a:ext cx="2332208" cy="1905000"/>
          </a:xfrm>
          <a:prstGeom prst="rect">
            <a:avLst/>
          </a:prstGeom>
          <a:solidFill>
            <a:srgbClr val="A882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a:ea typeface="阿里巴巴普惠体 Medium"/>
              <a:cs typeface="阿里巴巴普惠体 Medium"/>
              <a:sym typeface="Arial"/>
            </a:endParaRPr>
          </a:p>
        </p:txBody>
      </p:sp>
      <p:sp>
        <p:nvSpPr>
          <p:cNvPr id="2" name="图形"/>
          <p:cNvSpPr/>
          <p:nvPr>
            <p:custDataLst>
              <p:tags r:id="Rf80a733c1a734f75"/>
            </p:custDataLst>
          </p:nvPr>
        </p:nvSpPr>
        <p:spPr>
          <a:xfrm>
            <a:off x="0" y="6199507"/>
            <a:ext cx="842645" cy="658495"/>
          </a:xfrm>
          <a:prstGeom prst="rect">
            <a:avLst/>
          </a:prstGeom>
          <a:solidFill>
            <a:srgbClr val="A882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阿里巴巴普惠体 Medium"/>
              <a:cs typeface="阿里巴巴普惠体 Medium"/>
              <a:sym typeface="Arial"/>
            </a:endParaRPr>
          </a:p>
        </p:txBody>
      </p:sp>
      <p:grpSp>
        <p:nvGrpSpPr>
          <p:cNvPr id="10" name="图形"/>
          <p:cNvGrpSpPr/>
          <p:nvPr/>
        </p:nvGrpSpPr>
        <p:grpSpPr>
          <a:xfrm>
            <a:off x="6430647" y="646430"/>
            <a:ext cx="615315" cy="5273040"/>
            <a:chOff x="10127" y="1018"/>
            <a:chExt cx="969" cy="8304"/>
          </a:xfrm>
        </p:grpSpPr>
        <p:sp>
          <p:nvSpPr>
            <p:cNvPr id="8" name="图形"/>
            <p:cNvSpPr txBox="1"/>
            <p:nvPr>
              <p:custDataLst>
                <p:tags r:id="R3851646ceed04785"/>
              </p:custDataLst>
            </p:nvPr>
          </p:nvSpPr>
          <p:spPr>
            <a:xfrm>
              <a:off x="10127" y="1018"/>
              <a:ext cx="969" cy="3963"/>
            </a:xfrm>
            <a:prstGeom prst="rect">
              <a:avLst/>
            </a:prstGeom>
            <a:noFill/>
          </p:spPr>
          <p:txBody>
            <a:bodyPr vert="eaVert" wrap="square" rtlCol="0">
              <a:spAutoFit/>
            </a:bodyPr>
            <a:lstStyle/>
            <a:p>
              <a:pPr algn="l"/>
              <a:r>
                <a:rPr lang="en-US" altLang="zh-CN" sz="2800" dirty="0">
                  <a:solidFill>
                    <a:schemeClr val="bg1"/>
                  </a:solidFill>
                  <a:latin typeface="Arial"/>
                  <a:ea typeface="阿里巴巴普惠体 Medium"/>
                  <a:cs typeface="阿里巴巴普惠体 Medium"/>
                  <a:sym typeface="Arial"/>
                </a:rPr>
                <a:t>PART    </a:t>
              </a:r>
              <a:r>
                <a:rPr lang="en-US" altLang="zh-CN" sz="2800" dirty="0">
                  <a:solidFill>
                    <a:srgbClr val="A8825E"/>
                  </a:solidFill>
                  <a:latin typeface="Arial"/>
                  <a:ea typeface="阿里巴巴普惠体 Medium"/>
                  <a:cs typeface="阿里巴巴普惠体 Medium"/>
                  <a:sym typeface="Arial"/>
                </a:rPr>
                <a:t>TWO</a:t>
              </a:r>
            </a:p>
          </p:txBody>
        </p:sp>
        <p:sp>
          <p:nvSpPr>
            <p:cNvPr id="12" name="图形"/>
            <p:cNvSpPr/>
            <p:nvPr>
              <p:custDataLst>
                <p:tags r:id="R6478a162f186429b"/>
              </p:custDataLst>
            </p:nvPr>
          </p:nvSpPr>
          <p:spPr>
            <a:xfrm rot="5400000">
              <a:off x="8300" y="6927"/>
              <a:ext cx="4615" cy="176"/>
            </a:xfrm>
            <a:prstGeom prst="rect">
              <a:avLst/>
            </a:prstGeom>
            <a:solidFill>
              <a:schemeClr val="bg2">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阿里巴巴普惠体 Medium"/>
                <a:cs typeface="阿里巴巴普惠体 Medium"/>
                <a:sym typeface="Arial"/>
              </a:endParaRPr>
            </a:p>
          </p:txBody>
        </p:sp>
      </p:grpSp>
      <p:sp>
        <p:nvSpPr>
          <p:cNvPr id="5" name="图形"/>
          <p:cNvSpPr txBox="1"/>
          <p:nvPr>
            <p:custDataLst>
              <p:tags r:id="Rd5c06092ee514875"/>
            </p:custDataLst>
          </p:nvPr>
        </p:nvSpPr>
        <p:spPr>
          <a:xfrm>
            <a:off x="985520" y="1792605"/>
            <a:ext cx="4439920" cy="923330"/>
          </a:xfrm>
          <a:prstGeom prst="rect">
            <a:avLst/>
          </a:prstGeom>
          <a:noFill/>
        </p:spPr>
        <p:txBody>
          <a:bodyPr wrap="square" rtlCol="0" anchor="t">
            <a:spAutoFit/>
          </a:bodyPr>
          <a:lstStyle>
            <a:defPPr>
              <a:defRPr lang="zh-CN"/>
            </a:defPPr>
            <a:lvl1pPr algn="dist">
              <a:defRPr sz="5400">
                <a:solidFill>
                  <a:schemeClr val="tx1">
                    <a:lumMod val="85000"/>
                    <a:lumOff val="15000"/>
                  </a:schemeClr>
                </a:solidFill>
                <a:latin typeface="阿里巴巴普惠体 Heavy" pitchFamily="18" charset="-122"/>
                <a:ea typeface="阿里巴巴普惠体 Heavy" pitchFamily="18" charset="-122"/>
                <a:cs typeface="阿里巴巴普惠体 Heavy" pitchFamily="18" charset="-122"/>
              </a:defRPr>
            </a:lvl1pPr>
          </a:lstStyle>
          <a:p>
            <a:r>
              <a:rPr lang="zh-CN" altLang="en-US" dirty="0">
                <a:sym typeface="Arial"/>
              </a:rPr>
              <a:t>婚礼活动策划</a:t>
            </a:r>
          </a:p>
        </p:txBody>
      </p:sp>
      <p:sp>
        <p:nvSpPr>
          <p:cNvPr id="21" name="图形"/>
          <p:cNvSpPr txBox="1"/>
          <p:nvPr>
            <p:custDataLst>
              <p:tags r:id="R53ac4cf8ec7b45da"/>
            </p:custDataLst>
          </p:nvPr>
        </p:nvSpPr>
        <p:spPr>
          <a:xfrm>
            <a:off x="237" y="981448"/>
            <a:ext cx="1858551" cy="923330"/>
          </a:xfrm>
          <a:prstGeom prst="rect">
            <a:avLst/>
          </a:prstGeom>
          <a:noFill/>
        </p:spPr>
        <p:txBody>
          <a:bodyPr wrap="square" rtlCol="0">
            <a:spAutoFit/>
          </a:bodyPr>
          <a:lstStyle/>
          <a:p>
            <a:pPr algn="ctr"/>
            <a:r>
              <a:rPr lang="zh-CN" altLang="en-US" sz="5400">
                <a:solidFill>
                  <a:schemeClr val="tx1">
                    <a:lumMod val="85000"/>
                    <a:lumOff val="15000"/>
                  </a:schemeClr>
                </a:solidFill>
                <a:latin typeface="Arial"/>
                <a:ea typeface="阿里巴巴普惠体 Medium"/>
                <a:cs typeface="阿里巴巴普惠体 Medium"/>
                <a:sym typeface="Arial"/>
              </a:rPr>
              <a:t>“</a:t>
            </a:r>
          </a:p>
        </p:txBody>
      </p:sp>
      <p:sp>
        <p:nvSpPr>
          <p:cNvPr id="37" name="图形"/>
          <p:cNvSpPr txBox="1"/>
          <p:nvPr>
            <p:custDataLst>
              <p:tags r:id="Rf6543fb2a7c34ed6"/>
            </p:custDataLst>
          </p:nvPr>
        </p:nvSpPr>
        <p:spPr>
          <a:xfrm>
            <a:off x="1083311" y="2571117"/>
            <a:ext cx="4439285" cy="830997"/>
          </a:xfrm>
          <a:prstGeom prst="rect">
            <a:avLst/>
          </a:prstGeom>
          <a:noFill/>
        </p:spPr>
        <p:txBody>
          <a:bodyPr vert="horz" wrap="square" rtlCol="0">
            <a:spAutoFit/>
          </a:bodyPr>
          <a:lstStyle/>
          <a:p>
            <a:pPr algn="l">
              <a:lnSpc>
                <a:spcPct val="200000"/>
              </a:lnSpc>
              <a:spcBef>
                <a:spcPts val="0"/>
              </a:spcBef>
              <a:spcAft>
                <a:spcPts val="0"/>
              </a:spcAft>
            </a:pPr>
            <a:r>
              <a:rPr lang="zh-CN" altLang="en-US" sz="1200">
                <a:solidFill>
                  <a:schemeClr val="tx1">
                    <a:lumMod val="85000"/>
                    <a:lumOff val="15000"/>
                  </a:schemeClr>
                </a:solidFill>
                <a:latin typeface="Arial"/>
                <a:ea typeface="阿里巴巴普惠体 Medium"/>
                <a:cs typeface="阿里巴巴普惠体 Medium"/>
                <a:sym typeface="Arial"/>
              </a:rPr>
              <a:t>Add your text content</a:t>
            </a:r>
            <a:r>
              <a:rPr lang="en-US" altLang="zh-CN" sz="1200">
                <a:solidFill>
                  <a:schemeClr val="tx1">
                    <a:lumMod val="85000"/>
                    <a:lumOff val="15000"/>
                  </a:schemeClr>
                </a:solidFill>
                <a:latin typeface="Arial"/>
                <a:ea typeface="阿里巴巴普惠体 Medium"/>
                <a:cs typeface="阿里巴巴普惠体 Medium"/>
                <a:sym typeface="Arial"/>
              </a:rPr>
              <a:t>.</a:t>
            </a:r>
            <a:r>
              <a:rPr lang="zh-CN" altLang="en-US" sz="1200">
                <a:solidFill>
                  <a:schemeClr val="tx1">
                    <a:lumMod val="85000"/>
                    <a:lumOff val="15000"/>
                  </a:schemeClr>
                </a:solidFill>
                <a:latin typeface="Arial"/>
                <a:ea typeface="阿里巴巴普惠体 Medium"/>
                <a:cs typeface="阿里巴巴普惠体 Medium"/>
                <a:sym typeface="Arial"/>
              </a:rPr>
              <a:t>Add your text content</a:t>
            </a:r>
            <a:r>
              <a:rPr lang="en-US" altLang="zh-CN" sz="1200">
                <a:solidFill>
                  <a:schemeClr val="tx1">
                    <a:lumMod val="85000"/>
                    <a:lumOff val="15000"/>
                  </a:schemeClr>
                </a:solidFill>
                <a:latin typeface="Arial"/>
                <a:ea typeface="阿里巴巴普惠体 Medium"/>
                <a:cs typeface="阿里巴巴普惠体 Medium"/>
                <a:sym typeface="Arial"/>
              </a:rPr>
              <a:t>.</a:t>
            </a:r>
            <a:r>
              <a:rPr lang="zh-CN" altLang="en-US" sz="1200">
                <a:solidFill>
                  <a:schemeClr val="tx1">
                    <a:lumMod val="85000"/>
                    <a:lumOff val="15000"/>
                  </a:schemeClr>
                </a:solidFill>
                <a:latin typeface="Arial"/>
                <a:ea typeface="阿里巴巴普惠体 Medium"/>
                <a:cs typeface="阿里巴巴普惠体 Medium"/>
                <a:sym typeface="Arial"/>
              </a:rPr>
              <a:t>Add your text content</a:t>
            </a:r>
            <a:r>
              <a:rPr lang="en-US" altLang="zh-CN" sz="1200">
                <a:solidFill>
                  <a:schemeClr val="tx1">
                    <a:lumMod val="85000"/>
                    <a:lumOff val="15000"/>
                  </a:schemeClr>
                </a:solidFill>
                <a:latin typeface="Arial"/>
                <a:ea typeface="阿里巴巴普惠体 Medium"/>
                <a:cs typeface="阿里巴巴普惠体 Medium"/>
                <a:sym typeface="Arial"/>
              </a:rPr>
              <a:t>.</a:t>
            </a:r>
            <a:r>
              <a:rPr lang="zh-CN" altLang="en-US" sz="1200">
                <a:solidFill>
                  <a:schemeClr val="tx1">
                    <a:lumMod val="85000"/>
                    <a:lumOff val="15000"/>
                  </a:schemeClr>
                </a:solidFill>
                <a:latin typeface="Arial"/>
                <a:ea typeface="阿里巴巴普惠体 Medium"/>
                <a:cs typeface="阿里巴巴普惠体 Medium"/>
                <a:sym typeface="Arial"/>
              </a:rPr>
              <a:t>Add your text content</a:t>
            </a:r>
            <a:r>
              <a:rPr lang="en-US" altLang="zh-CN" sz="1200">
                <a:solidFill>
                  <a:schemeClr val="tx1">
                    <a:lumMod val="85000"/>
                    <a:lumOff val="15000"/>
                  </a:schemeClr>
                </a:solidFill>
                <a:latin typeface="Arial"/>
                <a:ea typeface="阿里巴巴普惠体 Medium"/>
                <a:cs typeface="阿里巴巴普惠体 Medium"/>
                <a:sym typeface="Arial"/>
              </a:rPr>
              <a:t>.</a:t>
            </a:r>
            <a:endParaRPr kumimoji="0" lang="en-US" altLang="zh-CN" sz="1200" b="0" i="0" u="none" strike="noStrike" kern="1200" cap="none" spc="0" normalizeH="0" baseline="0" noProof="0" dirty="0">
              <a:ln>
                <a:noFill/>
              </a:ln>
              <a:solidFill>
                <a:schemeClr val="tx1">
                  <a:lumMod val="50000"/>
                  <a:lumOff val="50000"/>
                </a:schemeClr>
              </a:solidFill>
              <a:effectLst/>
              <a:uLnTx/>
              <a:uFillTx/>
              <a:latin typeface="Arial"/>
              <a:ea typeface="阿里巴巴普惠体 Medium"/>
              <a:cs typeface="阿里巴巴普惠体 Medium"/>
              <a:sym typeface="Arial"/>
            </a:endParaRPr>
          </a:p>
        </p:txBody>
      </p:sp>
    </p:spTree>
    <p:custDataLst>
      <p:tags r:id="Rdd69a3aaacf64cd9"/>
    </p:custDataLst>
  </p:cSld>
  <p:clrMapOvr>
    <a:masterClrMapping/>
  </p:clrMapOvr>
  <p:transition advTm="2000">
    <p:wheel spokes="2"/>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wipe(left)">
                                      <p:cBhvr>
                                        <p:cTn id="11" dur="500"/>
                                        <p:tgtEl>
                                          <p:spTgt spid="7"/>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wipe(left)">
                                      <p:cBhvr>
                                        <p:cTn id="15" dur="500"/>
                                        <p:tgtEl>
                                          <p:spTgt spid="10"/>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wipe(left)">
                                      <p:cBhvr>
                                        <p:cTn id="19" dur="500"/>
                                        <p:tgtEl>
                                          <p:spTgt spid="2"/>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21"/>
                                        </p:tgtEl>
                                        <p:attrNameLst>
                                          <p:attrName>style.visibility</p:attrName>
                                        </p:attrNameLst>
                                      </p:cBhvr>
                                      <p:to>
                                        <p:strVal val="visible"/>
                                      </p:to>
                                    </p:set>
                                    <p:animEffect transition="in" filter="wipe(left)">
                                      <p:cBhvr>
                                        <p:cTn id="23" dur="500"/>
                                        <p:tgtEl>
                                          <p:spTgt spid="21"/>
                                        </p:tgtEl>
                                      </p:cBhvr>
                                    </p:animEffect>
                                  </p:childTnLst>
                                </p:cTn>
                              </p:par>
                            </p:childTnLst>
                          </p:cTn>
                        </p:par>
                        <p:par>
                          <p:cTn id="24" fill="hold">
                            <p:stCondLst>
                              <p:cond delay="2500"/>
                            </p:stCondLst>
                            <p:childTnLst>
                              <p:par>
                                <p:cTn id="25" presetID="22" presetClass="entr" presetSubtype="8" fill="hold" nodeType="after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wipe(left)">
                                      <p:cBhvr>
                                        <p:cTn id="27" dur="500"/>
                                        <p:tgtEl>
                                          <p:spTgt spid="6"/>
                                        </p:tgtEl>
                                      </p:cBhvr>
                                    </p:animEffect>
                                  </p:childTnLst>
                                </p:cTn>
                              </p:par>
                            </p:childTnLst>
                          </p:cTn>
                        </p:par>
                        <p:par>
                          <p:cTn id="28" fill="hold">
                            <p:stCondLst>
                              <p:cond delay="3000"/>
                            </p:stCondLst>
                            <p:childTnLst>
                              <p:par>
                                <p:cTn id="29" presetID="22" presetClass="entr" presetSubtype="8" fill="hold" grpId="0" nodeType="afterEffect">
                                  <p:stCondLst>
                                    <p:cond delay="0"/>
                                  </p:stCondLst>
                                  <p:childTnLst>
                                    <p:set>
                                      <p:cBhvr>
                                        <p:cTn id="30" dur="1" fill="hold">
                                          <p:stCondLst>
                                            <p:cond delay="0"/>
                                          </p:stCondLst>
                                        </p:cTn>
                                        <p:tgtEl>
                                          <p:spTgt spid="5"/>
                                        </p:tgtEl>
                                        <p:attrNameLst>
                                          <p:attrName>style.visibility</p:attrName>
                                        </p:attrNameLst>
                                      </p:cBhvr>
                                      <p:to>
                                        <p:strVal val="visible"/>
                                      </p:to>
                                    </p:set>
                                    <p:animEffect transition="in" filter="wipe(left)">
                                      <p:cBhvr>
                                        <p:cTn id="31" dur="500"/>
                                        <p:tgtEl>
                                          <p:spTgt spid="5"/>
                                        </p:tgtEl>
                                      </p:cBhvr>
                                    </p:animEffect>
                                  </p:childTnLst>
                                </p:cTn>
                              </p:par>
                            </p:childTnLst>
                          </p:cTn>
                        </p:par>
                        <p:par>
                          <p:cTn id="32" fill="hold">
                            <p:stCondLst>
                              <p:cond delay="3500"/>
                            </p:stCondLst>
                            <p:childTnLst>
                              <p:par>
                                <p:cTn id="33" presetID="22" presetClass="entr" presetSubtype="8" fill="hold" grpId="0" nodeType="afterEffect">
                                  <p:stCondLst>
                                    <p:cond delay="0"/>
                                  </p:stCondLst>
                                  <p:childTnLst>
                                    <p:set>
                                      <p:cBhvr>
                                        <p:cTn id="34" dur="1" fill="hold">
                                          <p:stCondLst>
                                            <p:cond delay="0"/>
                                          </p:stCondLst>
                                        </p:cTn>
                                        <p:tgtEl>
                                          <p:spTgt spid="37"/>
                                        </p:tgtEl>
                                        <p:attrNameLst>
                                          <p:attrName>style.visibility</p:attrName>
                                        </p:attrNameLst>
                                      </p:cBhvr>
                                      <p:to>
                                        <p:strVal val="visible"/>
                                      </p:to>
                                    </p:set>
                                    <p:animEffect transition="in" filter="wipe(left)">
                                      <p:cBhvr>
                                        <p:cTn id="35"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7" grpId="1" animBg="1"/>
      <p:bldP spid="2" grpId="0" bldLvl="0" animBg="1"/>
      <p:bldP spid="2" grpId="1" animBg="1"/>
      <p:bldP spid="5" grpId="0"/>
      <p:bldP spid="5" grpId="1"/>
      <p:bldP spid="21" grpId="0"/>
      <p:bldP spid="21" grpId="1"/>
      <p:bldP spid="37" grpId="0"/>
      <p:bldP spid="37" grpId="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图形"/>
          <p:cNvGrpSpPr/>
          <p:nvPr/>
        </p:nvGrpSpPr>
        <p:grpSpPr>
          <a:xfrm>
            <a:off x="2" y="2"/>
            <a:ext cx="11113769" cy="5469890"/>
            <a:chOff x="0" y="0"/>
            <a:chExt cx="17502" cy="8614"/>
          </a:xfrm>
        </p:grpSpPr>
        <p:sp>
          <p:nvSpPr>
            <p:cNvPr id="5" name="图形"/>
            <p:cNvSpPr/>
            <p:nvPr>
              <p:custDataLst>
                <p:tags r:id="Rd076e559f83e488c"/>
              </p:custDataLst>
            </p:nvPr>
          </p:nvSpPr>
          <p:spPr>
            <a:xfrm>
              <a:off x="0" y="0"/>
              <a:ext cx="5920" cy="507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阿里巴巴普惠体 Medium"/>
                <a:cs typeface="阿里巴巴普惠体 Medium"/>
                <a:sym typeface="Arial"/>
              </a:endParaRPr>
            </a:p>
          </p:txBody>
        </p:sp>
        <p:grpSp>
          <p:nvGrpSpPr>
            <p:cNvPr id="4" name="组合 3"/>
            <p:cNvGrpSpPr/>
            <p:nvPr/>
          </p:nvGrpSpPr>
          <p:grpSpPr>
            <a:xfrm flipH="1">
              <a:off x="1735" y="2325"/>
              <a:ext cx="15767" cy="6289"/>
              <a:chOff x="1681" y="2325"/>
              <a:chExt cx="15767" cy="6289"/>
            </a:xfrm>
          </p:grpSpPr>
          <p:pic>
            <p:nvPicPr>
              <p:cNvPr id="2" name="图形" descr="E:\006包图网\素材\001婚礼\2\5d4134d1b2916.jpg5d4134d1b2916"/>
              <p:cNvPicPr>
                <a:picLocks noChangeAspect="1"/>
              </p:cNvPicPr>
              <p:nvPr>
                <p:custDataLst>
                  <p:tags r:id="R543fabef1cac440f"/>
                </p:custDataLst>
              </p:nvPr>
            </p:nvPicPr>
            <p:blipFill>
              <a:blip r:embed="R7051c1d1b3524c51"/>
              <a:srcRect/>
              <a:stretch>
                <a:fillRect/>
              </a:stretch>
            </p:blipFill>
            <p:spPr>
              <a:xfrm>
                <a:off x="13256" y="2325"/>
                <a:ext cx="4192" cy="6289"/>
              </a:xfrm>
              <a:prstGeom prst="rect">
                <a:avLst/>
              </a:prstGeom>
            </p:spPr>
          </p:pic>
          <p:pic>
            <p:nvPicPr>
              <p:cNvPr id="39" name="图形" descr="E:\006包图网\素材\001婚礼\2\15431.jpg15431"/>
              <p:cNvPicPr>
                <a:picLocks noChangeAspect="1"/>
              </p:cNvPicPr>
              <p:nvPr>
                <p:custDataLst>
                  <p:tags r:id="R9fe849c4eed14148"/>
                </p:custDataLst>
              </p:nvPr>
            </p:nvPicPr>
            <p:blipFill>
              <a:blip r:embed="Rb10f743b32104e00"/>
              <a:srcRect/>
              <a:stretch>
                <a:fillRect/>
              </a:stretch>
            </p:blipFill>
            <p:spPr>
              <a:xfrm>
                <a:off x="7661" y="3298"/>
                <a:ext cx="4380" cy="2920"/>
              </a:xfrm>
              <a:prstGeom prst="rect">
                <a:avLst/>
              </a:prstGeom>
            </p:spPr>
          </p:pic>
          <p:pic>
            <p:nvPicPr>
              <p:cNvPr id="3" name="图形" descr="E:\006包图网\素材\001婚礼\2\15393.jpg15393"/>
              <p:cNvPicPr>
                <a:picLocks noChangeAspect="1"/>
              </p:cNvPicPr>
              <p:nvPr>
                <p:custDataLst>
                  <p:tags r:id="Rdc042e890ef74d5d"/>
                </p:custDataLst>
              </p:nvPr>
            </p:nvPicPr>
            <p:blipFill>
              <a:blip r:embed="Rba86ecc5da424187"/>
              <a:srcRect/>
              <a:stretch>
                <a:fillRect/>
              </a:stretch>
            </p:blipFill>
            <p:spPr>
              <a:xfrm>
                <a:off x="2095" y="3296"/>
                <a:ext cx="4384" cy="2923"/>
              </a:xfrm>
              <a:prstGeom prst="rect">
                <a:avLst/>
              </a:prstGeom>
            </p:spPr>
          </p:pic>
          <p:sp>
            <p:nvSpPr>
              <p:cNvPr id="7" name="图形"/>
              <p:cNvSpPr txBox="1"/>
              <p:nvPr>
                <p:custDataLst>
                  <p:tags r:id="Rbab256ab47fa40b6"/>
                </p:custDataLst>
              </p:nvPr>
            </p:nvSpPr>
            <p:spPr>
              <a:xfrm>
                <a:off x="1681" y="7517"/>
                <a:ext cx="5209" cy="1018"/>
              </a:xfrm>
              <a:prstGeom prst="rect">
                <a:avLst/>
              </a:prstGeom>
              <a:noFill/>
            </p:spPr>
            <p:txBody>
              <a:bodyPr wrap="square" rtlCol="0">
                <a:spAutoFit/>
              </a:bodyPr>
              <a:lstStyle/>
              <a:p>
                <a:pPr indent="0" algn="ctr" fontAlgn="auto">
                  <a:lnSpc>
                    <a:spcPct val="150000"/>
                  </a:lnSpc>
                  <a:spcBef>
                    <a:spcPts val="0"/>
                  </a:spcBef>
                  <a:spcAft>
                    <a:spcPts val="0"/>
                  </a:spcAft>
                  <a:buFont typeface="思源黑体旧字形 Light" panose="020B0300000000000000" charset="-128"/>
                  <a:buNone/>
                </a:pPr>
                <a:r>
                  <a:rPr lang="zh-CN" altLang="en-US" sz="1200" spc="200" dirty="0">
                    <a:solidFill>
                      <a:schemeClr val="tx1">
                        <a:lumMod val="75000"/>
                        <a:lumOff val="25000"/>
                      </a:schemeClr>
                    </a:solidFill>
                    <a:uFillTx/>
                    <a:latin typeface="Arial"/>
                    <a:ea typeface="阿里巴巴普惠体 Medium"/>
                    <a:cs typeface="阿里巴巴普惠体 Medium"/>
                    <a:sym typeface="Arial"/>
                  </a:rPr>
                  <a:t>在此输入文本内容在此输入文本内容在此输入文本内容输入文本内容</a:t>
                </a:r>
                <a:endParaRPr lang="zh-CN" altLang="en-US" sz="1200">
                  <a:solidFill>
                    <a:schemeClr val="tx1">
                      <a:lumMod val="50000"/>
                      <a:lumOff val="50000"/>
                    </a:schemeClr>
                  </a:solidFill>
                  <a:latin typeface="Arial"/>
                  <a:ea typeface="阿里巴巴普惠体 Medium"/>
                  <a:cs typeface="阿里巴巴普惠体 Medium"/>
                  <a:sym typeface="Arial"/>
                </a:endParaRPr>
              </a:p>
            </p:txBody>
          </p:sp>
          <p:sp>
            <p:nvSpPr>
              <p:cNvPr id="8" name="图形"/>
              <p:cNvSpPr txBox="1"/>
              <p:nvPr>
                <p:custDataLst>
                  <p:tags r:id="R7e501f1f2195464c"/>
                </p:custDataLst>
              </p:nvPr>
            </p:nvSpPr>
            <p:spPr>
              <a:xfrm>
                <a:off x="7247" y="7517"/>
                <a:ext cx="5209" cy="1018"/>
              </a:xfrm>
              <a:prstGeom prst="rect">
                <a:avLst/>
              </a:prstGeom>
              <a:noFill/>
            </p:spPr>
            <p:txBody>
              <a:bodyPr wrap="square" rtlCol="0">
                <a:spAutoFit/>
              </a:bodyPr>
              <a:lstStyle/>
              <a:p>
                <a:pPr indent="0" algn="ctr" fontAlgn="auto">
                  <a:lnSpc>
                    <a:spcPct val="150000"/>
                  </a:lnSpc>
                  <a:spcBef>
                    <a:spcPts val="0"/>
                  </a:spcBef>
                  <a:spcAft>
                    <a:spcPts val="0"/>
                  </a:spcAft>
                  <a:buFont typeface="思源黑体旧字形 Light" panose="020B0300000000000000" charset="-128"/>
                  <a:buNone/>
                </a:pPr>
                <a:r>
                  <a:rPr lang="zh-CN" altLang="en-US" sz="1200" spc="200" dirty="0">
                    <a:solidFill>
                      <a:schemeClr val="tx1">
                        <a:lumMod val="75000"/>
                        <a:lumOff val="25000"/>
                      </a:schemeClr>
                    </a:solidFill>
                    <a:uFillTx/>
                    <a:latin typeface="Arial"/>
                    <a:ea typeface="阿里巴巴普惠体 Medium"/>
                    <a:cs typeface="阿里巴巴普惠体 Medium"/>
                    <a:sym typeface="Arial"/>
                  </a:rPr>
                  <a:t>在此输入文本内容在此输入文本内容在此输入文本内容输入文本内容</a:t>
                </a:r>
                <a:endParaRPr lang="zh-CN" altLang="en-US" sz="1200">
                  <a:solidFill>
                    <a:schemeClr val="tx1">
                      <a:lumMod val="50000"/>
                      <a:lumOff val="50000"/>
                    </a:schemeClr>
                  </a:solidFill>
                  <a:latin typeface="Arial"/>
                  <a:ea typeface="阿里巴巴普惠体 Medium"/>
                  <a:cs typeface="阿里巴巴普惠体 Medium"/>
                  <a:sym typeface="Arial"/>
                </a:endParaRPr>
              </a:p>
            </p:txBody>
          </p:sp>
          <p:sp>
            <p:nvSpPr>
              <p:cNvPr id="9" name="图形"/>
              <p:cNvSpPr txBox="1"/>
              <p:nvPr>
                <p:custDataLst>
                  <p:tags r:id="R8f67982b441c4aa4"/>
                </p:custDataLst>
              </p:nvPr>
            </p:nvSpPr>
            <p:spPr>
              <a:xfrm>
                <a:off x="1682" y="6868"/>
                <a:ext cx="5208" cy="725"/>
              </a:xfrm>
              <a:prstGeom prst="rect">
                <a:avLst/>
              </a:prstGeom>
              <a:noFill/>
            </p:spPr>
            <p:txBody>
              <a:bodyPr wrap="square" rtlCol="0">
                <a:spAutoFit/>
              </a:bodyPr>
              <a:lstStyle/>
              <a:p>
                <a:pPr algn="ctr" fontAlgn="auto">
                  <a:lnSpc>
                    <a:spcPct val="100000"/>
                  </a:lnSpc>
                  <a:spcBef>
                    <a:spcPts val="0"/>
                  </a:spcBef>
                  <a:spcAft>
                    <a:spcPts val="0"/>
                  </a:spcAft>
                </a:pPr>
                <a:r>
                  <a:rPr lang="zh-CN" altLang="en-US" sz="2400">
                    <a:solidFill>
                      <a:schemeClr val="accent1"/>
                    </a:solidFill>
                    <a:latin typeface="Arial"/>
                    <a:ea typeface="阿里巴巴普惠体 Medium"/>
                    <a:cs typeface="阿里巴巴普惠体 Medium"/>
                    <a:sym typeface="Arial"/>
                  </a:rPr>
                  <a:t>预设标题文本</a:t>
                </a:r>
                <a:endParaRPr lang="zh-CN" altLang="en-US" sz="2400" b="1" dirty="0">
                  <a:solidFill>
                    <a:schemeClr val="tx1">
                      <a:lumMod val="75000"/>
                      <a:lumOff val="25000"/>
                    </a:schemeClr>
                  </a:solidFill>
                  <a:latin typeface="Arial"/>
                  <a:ea typeface="阿里巴巴普惠体 Medium"/>
                  <a:cs typeface="阿里巴巴普惠体 Medium"/>
                  <a:sym typeface="Arial"/>
                </a:endParaRPr>
              </a:p>
            </p:txBody>
          </p:sp>
          <p:sp>
            <p:nvSpPr>
              <p:cNvPr id="10" name="图形"/>
              <p:cNvSpPr txBox="1"/>
              <p:nvPr>
                <p:custDataLst>
                  <p:tags r:id="Ra45a4bdb14f04f76"/>
                </p:custDataLst>
              </p:nvPr>
            </p:nvSpPr>
            <p:spPr>
              <a:xfrm>
                <a:off x="7248" y="6868"/>
                <a:ext cx="5208" cy="725"/>
              </a:xfrm>
              <a:prstGeom prst="rect">
                <a:avLst/>
              </a:prstGeom>
              <a:noFill/>
            </p:spPr>
            <p:txBody>
              <a:bodyPr wrap="square" rtlCol="0">
                <a:spAutoFit/>
              </a:bodyPr>
              <a:lstStyle/>
              <a:p>
                <a:pPr algn="ctr" fontAlgn="auto">
                  <a:lnSpc>
                    <a:spcPct val="100000"/>
                  </a:lnSpc>
                  <a:spcBef>
                    <a:spcPts val="0"/>
                  </a:spcBef>
                  <a:spcAft>
                    <a:spcPts val="0"/>
                  </a:spcAft>
                </a:pPr>
                <a:r>
                  <a:rPr lang="zh-CN" altLang="en-US" sz="2400">
                    <a:solidFill>
                      <a:schemeClr val="accent1"/>
                    </a:solidFill>
                    <a:latin typeface="Arial"/>
                    <a:ea typeface="阿里巴巴普惠体 Medium"/>
                    <a:cs typeface="阿里巴巴普惠体 Medium"/>
                    <a:sym typeface="Arial"/>
                  </a:rPr>
                  <a:t>预设标题文本</a:t>
                </a:r>
                <a:endParaRPr lang="zh-CN" altLang="en-US" sz="2400" b="1" dirty="0">
                  <a:solidFill>
                    <a:schemeClr val="tx1">
                      <a:lumMod val="75000"/>
                      <a:lumOff val="25000"/>
                    </a:schemeClr>
                  </a:solidFill>
                  <a:latin typeface="Arial"/>
                  <a:ea typeface="阿里巴巴普惠体 Medium"/>
                  <a:cs typeface="阿里巴巴普惠体 Medium"/>
                  <a:sym typeface="Arial"/>
                </a:endParaRPr>
              </a:p>
            </p:txBody>
          </p:sp>
        </p:grpSp>
      </p:grpSp>
    </p:spTree>
    <p:custDataLst>
      <p:tags r:id="Rc477516d416a489b"/>
    </p:custDataLst>
  </p:cSld>
  <p:clrMapOvr>
    <a:masterClrMapping/>
  </p:clrMapOvr>
  <p:transition advTm="2000">
    <p:wedg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图形"/>
          <p:cNvGrpSpPr/>
          <p:nvPr/>
        </p:nvGrpSpPr>
        <p:grpSpPr>
          <a:xfrm flipH="1">
            <a:off x="1" y="15242"/>
            <a:ext cx="12111355" cy="6857365"/>
            <a:chOff x="127" y="0"/>
            <a:chExt cx="19073" cy="10799"/>
          </a:xfrm>
        </p:grpSpPr>
        <p:sp>
          <p:nvSpPr>
            <p:cNvPr id="13" name="图形"/>
            <p:cNvSpPr/>
            <p:nvPr>
              <p:custDataLst>
                <p:tags r:id="Rd41c57a7ea7e463f"/>
              </p:custDataLst>
            </p:nvPr>
          </p:nvSpPr>
          <p:spPr>
            <a:xfrm>
              <a:off x="700" y="3196"/>
              <a:ext cx="9223" cy="60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阿里巴巴普惠体 Medium"/>
                <a:cs typeface="阿里巴巴普惠体 Medium"/>
                <a:sym typeface="Arial"/>
              </a:endParaRPr>
            </a:p>
          </p:txBody>
        </p:sp>
        <p:sp>
          <p:nvSpPr>
            <p:cNvPr id="2" name="图形"/>
            <p:cNvSpPr/>
            <p:nvPr>
              <p:custDataLst>
                <p:tags r:id="R1cfae0c7c3214be6"/>
              </p:custDataLst>
            </p:nvPr>
          </p:nvSpPr>
          <p:spPr>
            <a:xfrm>
              <a:off x="127" y="4364"/>
              <a:ext cx="6011" cy="14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阿里巴巴普惠体 Medium"/>
                <a:cs typeface="阿里巴巴普惠体 Medium"/>
                <a:sym typeface="Arial"/>
              </a:endParaRPr>
            </a:p>
          </p:txBody>
        </p:sp>
        <p:sp>
          <p:nvSpPr>
            <p:cNvPr id="3" name="图形"/>
            <p:cNvSpPr/>
            <p:nvPr>
              <p:custDataLst>
                <p:tags r:id="R08065d63722340a6"/>
              </p:custDataLst>
            </p:nvPr>
          </p:nvSpPr>
          <p:spPr>
            <a:xfrm>
              <a:off x="9922" y="0"/>
              <a:ext cx="9278" cy="10799"/>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阿里巴巴普惠体 Medium"/>
                <a:cs typeface="阿里巴巴普惠体 Medium"/>
                <a:sym typeface="Arial"/>
              </a:endParaRPr>
            </a:p>
          </p:txBody>
        </p:sp>
        <p:pic>
          <p:nvPicPr>
            <p:cNvPr id="7" name="图形" descr="E:\006包图网\素材\001婚礼\2\5d4131241e1c4.jpg5d4131241e1c4"/>
            <p:cNvPicPr>
              <a:picLocks noChangeAspect="1"/>
            </p:cNvPicPr>
            <p:nvPr>
              <p:custDataLst>
                <p:tags r:id="R2c68b6432faf4eda"/>
              </p:custDataLst>
            </p:nvPr>
          </p:nvPicPr>
          <p:blipFill>
            <a:blip r:embed="Rbb074b559a8f4598"/>
            <a:srcRect/>
            <a:stretch>
              <a:fillRect/>
            </a:stretch>
          </p:blipFill>
          <p:spPr>
            <a:xfrm>
              <a:off x="14779" y="1445"/>
              <a:ext cx="3090" cy="2060"/>
            </a:xfrm>
            <a:prstGeom prst="rect">
              <a:avLst/>
            </a:prstGeom>
          </p:spPr>
        </p:pic>
        <p:pic>
          <p:nvPicPr>
            <p:cNvPr id="5" name="图形" descr="E:\006包图网\素材\001婚礼\2\15494.jpg15494"/>
            <p:cNvPicPr>
              <a:picLocks noChangeAspect="1"/>
            </p:cNvPicPr>
            <p:nvPr>
              <p:custDataLst>
                <p:tags r:id="Rc4ae592b478b4b0f"/>
              </p:custDataLst>
            </p:nvPr>
          </p:nvPicPr>
          <p:blipFill>
            <a:blip r:embed="R2ca163b8f6654c85"/>
            <a:srcRect/>
            <a:stretch>
              <a:fillRect/>
            </a:stretch>
          </p:blipFill>
          <p:spPr>
            <a:xfrm>
              <a:off x="14761" y="4528"/>
              <a:ext cx="3108" cy="2073"/>
            </a:xfrm>
            <a:prstGeom prst="rect">
              <a:avLst/>
            </a:prstGeom>
          </p:spPr>
        </p:pic>
        <p:pic>
          <p:nvPicPr>
            <p:cNvPr id="10" name="图形" descr="E:\006包图网\素材\001婚礼\2\5d4166dd4b325.jpg5d4166dd4b325"/>
            <p:cNvPicPr>
              <a:picLocks noChangeAspect="1"/>
            </p:cNvPicPr>
            <p:nvPr>
              <p:custDataLst>
                <p:tags r:id="Rf2a35af6a6e74174"/>
              </p:custDataLst>
            </p:nvPr>
          </p:nvPicPr>
          <p:blipFill>
            <a:blip r:embed="R5de6bb33e6584b4b"/>
            <a:srcRect/>
            <a:stretch>
              <a:fillRect/>
            </a:stretch>
          </p:blipFill>
          <p:spPr>
            <a:xfrm>
              <a:off x="14776" y="7516"/>
              <a:ext cx="3094" cy="2062"/>
            </a:xfrm>
            <a:prstGeom prst="rect">
              <a:avLst/>
            </a:prstGeom>
          </p:spPr>
        </p:pic>
        <p:sp>
          <p:nvSpPr>
            <p:cNvPr id="11" name="图形"/>
            <p:cNvSpPr txBox="1"/>
            <p:nvPr>
              <p:custDataLst>
                <p:tags r:id="Raeaefa27d0924176"/>
              </p:custDataLst>
            </p:nvPr>
          </p:nvSpPr>
          <p:spPr>
            <a:xfrm>
              <a:off x="10941" y="1552"/>
              <a:ext cx="3219" cy="727"/>
            </a:xfrm>
            <a:prstGeom prst="rect">
              <a:avLst/>
            </a:prstGeom>
            <a:noFill/>
          </p:spPr>
          <p:txBody>
            <a:bodyPr wrap="square" rtlCol="0">
              <a:spAutoFit/>
            </a:bodyPr>
            <a:lstStyle/>
            <a:p>
              <a:pPr algn="l" fontAlgn="auto">
                <a:lnSpc>
                  <a:spcPct val="120000"/>
                </a:lnSpc>
                <a:spcBef>
                  <a:spcPts val="0"/>
                </a:spcBef>
                <a:spcAft>
                  <a:spcPts val="0"/>
                </a:spcAft>
              </a:pPr>
              <a:r>
                <a:rPr lang="zh-CN" altLang="en-US" sz="2000">
                  <a:solidFill>
                    <a:schemeClr val="accent1"/>
                  </a:solidFill>
                  <a:latin typeface="Arial"/>
                  <a:ea typeface="阿里巴巴普惠体 Medium"/>
                  <a:cs typeface="阿里巴巴普惠体 Medium"/>
                  <a:sym typeface="Arial"/>
                </a:rPr>
                <a:t>预设标题文本</a:t>
              </a:r>
              <a:endParaRPr lang="zh-CN" altLang="en-US" sz="2000">
                <a:solidFill>
                  <a:schemeClr val="tx1">
                    <a:lumMod val="75000"/>
                    <a:lumOff val="25000"/>
                  </a:schemeClr>
                </a:solidFill>
                <a:latin typeface="Arial"/>
                <a:ea typeface="阿里巴巴普惠体 Medium"/>
                <a:cs typeface="阿里巴巴普惠体 Medium"/>
                <a:sym typeface="Arial"/>
              </a:endParaRPr>
            </a:p>
          </p:txBody>
        </p:sp>
        <p:sp>
          <p:nvSpPr>
            <p:cNvPr id="12" name="图形"/>
            <p:cNvSpPr/>
            <p:nvPr>
              <p:custDataLst>
                <p:tags r:id="R710a2ce958e54e5b"/>
              </p:custDataLst>
            </p:nvPr>
          </p:nvSpPr>
          <p:spPr>
            <a:xfrm>
              <a:off x="10598" y="2180"/>
              <a:ext cx="3562" cy="1018"/>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l" fontAlgn="auto">
                <a:lnSpc>
                  <a:spcPct val="150000"/>
                </a:lnSpc>
                <a:spcBef>
                  <a:spcPts val="0"/>
                </a:spcBef>
                <a:spcAft>
                  <a:spcPts val="0"/>
                </a:spcAft>
                <a:buFont typeface="思源黑体旧字形 Light" panose="020B0300000000000000" charset="-128"/>
                <a:buNone/>
              </a:pPr>
              <a:r>
                <a:rPr lang="zh-CN" altLang="en-US" sz="1200" spc="200" dirty="0">
                  <a:solidFill>
                    <a:schemeClr val="tx1">
                      <a:lumMod val="75000"/>
                      <a:lumOff val="25000"/>
                    </a:schemeClr>
                  </a:solidFill>
                  <a:uFillTx/>
                  <a:latin typeface="Arial"/>
                  <a:ea typeface="阿里巴巴普惠体 Medium"/>
                  <a:cs typeface="阿里巴巴普惠体 Medium"/>
                  <a:sym typeface="Arial"/>
                </a:rPr>
                <a:t>在此输入文本内容在此输入文本内容在此输入文本</a:t>
              </a:r>
              <a:endParaRPr lang="zh-CN" altLang="en-US" sz="1200" dirty="0">
                <a:solidFill>
                  <a:schemeClr val="tx1">
                    <a:lumMod val="65000"/>
                    <a:lumOff val="35000"/>
                  </a:schemeClr>
                </a:solidFill>
                <a:latin typeface="Arial"/>
                <a:ea typeface="阿里巴巴普惠体 Medium"/>
                <a:cs typeface="阿里巴巴普惠体 Medium"/>
                <a:sym typeface="Arial"/>
              </a:endParaRPr>
            </a:p>
          </p:txBody>
        </p:sp>
        <p:sp>
          <p:nvSpPr>
            <p:cNvPr id="14" name="图形"/>
            <p:cNvSpPr txBox="1"/>
            <p:nvPr>
              <p:custDataLst>
                <p:tags r:id="R6fb841c6732f4770"/>
              </p:custDataLst>
            </p:nvPr>
          </p:nvSpPr>
          <p:spPr>
            <a:xfrm>
              <a:off x="10942" y="4692"/>
              <a:ext cx="3219" cy="727"/>
            </a:xfrm>
            <a:prstGeom prst="rect">
              <a:avLst/>
            </a:prstGeom>
            <a:noFill/>
          </p:spPr>
          <p:txBody>
            <a:bodyPr wrap="square" rtlCol="0">
              <a:spAutoFit/>
            </a:bodyPr>
            <a:lstStyle/>
            <a:p>
              <a:pPr algn="l" fontAlgn="auto">
                <a:lnSpc>
                  <a:spcPct val="120000"/>
                </a:lnSpc>
                <a:spcBef>
                  <a:spcPts val="0"/>
                </a:spcBef>
                <a:spcAft>
                  <a:spcPts val="0"/>
                </a:spcAft>
              </a:pPr>
              <a:r>
                <a:rPr lang="zh-CN" altLang="en-US" sz="2000">
                  <a:solidFill>
                    <a:schemeClr val="accent1"/>
                  </a:solidFill>
                  <a:latin typeface="Arial"/>
                  <a:ea typeface="阿里巴巴普惠体 Medium"/>
                  <a:cs typeface="阿里巴巴普惠体 Medium"/>
                  <a:sym typeface="Arial"/>
                </a:rPr>
                <a:t>预设标题文本</a:t>
              </a:r>
              <a:endParaRPr lang="zh-CN" altLang="en-US" sz="2000">
                <a:solidFill>
                  <a:schemeClr val="tx1">
                    <a:lumMod val="75000"/>
                    <a:lumOff val="25000"/>
                  </a:schemeClr>
                </a:solidFill>
                <a:latin typeface="Arial"/>
                <a:ea typeface="阿里巴巴普惠体 Medium"/>
                <a:cs typeface="阿里巴巴普惠体 Medium"/>
                <a:sym typeface="Arial"/>
              </a:endParaRPr>
            </a:p>
          </p:txBody>
        </p:sp>
        <p:sp>
          <p:nvSpPr>
            <p:cNvPr id="18" name="图形"/>
            <p:cNvSpPr/>
            <p:nvPr>
              <p:custDataLst>
                <p:tags r:id="R9bf7b78e2b624836"/>
              </p:custDataLst>
            </p:nvPr>
          </p:nvSpPr>
          <p:spPr>
            <a:xfrm>
              <a:off x="10599" y="5320"/>
              <a:ext cx="3562" cy="1018"/>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l" fontAlgn="auto">
                <a:lnSpc>
                  <a:spcPct val="150000"/>
                </a:lnSpc>
                <a:spcBef>
                  <a:spcPts val="0"/>
                </a:spcBef>
                <a:spcAft>
                  <a:spcPts val="0"/>
                </a:spcAft>
                <a:buFont typeface="思源黑体旧字形 Light" panose="020B0300000000000000" charset="-128"/>
                <a:buNone/>
              </a:pPr>
              <a:r>
                <a:rPr lang="zh-CN" altLang="en-US" sz="1200" spc="200" dirty="0">
                  <a:solidFill>
                    <a:schemeClr val="tx1">
                      <a:lumMod val="75000"/>
                      <a:lumOff val="25000"/>
                    </a:schemeClr>
                  </a:solidFill>
                  <a:uFillTx/>
                  <a:latin typeface="Arial"/>
                  <a:ea typeface="阿里巴巴普惠体 Medium"/>
                  <a:cs typeface="阿里巴巴普惠体 Medium"/>
                  <a:sym typeface="Arial"/>
                </a:rPr>
                <a:t>在此输入文本内容在此输入文本内容在此输入文本</a:t>
              </a:r>
              <a:endParaRPr lang="zh-CN" altLang="en-US" sz="1200" dirty="0">
                <a:solidFill>
                  <a:schemeClr val="tx1">
                    <a:lumMod val="65000"/>
                    <a:lumOff val="35000"/>
                  </a:schemeClr>
                </a:solidFill>
                <a:latin typeface="Arial"/>
                <a:ea typeface="阿里巴巴普惠体 Medium"/>
                <a:cs typeface="阿里巴巴普惠体 Medium"/>
                <a:sym typeface="Arial"/>
              </a:endParaRPr>
            </a:p>
          </p:txBody>
        </p:sp>
        <p:sp>
          <p:nvSpPr>
            <p:cNvPr id="22" name="图形"/>
            <p:cNvSpPr txBox="1"/>
            <p:nvPr>
              <p:custDataLst>
                <p:tags r:id="Rf4e01114b3a84e2f"/>
              </p:custDataLst>
            </p:nvPr>
          </p:nvSpPr>
          <p:spPr>
            <a:xfrm>
              <a:off x="10943" y="7812"/>
              <a:ext cx="3219" cy="727"/>
            </a:xfrm>
            <a:prstGeom prst="rect">
              <a:avLst/>
            </a:prstGeom>
            <a:noFill/>
          </p:spPr>
          <p:txBody>
            <a:bodyPr wrap="square" rtlCol="0">
              <a:spAutoFit/>
            </a:bodyPr>
            <a:lstStyle/>
            <a:p>
              <a:pPr algn="l" fontAlgn="auto">
                <a:lnSpc>
                  <a:spcPct val="120000"/>
                </a:lnSpc>
                <a:spcBef>
                  <a:spcPts val="0"/>
                </a:spcBef>
                <a:spcAft>
                  <a:spcPts val="0"/>
                </a:spcAft>
              </a:pPr>
              <a:r>
                <a:rPr lang="zh-CN" altLang="en-US" sz="2000">
                  <a:solidFill>
                    <a:schemeClr val="accent1"/>
                  </a:solidFill>
                  <a:latin typeface="Arial"/>
                  <a:ea typeface="阿里巴巴普惠体 Medium"/>
                  <a:cs typeface="阿里巴巴普惠体 Medium"/>
                  <a:sym typeface="Arial"/>
                </a:rPr>
                <a:t>预设标题文本</a:t>
              </a:r>
              <a:endParaRPr lang="zh-CN" altLang="en-US" sz="2000">
                <a:solidFill>
                  <a:schemeClr val="tx1">
                    <a:lumMod val="75000"/>
                    <a:lumOff val="25000"/>
                  </a:schemeClr>
                </a:solidFill>
                <a:latin typeface="Arial"/>
                <a:ea typeface="阿里巴巴普惠体 Medium"/>
                <a:cs typeface="阿里巴巴普惠体 Medium"/>
                <a:sym typeface="Arial"/>
              </a:endParaRPr>
            </a:p>
          </p:txBody>
        </p:sp>
        <p:sp>
          <p:nvSpPr>
            <p:cNvPr id="23" name="图形"/>
            <p:cNvSpPr/>
            <p:nvPr>
              <p:custDataLst>
                <p:tags r:id="Rf1ead10728874410"/>
              </p:custDataLst>
            </p:nvPr>
          </p:nvSpPr>
          <p:spPr>
            <a:xfrm>
              <a:off x="10600" y="8440"/>
              <a:ext cx="3562" cy="1018"/>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l" fontAlgn="auto">
                <a:lnSpc>
                  <a:spcPct val="150000"/>
                </a:lnSpc>
                <a:spcBef>
                  <a:spcPts val="0"/>
                </a:spcBef>
                <a:spcAft>
                  <a:spcPts val="0"/>
                </a:spcAft>
                <a:buFont typeface="思源黑体旧字形 Light" panose="020B0300000000000000" charset="-128"/>
                <a:buNone/>
              </a:pPr>
              <a:r>
                <a:rPr lang="zh-CN" altLang="en-US" sz="1200" spc="200" dirty="0">
                  <a:solidFill>
                    <a:schemeClr val="tx1">
                      <a:lumMod val="75000"/>
                      <a:lumOff val="25000"/>
                    </a:schemeClr>
                  </a:solidFill>
                  <a:uFillTx/>
                  <a:latin typeface="Arial"/>
                  <a:ea typeface="阿里巴巴普惠体 Medium"/>
                  <a:cs typeface="阿里巴巴普惠体 Medium"/>
                  <a:sym typeface="Arial"/>
                </a:rPr>
                <a:t>在此输入文本内容在此输入文本内容在此输入文本</a:t>
              </a:r>
              <a:endParaRPr lang="zh-CN" altLang="en-US" sz="1200" dirty="0">
                <a:solidFill>
                  <a:schemeClr val="tx1">
                    <a:lumMod val="65000"/>
                    <a:lumOff val="35000"/>
                  </a:schemeClr>
                </a:solidFill>
                <a:latin typeface="Arial"/>
                <a:ea typeface="阿里巴巴普惠体 Medium"/>
                <a:cs typeface="阿里巴巴普惠体 Medium"/>
                <a:sym typeface="Arial"/>
              </a:endParaRPr>
            </a:p>
          </p:txBody>
        </p:sp>
        <p:sp>
          <p:nvSpPr>
            <p:cNvPr id="25" name="图形"/>
            <p:cNvSpPr txBox="1"/>
            <p:nvPr>
              <p:custDataLst>
                <p:tags r:id="R6d8ed3fbf894498a"/>
              </p:custDataLst>
            </p:nvPr>
          </p:nvSpPr>
          <p:spPr>
            <a:xfrm>
              <a:off x="6138" y="4027"/>
              <a:ext cx="3219" cy="843"/>
            </a:xfrm>
            <a:prstGeom prst="rect">
              <a:avLst/>
            </a:prstGeom>
            <a:noFill/>
          </p:spPr>
          <p:txBody>
            <a:bodyPr wrap="square" rtlCol="0">
              <a:spAutoFit/>
            </a:bodyPr>
            <a:lstStyle/>
            <a:p>
              <a:pPr algn="l" fontAlgn="auto">
                <a:lnSpc>
                  <a:spcPct val="120000"/>
                </a:lnSpc>
                <a:spcBef>
                  <a:spcPts val="0"/>
                </a:spcBef>
                <a:spcAft>
                  <a:spcPts val="0"/>
                </a:spcAft>
              </a:pPr>
              <a:r>
                <a:rPr lang="zh-CN" altLang="en-US" sz="2400">
                  <a:solidFill>
                    <a:schemeClr val="bg1"/>
                  </a:solidFill>
                  <a:latin typeface="Arial"/>
                  <a:ea typeface="阿里巴巴普惠体 Medium"/>
                  <a:cs typeface="阿里巴巴普惠体 Medium"/>
                  <a:sym typeface="Arial"/>
                </a:rPr>
                <a:t>预设标题文本</a:t>
              </a:r>
              <a:endParaRPr lang="zh-CN" altLang="en-US" sz="2400" b="1">
                <a:solidFill>
                  <a:schemeClr val="bg1"/>
                </a:solidFill>
                <a:latin typeface="Arial"/>
                <a:ea typeface="阿里巴巴普惠体 Medium"/>
                <a:cs typeface="阿里巴巴普惠体 Medium"/>
                <a:sym typeface="Arial"/>
              </a:endParaRPr>
            </a:p>
          </p:txBody>
        </p:sp>
        <p:sp>
          <p:nvSpPr>
            <p:cNvPr id="26" name="图形"/>
            <p:cNvSpPr/>
            <p:nvPr>
              <p:custDataLst>
                <p:tags r:id="R8234633b6a48430f"/>
              </p:custDataLst>
            </p:nvPr>
          </p:nvSpPr>
          <p:spPr>
            <a:xfrm>
              <a:off x="1019" y="5063"/>
              <a:ext cx="8310" cy="3199"/>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l" fontAlgn="auto">
                <a:lnSpc>
                  <a:spcPct val="150000"/>
                </a:lnSpc>
                <a:spcBef>
                  <a:spcPts val="0"/>
                </a:spcBef>
                <a:spcAft>
                  <a:spcPts val="0"/>
                </a:spcAft>
                <a:buFont typeface="思源黑体旧字形 Light" panose="020B0300000000000000" charset="-128"/>
                <a:buNone/>
              </a:pPr>
              <a:r>
                <a:rPr lang="zh-CN" altLang="en-US" sz="1200" spc="200" dirty="0">
                  <a:solidFill>
                    <a:schemeClr val="bg1"/>
                  </a:solidFill>
                  <a:uFillTx/>
                  <a:latin typeface="Arial"/>
                  <a:ea typeface="阿里巴巴普惠体 Medium"/>
                  <a:cs typeface="阿里巴巴普惠体 Medium"/>
                  <a:sym typeface="Arial"/>
                </a:rPr>
                <a:t>在此输入文本内容在此输入文本内容在此输入文本内容输入文本内容在此输入文本内容在此输入文本内容在此输入文本内容输入文本内容在此输入文本内容在此输入文本内容在此输入文本内容输入文本内容在此输入文本内容在此输入文本内容在此输入文本内容输入文本内容在此输入文本内容在此输入文本内容在此输入文本内容输入文本内容在此输入文本内容在此输入文本内容在此输入文本内容输入文本内容</a:t>
              </a:r>
            </a:p>
          </p:txBody>
        </p:sp>
      </p:grpSp>
    </p:spTree>
    <p:custDataLst>
      <p:tags r:id="Ra6e6fe40758f485c"/>
    </p:custDataLst>
  </p:cSld>
  <p:clrMapOvr>
    <a:masterClrMapping/>
  </p:clrMapOvr>
  <p:transition advTm="2000">
    <p:blinds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barn(inVertical)">
                                      <p:cBhvr>
                                        <p:cTn id="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图形"/>
          <p:cNvGrpSpPr/>
          <p:nvPr/>
        </p:nvGrpSpPr>
        <p:grpSpPr>
          <a:xfrm>
            <a:off x="1104901" y="0"/>
            <a:ext cx="11087100" cy="6858000"/>
            <a:chOff x="1321" y="0"/>
            <a:chExt cx="17460" cy="10800"/>
          </a:xfrm>
        </p:grpSpPr>
        <p:graphicFrame>
          <p:nvGraphicFramePr>
            <p:cNvPr id="5" name="图形"/>
            <p:cNvGraphicFramePr/>
            <p:nvPr>
              <p:custDataLst>
                <p:tags r:id="R3f4d202054f94043"/>
              </p:custDataLst>
              <p:extLst>
                <p:ext uri="{D42A27DB-BD31-4B8C-83A1-F6EECF244321}">
                  <p14:modId xmlns:p14="http://schemas.microsoft.com/office/powerpoint/2010/main" val="2629798426"/>
                </p:ext>
              </p:extLst>
            </p:nvPr>
          </p:nvGraphicFramePr>
          <p:xfrm>
            <a:off x="1321" y="4831"/>
            <a:ext cx="10762" cy="5013"/>
          </p:xfrm>
          <a:graphic>
            <a:graphicData uri="http://schemas.openxmlformats.org/drawingml/2006/chart">
              <c:chart xmlns:c="http://schemas.openxmlformats.org/drawingml/2006/chart" xmlns:r="http://schemas.openxmlformats.org/officeDocument/2006/relationships" r:id="Rb5231ffee91a46dd"/>
            </a:graphicData>
          </a:graphic>
        </p:graphicFrame>
        <p:sp>
          <p:nvSpPr>
            <p:cNvPr id="26" name="图形"/>
            <p:cNvSpPr/>
            <p:nvPr>
              <p:custDataLst>
                <p:tags r:id="Rf904486d6fc44356"/>
              </p:custDataLst>
            </p:nvPr>
          </p:nvSpPr>
          <p:spPr>
            <a:xfrm>
              <a:off x="1651" y="2775"/>
              <a:ext cx="9562" cy="1454"/>
            </a:xfrm>
            <a:prstGeom prst="rect">
              <a:avLst/>
            </a:prstGeom>
          </p:spPr>
          <p:txBody>
            <a:bodyPr wrap="square">
              <a:spAutoFit/>
            </a:bodyPr>
            <a:lstStyle/>
            <a:p>
              <a:pPr indent="0" algn="l">
                <a:lnSpc>
                  <a:spcPct val="150000"/>
                </a:lnSpc>
                <a:spcBef>
                  <a:spcPts val="0"/>
                </a:spcBef>
                <a:spcAft>
                  <a:spcPts val="0"/>
                </a:spcAft>
                <a:buNone/>
              </a:pPr>
              <a:r>
                <a:rPr lang="zh-CN" sz="1200">
                  <a:solidFill>
                    <a:schemeClr val="tx1">
                      <a:lumMod val="75000"/>
                      <a:lumOff val="25000"/>
                    </a:schemeClr>
                  </a:solidFill>
                  <a:latin typeface="Arial"/>
                  <a:ea typeface="阿里巴巴普惠体 Medium"/>
                  <a:cs typeface="阿里巴巴普惠体 Medium"/>
                  <a:sym typeface="Arial"/>
                </a:rPr>
                <a:t>在此填写文本内容在此填写文本内容在此填写重要文本内容在此填写文本在此填写文本内容在此填写文本内容在此填写重要文本内容在此填写文本在此填写文本内容在此填写文本内容在此填写重要文本内容在此填写文本在此填写文本内容在此填写文本内容</a:t>
              </a:r>
              <a:endParaRPr lang="zh-CN" altLang="zh-CN" sz="1200">
                <a:solidFill>
                  <a:schemeClr val="tx1">
                    <a:lumMod val="75000"/>
                    <a:lumOff val="25000"/>
                  </a:schemeClr>
                </a:solidFill>
                <a:latin typeface="Arial"/>
                <a:ea typeface="阿里巴巴普惠体 Medium"/>
                <a:cs typeface="阿里巴巴普惠体 Medium"/>
                <a:sym typeface="Arial"/>
              </a:endParaRPr>
            </a:p>
          </p:txBody>
        </p:sp>
        <p:sp>
          <p:nvSpPr>
            <p:cNvPr id="3" name="图形"/>
            <p:cNvSpPr/>
            <p:nvPr>
              <p:custDataLst>
                <p:tags r:id="R8507ed3bfe924f06"/>
              </p:custDataLst>
            </p:nvPr>
          </p:nvSpPr>
          <p:spPr>
            <a:xfrm>
              <a:off x="13082" y="0"/>
              <a:ext cx="5699" cy="108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阿里巴巴普惠体 Medium"/>
                <a:cs typeface="阿里巴巴普惠体 Medium"/>
                <a:sym typeface="Arial"/>
              </a:endParaRPr>
            </a:p>
          </p:txBody>
        </p:sp>
        <p:pic>
          <p:nvPicPr>
            <p:cNvPr id="7" name="图形" descr="E:\006包图网\素材\001婚礼\2\5d4136e69300a.jpg5d4136e69300a"/>
            <p:cNvPicPr>
              <a:picLocks noChangeAspect="1"/>
            </p:cNvPicPr>
            <p:nvPr>
              <p:custDataLst>
                <p:tags r:id="R1ab1de4e18484e2a"/>
              </p:custDataLst>
            </p:nvPr>
          </p:nvPicPr>
          <p:blipFill>
            <a:blip r:embed="Rb934f83c5d0c48af"/>
            <a:srcRect/>
            <a:stretch>
              <a:fillRect/>
            </a:stretch>
          </p:blipFill>
          <p:spPr>
            <a:xfrm>
              <a:off x="12321" y="1657"/>
              <a:ext cx="5276" cy="7916"/>
            </a:xfrm>
            <a:prstGeom prst="rect">
              <a:avLst/>
            </a:prstGeom>
          </p:spPr>
        </p:pic>
      </p:grpSp>
    </p:spTree>
    <p:custDataLst>
      <p:tags r:id="R6bbbe9ef7a354be3"/>
    </p:custDataLst>
  </p:cSld>
  <p:clrMapOvr>
    <a:masterClrMapping/>
  </p:clrMapOvr>
  <p:transition advTm="2000">
    <p:split orient="vert" dir="in"/>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图形"/>
          <p:cNvGrpSpPr/>
          <p:nvPr/>
        </p:nvGrpSpPr>
        <p:grpSpPr>
          <a:xfrm>
            <a:off x="845821" y="1304927"/>
            <a:ext cx="11919585" cy="4721225"/>
            <a:chOff x="1302" y="2055"/>
            <a:chExt cx="18771" cy="7435"/>
          </a:xfrm>
        </p:grpSpPr>
        <p:sp>
          <p:nvSpPr>
            <p:cNvPr id="7" name="图形"/>
            <p:cNvSpPr/>
            <p:nvPr>
              <p:custDataLst>
                <p:tags r:id="Rcb3f3d9e9d624c62"/>
              </p:custDataLst>
            </p:nvPr>
          </p:nvSpPr>
          <p:spPr>
            <a:xfrm>
              <a:off x="1302" y="2055"/>
              <a:ext cx="6897" cy="4050"/>
            </a:xfrm>
            <a:prstGeom prst="rect">
              <a:avLst/>
            </a:prstGeom>
            <a:noFill/>
            <a:ln w="571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阿里巴巴普惠体 Medium"/>
                <a:cs typeface="阿里巴巴普惠体 Medium"/>
                <a:sym typeface="Arial"/>
              </a:endParaRPr>
            </a:p>
          </p:txBody>
        </p:sp>
        <p:sp>
          <p:nvSpPr>
            <p:cNvPr id="8" name="图形"/>
            <p:cNvSpPr/>
            <p:nvPr>
              <p:custDataLst>
                <p:tags r:id="R6970afe6f43c4aa1"/>
              </p:custDataLst>
            </p:nvPr>
          </p:nvSpPr>
          <p:spPr>
            <a:xfrm>
              <a:off x="1554" y="2460"/>
              <a:ext cx="5231" cy="1696"/>
            </a:xfrm>
            <a:prstGeom prst="rect">
              <a:avLst/>
            </a:prstGeom>
          </p:spPr>
          <p:txBody>
            <a:bodyPr wrap="square">
              <a:spAutoFit/>
            </a:bodyPr>
            <a:lstStyle/>
            <a:p>
              <a:pPr algn="l"/>
              <a:r>
                <a:rPr lang="en-US" altLang="zh-CN" sz="3200" dirty="0">
                  <a:latin typeface="Arial"/>
                  <a:ea typeface="阿里巴巴普惠体 Medium"/>
                  <a:cs typeface="阿里巴巴普惠体 Medium"/>
                  <a:sym typeface="Arial"/>
                </a:rPr>
                <a:t>FASHION STYLE</a:t>
              </a:r>
            </a:p>
          </p:txBody>
        </p:sp>
        <p:pic>
          <p:nvPicPr>
            <p:cNvPr id="9" name="图形" descr="E:\006包图网\素材\001婚礼\2\15375.jpg15375"/>
            <p:cNvPicPr>
              <a:picLocks noChangeAspect="1"/>
            </p:cNvPicPr>
            <p:nvPr>
              <p:custDataLst>
                <p:tags r:id="R327b6355f1dc4f81"/>
              </p:custDataLst>
            </p:nvPr>
          </p:nvPicPr>
          <p:blipFill>
            <a:blip r:embed="Rff4b2e82c1924c73"/>
            <a:srcRect/>
            <a:stretch>
              <a:fillRect/>
            </a:stretch>
          </p:blipFill>
          <p:spPr>
            <a:xfrm>
              <a:off x="2885" y="3778"/>
              <a:ext cx="7655" cy="5104"/>
            </a:xfrm>
            <a:prstGeom prst="rect">
              <a:avLst/>
            </a:prstGeom>
          </p:spPr>
        </p:pic>
        <p:sp>
          <p:nvSpPr>
            <p:cNvPr id="10" name="图形"/>
            <p:cNvSpPr/>
            <p:nvPr>
              <p:custDataLst>
                <p:tags r:id="Rc5b9d059effa4299"/>
              </p:custDataLst>
            </p:nvPr>
          </p:nvSpPr>
          <p:spPr>
            <a:xfrm>
              <a:off x="11485" y="4480"/>
              <a:ext cx="6164" cy="2860"/>
            </a:xfrm>
            <a:prstGeom prst="rect">
              <a:avLst/>
            </a:prstGeom>
          </p:spPr>
          <p:txBody>
            <a:bodyPr wrap="square">
              <a:spAutoFit/>
            </a:bodyPr>
            <a:lstStyle/>
            <a:p>
              <a:pPr marL="0" indent="0" algn="l">
                <a:lnSpc>
                  <a:spcPct val="200000"/>
                </a:lnSpc>
                <a:spcBef>
                  <a:spcPts val="0"/>
                </a:spcBef>
                <a:spcAft>
                  <a:spcPts val="0"/>
                </a:spcAft>
                <a:buNone/>
              </a:pPr>
              <a:r>
                <a:rPr lang="zh-CN" altLang="en-US" sz="1400" spc="250" dirty="0">
                  <a:solidFill>
                    <a:schemeClr val="tx1">
                      <a:lumMod val="75000"/>
                      <a:lumOff val="25000"/>
                    </a:schemeClr>
                  </a:solidFill>
                  <a:uFillTx/>
                  <a:latin typeface="Arial"/>
                  <a:ea typeface="阿里巴巴普惠体 Medium"/>
                  <a:cs typeface="阿里巴巴普惠体 Medium"/>
                  <a:sym typeface="Arial"/>
                </a:rPr>
                <a:t>在此输入文本内容在此输入文本内容在此输入文本内容在此输入文本内容在此输入文本内容在此输入文本内容在此输入文本内容在此输入文本内容</a:t>
              </a:r>
              <a:endParaRPr lang="zh-CN" altLang="en-US" sz="1400" dirty="0">
                <a:latin typeface="Arial"/>
                <a:ea typeface="阿里巴巴普惠体 Medium"/>
                <a:cs typeface="阿里巴巴普惠体 Medium"/>
                <a:sym typeface="Arial"/>
              </a:endParaRPr>
            </a:p>
          </p:txBody>
        </p:sp>
        <p:cxnSp>
          <p:nvCxnSpPr>
            <p:cNvPr id="88" name="图形"/>
            <p:cNvCxnSpPr/>
            <p:nvPr>
              <p:custDataLst>
                <p:tags r:id="R2a271c147c334e00"/>
              </p:custDataLst>
            </p:nvPr>
          </p:nvCxnSpPr>
          <p:spPr>
            <a:xfrm rot="16200000">
              <a:off x="15133" y="6765"/>
              <a:ext cx="5450" cy="0"/>
            </a:xfrm>
            <a:prstGeom prst="line">
              <a:avLst/>
            </a:prstGeom>
            <a:ln>
              <a:solidFill>
                <a:schemeClr val="accent1">
                  <a:alpha val="40000"/>
                </a:schemeClr>
              </a:solidFill>
            </a:ln>
          </p:spPr>
          <p:style>
            <a:lnRef idx="1">
              <a:schemeClr val="accent1"/>
            </a:lnRef>
            <a:fillRef idx="0">
              <a:schemeClr val="accent1"/>
            </a:fillRef>
            <a:effectRef idx="0">
              <a:schemeClr val="accent1"/>
            </a:effectRef>
            <a:fontRef idx="minor">
              <a:schemeClr val="tx1"/>
            </a:fontRef>
          </p:style>
        </p:cxnSp>
        <p:cxnSp>
          <p:nvCxnSpPr>
            <p:cNvPr id="2" name="图形"/>
            <p:cNvCxnSpPr/>
            <p:nvPr>
              <p:custDataLst>
                <p:tags r:id="R34cf0d1f71d442b9"/>
              </p:custDataLst>
            </p:nvPr>
          </p:nvCxnSpPr>
          <p:spPr>
            <a:xfrm>
              <a:off x="14623" y="8253"/>
              <a:ext cx="5450" cy="0"/>
            </a:xfrm>
            <a:prstGeom prst="line">
              <a:avLst/>
            </a:prstGeom>
            <a:ln>
              <a:solidFill>
                <a:schemeClr val="accent1">
                  <a:alpha val="40000"/>
                </a:schemeClr>
              </a:solidFill>
            </a:ln>
          </p:spPr>
          <p:style>
            <a:lnRef idx="1">
              <a:schemeClr val="accent1"/>
            </a:lnRef>
            <a:fillRef idx="0">
              <a:schemeClr val="accent1"/>
            </a:fillRef>
            <a:effectRef idx="0">
              <a:schemeClr val="accent1"/>
            </a:effectRef>
            <a:fontRef idx="minor">
              <a:schemeClr val="tx1"/>
            </a:fontRef>
          </p:style>
        </p:cxnSp>
      </p:grpSp>
    </p:spTree>
    <p:custDataLst>
      <p:tags r:id="Rcad81a84aec04022"/>
    </p:custDataLst>
  </p:cSld>
  <p:clrMapOvr>
    <a:masterClrMapping/>
  </p:clrMapOvr>
  <p:transition advTm="2000">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ntr" presetSubtype="16" fill="hold" nodeType="afterEffect">
                                  <p:stCondLst>
                                    <p:cond delay="0"/>
                                  </p:stCondLst>
                                  <p:childTnLst>
                                    <p:set>
                                      <p:cBhvr>
                                        <p:cTn id="6" dur="500" fill="hold">
                                          <p:stCondLst>
                                            <p:cond delay="0"/>
                                          </p:stCondLst>
                                        </p:cTn>
                                        <p:tgtEl>
                                          <p:spTgt spid="3"/>
                                        </p:tgtEl>
                                        <p:attrNameLst>
                                          <p:attrName>style.visibility</p:attrName>
                                        </p:attrNameLst>
                                      </p:cBhvr>
                                      <p:to>
                                        <p:strVal val="visible"/>
                                      </p:to>
                                    </p:set>
                                    <p:animEffect transition="in" filter="diamond(in)">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形" descr="E:\006包图网\素材\001婚礼\2\5d4136e69300a.jpg5d4136e69300a"/>
          <p:cNvPicPr>
            <a:picLocks noChangeAspect="1"/>
          </p:cNvPicPr>
          <p:nvPr>
            <p:custDataLst>
              <p:tags r:id="R10b3b3ff36fa4a1d"/>
            </p:custDataLst>
          </p:nvPr>
        </p:nvPicPr>
        <p:blipFill rotWithShape="1">
          <a:blip r:embed="Rfc14814236414f71"/>
          <a:srcRect/>
          <a:stretch>
            <a:fillRect/>
          </a:stretch>
        </p:blipFill>
        <p:spPr>
          <a:xfrm>
            <a:off x="7524115" y="523875"/>
            <a:ext cx="3783331" cy="5675630"/>
          </a:xfrm>
          <a:prstGeom prst="rect">
            <a:avLst/>
          </a:prstGeom>
        </p:spPr>
      </p:pic>
      <p:pic>
        <p:nvPicPr>
          <p:cNvPr id="6" name="图形" descr="E:\006包图网\素材\001婚礼\2\5d4166dd4b325.jpg5d4166dd4b325"/>
          <p:cNvPicPr>
            <a:picLocks noChangeAspect="1"/>
          </p:cNvPicPr>
          <p:nvPr>
            <p:custDataLst>
              <p:tags r:id="Rf40c129e6ba14301"/>
            </p:custDataLst>
          </p:nvPr>
        </p:nvPicPr>
        <p:blipFill rotWithShape="1">
          <a:blip r:embed="Rdfe271d3c8ba4c62"/>
          <a:srcRect t="19840" b="7813"/>
          <a:stretch>
            <a:fillRect/>
          </a:stretch>
        </p:blipFill>
        <p:spPr>
          <a:xfrm>
            <a:off x="842646" y="3749040"/>
            <a:ext cx="4500245" cy="2170430"/>
          </a:xfrm>
          <a:prstGeom prst="rect">
            <a:avLst/>
          </a:prstGeom>
        </p:spPr>
      </p:pic>
      <p:sp>
        <p:nvSpPr>
          <p:cNvPr id="7" name="图形"/>
          <p:cNvSpPr/>
          <p:nvPr>
            <p:custDataLst>
              <p:tags r:id="R9e39617baf774a96"/>
            </p:custDataLst>
          </p:nvPr>
        </p:nvSpPr>
        <p:spPr>
          <a:xfrm>
            <a:off x="5745480" y="0"/>
            <a:ext cx="2332208" cy="1905000"/>
          </a:xfrm>
          <a:prstGeom prst="rect">
            <a:avLst/>
          </a:prstGeom>
          <a:solidFill>
            <a:srgbClr val="A882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a:ea typeface="阿里巴巴普惠体 Medium"/>
              <a:cs typeface="阿里巴巴普惠体 Medium"/>
              <a:sym typeface="Arial"/>
            </a:endParaRPr>
          </a:p>
        </p:txBody>
      </p:sp>
      <p:sp>
        <p:nvSpPr>
          <p:cNvPr id="2" name="图形"/>
          <p:cNvSpPr/>
          <p:nvPr>
            <p:custDataLst>
              <p:tags r:id="R62f7739c497e4a72"/>
            </p:custDataLst>
          </p:nvPr>
        </p:nvSpPr>
        <p:spPr>
          <a:xfrm>
            <a:off x="0" y="6199507"/>
            <a:ext cx="842645" cy="658495"/>
          </a:xfrm>
          <a:prstGeom prst="rect">
            <a:avLst/>
          </a:prstGeom>
          <a:solidFill>
            <a:srgbClr val="A882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阿里巴巴普惠体 Medium"/>
              <a:cs typeface="阿里巴巴普惠体 Medium"/>
              <a:sym typeface="Arial"/>
            </a:endParaRPr>
          </a:p>
        </p:txBody>
      </p:sp>
      <p:sp>
        <p:nvSpPr>
          <p:cNvPr id="12" name="图形"/>
          <p:cNvSpPr/>
          <p:nvPr>
            <p:custDataLst>
              <p:tags r:id="R88f6805688204eac"/>
            </p:custDataLst>
          </p:nvPr>
        </p:nvSpPr>
        <p:spPr>
          <a:xfrm rot="5400000">
            <a:off x="5270502" y="4398645"/>
            <a:ext cx="2930525" cy="111760"/>
          </a:xfrm>
          <a:prstGeom prst="rect">
            <a:avLst/>
          </a:prstGeom>
          <a:solidFill>
            <a:schemeClr val="bg2">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阿里巴巴普惠体 Medium"/>
              <a:cs typeface="阿里巴巴普惠体 Medium"/>
              <a:sym typeface="Arial"/>
            </a:endParaRPr>
          </a:p>
        </p:txBody>
      </p:sp>
      <p:sp>
        <p:nvSpPr>
          <p:cNvPr id="5" name="图形"/>
          <p:cNvSpPr txBox="1"/>
          <p:nvPr>
            <p:custDataLst>
              <p:tags r:id="R5b629537f56c4a36"/>
            </p:custDataLst>
          </p:nvPr>
        </p:nvSpPr>
        <p:spPr>
          <a:xfrm>
            <a:off x="985520" y="1792605"/>
            <a:ext cx="4439920" cy="923330"/>
          </a:xfrm>
          <a:prstGeom prst="rect">
            <a:avLst/>
          </a:prstGeom>
          <a:noFill/>
        </p:spPr>
        <p:txBody>
          <a:bodyPr wrap="square" rtlCol="0" anchor="t">
            <a:spAutoFit/>
          </a:bodyPr>
          <a:lstStyle>
            <a:defPPr>
              <a:defRPr lang="zh-CN"/>
            </a:defPPr>
            <a:lvl1pPr algn="dist">
              <a:defRPr sz="5400">
                <a:solidFill>
                  <a:schemeClr val="tx1">
                    <a:lumMod val="85000"/>
                    <a:lumOff val="15000"/>
                  </a:schemeClr>
                </a:solidFill>
                <a:latin typeface="阿里巴巴普惠体 Heavy" pitchFamily="18" charset="-122"/>
                <a:ea typeface="阿里巴巴普惠体 Heavy" pitchFamily="18" charset="-122"/>
                <a:cs typeface="阿里巴巴普惠体 Heavy" pitchFamily="18" charset="-122"/>
              </a:defRPr>
            </a:lvl1pPr>
          </a:lstStyle>
          <a:p>
            <a:r>
              <a:rPr lang="zh-CN" altLang="en-US" dirty="0">
                <a:sym typeface="Arial"/>
              </a:rPr>
              <a:t>婚礼活动策划</a:t>
            </a:r>
          </a:p>
        </p:txBody>
      </p:sp>
      <p:sp>
        <p:nvSpPr>
          <p:cNvPr id="21" name="图形"/>
          <p:cNvSpPr txBox="1"/>
          <p:nvPr>
            <p:custDataLst>
              <p:tags r:id="Rb706be8a032642ff"/>
            </p:custDataLst>
          </p:nvPr>
        </p:nvSpPr>
        <p:spPr>
          <a:xfrm>
            <a:off x="237" y="981448"/>
            <a:ext cx="1858551" cy="923330"/>
          </a:xfrm>
          <a:prstGeom prst="rect">
            <a:avLst/>
          </a:prstGeom>
          <a:noFill/>
        </p:spPr>
        <p:txBody>
          <a:bodyPr wrap="square" rtlCol="0">
            <a:spAutoFit/>
          </a:bodyPr>
          <a:lstStyle/>
          <a:p>
            <a:pPr algn="ctr"/>
            <a:r>
              <a:rPr lang="zh-CN" altLang="en-US" sz="5400">
                <a:solidFill>
                  <a:schemeClr val="tx1">
                    <a:lumMod val="85000"/>
                    <a:lumOff val="15000"/>
                  </a:schemeClr>
                </a:solidFill>
                <a:latin typeface="Arial"/>
                <a:ea typeface="阿里巴巴普惠体 Medium"/>
                <a:cs typeface="阿里巴巴普惠体 Medium"/>
                <a:sym typeface="Arial"/>
              </a:rPr>
              <a:t>“</a:t>
            </a:r>
          </a:p>
        </p:txBody>
      </p:sp>
      <p:sp>
        <p:nvSpPr>
          <p:cNvPr id="37" name="图形"/>
          <p:cNvSpPr txBox="1"/>
          <p:nvPr>
            <p:custDataLst>
              <p:tags r:id="Rb813bea7e79f4c6b"/>
            </p:custDataLst>
          </p:nvPr>
        </p:nvSpPr>
        <p:spPr>
          <a:xfrm>
            <a:off x="1083311" y="2571117"/>
            <a:ext cx="4439285" cy="830997"/>
          </a:xfrm>
          <a:prstGeom prst="rect">
            <a:avLst/>
          </a:prstGeom>
          <a:noFill/>
        </p:spPr>
        <p:txBody>
          <a:bodyPr vert="horz" wrap="square" rtlCol="0">
            <a:spAutoFit/>
          </a:bodyPr>
          <a:lstStyle/>
          <a:p>
            <a:pPr algn="l">
              <a:lnSpc>
                <a:spcPct val="200000"/>
              </a:lnSpc>
              <a:spcBef>
                <a:spcPts val="0"/>
              </a:spcBef>
              <a:spcAft>
                <a:spcPts val="0"/>
              </a:spcAft>
            </a:pPr>
            <a:r>
              <a:rPr lang="zh-CN" altLang="en-US" sz="1200">
                <a:solidFill>
                  <a:schemeClr val="tx1">
                    <a:lumMod val="85000"/>
                    <a:lumOff val="15000"/>
                  </a:schemeClr>
                </a:solidFill>
                <a:latin typeface="Arial"/>
                <a:ea typeface="阿里巴巴普惠体 Medium"/>
                <a:cs typeface="阿里巴巴普惠体 Medium"/>
                <a:sym typeface="Arial"/>
              </a:rPr>
              <a:t>Add your text content</a:t>
            </a:r>
            <a:r>
              <a:rPr lang="en-US" altLang="zh-CN" sz="1200">
                <a:solidFill>
                  <a:schemeClr val="tx1">
                    <a:lumMod val="85000"/>
                    <a:lumOff val="15000"/>
                  </a:schemeClr>
                </a:solidFill>
                <a:latin typeface="Arial"/>
                <a:ea typeface="阿里巴巴普惠体 Medium"/>
                <a:cs typeface="阿里巴巴普惠体 Medium"/>
                <a:sym typeface="Arial"/>
              </a:rPr>
              <a:t>.</a:t>
            </a:r>
            <a:r>
              <a:rPr lang="zh-CN" altLang="en-US" sz="1200">
                <a:solidFill>
                  <a:schemeClr val="tx1">
                    <a:lumMod val="85000"/>
                    <a:lumOff val="15000"/>
                  </a:schemeClr>
                </a:solidFill>
                <a:latin typeface="Arial"/>
                <a:ea typeface="阿里巴巴普惠体 Medium"/>
                <a:cs typeface="阿里巴巴普惠体 Medium"/>
                <a:sym typeface="Arial"/>
              </a:rPr>
              <a:t>Add your text content</a:t>
            </a:r>
            <a:r>
              <a:rPr lang="en-US" altLang="zh-CN" sz="1200">
                <a:solidFill>
                  <a:schemeClr val="tx1">
                    <a:lumMod val="85000"/>
                    <a:lumOff val="15000"/>
                  </a:schemeClr>
                </a:solidFill>
                <a:latin typeface="Arial"/>
                <a:ea typeface="阿里巴巴普惠体 Medium"/>
                <a:cs typeface="阿里巴巴普惠体 Medium"/>
                <a:sym typeface="Arial"/>
              </a:rPr>
              <a:t>.</a:t>
            </a:r>
            <a:r>
              <a:rPr lang="zh-CN" altLang="en-US" sz="1200">
                <a:solidFill>
                  <a:schemeClr val="tx1">
                    <a:lumMod val="85000"/>
                    <a:lumOff val="15000"/>
                  </a:schemeClr>
                </a:solidFill>
                <a:latin typeface="Arial"/>
                <a:ea typeface="阿里巴巴普惠体 Medium"/>
                <a:cs typeface="阿里巴巴普惠体 Medium"/>
                <a:sym typeface="Arial"/>
              </a:rPr>
              <a:t>Add your text content</a:t>
            </a:r>
            <a:r>
              <a:rPr lang="en-US" altLang="zh-CN" sz="1200">
                <a:solidFill>
                  <a:schemeClr val="tx1">
                    <a:lumMod val="85000"/>
                    <a:lumOff val="15000"/>
                  </a:schemeClr>
                </a:solidFill>
                <a:latin typeface="Arial"/>
                <a:ea typeface="阿里巴巴普惠体 Medium"/>
                <a:cs typeface="阿里巴巴普惠体 Medium"/>
                <a:sym typeface="Arial"/>
              </a:rPr>
              <a:t>.</a:t>
            </a:r>
            <a:r>
              <a:rPr lang="zh-CN" altLang="en-US" sz="1200">
                <a:solidFill>
                  <a:schemeClr val="tx1">
                    <a:lumMod val="85000"/>
                    <a:lumOff val="15000"/>
                  </a:schemeClr>
                </a:solidFill>
                <a:latin typeface="Arial"/>
                <a:ea typeface="阿里巴巴普惠体 Medium"/>
                <a:cs typeface="阿里巴巴普惠体 Medium"/>
                <a:sym typeface="Arial"/>
              </a:rPr>
              <a:t>Add your text content</a:t>
            </a:r>
            <a:r>
              <a:rPr lang="en-US" altLang="zh-CN" sz="1200">
                <a:solidFill>
                  <a:schemeClr val="tx1">
                    <a:lumMod val="85000"/>
                    <a:lumOff val="15000"/>
                  </a:schemeClr>
                </a:solidFill>
                <a:latin typeface="Arial"/>
                <a:ea typeface="阿里巴巴普惠体 Medium"/>
                <a:cs typeface="阿里巴巴普惠体 Medium"/>
                <a:sym typeface="Arial"/>
              </a:rPr>
              <a:t>.</a:t>
            </a:r>
            <a:endParaRPr kumimoji="0" lang="en-US" altLang="zh-CN" sz="1200" b="0" i="0" u="none" strike="noStrike" kern="1200" cap="none" spc="0" normalizeH="0" baseline="0" noProof="0" dirty="0">
              <a:ln>
                <a:noFill/>
              </a:ln>
              <a:solidFill>
                <a:schemeClr val="tx1">
                  <a:lumMod val="50000"/>
                  <a:lumOff val="50000"/>
                </a:schemeClr>
              </a:solidFill>
              <a:effectLst/>
              <a:uLnTx/>
              <a:uFillTx/>
              <a:latin typeface="Arial"/>
              <a:ea typeface="阿里巴巴普惠体 Medium"/>
              <a:cs typeface="阿里巴巴普惠体 Medium"/>
              <a:sym typeface="Arial"/>
            </a:endParaRPr>
          </a:p>
        </p:txBody>
      </p:sp>
      <p:sp>
        <p:nvSpPr>
          <p:cNvPr id="13" name="图形"/>
          <p:cNvSpPr txBox="1"/>
          <p:nvPr>
            <p:custDataLst>
              <p:tags r:id="R406026e0796b4328"/>
            </p:custDataLst>
          </p:nvPr>
        </p:nvSpPr>
        <p:spPr>
          <a:xfrm>
            <a:off x="6430409" y="646430"/>
            <a:ext cx="615553" cy="2912316"/>
          </a:xfrm>
          <a:prstGeom prst="rect">
            <a:avLst/>
          </a:prstGeom>
          <a:noFill/>
        </p:spPr>
        <p:txBody>
          <a:bodyPr vert="eaVert" wrap="square" rtlCol="0">
            <a:spAutoFit/>
          </a:bodyPr>
          <a:lstStyle/>
          <a:p>
            <a:pPr algn="l"/>
            <a:r>
              <a:rPr lang="en-US" altLang="zh-CN" sz="2800" dirty="0">
                <a:solidFill>
                  <a:schemeClr val="bg1"/>
                </a:solidFill>
                <a:latin typeface="Arial"/>
                <a:ea typeface="阿里巴巴普惠体 Medium"/>
                <a:cs typeface="阿里巴巴普惠体 Medium"/>
                <a:sym typeface="Arial"/>
              </a:rPr>
              <a:t>PART    </a:t>
            </a:r>
            <a:r>
              <a:rPr lang="en-US" altLang="zh-CN" sz="2800" dirty="0">
                <a:solidFill>
                  <a:schemeClr val="accent1"/>
                </a:solidFill>
                <a:latin typeface="Arial"/>
                <a:ea typeface="阿里巴巴普惠体 Medium"/>
                <a:cs typeface="阿里巴巴普惠体 Medium"/>
                <a:sym typeface="Arial"/>
              </a:rPr>
              <a:t>THREE</a:t>
            </a:r>
          </a:p>
        </p:txBody>
      </p:sp>
    </p:spTree>
    <p:custDataLst>
      <p:tags r:id="R954472a0869241f1"/>
    </p:custDataLst>
  </p:cSld>
  <p:clrMapOvr>
    <a:masterClrMapping/>
  </p:clrMapOvr>
  <p:transition advTm="2000">
    <p:split orient="vert" dir="in"/>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wipe(left)">
                                      <p:cBhvr>
                                        <p:cTn id="11" dur="500"/>
                                        <p:tgtEl>
                                          <p:spTgt spid="7"/>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wipe(left)">
                                      <p:cBhvr>
                                        <p:cTn id="15" dur="500"/>
                                        <p:tgtEl>
                                          <p:spTgt spid="2"/>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21"/>
                                        </p:tgtEl>
                                        <p:attrNameLst>
                                          <p:attrName>style.visibility</p:attrName>
                                        </p:attrNameLst>
                                      </p:cBhvr>
                                      <p:to>
                                        <p:strVal val="visible"/>
                                      </p:to>
                                    </p:set>
                                    <p:animEffect transition="in" filter="wipe(left)">
                                      <p:cBhvr>
                                        <p:cTn id="19" dur="500"/>
                                        <p:tgtEl>
                                          <p:spTgt spid="21"/>
                                        </p:tgtEl>
                                      </p:cBhvr>
                                    </p:animEffect>
                                  </p:childTnLst>
                                </p:cTn>
                              </p:par>
                            </p:childTnLst>
                          </p:cTn>
                        </p:par>
                        <p:par>
                          <p:cTn id="20" fill="hold">
                            <p:stCondLst>
                              <p:cond delay="2000"/>
                            </p:stCondLst>
                            <p:childTnLst>
                              <p:par>
                                <p:cTn id="21" presetID="22" presetClass="entr" presetSubtype="8" fill="hold" nodeType="after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wipe(left)">
                                      <p:cBhvr>
                                        <p:cTn id="23" dur="500"/>
                                        <p:tgtEl>
                                          <p:spTgt spid="6"/>
                                        </p:tgtEl>
                                      </p:cBhvr>
                                    </p:animEffect>
                                  </p:childTnLst>
                                </p:cTn>
                              </p:par>
                            </p:childTnLst>
                          </p:cTn>
                        </p:par>
                        <p:par>
                          <p:cTn id="24" fill="hold">
                            <p:stCondLst>
                              <p:cond delay="2500"/>
                            </p:stCondLst>
                            <p:childTnLst>
                              <p:par>
                                <p:cTn id="25" presetID="22" presetClass="entr" presetSubtype="8" fill="hold" grpId="0" nodeType="after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left)">
                                      <p:cBhvr>
                                        <p:cTn id="27" dur="500"/>
                                        <p:tgtEl>
                                          <p:spTgt spid="5"/>
                                        </p:tgtEl>
                                      </p:cBhvr>
                                    </p:animEffect>
                                  </p:childTnLst>
                                </p:cTn>
                              </p:par>
                            </p:childTnLst>
                          </p:cTn>
                        </p:par>
                        <p:par>
                          <p:cTn id="28" fill="hold">
                            <p:stCondLst>
                              <p:cond delay="3000"/>
                            </p:stCondLst>
                            <p:childTnLst>
                              <p:par>
                                <p:cTn id="29" presetID="22" presetClass="entr" presetSubtype="8" fill="hold" grpId="0" nodeType="afterEffect">
                                  <p:stCondLst>
                                    <p:cond delay="0"/>
                                  </p:stCondLst>
                                  <p:childTnLst>
                                    <p:set>
                                      <p:cBhvr>
                                        <p:cTn id="30" dur="1" fill="hold">
                                          <p:stCondLst>
                                            <p:cond delay="0"/>
                                          </p:stCondLst>
                                        </p:cTn>
                                        <p:tgtEl>
                                          <p:spTgt spid="37"/>
                                        </p:tgtEl>
                                        <p:attrNameLst>
                                          <p:attrName>style.visibility</p:attrName>
                                        </p:attrNameLst>
                                      </p:cBhvr>
                                      <p:to>
                                        <p:strVal val="visible"/>
                                      </p:to>
                                    </p:set>
                                    <p:animEffect transition="in" filter="wipe(left)">
                                      <p:cBhvr>
                                        <p:cTn id="31"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7" grpId="1" animBg="1"/>
      <p:bldP spid="2" grpId="0" bldLvl="0" animBg="1"/>
      <p:bldP spid="2" grpId="1" animBg="1"/>
      <p:bldP spid="5" grpId="0"/>
      <p:bldP spid="5" grpId="1"/>
      <p:bldP spid="21" grpId="0"/>
      <p:bldP spid="21" grpId="1"/>
      <p:bldP spid="37" grpId="0"/>
      <p:bldP spid="37" grpId="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 name="图形"/>
          <p:cNvGrpSpPr/>
          <p:nvPr/>
        </p:nvGrpSpPr>
        <p:grpSpPr>
          <a:xfrm>
            <a:off x="859791" y="1421130"/>
            <a:ext cx="10815954" cy="4527550"/>
            <a:chOff x="1354" y="2238"/>
            <a:chExt cx="17033" cy="7130"/>
          </a:xfrm>
        </p:grpSpPr>
        <p:grpSp>
          <p:nvGrpSpPr>
            <p:cNvPr id="5" name="组合 4"/>
            <p:cNvGrpSpPr/>
            <p:nvPr/>
          </p:nvGrpSpPr>
          <p:grpSpPr>
            <a:xfrm>
              <a:off x="1354" y="2862"/>
              <a:ext cx="7545" cy="6152"/>
              <a:chOff x="1520" y="1700"/>
              <a:chExt cx="9160" cy="7468"/>
            </a:xfrm>
          </p:grpSpPr>
          <p:pic>
            <p:nvPicPr>
              <p:cNvPr id="4" name="图形" descr="E:\006包图网\素材\001婚礼\2\5d413101394a5.jpg5d413101394a5"/>
              <p:cNvPicPr>
                <a:picLocks noChangeAspect="1"/>
              </p:cNvPicPr>
              <p:nvPr>
                <p:custDataLst>
                  <p:tags r:id="R2ebcc4a981e1491f"/>
                </p:custDataLst>
              </p:nvPr>
            </p:nvPicPr>
            <p:blipFill rotWithShape="1">
              <a:blip r:embed="Re54b6dd3bb1744b8"/>
              <a:srcRect/>
              <a:stretch>
                <a:fillRect/>
              </a:stretch>
            </p:blipFill>
            <p:spPr>
              <a:xfrm>
                <a:off x="1520" y="1700"/>
                <a:ext cx="4979" cy="7468"/>
              </a:xfrm>
              <a:custGeom>
                <a:avLst/>
                <a:gdLst>
                  <a:gd name="connsiteX0" fmla="*/ 0 w 4086410"/>
                  <a:gd name="connsiteY0" fmla="*/ 0 h 4826000"/>
                  <a:gd name="connsiteX1" fmla="*/ 4086410 w 4086410"/>
                  <a:gd name="connsiteY1" fmla="*/ 0 h 4826000"/>
                  <a:gd name="connsiteX2" fmla="*/ 4086410 w 4086410"/>
                  <a:gd name="connsiteY2" fmla="*/ 4826000 h 4826000"/>
                  <a:gd name="connsiteX3" fmla="*/ 0 w 4086410"/>
                  <a:gd name="connsiteY3" fmla="*/ 4826000 h 4826000"/>
                </a:gdLst>
                <a:ahLst/>
                <a:cxnLst>
                  <a:cxn ang="0">
                    <a:pos x="connsiteX0" y="connsiteY0"/>
                  </a:cxn>
                  <a:cxn ang="0">
                    <a:pos x="connsiteX1" y="connsiteY1"/>
                  </a:cxn>
                  <a:cxn ang="0">
                    <a:pos x="connsiteX2" y="connsiteY2"/>
                  </a:cxn>
                  <a:cxn ang="0">
                    <a:pos x="connsiteX3" y="connsiteY3"/>
                  </a:cxn>
                </a:cxnLst>
                <a:rect l="l" t="t" r="r" b="b"/>
                <a:pathLst>
                  <a:path w="4086410" h="4826000">
                    <a:moveTo>
                      <a:pt x="0" y="0"/>
                    </a:moveTo>
                    <a:lnTo>
                      <a:pt x="4086410" y="0"/>
                    </a:lnTo>
                    <a:lnTo>
                      <a:pt x="4086410" y="4826000"/>
                    </a:lnTo>
                    <a:lnTo>
                      <a:pt x="0" y="4826000"/>
                    </a:lnTo>
                    <a:close/>
                  </a:path>
                </a:pathLst>
              </a:custGeom>
            </p:spPr>
          </p:pic>
          <p:pic>
            <p:nvPicPr>
              <p:cNvPr id="3" name="图形" descr="E:\006包图网\素材\001婚礼\2\5d4166dd4b325.jpg5d4166dd4b325"/>
              <p:cNvPicPr>
                <a:picLocks noChangeAspect="1"/>
              </p:cNvPicPr>
              <p:nvPr>
                <p:custDataLst>
                  <p:tags r:id="R4c42d161be794c1e"/>
                </p:custDataLst>
              </p:nvPr>
            </p:nvPicPr>
            <p:blipFill>
              <a:blip r:embed="R9bfda0141f444ac2"/>
              <a:srcRect/>
              <a:stretch>
                <a:fillRect/>
              </a:stretch>
            </p:blipFill>
            <p:spPr>
              <a:xfrm>
                <a:off x="6659" y="1700"/>
                <a:ext cx="4021" cy="2681"/>
              </a:xfrm>
              <a:prstGeom prst="rect">
                <a:avLst/>
              </a:prstGeom>
            </p:spPr>
          </p:pic>
          <p:pic>
            <p:nvPicPr>
              <p:cNvPr id="6" name="图形" descr="E:\006包图网\素材\001婚礼\2\5d4134d1b2916.jpg5d4134d1b2916"/>
              <p:cNvPicPr>
                <a:picLocks noChangeAspect="1"/>
              </p:cNvPicPr>
              <p:nvPr>
                <p:custDataLst>
                  <p:tags r:id="R78376a80cfc04e62"/>
                </p:custDataLst>
              </p:nvPr>
            </p:nvPicPr>
            <p:blipFill rotWithShape="1">
              <a:blip r:embed="Rf561b4ba6a104e78"/>
              <a:srcRect b="17294"/>
              <a:stretch>
                <a:fillRect/>
              </a:stretch>
            </p:blipFill>
            <p:spPr>
              <a:xfrm flipH="1">
                <a:off x="6740" y="4524"/>
                <a:ext cx="3743" cy="4644"/>
              </a:xfrm>
              <a:prstGeom prst="rect">
                <a:avLst/>
              </a:prstGeom>
            </p:spPr>
          </p:pic>
        </p:grpSp>
        <p:sp>
          <p:nvSpPr>
            <p:cNvPr id="21" name="图形"/>
            <p:cNvSpPr txBox="1"/>
            <p:nvPr>
              <p:custDataLst>
                <p:tags r:id="R8f8f263680c74eac"/>
              </p:custDataLst>
            </p:nvPr>
          </p:nvSpPr>
          <p:spPr>
            <a:xfrm>
              <a:off x="10789" y="3938"/>
              <a:ext cx="7598" cy="2185"/>
            </a:xfrm>
            <a:prstGeom prst="rect">
              <a:avLst/>
            </a:prstGeom>
            <a:noFill/>
          </p:spPr>
          <p:txBody>
            <a:bodyPr wrap="square" lIns="94002" tIns="47001" rIns="94002" bIns="47001" rtlCol="0">
              <a:spAutoFit/>
            </a:bodyPr>
            <a:lstStyle/>
            <a:p>
              <a:pPr marL="0" indent="0" algn="l">
                <a:lnSpc>
                  <a:spcPct val="150000"/>
                </a:lnSpc>
                <a:spcBef>
                  <a:spcPts val="0"/>
                </a:spcBef>
                <a:spcAft>
                  <a:spcPts val="0"/>
                </a:spcAft>
                <a:buNone/>
              </a:pPr>
              <a:r>
                <a:rPr lang="zh-CN" altLang="en-US" sz="1400" dirty="0">
                  <a:solidFill>
                    <a:schemeClr val="tx1">
                      <a:lumMod val="75000"/>
                      <a:lumOff val="25000"/>
                    </a:schemeClr>
                  </a:solidFill>
                  <a:latin typeface="Arial"/>
                  <a:ea typeface="阿里巴巴普惠体 Medium"/>
                  <a:cs typeface="阿里巴巴普惠体 Medium"/>
                  <a:sym typeface="Arial"/>
                </a:rPr>
                <a:t>在此处添加您的文本内容在此处添加您的文本内容在此处添加您的文本内容在此处添加您的文本内容编辑文本在此处添加您的文本内容在此处添加您的文本内容在此处添加您的文本内容在此编辑文本在此处添加您的文本内容</a:t>
              </a:r>
            </a:p>
          </p:txBody>
        </p:sp>
        <p:sp>
          <p:nvSpPr>
            <p:cNvPr id="22" name="图形"/>
            <p:cNvSpPr txBox="1"/>
            <p:nvPr>
              <p:custDataLst>
                <p:tags r:id="R3c72742d59074f24"/>
              </p:custDataLst>
            </p:nvPr>
          </p:nvSpPr>
          <p:spPr>
            <a:xfrm>
              <a:off x="10789" y="2988"/>
              <a:ext cx="5853" cy="828"/>
            </a:xfrm>
            <a:prstGeom prst="rect">
              <a:avLst/>
            </a:prstGeom>
            <a:noFill/>
          </p:spPr>
          <p:txBody>
            <a:bodyPr wrap="none" lIns="94002" tIns="47001" rIns="94002" bIns="47001" rtlCol="0">
              <a:spAutoFit/>
            </a:bodyPr>
            <a:lstStyle/>
            <a:p>
              <a:r>
                <a:rPr lang="zh-CN" altLang="en-US" sz="2800" dirty="0">
                  <a:solidFill>
                    <a:schemeClr val="accent1"/>
                  </a:solidFill>
                  <a:latin typeface="Arial"/>
                  <a:ea typeface="阿里巴巴普惠体 Medium"/>
                  <a:cs typeface="阿里巴巴普惠体 Medium"/>
                  <a:sym typeface="Arial"/>
                </a:rPr>
                <a:t>在此预设标题文本内容</a:t>
              </a:r>
            </a:p>
          </p:txBody>
        </p:sp>
        <p:sp>
          <p:nvSpPr>
            <p:cNvPr id="23" name="图形"/>
            <p:cNvSpPr txBox="1"/>
            <p:nvPr>
              <p:custDataLst>
                <p:tags r:id="R91fc193ed4d54c6e"/>
              </p:custDataLst>
            </p:nvPr>
          </p:nvSpPr>
          <p:spPr>
            <a:xfrm>
              <a:off x="10789" y="7183"/>
              <a:ext cx="7598" cy="2185"/>
            </a:xfrm>
            <a:prstGeom prst="rect">
              <a:avLst/>
            </a:prstGeom>
            <a:noFill/>
          </p:spPr>
          <p:txBody>
            <a:bodyPr wrap="square" lIns="94002" tIns="47001" rIns="94002" bIns="47001" rtlCol="0">
              <a:spAutoFit/>
            </a:bodyPr>
            <a:lstStyle/>
            <a:p>
              <a:pPr marL="0" indent="0" algn="l">
                <a:lnSpc>
                  <a:spcPct val="150000"/>
                </a:lnSpc>
                <a:spcBef>
                  <a:spcPts val="0"/>
                </a:spcBef>
                <a:spcAft>
                  <a:spcPts val="0"/>
                </a:spcAft>
                <a:buNone/>
              </a:pPr>
              <a:r>
                <a:rPr lang="zh-CN" altLang="en-US" sz="1400" dirty="0">
                  <a:solidFill>
                    <a:schemeClr val="tx1">
                      <a:lumMod val="75000"/>
                      <a:lumOff val="25000"/>
                    </a:schemeClr>
                  </a:solidFill>
                  <a:latin typeface="Arial"/>
                  <a:ea typeface="阿里巴巴普惠体 Medium"/>
                  <a:cs typeface="阿里巴巴普惠体 Medium"/>
                  <a:sym typeface="Arial"/>
                </a:rPr>
                <a:t>在此处添加您的文本内容在此处添加您的文本内容在此处添加您的文本内容在此处添加您的文本内容编辑文本在此处添加您的文本内容在此处添加您的文本内容在此处添加您的文本内容在此编辑文本在此处添加您的文本内容</a:t>
              </a:r>
            </a:p>
          </p:txBody>
        </p:sp>
        <p:sp>
          <p:nvSpPr>
            <p:cNvPr id="25" name="图形"/>
            <p:cNvSpPr txBox="1"/>
            <p:nvPr>
              <p:custDataLst>
                <p:tags r:id="R9237170dd8a74893"/>
              </p:custDataLst>
            </p:nvPr>
          </p:nvSpPr>
          <p:spPr>
            <a:xfrm>
              <a:off x="10789" y="6233"/>
              <a:ext cx="5853" cy="828"/>
            </a:xfrm>
            <a:prstGeom prst="rect">
              <a:avLst/>
            </a:prstGeom>
            <a:noFill/>
          </p:spPr>
          <p:txBody>
            <a:bodyPr wrap="none" lIns="94002" tIns="47001" rIns="94002" bIns="47001" rtlCol="0">
              <a:spAutoFit/>
            </a:bodyPr>
            <a:lstStyle/>
            <a:p>
              <a:r>
                <a:rPr lang="zh-CN" altLang="en-US" sz="2800" dirty="0">
                  <a:solidFill>
                    <a:schemeClr val="accent1"/>
                  </a:solidFill>
                  <a:latin typeface="Arial"/>
                  <a:ea typeface="阿里巴巴普惠体 Medium"/>
                  <a:cs typeface="阿里巴巴普惠体 Medium"/>
                  <a:sym typeface="Arial"/>
                </a:rPr>
                <a:t>在此预设标题文本内容</a:t>
              </a:r>
            </a:p>
          </p:txBody>
        </p:sp>
        <p:sp>
          <p:nvSpPr>
            <p:cNvPr id="26" name="图形"/>
            <p:cNvSpPr/>
            <p:nvPr>
              <p:custDataLst>
                <p:tags r:id="Rd24698521736490f"/>
              </p:custDataLst>
            </p:nvPr>
          </p:nvSpPr>
          <p:spPr>
            <a:xfrm>
              <a:off x="8901" y="2238"/>
              <a:ext cx="1398" cy="70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阿里巴巴普惠体 Medium"/>
                <a:cs typeface="阿里巴巴普惠体 Medium"/>
                <a:sym typeface="Arial"/>
              </a:endParaRPr>
            </a:p>
          </p:txBody>
        </p:sp>
        <p:sp>
          <p:nvSpPr>
            <p:cNvPr id="27" name="图形"/>
            <p:cNvSpPr txBox="1"/>
            <p:nvPr>
              <p:custDataLst>
                <p:tags r:id="Rfcfed2c241a0424e"/>
              </p:custDataLst>
            </p:nvPr>
          </p:nvSpPr>
          <p:spPr>
            <a:xfrm>
              <a:off x="9138" y="2501"/>
              <a:ext cx="921" cy="5543"/>
            </a:xfrm>
            <a:prstGeom prst="rect">
              <a:avLst/>
            </a:prstGeom>
            <a:noFill/>
          </p:spPr>
          <p:txBody>
            <a:bodyPr vert="eaVert" wrap="none" rtlCol="0">
              <a:spAutoFit/>
            </a:bodyPr>
            <a:lstStyle/>
            <a:p>
              <a:r>
                <a:rPr lang="en-US" altLang="zh-CN" sz="2600">
                  <a:solidFill>
                    <a:schemeClr val="bg1"/>
                  </a:solidFill>
                  <a:latin typeface="Arial"/>
                  <a:ea typeface="阿里巴巴普惠体 Medium"/>
                  <a:cs typeface="阿里巴巴普惠体 Medium"/>
                  <a:sym typeface="Arial"/>
                </a:rPr>
                <a:t>THE CORE CONTENT</a:t>
              </a:r>
            </a:p>
          </p:txBody>
        </p:sp>
      </p:grpSp>
    </p:spTree>
    <p:custDataLst>
      <p:tags r:id="R4fb39bec18c84f67"/>
    </p:custDataLst>
  </p:cSld>
  <p:clrMapOvr>
    <a:masterClrMapping/>
  </p:clrMapOvr>
  <p:transition advTm="2000">
    <p:comb/>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3" presetClass="entr" presetSubtype="16" fill="hold" nodeType="afterEffect">
                                  <p:stCondLst>
                                    <p:cond delay="0"/>
                                  </p:stCondLst>
                                  <p:childTnLst>
                                    <p:set>
                                      <p:cBhvr>
                                        <p:cTn id="6" dur="500" fill="hold">
                                          <p:stCondLst>
                                            <p:cond delay="0"/>
                                          </p:stCondLst>
                                        </p:cTn>
                                        <p:tgtEl>
                                          <p:spTgt spid="24"/>
                                        </p:tgtEl>
                                        <p:attrNameLst>
                                          <p:attrName>style.visibility</p:attrName>
                                        </p:attrNameLst>
                                      </p:cBhvr>
                                      <p:to>
                                        <p:strVal val="visible"/>
                                      </p:to>
                                    </p:set>
                                    <p:animEffect transition="in" filter="plus(in)">
                                      <p:cBhvr>
                                        <p:cTn id="7"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图形"/>
          <p:cNvGrpSpPr/>
          <p:nvPr/>
        </p:nvGrpSpPr>
        <p:grpSpPr>
          <a:xfrm>
            <a:off x="838200" y="1871346"/>
            <a:ext cx="11343005" cy="4102100"/>
            <a:chOff x="1320" y="2947"/>
            <a:chExt cx="17863" cy="6460"/>
          </a:xfrm>
        </p:grpSpPr>
        <p:pic>
          <p:nvPicPr>
            <p:cNvPr id="3" name="图形" descr="E:\006包图网\素材\001婚礼\2\15494.jpg15494"/>
            <p:cNvPicPr>
              <a:picLocks noChangeAspect="1"/>
            </p:cNvPicPr>
            <p:nvPr>
              <p:custDataLst>
                <p:tags r:id="Rccb31300f63041d5"/>
              </p:custDataLst>
            </p:nvPr>
          </p:nvPicPr>
          <p:blipFill>
            <a:blip r:embed="Rcba151eed02d433f"/>
            <a:srcRect/>
            <a:stretch>
              <a:fillRect/>
            </a:stretch>
          </p:blipFill>
          <p:spPr>
            <a:xfrm>
              <a:off x="9693" y="2947"/>
              <a:ext cx="9490" cy="6326"/>
            </a:xfrm>
            <a:prstGeom prst="rect">
              <a:avLst/>
            </a:prstGeom>
          </p:spPr>
        </p:pic>
        <p:sp>
          <p:nvSpPr>
            <p:cNvPr id="6" name="图形"/>
            <p:cNvSpPr/>
            <p:nvPr>
              <p:custDataLst>
                <p:tags r:id="R74c7d26433f14f49"/>
              </p:custDataLst>
            </p:nvPr>
          </p:nvSpPr>
          <p:spPr>
            <a:xfrm>
              <a:off x="1378" y="2947"/>
              <a:ext cx="7527" cy="121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阿里巴巴普惠体 Medium"/>
                <a:cs typeface="阿里巴巴普惠体 Medium"/>
                <a:sym typeface="Arial"/>
              </a:endParaRPr>
            </a:p>
          </p:txBody>
        </p:sp>
        <p:sp>
          <p:nvSpPr>
            <p:cNvPr id="7" name="图形"/>
            <p:cNvSpPr txBox="1"/>
            <p:nvPr>
              <p:custDataLst>
                <p:tags r:id="Ra3df693605bf4849"/>
              </p:custDataLst>
            </p:nvPr>
          </p:nvSpPr>
          <p:spPr>
            <a:xfrm>
              <a:off x="1702" y="3150"/>
              <a:ext cx="5853" cy="828"/>
            </a:xfrm>
            <a:prstGeom prst="rect">
              <a:avLst/>
            </a:prstGeom>
            <a:noFill/>
          </p:spPr>
          <p:txBody>
            <a:bodyPr wrap="none" lIns="94002" tIns="47001" rIns="94002" bIns="47001" rtlCol="0">
              <a:spAutoFit/>
            </a:bodyPr>
            <a:lstStyle/>
            <a:p>
              <a:r>
                <a:rPr lang="zh-CN" altLang="en-US" sz="2800" dirty="0">
                  <a:solidFill>
                    <a:schemeClr val="bg1"/>
                  </a:solidFill>
                  <a:latin typeface="Arial"/>
                  <a:ea typeface="阿里巴巴普惠体 Medium"/>
                  <a:cs typeface="阿里巴巴普惠体 Medium"/>
                  <a:sym typeface="Arial"/>
                </a:rPr>
                <a:t>在此预设标题文本内容</a:t>
              </a:r>
            </a:p>
          </p:txBody>
        </p:sp>
        <p:grpSp>
          <p:nvGrpSpPr>
            <p:cNvPr id="2" name="组合 1"/>
            <p:cNvGrpSpPr/>
            <p:nvPr/>
          </p:nvGrpSpPr>
          <p:grpSpPr>
            <a:xfrm>
              <a:off x="2321" y="4638"/>
              <a:ext cx="6585" cy="1526"/>
              <a:chOff x="11124" y="2540"/>
              <a:chExt cx="6585" cy="1526"/>
            </a:xfrm>
          </p:grpSpPr>
          <p:sp>
            <p:nvSpPr>
              <p:cNvPr id="135" name="图形"/>
              <p:cNvSpPr txBox="1"/>
              <p:nvPr>
                <p:custDataLst>
                  <p:tags r:id="R8396df4f440f45ac"/>
                </p:custDataLst>
              </p:nvPr>
            </p:nvSpPr>
            <p:spPr>
              <a:xfrm>
                <a:off x="11124" y="3044"/>
                <a:ext cx="6585" cy="1022"/>
              </a:xfrm>
              <a:prstGeom prst="rect">
                <a:avLst/>
              </a:prstGeom>
              <a:noFill/>
            </p:spPr>
            <p:txBody>
              <a:bodyPr wrap="square" lIns="94002" tIns="47001" rIns="94002" bIns="47001" rtlCol="0">
                <a:spAutoFit/>
              </a:bodyPr>
              <a:lstStyle/>
              <a:p>
                <a:pPr marL="0" indent="0" algn="l">
                  <a:lnSpc>
                    <a:spcPct val="150000"/>
                  </a:lnSpc>
                  <a:spcBef>
                    <a:spcPts val="0"/>
                  </a:spcBef>
                  <a:spcAft>
                    <a:spcPts val="0"/>
                  </a:spcAft>
                  <a:buNone/>
                </a:pPr>
                <a:r>
                  <a:rPr lang="zh-CN" altLang="en-US" sz="1200" dirty="0">
                    <a:solidFill>
                      <a:schemeClr val="tx1">
                        <a:lumMod val="75000"/>
                        <a:lumOff val="25000"/>
                      </a:schemeClr>
                    </a:solidFill>
                    <a:latin typeface="Arial"/>
                    <a:ea typeface="阿里巴巴普惠体 Medium"/>
                    <a:cs typeface="阿里巴巴普惠体 Medium"/>
                    <a:sym typeface="Arial"/>
                  </a:rPr>
                  <a:t>在此处添加您的文本内容在此处添加您的文本内容在此处添加您的文本内容在此处添加您的文本内容</a:t>
                </a:r>
              </a:p>
            </p:txBody>
          </p:sp>
          <p:sp>
            <p:nvSpPr>
              <p:cNvPr id="136" name="图形"/>
              <p:cNvSpPr txBox="1"/>
              <p:nvPr>
                <p:custDataLst>
                  <p:tags r:id="R5e67f094b7fc47d6"/>
                </p:custDataLst>
              </p:nvPr>
            </p:nvSpPr>
            <p:spPr>
              <a:xfrm>
                <a:off x="11124" y="2540"/>
                <a:ext cx="2677" cy="731"/>
              </a:xfrm>
              <a:prstGeom prst="rect">
                <a:avLst/>
              </a:prstGeom>
              <a:noFill/>
            </p:spPr>
            <p:txBody>
              <a:bodyPr wrap="none" lIns="94002" tIns="47001" rIns="94002" bIns="47001" rtlCol="0">
                <a:spAutoFit/>
              </a:bodyPr>
              <a:lstStyle/>
              <a:p>
                <a:pPr algn="l" fontAlgn="auto">
                  <a:lnSpc>
                    <a:spcPct val="120000"/>
                  </a:lnSpc>
                  <a:spcBef>
                    <a:spcPts val="0"/>
                  </a:spcBef>
                  <a:spcAft>
                    <a:spcPts val="0"/>
                  </a:spcAft>
                </a:pPr>
                <a:r>
                  <a:rPr lang="zh-CN" altLang="en-US" sz="2000">
                    <a:solidFill>
                      <a:schemeClr val="accent1"/>
                    </a:solidFill>
                    <a:latin typeface="Arial"/>
                    <a:ea typeface="阿里巴巴普惠体 Medium"/>
                    <a:cs typeface="阿里巴巴普惠体 Medium"/>
                    <a:sym typeface="Arial"/>
                  </a:rPr>
                  <a:t>预设标题文本</a:t>
                </a:r>
                <a:endParaRPr lang="zh-CN" altLang="en-US" sz="2000" dirty="0">
                  <a:solidFill>
                    <a:srgbClr val="E6CBAB"/>
                  </a:solidFill>
                  <a:latin typeface="Arial"/>
                  <a:ea typeface="阿里巴巴普惠体 Medium"/>
                  <a:cs typeface="阿里巴巴普惠体 Medium"/>
                  <a:sym typeface="Arial"/>
                </a:endParaRPr>
              </a:p>
            </p:txBody>
          </p:sp>
        </p:grpSp>
        <p:grpSp>
          <p:nvGrpSpPr>
            <p:cNvPr id="4" name="组合 3"/>
            <p:cNvGrpSpPr/>
            <p:nvPr/>
          </p:nvGrpSpPr>
          <p:grpSpPr>
            <a:xfrm>
              <a:off x="2321" y="6242"/>
              <a:ext cx="6585" cy="1526"/>
              <a:chOff x="11124" y="2540"/>
              <a:chExt cx="6585" cy="1526"/>
            </a:xfrm>
          </p:grpSpPr>
          <p:sp>
            <p:nvSpPr>
              <p:cNvPr id="5" name="图形"/>
              <p:cNvSpPr txBox="1"/>
              <p:nvPr>
                <p:custDataLst>
                  <p:tags r:id="R5b2adeb5aca247d1"/>
                </p:custDataLst>
              </p:nvPr>
            </p:nvSpPr>
            <p:spPr>
              <a:xfrm>
                <a:off x="11124" y="3044"/>
                <a:ext cx="6585" cy="1022"/>
              </a:xfrm>
              <a:prstGeom prst="rect">
                <a:avLst/>
              </a:prstGeom>
              <a:noFill/>
            </p:spPr>
            <p:txBody>
              <a:bodyPr wrap="square" lIns="94002" tIns="47001" rIns="94002" bIns="47001" rtlCol="0">
                <a:spAutoFit/>
              </a:bodyPr>
              <a:lstStyle/>
              <a:p>
                <a:pPr marL="0" indent="0" algn="l">
                  <a:lnSpc>
                    <a:spcPct val="150000"/>
                  </a:lnSpc>
                  <a:spcBef>
                    <a:spcPts val="0"/>
                  </a:spcBef>
                  <a:spcAft>
                    <a:spcPts val="0"/>
                  </a:spcAft>
                  <a:buNone/>
                </a:pPr>
                <a:r>
                  <a:rPr lang="zh-CN" altLang="en-US" sz="1200" dirty="0">
                    <a:solidFill>
                      <a:schemeClr val="tx1">
                        <a:lumMod val="75000"/>
                        <a:lumOff val="25000"/>
                      </a:schemeClr>
                    </a:solidFill>
                    <a:latin typeface="Arial"/>
                    <a:ea typeface="阿里巴巴普惠体 Medium"/>
                    <a:cs typeface="阿里巴巴普惠体 Medium"/>
                    <a:sym typeface="Arial"/>
                  </a:rPr>
                  <a:t>在此处添加您的文本内容在此处添加您的文本内容在此处添加您的文本内容在此处添加您的文本内容</a:t>
                </a:r>
              </a:p>
            </p:txBody>
          </p:sp>
          <p:sp>
            <p:nvSpPr>
              <p:cNvPr id="13" name="图形"/>
              <p:cNvSpPr txBox="1"/>
              <p:nvPr>
                <p:custDataLst>
                  <p:tags r:id="Radc4951020e84cce"/>
                </p:custDataLst>
              </p:nvPr>
            </p:nvSpPr>
            <p:spPr>
              <a:xfrm>
                <a:off x="11124" y="2540"/>
                <a:ext cx="2677" cy="731"/>
              </a:xfrm>
              <a:prstGeom prst="rect">
                <a:avLst/>
              </a:prstGeom>
              <a:noFill/>
            </p:spPr>
            <p:txBody>
              <a:bodyPr wrap="none" lIns="94002" tIns="47001" rIns="94002" bIns="47001" rtlCol="0">
                <a:spAutoFit/>
              </a:bodyPr>
              <a:lstStyle/>
              <a:p>
                <a:pPr algn="l" fontAlgn="auto">
                  <a:lnSpc>
                    <a:spcPct val="120000"/>
                  </a:lnSpc>
                  <a:spcBef>
                    <a:spcPts val="0"/>
                  </a:spcBef>
                  <a:spcAft>
                    <a:spcPts val="0"/>
                  </a:spcAft>
                </a:pPr>
                <a:r>
                  <a:rPr lang="zh-CN" altLang="en-US" sz="2000">
                    <a:solidFill>
                      <a:schemeClr val="accent1"/>
                    </a:solidFill>
                    <a:latin typeface="Arial"/>
                    <a:ea typeface="阿里巴巴普惠体 Medium"/>
                    <a:cs typeface="阿里巴巴普惠体 Medium"/>
                    <a:sym typeface="Arial"/>
                  </a:rPr>
                  <a:t>预设标题文本</a:t>
                </a:r>
                <a:endParaRPr lang="zh-CN" altLang="en-US" sz="2000" b="1" dirty="0">
                  <a:solidFill>
                    <a:srgbClr val="E6CBAB"/>
                  </a:solidFill>
                  <a:latin typeface="Arial"/>
                  <a:ea typeface="阿里巴巴普惠体 Medium"/>
                  <a:cs typeface="阿里巴巴普惠体 Medium"/>
                  <a:sym typeface="Arial"/>
                </a:endParaRPr>
              </a:p>
            </p:txBody>
          </p:sp>
        </p:grpSp>
        <p:grpSp>
          <p:nvGrpSpPr>
            <p:cNvPr id="14" name="组合 13"/>
            <p:cNvGrpSpPr/>
            <p:nvPr/>
          </p:nvGrpSpPr>
          <p:grpSpPr>
            <a:xfrm>
              <a:off x="2321" y="7846"/>
              <a:ext cx="6585" cy="1526"/>
              <a:chOff x="11124" y="2540"/>
              <a:chExt cx="6585" cy="1526"/>
            </a:xfrm>
          </p:grpSpPr>
          <p:sp>
            <p:nvSpPr>
              <p:cNvPr id="15" name="图形"/>
              <p:cNvSpPr txBox="1"/>
              <p:nvPr>
                <p:custDataLst>
                  <p:tags r:id="Rd8fae801104f40a6"/>
                </p:custDataLst>
              </p:nvPr>
            </p:nvSpPr>
            <p:spPr>
              <a:xfrm>
                <a:off x="11124" y="3044"/>
                <a:ext cx="6585" cy="1022"/>
              </a:xfrm>
              <a:prstGeom prst="rect">
                <a:avLst/>
              </a:prstGeom>
              <a:noFill/>
            </p:spPr>
            <p:txBody>
              <a:bodyPr wrap="square" lIns="94002" tIns="47001" rIns="94002" bIns="47001" rtlCol="0">
                <a:spAutoFit/>
              </a:bodyPr>
              <a:lstStyle/>
              <a:p>
                <a:pPr marL="0" indent="0" algn="l">
                  <a:lnSpc>
                    <a:spcPct val="150000"/>
                  </a:lnSpc>
                  <a:spcBef>
                    <a:spcPts val="0"/>
                  </a:spcBef>
                  <a:spcAft>
                    <a:spcPts val="0"/>
                  </a:spcAft>
                  <a:buNone/>
                </a:pPr>
                <a:r>
                  <a:rPr lang="zh-CN" altLang="en-US" sz="1200" dirty="0">
                    <a:solidFill>
                      <a:schemeClr val="tx1">
                        <a:lumMod val="75000"/>
                        <a:lumOff val="25000"/>
                      </a:schemeClr>
                    </a:solidFill>
                    <a:latin typeface="Arial"/>
                    <a:ea typeface="阿里巴巴普惠体 Medium"/>
                    <a:cs typeface="阿里巴巴普惠体 Medium"/>
                    <a:sym typeface="Arial"/>
                  </a:rPr>
                  <a:t>在此处添加您的文本内容在此处添加您的文本内容在此处添加您的文本内容在此处添加您的文本内容</a:t>
                </a:r>
              </a:p>
            </p:txBody>
          </p:sp>
          <p:sp>
            <p:nvSpPr>
              <p:cNvPr id="16" name="图形"/>
              <p:cNvSpPr txBox="1"/>
              <p:nvPr>
                <p:custDataLst>
                  <p:tags r:id="Rfe73ca8699ab4bf1"/>
                </p:custDataLst>
              </p:nvPr>
            </p:nvSpPr>
            <p:spPr>
              <a:xfrm>
                <a:off x="11124" y="2540"/>
                <a:ext cx="2677" cy="731"/>
              </a:xfrm>
              <a:prstGeom prst="rect">
                <a:avLst/>
              </a:prstGeom>
              <a:noFill/>
            </p:spPr>
            <p:txBody>
              <a:bodyPr wrap="none" lIns="94002" tIns="47001" rIns="94002" bIns="47001" rtlCol="0">
                <a:spAutoFit/>
              </a:bodyPr>
              <a:lstStyle/>
              <a:p>
                <a:pPr algn="l" fontAlgn="auto">
                  <a:lnSpc>
                    <a:spcPct val="120000"/>
                  </a:lnSpc>
                  <a:spcBef>
                    <a:spcPts val="0"/>
                  </a:spcBef>
                  <a:spcAft>
                    <a:spcPts val="0"/>
                  </a:spcAft>
                </a:pPr>
                <a:r>
                  <a:rPr lang="zh-CN" altLang="en-US" sz="2000">
                    <a:solidFill>
                      <a:schemeClr val="accent1"/>
                    </a:solidFill>
                    <a:latin typeface="Arial"/>
                    <a:ea typeface="阿里巴巴普惠体 Medium"/>
                    <a:cs typeface="阿里巴巴普惠体 Medium"/>
                    <a:sym typeface="Arial"/>
                  </a:rPr>
                  <a:t>预设标题文本</a:t>
                </a:r>
                <a:endParaRPr lang="zh-CN" altLang="en-US" sz="2000" b="1" dirty="0">
                  <a:solidFill>
                    <a:srgbClr val="E6CBAB"/>
                  </a:solidFill>
                  <a:latin typeface="Arial"/>
                  <a:ea typeface="阿里巴巴普惠体 Medium"/>
                  <a:cs typeface="阿里巴巴普惠体 Medium"/>
                  <a:sym typeface="Arial"/>
                </a:endParaRPr>
              </a:p>
            </p:txBody>
          </p:sp>
        </p:grpSp>
        <p:sp>
          <p:nvSpPr>
            <p:cNvPr id="23" name="图形"/>
            <p:cNvSpPr txBox="1"/>
            <p:nvPr>
              <p:custDataLst>
                <p:tags r:id="Rcd70d5ebc0a14457"/>
              </p:custDataLst>
            </p:nvPr>
          </p:nvSpPr>
          <p:spPr>
            <a:xfrm>
              <a:off x="1320" y="4572"/>
              <a:ext cx="965" cy="1599"/>
            </a:xfrm>
            <a:prstGeom prst="rect">
              <a:avLst/>
            </a:prstGeom>
            <a:noFill/>
          </p:spPr>
          <p:txBody>
            <a:bodyPr wrap="none" rtlCol="0">
              <a:spAutoFit/>
            </a:bodyPr>
            <a:lstStyle/>
            <a:p>
              <a:r>
                <a:rPr lang="en-US" altLang="zh-CN" sz="6000">
                  <a:solidFill>
                    <a:schemeClr val="bg2">
                      <a:lumMod val="85000"/>
                    </a:schemeClr>
                  </a:solidFill>
                  <a:latin typeface="Arial"/>
                  <a:ea typeface="阿里巴巴普惠体 Medium"/>
                  <a:cs typeface="阿里巴巴普惠体 Medium"/>
                  <a:sym typeface="Arial"/>
                </a:rPr>
                <a:t>1</a:t>
              </a:r>
            </a:p>
          </p:txBody>
        </p:sp>
        <p:sp>
          <p:nvSpPr>
            <p:cNvPr id="24" name="图形"/>
            <p:cNvSpPr txBox="1"/>
            <p:nvPr>
              <p:custDataLst>
                <p:tags r:id="R9e8e1b220c0f4a7a"/>
              </p:custDataLst>
            </p:nvPr>
          </p:nvSpPr>
          <p:spPr>
            <a:xfrm>
              <a:off x="1320" y="6190"/>
              <a:ext cx="965" cy="1599"/>
            </a:xfrm>
            <a:prstGeom prst="rect">
              <a:avLst/>
            </a:prstGeom>
            <a:noFill/>
          </p:spPr>
          <p:txBody>
            <a:bodyPr wrap="none" rtlCol="0">
              <a:spAutoFit/>
            </a:bodyPr>
            <a:lstStyle/>
            <a:p>
              <a:r>
                <a:rPr lang="en-US" altLang="zh-CN" sz="6000">
                  <a:solidFill>
                    <a:schemeClr val="bg2">
                      <a:lumMod val="85000"/>
                    </a:schemeClr>
                  </a:solidFill>
                  <a:latin typeface="Arial"/>
                  <a:ea typeface="阿里巴巴普惠体 Medium"/>
                  <a:cs typeface="阿里巴巴普惠体 Medium"/>
                  <a:sym typeface="Arial"/>
                </a:rPr>
                <a:t>2</a:t>
              </a:r>
            </a:p>
          </p:txBody>
        </p:sp>
        <p:sp>
          <p:nvSpPr>
            <p:cNvPr id="25" name="图形"/>
            <p:cNvSpPr txBox="1"/>
            <p:nvPr>
              <p:custDataLst>
                <p:tags r:id="R417345eaeae64cbc"/>
              </p:custDataLst>
            </p:nvPr>
          </p:nvSpPr>
          <p:spPr>
            <a:xfrm>
              <a:off x="1320" y="7808"/>
              <a:ext cx="965" cy="1599"/>
            </a:xfrm>
            <a:prstGeom prst="rect">
              <a:avLst/>
            </a:prstGeom>
            <a:noFill/>
          </p:spPr>
          <p:txBody>
            <a:bodyPr wrap="none" rtlCol="0">
              <a:spAutoFit/>
            </a:bodyPr>
            <a:lstStyle/>
            <a:p>
              <a:r>
                <a:rPr lang="en-US" altLang="zh-CN" sz="6000">
                  <a:solidFill>
                    <a:schemeClr val="bg2">
                      <a:lumMod val="85000"/>
                    </a:schemeClr>
                  </a:solidFill>
                  <a:latin typeface="Arial"/>
                  <a:ea typeface="阿里巴巴普惠体 Medium"/>
                  <a:cs typeface="阿里巴巴普惠体 Medium"/>
                  <a:sym typeface="Arial"/>
                </a:rPr>
                <a:t>3</a:t>
              </a:r>
            </a:p>
          </p:txBody>
        </p:sp>
      </p:grpSp>
    </p:spTree>
    <p:custDataLst>
      <p:tags r:id="Rca8850d59a80444f"/>
    </p:custDataLst>
  </p:cSld>
  <p:clrMapOvr>
    <a:masterClrMapping/>
  </p:clrMapOvr>
  <p:transition advTm="2000">
    <p:diamon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42"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arn(outHorizontal)">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图形"/>
          <p:cNvGrpSpPr/>
          <p:nvPr/>
        </p:nvGrpSpPr>
        <p:grpSpPr>
          <a:xfrm>
            <a:off x="-410845" y="1463677"/>
            <a:ext cx="11381105" cy="4190365"/>
            <a:chOff x="-647" y="2305"/>
            <a:chExt cx="17923" cy="6599"/>
          </a:xfrm>
        </p:grpSpPr>
        <p:sp>
          <p:nvSpPr>
            <p:cNvPr id="22" name="图形"/>
            <p:cNvSpPr txBox="1"/>
            <p:nvPr>
              <p:custDataLst>
                <p:tags r:id="Rd618abadc5654860"/>
              </p:custDataLst>
            </p:nvPr>
          </p:nvSpPr>
          <p:spPr>
            <a:xfrm>
              <a:off x="1984" y="3236"/>
              <a:ext cx="5963" cy="1076"/>
            </a:xfrm>
            <a:prstGeom prst="rect">
              <a:avLst/>
            </a:prstGeom>
            <a:noFill/>
          </p:spPr>
          <p:txBody>
            <a:bodyPr wrap="square" rtlCol="0">
              <a:spAutoFit/>
            </a:bodyPr>
            <a:lstStyle/>
            <a:p>
              <a:pPr algn="l" fontAlgn="auto">
                <a:lnSpc>
                  <a:spcPct val="120000"/>
                </a:lnSpc>
                <a:spcBef>
                  <a:spcPts val="0"/>
                </a:spcBef>
                <a:spcAft>
                  <a:spcPts val="0"/>
                </a:spcAft>
              </a:pPr>
              <a:r>
                <a:rPr lang="zh-CN" altLang="en-US" sz="3200">
                  <a:solidFill>
                    <a:schemeClr val="accent1"/>
                  </a:solidFill>
                  <a:latin typeface="Arial"/>
                  <a:ea typeface="阿里巴巴普惠体 Medium"/>
                  <a:cs typeface="阿里巴巴普惠体 Medium"/>
                  <a:sym typeface="Arial"/>
                </a:rPr>
                <a:t>预设标题文本</a:t>
              </a:r>
              <a:endParaRPr lang="en-US" altLang="zh-CN" sz="3200" b="1">
                <a:solidFill>
                  <a:schemeClr val="tx1">
                    <a:lumMod val="65000"/>
                    <a:lumOff val="35000"/>
                  </a:schemeClr>
                </a:solidFill>
                <a:latin typeface="Arial"/>
                <a:ea typeface="阿里巴巴普惠体 Medium"/>
                <a:cs typeface="阿里巴巴普惠体 Medium"/>
                <a:sym typeface="Arial"/>
              </a:endParaRPr>
            </a:p>
          </p:txBody>
        </p:sp>
        <p:pic>
          <p:nvPicPr>
            <p:cNvPr id="2" name="图形" descr="E:\006包图网\素材\001婚礼\2\15393.jpg15393"/>
            <p:cNvPicPr>
              <a:picLocks noChangeAspect="1"/>
            </p:cNvPicPr>
            <p:nvPr>
              <p:custDataLst>
                <p:tags r:id="R91416984bd0e4fa7"/>
              </p:custDataLst>
            </p:nvPr>
          </p:nvPicPr>
          <p:blipFill>
            <a:blip r:embed="Rd2243b4e339a476a"/>
            <a:srcRect r="22203"/>
            <a:stretch>
              <a:fillRect/>
            </a:stretch>
          </p:blipFill>
          <p:spPr>
            <a:xfrm>
              <a:off x="9746" y="2305"/>
              <a:ext cx="7530" cy="6452"/>
            </a:xfrm>
            <a:prstGeom prst="rect">
              <a:avLst/>
            </a:prstGeom>
          </p:spPr>
        </p:pic>
        <p:sp>
          <p:nvSpPr>
            <p:cNvPr id="4" name="图形"/>
            <p:cNvSpPr>
              <a:spLocks noGrp="1"/>
            </p:cNvSpPr>
            <p:nvPr>
              <p:custDataLst>
                <p:tags r:id="Rde6c5cb37d2d4f04"/>
              </p:custDataLst>
            </p:nvPr>
          </p:nvSpPr>
          <p:spPr>
            <a:xfrm>
              <a:off x="1984" y="4527"/>
              <a:ext cx="7423" cy="4131"/>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indent="0" algn="l">
                <a:lnSpc>
                  <a:spcPct val="150000"/>
                </a:lnSpc>
                <a:spcBef>
                  <a:spcPts val="0"/>
                </a:spcBef>
                <a:spcAft>
                  <a:spcPts val="0"/>
                </a:spcAft>
                <a:buNone/>
              </a:pPr>
              <a:r>
                <a:rPr lang="zh-CN" altLang="en-US" sz="1200" spc="250" dirty="0">
                  <a:solidFill>
                    <a:schemeClr val="tx1">
                      <a:lumMod val="75000"/>
                      <a:lumOff val="25000"/>
                    </a:schemeClr>
                  </a:solidFill>
                  <a:uFillTx/>
                  <a:latin typeface="Arial"/>
                  <a:ea typeface="阿里巴巴普惠体 Medium"/>
                  <a:cs typeface="阿里巴巴普惠体 Medium"/>
                  <a:sym typeface="Arial"/>
                </a:rPr>
                <a:t>在此输入文本内容在此输入文本内容在此输入文本内容在此输入文本内容在此输入文本内容在此输入文本内容在此输入文本内容在此输入文本内容</a:t>
              </a:r>
            </a:p>
            <a:p>
              <a:pPr marL="0" indent="0" algn="l">
                <a:lnSpc>
                  <a:spcPct val="150000"/>
                </a:lnSpc>
                <a:spcBef>
                  <a:spcPts val="0"/>
                </a:spcBef>
                <a:spcAft>
                  <a:spcPts val="0"/>
                </a:spcAft>
                <a:buNone/>
              </a:pPr>
              <a:endParaRPr lang="zh-CN" altLang="en-US" sz="1200" spc="250" dirty="0">
                <a:solidFill>
                  <a:schemeClr val="tx1">
                    <a:lumMod val="75000"/>
                    <a:lumOff val="25000"/>
                  </a:schemeClr>
                </a:solidFill>
                <a:uFillTx/>
                <a:latin typeface="Arial"/>
                <a:ea typeface="阿里巴巴普惠体 Medium"/>
                <a:cs typeface="阿里巴巴普惠体 Medium"/>
                <a:sym typeface="Arial"/>
              </a:endParaRPr>
            </a:p>
            <a:p>
              <a:pPr marL="0" indent="0" algn="l">
                <a:lnSpc>
                  <a:spcPct val="150000"/>
                </a:lnSpc>
                <a:spcBef>
                  <a:spcPts val="0"/>
                </a:spcBef>
                <a:spcAft>
                  <a:spcPts val="0"/>
                </a:spcAft>
                <a:buNone/>
              </a:pPr>
              <a:r>
                <a:rPr lang="zh-CN" altLang="en-US" sz="1200" spc="250" dirty="0">
                  <a:solidFill>
                    <a:schemeClr val="tx1">
                      <a:lumMod val="75000"/>
                      <a:lumOff val="25000"/>
                    </a:schemeClr>
                  </a:solidFill>
                  <a:uFillTx/>
                  <a:latin typeface="Arial"/>
                  <a:ea typeface="阿里巴巴普惠体 Medium"/>
                  <a:cs typeface="阿里巴巴普惠体 Medium"/>
                  <a:sym typeface="Arial"/>
                </a:rPr>
                <a:t>在此输入文本内容在此输入文本内容在此输入文本内容在此输入文本内容在此输入文本内容在此输入文本内容</a:t>
              </a:r>
            </a:p>
          </p:txBody>
        </p:sp>
        <p:cxnSp>
          <p:nvCxnSpPr>
            <p:cNvPr id="14" name="图形"/>
            <p:cNvCxnSpPr/>
            <p:nvPr>
              <p:custDataLst>
                <p:tags r:id="R99d336f4a3fb4c22"/>
              </p:custDataLst>
            </p:nvPr>
          </p:nvCxnSpPr>
          <p:spPr>
            <a:xfrm>
              <a:off x="-647" y="8185"/>
              <a:ext cx="6559"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 name="图形"/>
            <p:cNvCxnSpPr/>
            <p:nvPr>
              <p:custDataLst>
                <p:tags r:id="Rb2851891ccd9408e"/>
              </p:custDataLst>
            </p:nvPr>
          </p:nvCxnSpPr>
          <p:spPr>
            <a:xfrm flipV="1">
              <a:off x="979" y="4906"/>
              <a:ext cx="0" cy="3998"/>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图形"/>
            <p:cNvSpPr/>
            <p:nvPr>
              <p:custDataLst>
                <p:tags r:id="R344caff12f144b5d"/>
              </p:custDataLst>
            </p:nvPr>
          </p:nvSpPr>
          <p:spPr>
            <a:xfrm>
              <a:off x="10094" y="2749"/>
              <a:ext cx="7182" cy="5563"/>
            </a:xfrm>
            <a:prstGeom prst="rect">
              <a:avLst/>
            </a:prstGeom>
            <a:noFill/>
            <a:ln w="31750">
              <a:solidFill>
                <a:schemeClr val="bg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阿里巴巴普惠体 Medium"/>
                <a:cs typeface="阿里巴巴普惠体 Medium"/>
                <a:sym typeface="Arial"/>
              </a:endParaRPr>
            </a:p>
          </p:txBody>
        </p:sp>
      </p:grpSp>
    </p:spTree>
    <p:custDataLst>
      <p:tags r:id="Rf76a4ab80235433e"/>
    </p:custDataLst>
  </p:cSld>
  <p:clrMapOvr>
    <a:masterClrMapping/>
  </p:clrMapOvr>
  <p:transition advTm="2000">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2" fill="hold" nodeType="afterEffect">
                                  <p:stCondLst>
                                    <p:cond delay="0"/>
                                  </p:stCondLst>
                                  <p:childTnLst>
                                    <p:set>
                                      <p:cBhvr>
                                        <p:cTn id="6" dur="500" fill="hold">
                                          <p:stCondLst>
                                            <p:cond delay="0"/>
                                          </p:stCondLst>
                                        </p:cTn>
                                        <p:tgtEl>
                                          <p:spTgt spid="6"/>
                                        </p:tgtEl>
                                        <p:attrNameLst>
                                          <p:attrName>style.visibility</p:attrName>
                                        </p:attrNameLst>
                                      </p:cBhvr>
                                      <p:to>
                                        <p:strVal val="visible"/>
                                      </p:to>
                                    </p:set>
                                    <p:animEffect transition="in" filter="wheel(2)">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 name="图形"/>
          <p:cNvGrpSpPr/>
          <p:nvPr/>
        </p:nvGrpSpPr>
        <p:grpSpPr>
          <a:xfrm>
            <a:off x="0" y="-635"/>
            <a:ext cx="12192000" cy="6880860"/>
            <a:chOff x="0" y="-1"/>
            <a:chExt cx="19200" cy="10836"/>
          </a:xfrm>
        </p:grpSpPr>
        <p:sp>
          <p:nvSpPr>
            <p:cNvPr id="45" name="图形"/>
            <p:cNvSpPr/>
            <p:nvPr>
              <p:custDataLst>
                <p:tags r:id="R3d367e25893b4152"/>
              </p:custDataLst>
            </p:nvPr>
          </p:nvSpPr>
          <p:spPr>
            <a:xfrm flipV="1">
              <a:off x="0" y="-1"/>
              <a:ext cx="6373" cy="5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阿里巴巴普惠体 Medium"/>
                <a:cs typeface="阿里巴巴普惠体 Medium"/>
                <a:sym typeface="Arial"/>
              </a:endParaRPr>
            </a:p>
          </p:txBody>
        </p:sp>
        <p:pic>
          <p:nvPicPr>
            <p:cNvPr id="18" name="图形" descr="E:\006包图网\素材\001婚礼\2\5d4137e3265ed.jpg5d4137e3265ed"/>
            <p:cNvPicPr>
              <a:picLocks noChangeAspect="1"/>
            </p:cNvPicPr>
            <p:nvPr>
              <p:custDataLst>
                <p:tags r:id="R25cbdf4e558a4d58"/>
              </p:custDataLst>
            </p:nvPr>
          </p:nvPicPr>
          <p:blipFill>
            <a:blip r:embed="R2a6f392aae2643a4"/>
            <a:srcRect/>
            <a:stretch>
              <a:fillRect/>
            </a:stretch>
          </p:blipFill>
          <p:spPr>
            <a:xfrm>
              <a:off x="1408" y="2356"/>
              <a:ext cx="4964" cy="7445"/>
            </a:xfrm>
            <a:prstGeom prst="rect">
              <a:avLst/>
            </a:prstGeom>
          </p:spPr>
        </p:pic>
        <p:sp>
          <p:nvSpPr>
            <p:cNvPr id="2" name="图形"/>
            <p:cNvSpPr/>
            <p:nvPr>
              <p:custDataLst>
                <p:tags r:id="R2dfe1db60d674855"/>
              </p:custDataLst>
            </p:nvPr>
          </p:nvSpPr>
          <p:spPr>
            <a:xfrm>
              <a:off x="8832" y="10308"/>
              <a:ext cx="10368" cy="5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阿里巴巴普惠体 Medium"/>
                <a:cs typeface="阿里巴巴普惠体 Medium"/>
                <a:sym typeface="Arial"/>
              </a:endParaRPr>
            </a:p>
          </p:txBody>
        </p:sp>
        <p:sp>
          <p:nvSpPr>
            <p:cNvPr id="7" name="图形"/>
            <p:cNvSpPr/>
            <p:nvPr>
              <p:custDataLst>
                <p:tags r:id="Rb799814018954aae"/>
              </p:custDataLst>
            </p:nvPr>
          </p:nvSpPr>
          <p:spPr>
            <a:xfrm>
              <a:off x="8833" y="2355"/>
              <a:ext cx="7527" cy="121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阿里巴巴普惠体 Medium"/>
                <a:cs typeface="阿里巴巴普惠体 Medium"/>
                <a:sym typeface="Arial"/>
              </a:endParaRPr>
            </a:p>
          </p:txBody>
        </p:sp>
        <p:sp>
          <p:nvSpPr>
            <p:cNvPr id="8" name="图形"/>
            <p:cNvSpPr txBox="1"/>
            <p:nvPr>
              <p:custDataLst>
                <p:tags r:id="Rf40fa02c92804649"/>
              </p:custDataLst>
            </p:nvPr>
          </p:nvSpPr>
          <p:spPr>
            <a:xfrm>
              <a:off x="9157" y="2558"/>
              <a:ext cx="5853" cy="828"/>
            </a:xfrm>
            <a:prstGeom prst="rect">
              <a:avLst/>
            </a:prstGeom>
            <a:noFill/>
          </p:spPr>
          <p:txBody>
            <a:bodyPr wrap="none" lIns="94002" tIns="47001" rIns="94002" bIns="47001" rtlCol="0">
              <a:spAutoFit/>
            </a:bodyPr>
            <a:lstStyle/>
            <a:p>
              <a:r>
                <a:rPr lang="zh-CN" altLang="en-US" sz="2800" dirty="0">
                  <a:solidFill>
                    <a:schemeClr val="bg1"/>
                  </a:solidFill>
                  <a:latin typeface="Arial"/>
                  <a:ea typeface="阿里巴巴普惠体 Medium"/>
                  <a:cs typeface="阿里巴巴普惠体 Medium"/>
                  <a:sym typeface="Arial"/>
                </a:rPr>
                <a:t>在此预设标题文本内容</a:t>
              </a:r>
            </a:p>
          </p:txBody>
        </p:sp>
        <p:grpSp>
          <p:nvGrpSpPr>
            <p:cNvPr id="9" name="组合 8"/>
            <p:cNvGrpSpPr/>
            <p:nvPr/>
          </p:nvGrpSpPr>
          <p:grpSpPr>
            <a:xfrm>
              <a:off x="9776" y="4046"/>
              <a:ext cx="6585" cy="1526"/>
              <a:chOff x="11124" y="2540"/>
              <a:chExt cx="6585" cy="1526"/>
            </a:xfrm>
          </p:grpSpPr>
          <p:sp>
            <p:nvSpPr>
              <p:cNvPr id="135" name="图形"/>
              <p:cNvSpPr txBox="1"/>
              <p:nvPr>
                <p:custDataLst>
                  <p:tags r:id="R63a4b29ea44f4605"/>
                </p:custDataLst>
              </p:nvPr>
            </p:nvSpPr>
            <p:spPr>
              <a:xfrm>
                <a:off x="11124" y="3044"/>
                <a:ext cx="6585" cy="1022"/>
              </a:xfrm>
              <a:prstGeom prst="rect">
                <a:avLst/>
              </a:prstGeom>
              <a:noFill/>
            </p:spPr>
            <p:txBody>
              <a:bodyPr wrap="square" lIns="94002" tIns="47001" rIns="94002" bIns="47001" rtlCol="0">
                <a:spAutoFit/>
              </a:bodyPr>
              <a:lstStyle/>
              <a:p>
                <a:pPr marL="0" indent="0" algn="l">
                  <a:lnSpc>
                    <a:spcPct val="150000"/>
                  </a:lnSpc>
                  <a:spcBef>
                    <a:spcPts val="0"/>
                  </a:spcBef>
                  <a:spcAft>
                    <a:spcPts val="0"/>
                  </a:spcAft>
                  <a:buNone/>
                </a:pPr>
                <a:r>
                  <a:rPr lang="zh-CN" altLang="en-US" sz="1200" spc="200" dirty="0">
                    <a:solidFill>
                      <a:schemeClr val="tx1">
                        <a:lumMod val="75000"/>
                        <a:lumOff val="25000"/>
                      </a:schemeClr>
                    </a:solidFill>
                    <a:uFillTx/>
                    <a:latin typeface="Arial"/>
                    <a:ea typeface="阿里巴巴普惠体 Medium"/>
                    <a:cs typeface="阿里巴巴普惠体 Medium"/>
                    <a:sym typeface="Arial"/>
                  </a:rPr>
                  <a:t>在此输入文本内容在此输入文本内容在此输入文本内容在此输入文本内容在此输入文本内容输入文本</a:t>
                </a:r>
                <a:endParaRPr lang="zh-CN" altLang="en-US" sz="1200" dirty="0">
                  <a:solidFill>
                    <a:schemeClr val="tx1">
                      <a:lumMod val="75000"/>
                      <a:lumOff val="25000"/>
                    </a:schemeClr>
                  </a:solidFill>
                  <a:latin typeface="Arial"/>
                  <a:ea typeface="阿里巴巴普惠体 Medium"/>
                  <a:cs typeface="阿里巴巴普惠体 Medium"/>
                  <a:sym typeface="Arial"/>
                </a:endParaRPr>
              </a:p>
            </p:txBody>
          </p:sp>
          <p:sp>
            <p:nvSpPr>
              <p:cNvPr id="136" name="图形"/>
              <p:cNvSpPr txBox="1"/>
              <p:nvPr>
                <p:custDataLst>
                  <p:tags r:id="R715cb18872004202"/>
                </p:custDataLst>
              </p:nvPr>
            </p:nvSpPr>
            <p:spPr>
              <a:xfrm>
                <a:off x="11124" y="2540"/>
                <a:ext cx="2677" cy="731"/>
              </a:xfrm>
              <a:prstGeom prst="rect">
                <a:avLst/>
              </a:prstGeom>
              <a:noFill/>
            </p:spPr>
            <p:txBody>
              <a:bodyPr wrap="none" lIns="94002" tIns="47001" rIns="94002" bIns="47001" rtlCol="0">
                <a:spAutoFit/>
              </a:bodyPr>
              <a:lstStyle/>
              <a:p>
                <a:pPr algn="l" fontAlgn="auto">
                  <a:lnSpc>
                    <a:spcPct val="120000"/>
                  </a:lnSpc>
                  <a:spcBef>
                    <a:spcPts val="0"/>
                  </a:spcBef>
                  <a:spcAft>
                    <a:spcPts val="0"/>
                  </a:spcAft>
                </a:pPr>
                <a:r>
                  <a:rPr lang="zh-CN" altLang="en-US" sz="2000">
                    <a:solidFill>
                      <a:schemeClr val="accent1"/>
                    </a:solidFill>
                    <a:latin typeface="Arial"/>
                    <a:ea typeface="阿里巴巴普惠体 Medium"/>
                    <a:cs typeface="阿里巴巴普惠体 Medium"/>
                    <a:sym typeface="Arial"/>
                  </a:rPr>
                  <a:t>预设标题文本</a:t>
                </a:r>
                <a:endParaRPr lang="zh-CN" altLang="en-US" sz="2000" dirty="0">
                  <a:solidFill>
                    <a:schemeClr val="tx1">
                      <a:lumMod val="75000"/>
                      <a:lumOff val="25000"/>
                    </a:schemeClr>
                  </a:solidFill>
                  <a:latin typeface="Arial"/>
                  <a:ea typeface="阿里巴巴普惠体 Medium"/>
                  <a:cs typeface="阿里巴巴普惠体 Medium"/>
                  <a:sym typeface="Arial"/>
                </a:endParaRPr>
              </a:p>
            </p:txBody>
          </p:sp>
        </p:grpSp>
        <p:grpSp>
          <p:nvGrpSpPr>
            <p:cNvPr id="10" name="组合 9"/>
            <p:cNvGrpSpPr/>
            <p:nvPr/>
          </p:nvGrpSpPr>
          <p:grpSpPr>
            <a:xfrm>
              <a:off x="9776" y="5650"/>
              <a:ext cx="6585" cy="1526"/>
              <a:chOff x="11124" y="2540"/>
              <a:chExt cx="6585" cy="1526"/>
            </a:xfrm>
          </p:grpSpPr>
          <p:sp>
            <p:nvSpPr>
              <p:cNvPr id="11" name="图形"/>
              <p:cNvSpPr txBox="1"/>
              <p:nvPr>
                <p:custDataLst>
                  <p:tags r:id="R365a4a02b37b4f92"/>
                </p:custDataLst>
              </p:nvPr>
            </p:nvSpPr>
            <p:spPr>
              <a:xfrm>
                <a:off x="11124" y="3044"/>
                <a:ext cx="6585" cy="1022"/>
              </a:xfrm>
              <a:prstGeom prst="rect">
                <a:avLst/>
              </a:prstGeom>
              <a:noFill/>
            </p:spPr>
            <p:txBody>
              <a:bodyPr wrap="square" lIns="94002" tIns="47001" rIns="94002" bIns="47001" rtlCol="0">
                <a:spAutoFit/>
              </a:bodyPr>
              <a:lstStyle/>
              <a:p>
                <a:pPr marL="0" indent="0" algn="l">
                  <a:lnSpc>
                    <a:spcPct val="150000"/>
                  </a:lnSpc>
                  <a:spcBef>
                    <a:spcPts val="0"/>
                  </a:spcBef>
                  <a:spcAft>
                    <a:spcPts val="0"/>
                  </a:spcAft>
                  <a:buNone/>
                </a:pPr>
                <a:r>
                  <a:rPr lang="zh-CN" altLang="en-US" sz="1200" spc="200" dirty="0">
                    <a:solidFill>
                      <a:schemeClr val="tx1">
                        <a:lumMod val="75000"/>
                        <a:lumOff val="25000"/>
                      </a:schemeClr>
                    </a:solidFill>
                    <a:uFillTx/>
                    <a:latin typeface="Arial"/>
                    <a:ea typeface="阿里巴巴普惠体 Medium"/>
                    <a:cs typeface="阿里巴巴普惠体 Medium"/>
                    <a:sym typeface="Arial"/>
                  </a:rPr>
                  <a:t>在此输入文本内容在此输入文本内容在此输入文本内容在此输入文本内容在此输入文本内容输入文本</a:t>
                </a:r>
                <a:endParaRPr lang="zh-CN" altLang="en-US" sz="1200" dirty="0">
                  <a:solidFill>
                    <a:schemeClr val="tx1">
                      <a:lumMod val="75000"/>
                      <a:lumOff val="25000"/>
                    </a:schemeClr>
                  </a:solidFill>
                  <a:latin typeface="Arial"/>
                  <a:ea typeface="阿里巴巴普惠体 Medium"/>
                  <a:cs typeface="阿里巴巴普惠体 Medium"/>
                  <a:sym typeface="Arial"/>
                </a:endParaRPr>
              </a:p>
            </p:txBody>
          </p:sp>
          <p:sp>
            <p:nvSpPr>
              <p:cNvPr id="13" name="图形"/>
              <p:cNvSpPr txBox="1"/>
              <p:nvPr>
                <p:custDataLst>
                  <p:tags r:id="R46cf1def09204b61"/>
                </p:custDataLst>
              </p:nvPr>
            </p:nvSpPr>
            <p:spPr>
              <a:xfrm>
                <a:off x="11124" y="2540"/>
                <a:ext cx="2677" cy="731"/>
              </a:xfrm>
              <a:prstGeom prst="rect">
                <a:avLst/>
              </a:prstGeom>
              <a:noFill/>
            </p:spPr>
            <p:txBody>
              <a:bodyPr wrap="none" lIns="94002" tIns="47001" rIns="94002" bIns="47001" rtlCol="0">
                <a:spAutoFit/>
              </a:bodyPr>
              <a:lstStyle/>
              <a:p>
                <a:pPr algn="l" fontAlgn="auto">
                  <a:lnSpc>
                    <a:spcPct val="120000"/>
                  </a:lnSpc>
                  <a:spcBef>
                    <a:spcPts val="0"/>
                  </a:spcBef>
                  <a:spcAft>
                    <a:spcPts val="0"/>
                  </a:spcAft>
                </a:pPr>
                <a:r>
                  <a:rPr lang="zh-CN" altLang="en-US" sz="2000">
                    <a:solidFill>
                      <a:schemeClr val="accent1"/>
                    </a:solidFill>
                    <a:latin typeface="Arial"/>
                    <a:ea typeface="阿里巴巴普惠体 Medium"/>
                    <a:cs typeface="阿里巴巴普惠体 Medium"/>
                    <a:sym typeface="Arial"/>
                  </a:rPr>
                  <a:t>预设标题文本</a:t>
                </a:r>
                <a:endParaRPr lang="zh-CN" altLang="en-US" sz="2000" b="1" dirty="0">
                  <a:solidFill>
                    <a:srgbClr val="D6C7A2"/>
                  </a:solidFill>
                  <a:latin typeface="Arial"/>
                  <a:ea typeface="阿里巴巴普惠体 Medium"/>
                  <a:cs typeface="阿里巴巴普惠体 Medium"/>
                  <a:sym typeface="Arial"/>
                </a:endParaRPr>
              </a:p>
            </p:txBody>
          </p:sp>
        </p:grpSp>
        <p:grpSp>
          <p:nvGrpSpPr>
            <p:cNvPr id="14" name="组合 13"/>
            <p:cNvGrpSpPr/>
            <p:nvPr/>
          </p:nvGrpSpPr>
          <p:grpSpPr>
            <a:xfrm>
              <a:off x="9776" y="7254"/>
              <a:ext cx="6585" cy="1526"/>
              <a:chOff x="11124" y="2540"/>
              <a:chExt cx="6585" cy="1526"/>
            </a:xfrm>
          </p:grpSpPr>
          <p:sp>
            <p:nvSpPr>
              <p:cNvPr id="15" name="图形"/>
              <p:cNvSpPr txBox="1"/>
              <p:nvPr>
                <p:custDataLst>
                  <p:tags r:id="Rf4aaa8f45d3f4a46"/>
                </p:custDataLst>
              </p:nvPr>
            </p:nvSpPr>
            <p:spPr>
              <a:xfrm>
                <a:off x="11124" y="3044"/>
                <a:ext cx="6585" cy="1022"/>
              </a:xfrm>
              <a:prstGeom prst="rect">
                <a:avLst/>
              </a:prstGeom>
              <a:noFill/>
            </p:spPr>
            <p:txBody>
              <a:bodyPr wrap="square" lIns="94002" tIns="47001" rIns="94002" bIns="47001" rtlCol="0">
                <a:spAutoFit/>
              </a:bodyPr>
              <a:lstStyle/>
              <a:p>
                <a:pPr marL="0" indent="0" algn="l">
                  <a:lnSpc>
                    <a:spcPct val="150000"/>
                  </a:lnSpc>
                  <a:spcBef>
                    <a:spcPts val="0"/>
                  </a:spcBef>
                  <a:spcAft>
                    <a:spcPts val="0"/>
                  </a:spcAft>
                  <a:buNone/>
                </a:pPr>
                <a:r>
                  <a:rPr lang="zh-CN" altLang="en-US" sz="1200" spc="200" dirty="0">
                    <a:solidFill>
                      <a:schemeClr val="tx1">
                        <a:lumMod val="75000"/>
                        <a:lumOff val="25000"/>
                      </a:schemeClr>
                    </a:solidFill>
                    <a:uFillTx/>
                    <a:latin typeface="Arial"/>
                    <a:ea typeface="阿里巴巴普惠体 Medium"/>
                    <a:cs typeface="阿里巴巴普惠体 Medium"/>
                    <a:sym typeface="Arial"/>
                  </a:rPr>
                  <a:t>在此输入文本内容在此输入文本内容在此输入文本内容在此输入文本内容在此输入文本内容输入文本</a:t>
                </a:r>
                <a:endParaRPr lang="zh-CN" altLang="en-US" sz="1200" dirty="0">
                  <a:solidFill>
                    <a:schemeClr val="tx1">
                      <a:lumMod val="75000"/>
                      <a:lumOff val="25000"/>
                    </a:schemeClr>
                  </a:solidFill>
                  <a:latin typeface="Arial"/>
                  <a:ea typeface="阿里巴巴普惠体 Medium"/>
                  <a:cs typeface="阿里巴巴普惠体 Medium"/>
                  <a:sym typeface="Arial"/>
                </a:endParaRPr>
              </a:p>
            </p:txBody>
          </p:sp>
          <p:sp>
            <p:nvSpPr>
              <p:cNvPr id="16" name="图形"/>
              <p:cNvSpPr txBox="1"/>
              <p:nvPr>
                <p:custDataLst>
                  <p:tags r:id="R319e156ba11943b1"/>
                </p:custDataLst>
              </p:nvPr>
            </p:nvSpPr>
            <p:spPr>
              <a:xfrm>
                <a:off x="11124" y="2540"/>
                <a:ext cx="2677" cy="731"/>
              </a:xfrm>
              <a:prstGeom prst="rect">
                <a:avLst/>
              </a:prstGeom>
              <a:noFill/>
            </p:spPr>
            <p:txBody>
              <a:bodyPr wrap="none" lIns="94002" tIns="47001" rIns="94002" bIns="47001" rtlCol="0">
                <a:spAutoFit/>
              </a:bodyPr>
              <a:lstStyle/>
              <a:p>
                <a:pPr algn="l" fontAlgn="auto">
                  <a:lnSpc>
                    <a:spcPct val="120000"/>
                  </a:lnSpc>
                  <a:spcBef>
                    <a:spcPts val="0"/>
                  </a:spcBef>
                  <a:spcAft>
                    <a:spcPts val="0"/>
                  </a:spcAft>
                </a:pPr>
                <a:r>
                  <a:rPr lang="zh-CN" altLang="en-US" sz="2000">
                    <a:solidFill>
                      <a:schemeClr val="accent1"/>
                    </a:solidFill>
                    <a:latin typeface="Arial"/>
                    <a:ea typeface="阿里巴巴普惠体 Medium"/>
                    <a:cs typeface="阿里巴巴普惠体 Medium"/>
                    <a:sym typeface="Arial"/>
                  </a:rPr>
                  <a:t>预设标题文本</a:t>
                </a:r>
                <a:endParaRPr lang="zh-CN" altLang="en-US" sz="2000" b="1" dirty="0">
                  <a:solidFill>
                    <a:srgbClr val="D6C7A2"/>
                  </a:solidFill>
                  <a:latin typeface="Arial"/>
                  <a:ea typeface="阿里巴巴普惠体 Medium"/>
                  <a:cs typeface="阿里巴巴普惠体 Medium"/>
                  <a:sym typeface="Arial"/>
                </a:endParaRPr>
              </a:p>
            </p:txBody>
          </p:sp>
        </p:grpSp>
        <p:sp>
          <p:nvSpPr>
            <p:cNvPr id="12" name="图形"/>
            <p:cNvSpPr txBox="1"/>
            <p:nvPr>
              <p:custDataLst>
                <p:tags r:id="Racba1b9969fc4511"/>
              </p:custDataLst>
            </p:nvPr>
          </p:nvSpPr>
          <p:spPr>
            <a:xfrm>
              <a:off x="8775" y="3980"/>
              <a:ext cx="965" cy="1599"/>
            </a:xfrm>
            <a:prstGeom prst="rect">
              <a:avLst/>
            </a:prstGeom>
            <a:noFill/>
          </p:spPr>
          <p:txBody>
            <a:bodyPr wrap="none" rtlCol="0">
              <a:spAutoFit/>
            </a:bodyPr>
            <a:lstStyle/>
            <a:p>
              <a:r>
                <a:rPr lang="en-US" altLang="zh-CN" sz="6000">
                  <a:solidFill>
                    <a:schemeClr val="bg2">
                      <a:lumMod val="85000"/>
                    </a:schemeClr>
                  </a:solidFill>
                  <a:latin typeface="Arial"/>
                  <a:ea typeface="阿里巴巴普惠体 Medium"/>
                  <a:cs typeface="阿里巴巴普惠体 Medium"/>
                  <a:sym typeface="Arial"/>
                </a:rPr>
                <a:t>1</a:t>
              </a:r>
            </a:p>
          </p:txBody>
        </p:sp>
        <p:sp>
          <p:nvSpPr>
            <p:cNvPr id="17" name="图形"/>
            <p:cNvSpPr txBox="1"/>
            <p:nvPr>
              <p:custDataLst>
                <p:tags r:id="Rf12a377c358c42a9"/>
              </p:custDataLst>
            </p:nvPr>
          </p:nvSpPr>
          <p:spPr>
            <a:xfrm>
              <a:off x="8775" y="5598"/>
              <a:ext cx="965" cy="1599"/>
            </a:xfrm>
            <a:prstGeom prst="rect">
              <a:avLst/>
            </a:prstGeom>
            <a:noFill/>
          </p:spPr>
          <p:txBody>
            <a:bodyPr wrap="none" rtlCol="0">
              <a:spAutoFit/>
            </a:bodyPr>
            <a:lstStyle/>
            <a:p>
              <a:r>
                <a:rPr lang="en-US" altLang="zh-CN" sz="6000">
                  <a:solidFill>
                    <a:schemeClr val="bg2">
                      <a:lumMod val="85000"/>
                    </a:schemeClr>
                  </a:solidFill>
                  <a:latin typeface="Arial"/>
                  <a:ea typeface="阿里巴巴普惠体 Medium"/>
                  <a:cs typeface="阿里巴巴普惠体 Medium"/>
                  <a:sym typeface="Arial"/>
                </a:rPr>
                <a:t>2</a:t>
              </a:r>
            </a:p>
          </p:txBody>
        </p:sp>
        <p:sp>
          <p:nvSpPr>
            <p:cNvPr id="19" name="图形"/>
            <p:cNvSpPr txBox="1"/>
            <p:nvPr>
              <p:custDataLst>
                <p:tags r:id="R57eaab8c13e5457c"/>
              </p:custDataLst>
            </p:nvPr>
          </p:nvSpPr>
          <p:spPr>
            <a:xfrm>
              <a:off x="8775" y="7216"/>
              <a:ext cx="965" cy="1599"/>
            </a:xfrm>
            <a:prstGeom prst="rect">
              <a:avLst/>
            </a:prstGeom>
            <a:noFill/>
          </p:spPr>
          <p:txBody>
            <a:bodyPr wrap="none" rtlCol="0">
              <a:spAutoFit/>
            </a:bodyPr>
            <a:lstStyle/>
            <a:p>
              <a:r>
                <a:rPr lang="en-US" altLang="zh-CN" sz="6000">
                  <a:solidFill>
                    <a:schemeClr val="bg2">
                      <a:lumMod val="85000"/>
                    </a:schemeClr>
                  </a:solidFill>
                  <a:latin typeface="Arial"/>
                  <a:ea typeface="阿里巴巴普惠体 Medium"/>
                  <a:cs typeface="阿里巴巴普惠体 Medium"/>
                  <a:sym typeface="Arial"/>
                </a:rPr>
                <a:t>3</a:t>
              </a:r>
            </a:p>
          </p:txBody>
        </p:sp>
      </p:grpSp>
    </p:spTree>
    <p:custDataLst>
      <p:tags r:id="Rfafa15b2e6af4e1a"/>
    </p:custDataLst>
  </p:cSld>
  <p:clrMapOvr>
    <a:masterClrMapping/>
  </p:clrMapOvr>
  <p:transition advTm="2000">
    <p:plus/>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2" fill="hold" nodeType="afterEffect">
                                  <p:stCondLst>
                                    <p:cond delay="0"/>
                                  </p:stCondLst>
                                  <p:childTnLst>
                                    <p:set>
                                      <p:cBhvr>
                                        <p:cTn id="6" dur="500" fill="hold">
                                          <p:stCondLst>
                                            <p:cond delay="0"/>
                                          </p:stCondLst>
                                        </p:cTn>
                                        <p:tgtEl>
                                          <p:spTgt spid="20"/>
                                        </p:tgtEl>
                                        <p:attrNameLst>
                                          <p:attrName>style.visibility</p:attrName>
                                        </p:attrNameLst>
                                      </p:cBhvr>
                                      <p:to>
                                        <p:strVal val="visible"/>
                                      </p:to>
                                    </p:set>
                                    <p:animEffect transition="in" filter="wheel(2)">
                                      <p:cBhvr>
                                        <p:cTn id="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图形"/>
          <p:cNvGrpSpPr/>
          <p:nvPr/>
        </p:nvGrpSpPr>
        <p:grpSpPr>
          <a:xfrm>
            <a:off x="-1659891" y="349252"/>
            <a:ext cx="14532611" cy="6025515"/>
            <a:chOff x="-2614" y="550"/>
            <a:chExt cx="22886" cy="9489"/>
          </a:xfrm>
        </p:grpSpPr>
        <p:sp>
          <p:nvSpPr>
            <p:cNvPr id="8" name="图形"/>
            <p:cNvSpPr/>
            <p:nvPr>
              <p:custDataLst>
                <p:tags r:id="R23ad9f4587ab4cd5"/>
              </p:custDataLst>
            </p:nvPr>
          </p:nvSpPr>
          <p:spPr>
            <a:xfrm>
              <a:off x="8733" y="2508"/>
              <a:ext cx="3655" cy="3440"/>
            </a:xfrm>
            <a:prstGeom prst="rect">
              <a:avLst/>
            </a:prstGeom>
            <a:noFill/>
            <a:ln w="571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阿里巴巴普惠体 Medium"/>
                <a:cs typeface="阿里巴巴普惠体 Medium"/>
                <a:sym typeface="Arial"/>
              </a:endParaRPr>
            </a:p>
          </p:txBody>
        </p:sp>
        <p:pic>
          <p:nvPicPr>
            <p:cNvPr id="2" name="图形" descr="E:\006包图网\素材\001婚礼\2\5d4131241e1c4.jpg5d4131241e1c4"/>
            <p:cNvPicPr>
              <a:picLocks noChangeAspect="1"/>
            </p:cNvPicPr>
            <p:nvPr>
              <p:custDataLst>
                <p:tags r:id="R21ab4129a3534b1a"/>
              </p:custDataLst>
            </p:nvPr>
          </p:nvPicPr>
          <p:blipFill>
            <a:blip r:embed="Rccdb93efbe564deb"/>
            <a:srcRect/>
            <a:stretch>
              <a:fillRect/>
            </a:stretch>
          </p:blipFill>
          <p:spPr>
            <a:xfrm>
              <a:off x="10641" y="3346"/>
              <a:ext cx="6816" cy="4544"/>
            </a:xfrm>
            <a:prstGeom prst="rect">
              <a:avLst/>
            </a:prstGeom>
          </p:spPr>
        </p:pic>
        <p:sp>
          <p:nvSpPr>
            <p:cNvPr id="10" name="图形"/>
            <p:cNvSpPr/>
            <p:nvPr>
              <p:custDataLst>
                <p:tags r:id="Rbf310ccae7f0426c"/>
              </p:custDataLst>
            </p:nvPr>
          </p:nvSpPr>
          <p:spPr>
            <a:xfrm>
              <a:off x="1995" y="5348"/>
              <a:ext cx="6164" cy="2181"/>
            </a:xfrm>
            <a:prstGeom prst="rect">
              <a:avLst/>
            </a:prstGeom>
          </p:spPr>
          <p:txBody>
            <a:bodyPr wrap="square">
              <a:spAutoFit/>
            </a:bodyPr>
            <a:lstStyle/>
            <a:p>
              <a:pPr marL="0" indent="0" algn="l">
                <a:lnSpc>
                  <a:spcPct val="200000"/>
                </a:lnSpc>
                <a:spcBef>
                  <a:spcPts val="0"/>
                </a:spcBef>
                <a:spcAft>
                  <a:spcPts val="0"/>
                </a:spcAft>
                <a:buNone/>
              </a:pPr>
              <a:r>
                <a:rPr lang="zh-CN" altLang="en-US" sz="1400" spc="250" dirty="0">
                  <a:solidFill>
                    <a:schemeClr val="tx1">
                      <a:lumMod val="75000"/>
                      <a:lumOff val="25000"/>
                    </a:schemeClr>
                  </a:solidFill>
                  <a:uFillTx/>
                  <a:latin typeface="Arial"/>
                  <a:ea typeface="阿里巴巴普惠体 Medium"/>
                  <a:cs typeface="阿里巴巴普惠体 Medium"/>
                  <a:sym typeface="Arial"/>
                </a:rPr>
                <a:t>在此输入文本内容在此输入文本内容在此输入文本内容在此输入文本内容在此输入文本内容在此输入文本内容</a:t>
              </a:r>
              <a:endParaRPr lang="zh-CN" altLang="en-US" sz="1400" dirty="0">
                <a:latin typeface="Arial"/>
                <a:ea typeface="阿里巴巴普惠体 Medium"/>
                <a:cs typeface="阿里巴巴普惠体 Medium"/>
                <a:sym typeface="Arial"/>
              </a:endParaRPr>
            </a:p>
          </p:txBody>
        </p:sp>
        <p:sp>
          <p:nvSpPr>
            <p:cNvPr id="15" name="图形"/>
            <p:cNvSpPr/>
            <p:nvPr>
              <p:custDataLst>
                <p:tags r:id="R22ce3e41695b4bf4"/>
              </p:custDataLst>
            </p:nvPr>
          </p:nvSpPr>
          <p:spPr>
            <a:xfrm rot="18900000" flipH="1">
              <a:off x="1832" y="3938"/>
              <a:ext cx="802" cy="802"/>
            </a:xfrm>
            <a:prstGeom prst="r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阿里巴巴普惠体 Medium"/>
                <a:cs typeface="阿里巴巴普惠体 Medium"/>
                <a:sym typeface="Arial"/>
              </a:endParaRPr>
            </a:p>
          </p:txBody>
        </p:sp>
        <p:sp>
          <p:nvSpPr>
            <p:cNvPr id="12" name="图形"/>
            <p:cNvSpPr txBox="1"/>
            <p:nvPr>
              <p:custDataLst>
                <p:tags r:id="R2bd2b06c9577434f"/>
              </p:custDataLst>
            </p:nvPr>
          </p:nvSpPr>
          <p:spPr>
            <a:xfrm>
              <a:off x="3045" y="3977"/>
              <a:ext cx="4285" cy="824"/>
            </a:xfrm>
            <a:prstGeom prst="rect">
              <a:avLst/>
            </a:prstGeom>
            <a:noFill/>
          </p:spPr>
          <p:txBody>
            <a:bodyPr wrap="square" rtlCol="0">
              <a:spAutoFit/>
            </a:bodyPr>
            <a:lstStyle/>
            <a:p>
              <a:pPr lvl="0" algn="l">
                <a:buClrTx/>
                <a:buSzTx/>
                <a:buFontTx/>
              </a:pPr>
              <a:r>
                <a:rPr lang="zh-CN" altLang="en-US" sz="2800" spc="200">
                  <a:solidFill>
                    <a:schemeClr val="tx1">
                      <a:lumMod val="75000"/>
                      <a:lumOff val="25000"/>
                    </a:schemeClr>
                  </a:solidFill>
                  <a:uFillTx/>
                  <a:latin typeface="Arial"/>
                  <a:ea typeface="阿里巴巴普惠体 Medium"/>
                  <a:cs typeface="阿里巴巴普惠体 Medium"/>
                  <a:sym typeface="Arial"/>
                </a:rPr>
                <a:t>输入标题内容</a:t>
              </a:r>
            </a:p>
          </p:txBody>
        </p:sp>
        <p:sp>
          <p:nvSpPr>
            <p:cNvPr id="3" name="图形"/>
            <p:cNvSpPr txBox="1"/>
            <p:nvPr>
              <p:custDataLst>
                <p:tags r:id="R437c88bc645942b0"/>
              </p:custDataLst>
            </p:nvPr>
          </p:nvSpPr>
          <p:spPr>
            <a:xfrm>
              <a:off x="9065" y="2846"/>
              <a:ext cx="1066" cy="2610"/>
            </a:xfrm>
            <a:prstGeom prst="rect">
              <a:avLst/>
            </a:prstGeom>
            <a:noFill/>
          </p:spPr>
          <p:txBody>
            <a:bodyPr vert="eaVert" wrap="square" rtlCol="0">
              <a:spAutoFit/>
            </a:bodyPr>
            <a:lstStyle/>
            <a:p>
              <a:pPr algn="dist"/>
              <a:r>
                <a:rPr lang="en-US" altLang="zh-CN" sz="3200">
                  <a:latin typeface="Arial"/>
                  <a:ea typeface="阿里巴巴普惠体 Medium"/>
                  <a:cs typeface="阿里巴巴普惠体 Medium"/>
                  <a:sym typeface="Arial"/>
                </a:rPr>
                <a:t>STYLE</a:t>
              </a:r>
            </a:p>
          </p:txBody>
        </p:sp>
        <p:sp>
          <p:nvSpPr>
            <p:cNvPr id="6" name="图形"/>
            <p:cNvSpPr/>
            <p:nvPr>
              <p:custDataLst>
                <p:tags r:id="R1d54ceb9fde04c3f"/>
              </p:custDataLst>
            </p:nvPr>
          </p:nvSpPr>
          <p:spPr>
            <a:xfrm>
              <a:off x="-2614" y="550"/>
              <a:ext cx="5414" cy="67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阿里巴巴普惠体 Medium"/>
                <a:cs typeface="阿里巴巴普惠体 Medium"/>
                <a:sym typeface="Arial"/>
              </a:endParaRPr>
            </a:p>
          </p:txBody>
        </p:sp>
        <p:sp>
          <p:nvSpPr>
            <p:cNvPr id="4" name="图形"/>
            <p:cNvSpPr/>
            <p:nvPr>
              <p:custDataLst>
                <p:tags r:id="Rb98e02963ed24f34"/>
              </p:custDataLst>
            </p:nvPr>
          </p:nvSpPr>
          <p:spPr>
            <a:xfrm>
              <a:off x="-1396" y="9622"/>
              <a:ext cx="21668" cy="4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阿里巴巴普惠体 Medium"/>
                <a:cs typeface="阿里巴巴普惠体 Medium"/>
                <a:sym typeface="Arial"/>
              </a:endParaRPr>
            </a:p>
          </p:txBody>
        </p:sp>
      </p:grpSp>
    </p:spTree>
    <p:custDataLst>
      <p:tags r:id="Rdfcefdb145ba400d"/>
    </p:custDataLst>
  </p:cSld>
  <p:clrMapOvr>
    <a:masterClrMapping/>
  </p:clrMapOvr>
  <p:transition advTm="2000">
    <p:check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形" descr="E:\006包图网\素材\001婚礼\2\5d4136e69300a.jpg5d4136e69300a"/>
          <p:cNvPicPr>
            <a:picLocks noChangeAspect="1"/>
          </p:cNvPicPr>
          <p:nvPr>
            <p:custDataLst>
              <p:tags r:id="Rf2a42a9a2c3e4429"/>
            </p:custDataLst>
          </p:nvPr>
        </p:nvPicPr>
        <p:blipFill rotWithShape="1">
          <a:blip r:embed="R5216054838714781"/>
          <a:srcRect/>
          <a:stretch>
            <a:fillRect/>
          </a:stretch>
        </p:blipFill>
        <p:spPr>
          <a:xfrm>
            <a:off x="7524115" y="523875"/>
            <a:ext cx="3783331" cy="5675630"/>
          </a:xfrm>
          <a:prstGeom prst="rect">
            <a:avLst/>
          </a:prstGeom>
        </p:spPr>
      </p:pic>
      <p:pic>
        <p:nvPicPr>
          <p:cNvPr id="6" name="图形" descr="E:\006包图网\素材\001婚礼\2\5d4166dd4b325.jpg5d4166dd4b325"/>
          <p:cNvPicPr>
            <a:picLocks noChangeAspect="1"/>
          </p:cNvPicPr>
          <p:nvPr>
            <p:custDataLst>
              <p:tags r:id="R36d2b705f31144cb"/>
            </p:custDataLst>
          </p:nvPr>
        </p:nvPicPr>
        <p:blipFill rotWithShape="1">
          <a:blip r:embed="R86c8e4eb45514349"/>
          <a:srcRect t="19840" b="7813"/>
          <a:stretch>
            <a:fillRect/>
          </a:stretch>
        </p:blipFill>
        <p:spPr>
          <a:xfrm>
            <a:off x="842646" y="3749040"/>
            <a:ext cx="4500245" cy="2170430"/>
          </a:xfrm>
          <a:prstGeom prst="rect">
            <a:avLst/>
          </a:prstGeom>
        </p:spPr>
      </p:pic>
      <p:sp>
        <p:nvSpPr>
          <p:cNvPr id="7" name="图形"/>
          <p:cNvSpPr/>
          <p:nvPr>
            <p:custDataLst>
              <p:tags r:id="Rf3a42319505942e5"/>
            </p:custDataLst>
          </p:nvPr>
        </p:nvSpPr>
        <p:spPr>
          <a:xfrm>
            <a:off x="5745480" y="0"/>
            <a:ext cx="2332208" cy="1905000"/>
          </a:xfrm>
          <a:prstGeom prst="rect">
            <a:avLst/>
          </a:prstGeom>
          <a:solidFill>
            <a:srgbClr val="A882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a:ea typeface="阿里巴巴普惠体 Medium"/>
              <a:cs typeface="阿里巴巴普惠体 Medium"/>
              <a:sym typeface="Arial"/>
            </a:endParaRPr>
          </a:p>
        </p:txBody>
      </p:sp>
      <p:sp>
        <p:nvSpPr>
          <p:cNvPr id="2" name="图形"/>
          <p:cNvSpPr/>
          <p:nvPr>
            <p:custDataLst>
              <p:tags r:id="R9ebebcd76b364b0f"/>
            </p:custDataLst>
          </p:nvPr>
        </p:nvSpPr>
        <p:spPr>
          <a:xfrm>
            <a:off x="0" y="6199507"/>
            <a:ext cx="842645" cy="658495"/>
          </a:xfrm>
          <a:prstGeom prst="rect">
            <a:avLst/>
          </a:prstGeom>
          <a:solidFill>
            <a:srgbClr val="A882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阿里巴巴普惠体 Medium"/>
              <a:cs typeface="阿里巴巴普惠体 Medium"/>
              <a:sym typeface="Arial"/>
            </a:endParaRPr>
          </a:p>
        </p:txBody>
      </p:sp>
      <p:grpSp>
        <p:nvGrpSpPr>
          <p:cNvPr id="10" name="图形"/>
          <p:cNvGrpSpPr/>
          <p:nvPr/>
        </p:nvGrpSpPr>
        <p:grpSpPr>
          <a:xfrm>
            <a:off x="6430647" y="646430"/>
            <a:ext cx="615315" cy="5273040"/>
            <a:chOff x="10127" y="1018"/>
            <a:chExt cx="969" cy="8304"/>
          </a:xfrm>
        </p:grpSpPr>
        <p:sp>
          <p:nvSpPr>
            <p:cNvPr id="8" name="图形"/>
            <p:cNvSpPr txBox="1"/>
            <p:nvPr>
              <p:custDataLst>
                <p:tags r:id="Rd6bb006c2b764abb"/>
              </p:custDataLst>
            </p:nvPr>
          </p:nvSpPr>
          <p:spPr>
            <a:xfrm>
              <a:off x="10127" y="1018"/>
              <a:ext cx="969" cy="3963"/>
            </a:xfrm>
            <a:prstGeom prst="rect">
              <a:avLst/>
            </a:prstGeom>
            <a:noFill/>
          </p:spPr>
          <p:txBody>
            <a:bodyPr vert="eaVert" wrap="square" rtlCol="0">
              <a:spAutoFit/>
            </a:bodyPr>
            <a:lstStyle/>
            <a:p>
              <a:pPr algn="l"/>
              <a:r>
                <a:rPr lang="en-US" altLang="zh-CN" sz="2800" dirty="0">
                  <a:solidFill>
                    <a:schemeClr val="bg1"/>
                  </a:solidFill>
                  <a:latin typeface="Arial"/>
                  <a:ea typeface="阿里巴巴普惠体 Medium"/>
                  <a:cs typeface="阿里巴巴普惠体 Medium"/>
                  <a:sym typeface="Arial"/>
                </a:rPr>
                <a:t>PART    </a:t>
              </a:r>
              <a:r>
                <a:rPr lang="en-US" altLang="zh-CN" sz="2800" dirty="0">
                  <a:solidFill>
                    <a:srgbClr val="A8825E"/>
                  </a:solidFill>
                  <a:latin typeface="Arial"/>
                  <a:ea typeface="阿里巴巴普惠体 Medium"/>
                  <a:cs typeface="阿里巴巴普惠体 Medium"/>
                  <a:sym typeface="Arial"/>
                </a:rPr>
                <a:t>FOUR</a:t>
              </a:r>
            </a:p>
          </p:txBody>
        </p:sp>
        <p:sp>
          <p:nvSpPr>
            <p:cNvPr id="12" name="图形"/>
            <p:cNvSpPr/>
            <p:nvPr>
              <p:custDataLst>
                <p:tags r:id="R89e6b3d458df43af"/>
              </p:custDataLst>
            </p:nvPr>
          </p:nvSpPr>
          <p:spPr>
            <a:xfrm rot="5400000">
              <a:off x="8300" y="6927"/>
              <a:ext cx="4615" cy="176"/>
            </a:xfrm>
            <a:prstGeom prst="rect">
              <a:avLst/>
            </a:prstGeom>
            <a:solidFill>
              <a:schemeClr val="bg2">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阿里巴巴普惠体 Medium"/>
                <a:cs typeface="阿里巴巴普惠体 Medium"/>
                <a:sym typeface="Arial"/>
              </a:endParaRPr>
            </a:p>
          </p:txBody>
        </p:sp>
      </p:grpSp>
      <p:sp>
        <p:nvSpPr>
          <p:cNvPr id="5" name="图形"/>
          <p:cNvSpPr txBox="1"/>
          <p:nvPr>
            <p:custDataLst>
              <p:tags r:id="Rc6d5ea06b15949e8"/>
            </p:custDataLst>
          </p:nvPr>
        </p:nvSpPr>
        <p:spPr>
          <a:xfrm>
            <a:off x="985520" y="1792605"/>
            <a:ext cx="4439920" cy="923330"/>
          </a:xfrm>
          <a:prstGeom prst="rect">
            <a:avLst/>
          </a:prstGeom>
          <a:noFill/>
        </p:spPr>
        <p:txBody>
          <a:bodyPr wrap="square" rtlCol="0" anchor="t">
            <a:spAutoFit/>
          </a:bodyPr>
          <a:lstStyle>
            <a:defPPr>
              <a:defRPr lang="zh-CN"/>
            </a:defPPr>
            <a:lvl1pPr algn="dist">
              <a:defRPr sz="5400">
                <a:solidFill>
                  <a:schemeClr val="tx1">
                    <a:lumMod val="85000"/>
                    <a:lumOff val="15000"/>
                  </a:schemeClr>
                </a:solidFill>
                <a:latin typeface="阿里巴巴普惠体 Heavy" pitchFamily="18" charset="-122"/>
                <a:ea typeface="阿里巴巴普惠体 Heavy" pitchFamily="18" charset="-122"/>
                <a:cs typeface="阿里巴巴普惠体 Heavy" pitchFamily="18" charset="-122"/>
              </a:defRPr>
            </a:lvl1pPr>
          </a:lstStyle>
          <a:p>
            <a:r>
              <a:rPr lang="zh-CN" altLang="en-US" dirty="0">
                <a:sym typeface="Arial"/>
              </a:rPr>
              <a:t>婚礼活动策划</a:t>
            </a:r>
          </a:p>
        </p:txBody>
      </p:sp>
      <p:sp>
        <p:nvSpPr>
          <p:cNvPr id="21" name="图形"/>
          <p:cNvSpPr txBox="1"/>
          <p:nvPr>
            <p:custDataLst>
              <p:tags r:id="Ra6768b675d654201"/>
            </p:custDataLst>
          </p:nvPr>
        </p:nvSpPr>
        <p:spPr>
          <a:xfrm>
            <a:off x="237" y="981448"/>
            <a:ext cx="1858551" cy="923330"/>
          </a:xfrm>
          <a:prstGeom prst="rect">
            <a:avLst/>
          </a:prstGeom>
          <a:noFill/>
        </p:spPr>
        <p:txBody>
          <a:bodyPr wrap="square" rtlCol="0">
            <a:spAutoFit/>
          </a:bodyPr>
          <a:lstStyle/>
          <a:p>
            <a:pPr algn="ctr"/>
            <a:r>
              <a:rPr lang="zh-CN" altLang="en-US" sz="5400">
                <a:solidFill>
                  <a:schemeClr val="tx1">
                    <a:lumMod val="85000"/>
                    <a:lumOff val="15000"/>
                  </a:schemeClr>
                </a:solidFill>
                <a:latin typeface="Arial"/>
                <a:ea typeface="阿里巴巴普惠体 Medium"/>
                <a:cs typeface="阿里巴巴普惠体 Medium"/>
                <a:sym typeface="Arial"/>
              </a:rPr>
              <a:t>“</a:t>
            </a:r>
          </a:p>
        </p:txBody>
      </p:sp>
      <p:sp>
        <p:nvSpPr>
          <p:cNvPr id="37" name="图形"/>
          <p:cNvSpPr txBox="1"/>
          <p:nvPr>
            <p:custDataLst>
              <p:tags r:id="Rc50d62793d7249a7"/>
            </p:custDataLst>
          </p:nvPr>
        </p:nvSpPr>
        <p:spPr>
          <a:xfrm>
            <a:off x="1083311" y="2571117"/>
            <a:ext cx="4439285" cy="830997"/>
          </a:xfrm>
          <a:prstGeom prst="rect">
            <a:avLst/>
          </a:prstGeom>
          <a:noFill/>
        </p:spPr>
        <p:txBody>
          <a:bodyPr vert="horz" wrap="square" rtlCol="0">
            <a:spAutoFit/>
          </a:bodyPr>
          <a:lstStyle/>
          <a:p>
            <a:pPr algn="l">
              <a:lnSpc>
                <a:spcPct val="200000"/>
              </a:lnSpc>
              <a:spcBef>
                <a:spcPts val="0"/>
              </a:spcBef>
              <a:spcAft>
                <a:spcPts val="0"/>
              </a:spcAft>
            </a:pPr>
            <a:r>
              <a:rPr lang="zh-CN" altLang="en-US" sz="1200">
                <a:solidFill>
                  <a:schemeClr val="tx1">
                    <a:lumMod val="85000"/>
                    <a:lumOff val="15000"/>
                  </a:schemeClr>
                </a:solidFill>
                <a:latin typeface="Arial"/>
                <a:ea typeface="阿里巴巴普惠体 Medium"/>
                <a:cs typeface="阿里巴巴普惠体 Medium"/>
                <a:sym typeface="Arial"/>
              </a:rPr>
              <a:t>Add your text content</a:t>
            </a:r>
            <a:r>
              <a:rPr lang="en-US" altLang="zh-CN" sz="1200">
                <a:solidFill>
                  <a:schemeClr val="tx1">
                    <a:lumMod val="85000"/>
                    <a:lumOff val="15000"/>
                  </a:schemeClr>
                </a:solidFill>
                <a:latin typeface="Arial"/>
                <a:ea typeface="阿里巴巴普惠体 Medium"/>
                <a:cs typeface="阿里巴巴普惠体 Medium"/>
                <a:sym typeface="Arial"/>
              </a:rPr>
              <a:t>.</a:t>
            </a:r>
            <a:r>
              <a:rPr lang="zh-CN" altLang="en-US" sz="1200">
                <a:solidFill>
                  <a:schemeClr val="tx1">
                    <a:lumMod val="85000"/>
                    <a:lumOff val="15000"/>
                  </a:schemeClr>
                </a:solidFill>
                <a:latin typeface="Arial"/>
                <a:ea typeface="阿里巴巴普惠体 Medium"/>
                <a:cs typeface="阿里巴巴普惠体 Medium"/>
                <a:sym typeface="Arial"/>
              </a:rPr>
              <a:t>Add your text content</a:t>
            </a:r>
            <a:r>
              <a:rPr lang="en-US" altLang="zh-CN" sz="1200">
                <a:solidFill>
                  <a:schemeClr val="tx1">
                    <a:lumMod val="85000"/>
                    <a:lumOff val="15000"/>
                  </a:schemeClr>
                </a:solidFill>
                <a:latin typeface="Arial"/>
                <a:ea typeface="阿里巴巴普惠体 Medium"/>
                <a:cs typeface="阿里巴巴普惠体 Medium"/>
                <a:sym typeface="Arial"/>
              </a:rPr>
              <a:t>.</a:t>
            </a:r>
            <a:r>
              <a:rPr lang="zh-CN" altLang="en-US" sz="1200">
                <a:solidFill>
                  <a:schemeClr val="tx1">
                    <a:lumMod val="85000"/>
                    <a:lumOff val="15000"/>
                  </a:schemeClr>
                </a:solidFill>
                <a:latin typeface="Arial"/>
                <a:ea typeface="阿里巴巴普惠体 Medium"/>
                <a:cs typeface="阿里巴巴普惠体 Medium"/>
                <a:sym typeface="Arial"/>
              </a:rPr>
              <a:t>Add your text content</a:t>
            </a:r>
            <a:r>
              <a:rPr lang="en-US" altLang="zh-CN" sz="1200">
                <a:solidFill>
                  <a:schemeClr val="tx1">
                    <a:lumMod val="85000"/>
                    <a:lumOff val="15000"/>
                  </a:schemeClr>
                </a:solidFill>
                <a:latin typeface="Arial"/>
                <a:ea typeface="阿里巴巴普惠体 Medium"/>
                <a:cs typeface="阿里巴巴普惠体 Medium"/>
                <a:sym typeface="Arial"/>
              </a:rPr>
              <a:t>.</a:t>
            </a:r>
            <a:r>
              <a:rPr lang="zh-CN" altLang="en-US" sz="1200">
                <a:solidFill>
                  <a:schemeClr val="tx1">
                    <a:lumMod val="85000"/>
                    <a:lumOff val="15000"/>
                  </a:schemeClr>
                </a:solidFill>
                <a:latin typeface="Arial"/>
                <a:ea typeface="阿里巴巴普惠体 Medium"/>
                <a:cs typeface="阿里巴巴普惠体 Medium"/>
                <a:sym typeface="Arial"/>
              </a:rPr>
              <a:t>Add your text content</a:t>
            </a:r>
            <a:r>
              <a:rPr lang="en-US" altLang="zh-CN" sz="1200">
                <a:solidFill>
                  <a:schemeClr val="tx1">
                    <a:lumMod val="85000"/>
                    <a:lumOff val="15000"/>
                  </a:schemeClr>
                </a:solidFill>
                <a:latin typeface="Arial"/>
                <a:ea typeface="阿里巴巴普惠体 Medium"/>
                <a:cs typeface="阿里巴巴普惠体 Medium"/>
                <a:sym typeface="Arial"/>
              </a:rPr>
              <a:t>.</a:t>
            </a:r>
            <a:endParaRPr kumimoji="0" lang="en-US" altLang="zh-CN" sz="1200" b="0" i="0" u="none" strike="noStrike" kern="1200" cap="none" spc="0" normalizeH="0" baseline="0" noProof="0" dirty="0">
              <a:ln>
                <a:noFill/>
              </a:ln>
              <a:solidFill>
                <a:schemeClr val="tx1">
                  <a:lumMod val="50000"/>
                  <a:lumOff val="50000"/>
                </a:schemeClr>
              </a:solidFill>
              <a:effectLst/>
              <a:uLnTx/>
              <a:uFillTx/>
              <a:latin typeface="Arial"/>
              <a:ea typeface="阿里巴巴普惠体 Medium"/>
              <a:cs typeface="阿里巴巴普惠体 Medium"/>
              <a:sym typeface="Arial"/>
            </a:endParaRPr>
          </a:p>
        </p:txBody>
      </p:sp>
    </p:spTree>
    <p:custDataLst>
      <p:tags r:id="R52a0013c64f94fdd"/>
    </p:custDataLst>
  </p:cSld>
  <p:clrMapOvr>
    <a:masterClrMapping/>
  </p:clrMapOvr>
  <p:transition advTm="2000">
    <p:comb/>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wipe(left)">
                                      <p:cBhvr>
                                        <p:cTn id="11" dur="500"/>
                                        <p:tgtEl>
                                          <p:spTgt spid="7"/>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wipe(left)">
                                      <p:cBhvr>
                                        <p:cTn id="15" dur="500"/>
                                        <p:tgtEl>
                                          <p:spTgt spid="10"/>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wipe(left)">
                                      <p:cBhvr>
                                        <p:cTn id="19" dur="500"/>
                                        <p:tgtEl>
                                          <p:spTgt spid="2"/>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21"/>
                                        </p:tgtEl>
                                        <p:attrNameLst>
                                          <p:attrName>style.visibility</p:attrName>
                                        </p:attrNameLst>
                                      </p:cBhvr>
                                      <p:to>
                                        <p:strVal val="visible"/>
                                      </p:to>
                                    </p:set>
                                    <p:animEffect transition="in" filter="wipe(left)">
                                      <p:cBhvr>
                                        <p:cTn id="23" dur="500"/>
                                        <p:tgtEl>
                                          <p:spTgt spid="21"/>
                                        </p:tgtEl>
                                      </p:cBhvr>
                                    </p:animEffect>
                                  </p:childTnLst>
                                </p:cTn>
                              </p:par>
                            </p:childTnLst>
                          </p:cTn>
                        </p:par>
                        <p:par>
                          <p:cTn id="24" fill="hold">
                            <p:stCondLst>
                              <p:cond delay="2500"/>
                            </p:stCondLst>
                            <p:childTnLst>
                              <p:par>
                                <p:cTn id="25" presetID="22" presetClass="entr" presetSubtype="8" fill="hold" nodeType="after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wipe(left)">
                                      <p:cBhvr>
                                        <p:cTn id="27" dur="500"/>
                                        <p:tgtEl>
                                          <p:spTgt spid="6"/>
                                        </p:tgtEl>
                                      </p:cBhvr>
                                    </p:animEffect>
                                  </p:childTnLst>
                                </p:cTn>
                              </p:par>
                            </p:childTnLst>
                          </p:cTn>
                        </p:par>
                        <p:par>
                          <p:cTn id="28" fill="hold">
                            <p:stCondLst>
                              <p:cond delay="3000"/>
                            </p:stCondLst>
                            <p:childTnLst>
                              <p:par>
                                <p:cTn id="29" presetID="22" presetClass="entr" presetSubtype="8" fill="hold" grpId="0" nodeType="afterEffect">
                                  <p:stCondLst>
                                    <p:cond delay="0"/>
                                  </p:stCondLst>
                                  <p:childTnLst>
                                    <p:set>
                                      <p:cBhvr>
                                        <p:cTn id="30" dur="1" fill="hold">
                                          <p:stCondLst>
                                            <p:cond delay="0"/>
                                          </p:stCondLst>
                                        </p:cTn>
                                        <p:tgtEl>
                                          <p:spTgt spid="5"/>
                                        </p:tgtEl>
                                        <p:attrNameLst>
                                          <p:attrName>style.visibility</p:attrName>
                                        </p:attrNameLst>
                                      </p:cBhvr>
                                      <p:to>
                                        <p:strVal val="visible"/>
                                      </p:to>
                                    </p:set>
                                    <p:animEffect transition="in" filter="wipe(left)">
                                      <p:cBhvr>
                                        <p:cTn id="31" dur="500"/>
                                        <p:tgtEl>
                                          <p:spTgt spid="5"/>
                                        </p:tgtEl>
                                      </p:cBhvr>
                                    </p:animEffect>
                                  </p:childTnLst>
                                </p:cTn>
                              </p:par>
                            </p:childTnLst>
                          </p:cTn>
                        </p:par>
                        <p:par>
                          <p:cTn id="32" fill="hold">
                            <p:stCondLst>
                              <p:cond delay="3500"/>
                            </p:stCondLst>
                            <p:childTnLst>
                              <p:par>
                                <p:cTn id="33" presetID="22" presetClass="entr" presetSubtype="8" fill="hold" grpId="0" nodeType="afterEffect">
                                  <p:stCondLst>
                                    <p:cond delay="0"/>
                                  </p:stCondLst>
                                  <p:childTnLst>
                                    <p:set>
                                      <p:cBhvr>
                                        <p:cTn id="34" dur="1" fill="hold">
                                          <p:stCondLst>
                                            <p:cond delay="0"/>
                                          </p:stCondLst>
                                        </p:cTn>
                                        <p:tgtEl>
                                          <p:spTgt spid="37"/>
                                        </p:tgtEl>
                                        <p:attrNameLst>
                                          <p:attrName>style.visibility</p:attrName>
                                        </p:attrNameLst>
                                      </p:cBhvr>
                                      <p:to>
                                        <p:strVal val="visible"/>
                                      </p:to>
                                    </p:set>
                                    <p:animEffect transition="in" filter="wipe(left)">
                                      <p:cBhvr>
                                        <p:cTn id="35"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7" grpId="1" animBg="1"/>
      <p:bldP spid="2" grpId="0" bldLvl="0" animBg="1"/>
      <p:bldP spid="2" grpId="1" animBg="1"/>
      <p:bldP spid="5" grpId="0"/>
      <p:bldP spid="5" grpId="1"/>
      <p:bldP spid="21" grpId="0"/>
      <p:bldP spid="21" grpId="1"/>
      <p:bldP spid="37" grpId="0"/>
      <p:bldP spid="37" grpId="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图形"/>
          <p:cNvGrpSpPr/>
          <p:nvPr/>
        </p:nvGrpSpPr>
        <p:grpSpPr>
          <a:xfrm>
            <a:off x="0" y="2"/>
            <a:ext cx="12192000" cy="6867525"/>
            <a:chOff x="0" y="0"/>
            <a:chExt cx="19200" cy="10815"/>
          </a:xfrm>
        </p:grpSpPr>
        <p:sp>
          <p:nvSpPr>
            <p:cNvPr id="37" name="图形"/>
            <p:cNvSpPr txBox="1"/>
            <p:nvPr>
              <p:custDataLst>
                <p:tags r:id="R4d4f5040cd324fef"/>
              </p:custDataLst>
            </p:nvPr>
          </p:nvSpPr>
          <p:spPr>
            <a:xfrm>
              <a:off x="1931" y="587"/>
              <a:ext cx="3744" cy="824"/>
            </a:xfrm>
            <a:prstGeom prst="rect">
              <a:avLst/>
            </a:prstGeom>
            <a:noFill/>
          </p:spPr>
          <p:txBody>
            <a:bodyPr wrap="none" rtlCol="0" anchor="ctr">
              <a:spAutoFit/>
            </a:bodyPr>
            <a:lstStyle>
              <a:defPPr>
                <a:defRPr lang="zh-CN"/>
              </a:defPPr>
              <a:lvl1pPr>
                <a:defRPr sz="3200" spc="200">
                  <a:solidFill>
                    <a:srgbClr val="245188"/>
                  </a:solidFill>
                  <a:effectLst>
                    <a:outerShdw blurRad="127000" dist="63500" dir="2700000" algn="tl" rotWithShape="0">
                      <a:schemeClr val="accent1">
                        <a:alpha val="20000"/>
                      </a:schemeClr>
                    </a:outerShdw>
                  </a:effectLst>
                  <a:latin typeface="+mj-ea"/>
                  <a:ea typeface="+mj-ea"/>
                </a:defRPr>
              </a:lvl1pPr>
            </a:lstStyle>
            <a:p>
              <a:r>
                <a:rPr lang="zh-CN" altLang="en-US" sz="2800" spc="100" dirty="0">
                  <a:solidFill>
                    <a:schemeClr val="accent1"/>
                  </a:solidFill>
                  <a:effectLst/>
                  <a:latin typeface="Arial"/>
                  <a:ea typeface="阿里巴巴普惠体 Medium"/>
                  <a:cs typeface="阿里巴巴普惠体 Medium"/>
                  <a:sym typeface="Arial"/>
                </a:rPr>
                <a:t>工作内容概述</a:t>
              </a:r>
            </a:p>
          </p:txBody>
        </p:sp>
        <p:sp>
          <p:nvSpPr>
            <p:cNvPr id="38" name="图形"/>
            <p:cNvSpPr/>
            <p:nvPr>
              <p:custDataLst>
                <p:tags r:id="Re110853c4e644276"/>
              </p:custDataLst>
            </p:nvPr>
          </p:nvSpPr>
          <p:spPr>
            <a:xfrm>
              <a:off x="1166" y="742"/>
              <a:ext cx="589" cy="508"/>
            </a:xfrm>
            <a:prstGeom prst="hexagon">
              <a:avLst>
                <a:gd name="adj" fmla="val 29195"/>
                <a:gd name="vf" fmla="val 115470"/>
              </a:avLst>
            </a:prstGeom>
            <a:noFill/>
            <a:ln w="63500">
              <a:gradFill>
                <a:gsLst>
                  <a:gs pos="11000">
                    <a:schemeClr val="accent2"/>
                  </a:gs>
                  <a:gs pos="75000">
                    <a:srgbClr val="FBFBFB"/>
                  </a:gs>
                </a:gsLst>
                <a:lin ang="27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阿里巴巴普惠体 Medium"/>
                <a:cs typeface="阿里巴巴普惠体 Medium"/>
                <a:sym typeface="Arial"/>
              </a:endParaRPr>
            </a:p>
          </p:txBody>
        </p:sp>
        <p:cxnSp>
          <p:nvCxnSpPr>
            <p:cNvPr id="39" name="图形"/>
            <p:cNvCxnSpPr/>
            <p:nvPr>
              <p:custDataLst>
                <p:tags r:id="R9e26a2d20b2f425f"/>
              </p:custDataLst>
            </p:nvPr>
          </p:nvCxnSpPr>
          <p:spPr>
            <a:xfrm>
              <a:off x="0" y="996"/>
              <a:ext cx="789"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0" name="图形"/>
            <p:cNvCxnSpPr/>
            <p:nvPr>
              <p:custDataLst>
                <p:tags r:id="R8f7b4008011d4fed"/>
              </p:custDataLst>
            </p:nvPr>
          </p:nvCxnSpPr>
          <p:spPr>
            <a:xfrm>
              <a:off x="5959" y="996"/>
              <a:ext cx="13241"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5" name="图形" descr="E:\006包图网\素材\001婚礼\2\15637.jpg15637"/>
            <p:cNvPicPr>
              <a:picLocks noChangeAspect="1"/>
            </p:cNvPicPr>
            <p:nvPr>
              <p:custDataLst>
                <p:tags r:id="Raf474bac93ae42c8"/>
              </p:custDataLst>
            </p:nvPr>
          </p:nvPicPr>
          <p:blipFill>
            <a:blip r:embed="Rcb9108c3afc940d5"/>
            <a:srcRect/>
            <a:stretch>
              <a:fillRect/>
            </a:stretch>
          </p:blipFill>
          <p:spPr>
            <a:xfrm flipH="1">
              <a:off x="2994" y="16"/>
              <a:ext cx="16196" cy="10799"/>
            </a:xfrm>
            <a:prstGeom prst="rect">
              <a:avLst/>
            </a:prstGeom>
          </p:spPr>
        </p:pic>
        <p:sp>
          <p:nvSpPr>
            <p:cNvPr id="16" name="图形"/>
            <p:cNvSpPr/>
            <p:nvPr>
              <p:custDataLst>
                <p:tags r:id="Rb9ab3d78e17c4a5e"/>
              </p:custDataLst>
            </p:nvPr>
          </p:nvSpPr>
          <p:spPr>
            <a:xfrm>
              <a:off x="0" y="0"/>
              <a:ext cx="7880" cy="10800"/>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阿里巴巴普惠体 Medium"/>
                <a:cs typeface="阿里巴巴普惠体 Medium"/>
                <a:sym typeface="Arial"/>
              </a:endParaRPr>
            </a:p>
          </p:txBody>
        </p:sp>
        <p:sp>
          <p:nvSpPr>
            <p:cNvPr id="17" name="图形"/>
            <p:cNvSpPr/>
            <p:nvPr>
              <p:custDataLst>
                <p:tags r:id="R94577f8076524650"/>
              </p:custDataLst>
            </p:nvPr>
          </p:nvSpPr>
          <p:spPr>
            <a:xfrm>
              <a:off x="6628" y="1880"/>
              <a:ext cx="11192" cy="7000"/>
            </a:xfrm>
            <a:prstGeom prst="rect">
              <a:avLst/>
            </a:prstGeom>
            <a:solidFill>
              <a:srgbClr val="FBFBFB"/>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阿里巴巴普惠体 Medium"/>
                <a:cs typeface="阿里巴巴普惠体 Medium"/>
                <a:sym typeface="Arial"/>
              </a:endParaRPr>
            </a:p>
          </p:txBody>
        </p:sp>
        <p:sp>
          <p:nvSpPr>
            <p:cNvPr id="18" name="图形"/>
            <p:cNvSpPr txBox="1"/>
            <p:nvPr>
              <p:custDataLst>
                <p:tags r:id="R198ca26c11f74381"/>
              </p:custDataLst>
            </p:nvPr>
          </p:nvSpPr>
          <p:spPr>
            <a:xfrm>
              <a:off x="2101" y="2217"/>
              <a:ext cx="2512" cy="824"/>
            </a:xfrm>
            <a:prstGeom prst="rect">
              <a:avLst/>
            </a:prstGeom>
            <a:noFill/>
          </p:spPr>
          <p:txBody>
            <a:bodyPr wrap="none" rtlCol="0">
              <a:spAutoFit/>
            </a:bodyPr>
            <a:lstStyle/>
            <a:p>
              <a:r>
                <a:rPr lang="zh-CN" altLang="en-US" sz="2800" dirty="0">
                  <a:solidFill>
                    <a:schemeClr val="bg1"/>
                  </a:solidFill>
                  <a:latin typeface="Arial"/>
                  <a:ea typeface="阿里巴巴普惠体 Medium"/>
                  <a:cs typeface="阿里巴巴普惠体 Medium"/>
                  <a:sym typeface="Arial"/>
                </a:rPr>
                <a:t>预设标题</a:t>
              </a:r>
            </a:p>
          </p:txBody>
        </p:sp>
        <p:sp>
          <p:nvSpPr>
            <p:cNvPr id="19" name="图形"/>
            <p:cNvSpPr txBox="1"/>
            <p:nvPr>
              <p:custDataLst>
                <p:tags r:id="R0140a764af394c36"/>
              </p:custDataLst>
            </p:nvPr>
          </p:nvSpPr>
          <p:spPr>
            <a:xfrm>
              <a:off x="1044" y="3736"/>
              <a:ext cx="4914" cy="3708"/>
            </a:xfrm>
            <a:prstGeom prst="rect">
              <a:avLst/>
            </a:prstGeom>
            <a:noFill/>
          </p:spPr>
          <p:txBody>
            <a:bodyPr wrap="square" rtlCol="0">
              <a:spAutoFit/>
            </a:bodyPr>
            <a:lstStyle>
              <a:defPPr>
                <a:defRPr lang="zh-CN"/>
              </a:defPPr>
              <a:lvl1pPr lvl="0">
                <a:lnSpc>
                  <a:spcPct val="150000"/>
                </a:lnSpc>
                <a:defRPr sz="1100" spc="100">
                  <a:solidFill>
                    <a:schemeClr val="tx2"/>
                  </a:solidFill>
                  <a:ea typeface="苹方 常规" panose="020B0300000000000000" pitchFamily="34" charset="-122"/>
                </a:defRPr>
              </a:lvl1pPr>
            </a:lstStyle>
            <a:p>
              <a:pPr indent="0" algn="l">
                <a:lnSpc>
                  <a:spcPct val="150000"/>
                </a:lnSpc>
                <a:spcBef>
                  <a:spcPts val="0"/>
                </a:spcBef>
                <a:spcAft>
                  <a:spcPts val="0"/>
                </a:spcAft>
                <a:buNone/>
              </a:pPr>
              <a:r>
                <a:rPr lang="zh-CN" sz="1400">
                  <a:solidFill>
                    <a:schemeClr val="bg1"/>
                  </a:solidFill>
                  <a:latin typeface="Arial"/>
                  <a:ea typeface="阿里巴巴普惠体 Medium"/>
                  <a:cs typeface="阿里巴巴普惠体 Medium"/>
                  <a:sym typeface="Arial"/>
                </a:rPr>
                <a:t>在此填写文本内容在此填写文本内容在此填写重要文本内容在此填写文本在此填写文本内容在此填写文本内容在此填写重要文本内容在此填写文本在此填写文本内容在此填写文本内容在此填写重要文本内容在此填写文本在此填写文本</a:t>
              </a:r>
              <a:endParaRPr lang="en-US" altLang="zh-CN" sz="1400" dirty="0">
                <a:solidFill>
                  <a:schemeClr val="bg1"/>
                </a:solidFill>
                <a:latin typeface="Arial"/>
                <a:ea typeface="阿里巴巴普惠体 Medium"/>
                <a:cs typeface="阿里巴巴普惠体 Medium"/>
                <a:sym typeface="Arial"/>
              </a:endParaRPr>
            </a:p>
          </p:txBody>
        </p:sp>
        <p:cxnSp>
          <p:nvCxnSpPr>
            <p:cNvPr id="20" name="图形"/>
            <p:cNvCxnSpPr/>
            <p:nvPr>
              <p:custDataLst>
                <p:tags r:id="R913aee849c6b400c"/>
              </p:custDataLst>
            </p:nvPr>
          </p:nvCxnSpPr>
          <p:spPr>
            <a:xfrm>
              <a:off x="1162" y="8183"/>
              <a:ext cx="3978"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1" name="图形"/>
            <p:cNvSpPr txBox="1"/>
            <p:nvPr>
              <p:custDataLst>
                <p:tags r:id="Rc5b25912dff343f8"/>
              </p:custDataLst>
            </p:nvPr>
          </p:nvSpPr>
          <p:spPr>
            <a:xfrm>
              <a:off x="8085" y="3601"/>
              <a:ext cx="2669" cy="630"/>
            </a:xfrm>
            <a:prstGeom prst="rect">
              <a:avLst/>
            </a:prstGeom>
            <a:noFill/>
          </p:spPr>
          <p:txBody>
            <a:bodyPr wrap="none" rtlCol="0">
              <a:spAutoFit/>
            </a:bodyPr>
            <a:lstStyle/>
            <a:p>
              <a:pPr algn="ctr"/>
              <a:r>
                <a:rPr lang="zh-CN" altLang="en-US" sz="2000" dirty="0">
                  <a:solidFill>
                    <a:schemeClr val="accent1"/>
                  </a:solidFill>
                  <a:latin typeface="Arial"/>
                  <a:ea typeface="阿里巴巴普惠体 Medium"/>
                  <a:cs typeface="阿里巴巴普惠体 Medium"/>
                  <a:sym typeface="Arial"/>
                </a:rPr>
                <a:t>预设标题文本</a:t>
              </a:r>
            </a:p>
          </p:txBody>
        </p:sp>
        <p:sp>
          <p:nvSpPr>
            <p:cNvPr id="22" name="图形"/>
            <p:cNvSpPr txBox="1"/>
            <p:nvPr>
              <p:custDataLst>
                <p:tags r:id="Rd8171c9621fe4ae1"/>
              </p:custDataLst>
            </p:nvPr>
          </p:nvSpPr>
          <p:spPr>
            <a:xfrm>
              <a:off x="7105" y="4176"/>
              <a:ext cx="4627" cy="945"/>
            </a:xfrm>
            <a:prstGeom prst="rect">
              <a:avLst/>
            </a:prstGeom>
            <a:noFill/>
          </p:spPr>
          <p:txBody>
            <a:bodyPr wrap="square" rtlCol="0">
              <a:spAutoFit/>
            </a:bodyPr>
            <a:lstStyle>
              <a:defPPr>
                <a:defRPr lang="zh-CN"/>
              </a:defPPr>
              <a:lvl1pPr lvl="0">
                <a:lnSpc>
                  <a:spcPct val="150000"/>
                </a:lnSpc>
                <a:defRPr sz="1100" spc="100">
                  <a:solidFill>
                    <a:schemeClr val="tx2"/>
                  </a:solidFill>
                  <a:ea typeface="苹方 常规" panose="020B0300000000000000" pitchFamily="34" charset="-122"/>
                </a:defRPr>
              </a:lvl1pPr>
            </a:lstStyle>
            <a:p>
              <a:pPr indent="0" algn="ctr">
                <a:lnSpc>
                  <a:spcPct val="150000"/>
                </a:lnSpc>
                <a:spcBef>
                  <a:spcPts val="0"/>
                </a:spcBef>
                <a:spcAft>
                  <a:spcPts val="0"/>
                </a:spcAft>
                <a:buNone/>
              </a:pPr>
              <a:r>
                <a:rPr lang="zh-CN">
                  <a:solidFill>
                    <a:schemeClr val="tx1">
                      <a:lumMod val="75000"/>
                      <a:lumOff val="25000"/>
                    </a:schemeClr>
                  </a:solidFill>
                  <a:latin typeface="Arial"/>
                  <a:ea typeface="阿里巴巴普惠体 Medium"/>
                  <a:cs typeface="阿里巴巴普惠体 Medium"/>
                  <a:sym typeface="Arial"/>
                </a:rPr>
                <a:t>在此填写文本内容在此填写文本内容在此填写重要文本内容在此填写文本</a:t>
              </a:r>
              <a:endParaRPr lang="en-US" altLang="zh-CN" dirty="0">
                <a:latin typeface="Arial"/>
                <a:ea typeface="阿里巴巴普惠体 Medium"/>
                <a:cs typeface="阿里巴巴普惠体 Medium"/>
                <a:sym typeface="Arial"/>
              </a:endParaRPr>
            </a:p>
          </p:txBody>
        </p:sp>
        <p:sp>
          <p:nvSpPr>
            <p:cNvPr id="23" name="图形"/>
            <p:cNvSpPr txBox="1"/>
            <p:nvPr>
              <p:custDataLst>
                <p:tags r:id="R85b3a154e89a43cb"/>
              </p:custDataLst>
            </p:nvPr>
          </p:nvSpPr>
          <p:spPr>
            <a:xfrm>
              <a:off x="13283" y="3601"/>
              <a:ext cx="2669" cy="630"/>
            </a:xfrm>
            <a:prstGeom prst="rect">
              <a:avLst/>
            </a:prstGeom>
            <a:noFill/>
          </p:spPr>
          <p:txBody>
            <a:bodyPr wrap="none" rtlCol="0">
              <a:spAutoFit/>
            </a:bodyPr>
            <a:lstStyle/>
            <a:p>
              <a:pPr algn="ctr"/>
              <a:r>
                <a:rPr lang="zh-CN" altLang="en-US" sz="2000" dirty="0">
                  <a:solidFill>
                    <a:schemeClr val="accent1"/>
                  </a:solidFill>
                  <a:latin typeface="Arial"/>
                  <a:ea typeface="阿里巴巴普惠体 Medium"/>
                  <a:cs typeface="阿里巴巴普惠体 Medium"/>
                  <a:sym typeface="Arial"/>
                </a:rPr>
                <a:t>预设标题文本</a:t>
              </a:r>
            </a:p>
          </p:txBody>
        </p:sp>
        <p:sp>
          <p:nvSpPr>
            <p:cNvPr id="24" name="图形"/>
            <p:cNvSpPr txBox="1"/>
            <p:nvPr>
              <p:custDataLst>
                <p:tags r:id="R7141487ca87c4c1f"/>
              </p:custDataLst>
            </p:nvPr>
          </p:nvSpPr>
          <p:spPr>
            <a:xfrm>
              <a:off x="12303" y="4176"/>
              <a:ext cx="4627" cy="945"/>
            </a:xfrm>
            <a:prstGeom prst="rect">
              <a:avLst/>
            </a:prstGeom>
            <a:noFill/>
          </p:spPr>
          <p:txBody>
            <a:bodyPr wrap="square" rtlCol="0">
              <a:spAutoFit/>
            </a:bodyPr>
            <a:lstStyle>
              <a:defPPr>
                <a:defRPr lang="zh-CN"/>
              </a:defPPr>
              <a:lvl1pPr lvl="0">
                <a:lnSpc>
                  <a:spcPct val="150000"/>
                </a:lnSpc>
                <a:defRPr sz="1100" spc="100">
                  <a:solidFill>
                    <a:schemeClr val="tx2"/>
                  </a:solidFill>
                  <a:ea typeface="苹方 常规" panose="020B0300000000000000" pitchFamily="34" charset="-122"/>
                </a:defRPr>
              </a:lvl1pPr>
            </a:lstStyle>
            <a:p>
              <a:pPr indent="0" algn="ctr">
                <a:lnSpc>
                  <a:spcPct val="150000"/>
                </a:lnSpc>
                <a:spcBef>
                  <a:spcPts val="0"/>
                </a:spcBef>
                <a:spcAft>
                  <a:spcPts val="0"/>
                </a:spcAft>
                <a:buNone/>
              </a:pPr>
              <a:r>
                <a:rPr lang="zh-CN">
                  <a:solidFill>
                    <a:schemeClr val="tx1">
                      <a:lumMod val="75000"/>
                      <a:lumOff val="25000"/>
                    </a:schemeClr>
                  </a:solidFill>
                  <a:latin typeface="Arial"/>
                  <a:ea typeface="阿里巴巴普惠体 Medium"/>
                  <a:cs typeface="阿里巴巴普惠体 Medium"/>
                  <a:sym typeface="Arial"/>
                </a:rPr>
                <a:t>在此填写文本内容在此填写文本内容在此填写重要文本内容在此填写文本</a:t>
              </a:r>
              <a:endParaRPr lang="en-US" altLang="zh-CN" dirty="0">
                <a:latin typeface="Arial"/>
                <a:ea typeface="阿里巴巴普惠体 Medium"/>
                <a:cs typeface="阿里巴巴普惠体 Medium"/>
                <a:sym typeface="Arial"/>
              </a:endParaRPr>
            </a:p>
          </p:txBody>
        </p:sp>
        <p:sp>
          <p:nvSpPr>
            <p:cNvPr id="25" name="图形"/>
            <p:cNvSpPr txBox="1"/>
            <p:nvPr>
              <p:custDataLst>
                <p:tags r:id="Rece2e769b38f45e1"/>
              </p:custDataLst>
            </p:nvPr>
          </p:nvSpPr>
          <p:spPr>
            <a:xfrm>
              <a:off x="8085" y="6371"/>
              <a:ext cx="2669" cy="630"/>
            </a:xfrm>
            <a:prstGeom prst="rect">
              <a:avLst/>
            </a:prstGeom>
            <a:noFill/>
          </p:spPr>
          <p:txBody>
            <a:bodyPr wrap="none" rtlCol="0">
              <a:spAutoFit/>
            </a:bodyPr>
            <a:lstStyle/>
            <a:p>
              <a:pPr algn="ctr"/>
              <a:r>
                <a:rPr lang="zh-CN" altLang="en-US" sz="2000" dirty="0">
                  <a:solidFill>
                    <a:schemeClr val="accent1"/>
                  </a:solidFill>
                  <a:latin typeface="Arial"/>
                  <a:ea typeface="阿里巴巴普惠体 Medium"/>
                  <a:cs typeface="阿里巴巴普惠体 Medium"/>
                  <a:sym typeface="Arial"/>
                </a:rPr>
                <a:t>预设标题文本</a:t>
              </a:r>
            </a:p>
          </p:txBody>
        </p:sp>
        <p:sp>
          <p:nvSpPr>
            <p:cNvPr id="26" name="图形"/>
            <p:cNvSpPr txBox="1"/>
            <p:nvPr>
              <p:custDataLst>
                <p:tags r:id="R91169daa2d224e08"/>
              </p:custDataLst>
            </p:nvPr>
          </p:nvSpPr>
          <p:spPr>
            <a:xfrm>
              <a:off x="7105" y="6946"/>
              <a:ext cx="4627" cy="945"/>
            </a:xfrm>
            <a:prstGeom prst="rect">
              <a:avLst/>
            </a:prstGeom>
            <a:noFill/>
          </p:spPr>
          <p:txBody>
            <a:bodyPr wrap="square" rtlCol="0">
              <a:spAutoFit/>
            </a:bodyPr>
            <a:lstStyle>
              <a:defPPr>
                <a:defRPr lang="zh-CN"/>
              </a:defPPr>
              <a:lvl1pPr lvl="0">
                <a:lnSpc>
                  <a:spcPct val="150000"/>
                </a:lnSpc>
                <a:defRPr sz="1100" spc="100">
                  <a:solidFill>
                    <a:schemeClr val="tx2"/>
                  </a:solidFill>
                  <a:ea typeface="苹方 常规" panose="020B0300000000000000" pitchFamily="34" charset="-122"/>
                </a:defRPr>
              </a:lvl1pPr>
            </a:lstStyle>
            <a:p>
              <a:pPr indent="0" algn="ctr">
                <a:lnSpc>
                  <a:spcPct val="150000"/>
                </a:lnSpc>
                <a:spcBef>
                  <a:spcPts val="0"/>
                </a:spcBef>
                <a:spcAft>
                  <a:spcPts val="0"/>
                </a:spcAft>
                <a:buNone/>
              </a:pPr>
              <a:r>
                <a:rPr lang="zh-CN">
                  <a:solidFill>
                    <a:schemeClr val="tx1">
                      <a:lumMod val="75000"/>
                      <a:lumOff val="25000"/>
                    </a:schemeClr>
                  </a:solidFill>
                  <a:latin typeface="Arial"/>
                  <a:ea typeface="阿里巴巴普惠体 Medium"/>
                  <a:cs typeface="阿里巴巴普惠体 Medium"/>
                  <a:sym typeface="Arial"/>
                </a:rPr>
                <a:t>在此填写文本内容在此填写文本内容在此填写重要文本内容在此填写文本</a:t>
              </a:r>
              <a:endParaRPr lang="en-US" altLang="zh-CN" dirty="0">
                <a:latin typeface="Arial"/>
                <a:ea typeface="阿里巴巴普惠体 Medium"/>
                <a:cs typeface="阿里巴巴普惠体 Medium"/>
                <a:sym typeface="Arial"/>
              </a:endParaRPr>
            </a:p>
          </p:txBody>
        </p:sp>
        <p:sp>
          <p:nvSpPr>
            <p:cNvPr id="27" name="图形"/>
            <p:cNvSpPr txBox="1"/>
            <p:nvPr>
              <p:custDataLst>
                <p:tags r:id="R3529f49b492940d2"/>
              </p:custDataLst>
            </p:nvPr>
          </p:nvSpPr>
          <p:spPr>
            <a:xfrm>
              <a:off x="13283" y="6371"/>
              <a:ext cx="2669" cy="630"/>
            </a:xfrm>
            <a:prstGeom prst="rect">
              <a:avLst/>
            </a:prstGeom>
            <a:noFill/>
          </p:spPr>
          <p:txBody>
            <a:bodyPr wrap="none" rtlCol="0">
              <a:spAutoFit/>
            </a:bodyPr>
            <a:lstStyle/>
            <a:p>
              <a:pPr algn="ctr"/>
              <a:r>
                <a:rPr lang="zh-CN" altLang="en-US" sz="2000" dirty="0">
                  <a:solidFill>
                    <a:schemeClr val="accent1"/>
                  </a:solidFill>
                  <a:latin typeface="Arial"/>
                  <a:ea typeface="阿里巴巴普惠体 Medium"/>
                  <a:cs typeface="阿里巴巴普惠体 Medium"/>
                  <a:sym typeface="Arial"/>
                </a:rPr>
                <a:t>预设标题文本</a:t>
              </a:r>
            </a:p>
          </p:txBody>
        </p:sp>
        <p:sp>
          <p:nvSpPr>
            <p:cNvPr id="28" name="图形"/>
            <p:cNvSpPr txBox="1"/>
            <p:nvPr>
              <p:custDataLst>
                <p:tags r:id="R6e6e9bddc8434058"/>
              </p:custDataLst>
            </p:nvPr>
          </p:nvSpPr>
          <p:spPr>
            <a:xfrm>
              <a:off x="12303" y="6946"/>
              <a:ext cx="4627" cy="945"/>
            </a:xfrm>
            <a:prstGeom prst="rect">
              <a:avLst/>
            </a:prstGeom>
            <a:noFill/>
          </p:spPr>
          <p:txBody>
            <a:bodyPr wrap="square" rtlCol="0">
              <a:spAutoFit/>
            </a:bodyPr>
            <a:lstStyle>
              <a:defPPr>
                <a:defRPr lang="zh-CN"/>
              </a:defPPr>
              <a:lvl1pPr lvl="0">
                <a:lnSpc>
                  <a:spcPct val="150000"/>
                </a:lnSpc>
                <a:defRPr sz="1100" spc="100">
                  <a:solidFill>
                    <a:schemeClr val="tx2"/>
                  </a:solidFill>
                  <a:ea typeface="苹方 常规" panose="020B0300000000000000" pitchFamily="34" charset="-122"/>
                </a:defRPr>
              </a:lvl1pPr>
            </a:lstStyle>
            <a:p>
              <a:pPr indent="0" algn="ctr">
                <a:lnSpc>
                  <a:spcPct val="150000"/>
                </a:lnSpc>
                <a:spcBef>
                  <a:spcPts val="0"/>
                </a:spcBef>
                <a:spcAft>
                  <a:spcPts val="0"/>
                </a:spcAft>
                <a:buNone/>
              </a:pPr>
              <a:r>
                <a:rPr lang="zh-CN">
                  <a:solidFill>
                    <a:schemeClr val="tx1">
                      <a:lumMod val="75000"/>
                      <a:lumOff val="25000"/>
                    </a:schemeClr>
                  </a:solidFill>
                  <a:latin typeface="Arial"/>
                  <a:ea typeface="阿里巴巴普惠体 Medium"/>
                  <a:cs typeface="阿里巴巴普惠体 Medium"/>
                  <a:sym typeface="Arial"/>
                </a:rPr>
                <a:t>在此填写文本内容在此填写文本内容在此填写重要文本内容在此填写文本</a:t>
              </a:r>
              <a:endParaRPr lang="en-US" altLang="zh-CN" dirty="0">
                <a:latin typeface="Arial"/>
                <a:ea typeface="阿里巴巴普惠体 Medium"/>
                <a:cs typeface="阿里巴巴普惠体 Medium"/>
                <a:sym typeface="Arial"/>
              </a:endParaRPr>
            </a:p>
          </p:txBody>
        </p:sp>
        <p:sp>
          <p:nvSpPr>
            <p:cNvPr id="29" name="图形"/>
            <p:cNvSpPr>
              <a:spLocks noEditPoints="1"/>
            </p:cNvSpPr>
            <p:nvPr>
              <p:custDataLst>
                <p:tags r:id="Rebce16896f5b489e"/>
              </p:custDataLst>
            </p:nvPr>
          </p:nvSpPr>
          <p:spPr bwMode="auto">
            <a:xfrm>
              <a:off x="9074" y="2629"/>
              <a:ext cx="689" cy="689"/>
            </a:xfrm>
            <a:custGeom>
              <a:avLst/>
              <a:gdLst>
                <a:gd name="T0" fmla="*/ 39 w 176"/>
                <a:gd name="T1" fmla="*/ 119 h 176"/>
                <a:gd name="T2" fmla="*/ 43 w 176"/>
                <a:gd name="T3" fmla="*/ 115 h 176"/>
                <a:gd name="T4" fmla="*/ 44 w 176"/>
                <a:gd name="T5" fmla="*/ 112 h 176"/>
                <a:gd name="T6" fmla="*/ 40 w 176"/>
                <a:gd name="T7" fmla="*/ 108 h 176"/>
                <a:gd name="T8" fmla="*/ 37 w 176"/>
                <a:gd name="T9" fmla="*/ 109 h 176"/>
                <a:gd name="T10" fmla="*/ 33 w 176"/>
                <a:gd name="T11" fmla="*/ 113 h 176"/>
                <a:gd name="T12" fmla="*/ 32 w 176"/>
                <a:gd name="T13" fmla="*/ 116 h 176"/>
                <a:gd name="T14" fmla="*/ 36 w 176"/>
                <a:gd name="T15" fmla="*/ 120 h 176"/>
                <a:gd name="T16" fmla="*/ 39 w 176"/>
                <a:gd name="T17" fmla="*/ 119 h 176"/>
                <a:gd name="T18" fmla="*/ 64 w 176"/>
                <a:gd name="T19" fmla="*/ 116 h 176"/>
                <a:gd name="T20" fmla="*/ 60 w 176"/>
                <a:gd name="T21" fmla="*/ 112 h 176"/>
                <a:gd name="T22" fmla="*/ 57 w 176"/>
                <a:gd name="T23" fmla="*/ 113 h 176"/>
                <a:gd name="T24" fmla="*/ 17 w 176"/>
                <a:gd name="T25" fmla="*/ 153 h 176"/>
                <a:gd name="T26" fmla="*/ 16 w 176"/>
                <a:gd name="T27" fmla="*/ 156 h 176"/>
                <a:gd name="T28" fmla="*/ 20 w 176"/>
                <a:gd name="T29" fmla="*/ 160 h 176"/>
                <a:gd name="T30" fmla="*/ 23 w 176"/>
                <a:gd name="T31" fmla="*/ 159 h 176"/>
                <a:gd name="T32" fmla="*/ 63 w 176"/>
                <a:gd name="T33" fmla="*/ 119 h 176"/>
                <a:gd name="T34" fmla="*/ 64 w 176"/>
                <a:gd name="T35" fmla="*/ 116 h 176"/>
                <a:gd name="T36" fmla="*/ 64 w 176"/>
                <a:gd name="T37" fmla="*/ 132 h 176"/>
                <a:gd name="T38" fmla="*/ 61 w 176"/>
                <a:gd name="T39" fmla="*/ 133 h 176"/>
                <a:gd name="T40" fmla="*/ 49 w 176"/>
                <a:gd name="T41" fmla="*/ 145 h 176"/>
                <a:gd name="T42" fmla="*/ 48 w 176"/>
                <a:gd name="T43" fmla="*/ 148 h 176"/>
                <a:gd name="T44" fmla="*/ 52 w 176"/>
                <a:gd name="T45" fmla="*/ 152 h 176"/>
                <a:gd name="T46" fmla="*/ 55 w 176"/>
                <a:gd name="T47" fmla="*/ 151 h 176"/>
                <a:gd name="T48" fmla="*/ 67 w 176"/>
                <a:gd name="T49" fmla="*/ 139 h 176"/>
                <a:gd name="T50" fmla="*/ 68 w 176"/>
                <a:gd name="T51" fmla="*/ 136 h 176"/>
                <a:gd name="T52" fmla="*/ 64 w 176"/>
                <a:gd name="T53" fmla="*/ 132 h 176"/>
                <a:gd name="T54" fmla="*/ 176 w 176"/>
                <a:gd name="T55" fmla="*/ 4 h 176"/>
                <a:gd name="T56" fmla="*/ 172 w 176"/>
                <a:gd name="T57" fmla="*/ 0 h 176"/>
                <a:gd name="T58" fmla="*/ 170 w 176"/>
                <a:gd name="T59" fmla="*/ 0 h 176"/>
                <a:gd name="T60" fmla="*/ 170 w 176"/>
                <a:gd name="T61" fmla="*/ 0 h 176"/>
                <a:gd name="T62" fmla="*/ 2 w 176"/>
                <a:gd name="T63" fmla="*/ 72 h 176"/>
                <a:gd name="T64" fmla="*/ 2 w 176"/>
                <a:gd name="T65" fmla="*/ 72 h 176"/>
                <a:gd name="T66" fmla="*/ 2 w 176"/>
                <a:gd name="T67" fmla="*/ 72 h 176"/>
                <a:gd name="T68" fmla="*/ 2 w 176"/>
                <a:gd name="T69" fmla="*/ 72 h 176"/>
                <a:gd name="T70" fmla="*/ 0 w 176"/>
                <a:gd name="T71" fmla="*/ 76 h 176"/>
                <a:gd name="T72" fmla="*/ 3 w 176"/>
                <a:gd name="T73" fmla="*/ 80 h 176"/>
                <a:gd name="T74" fmla="*/ 3 w 176"/>
                <a:gd name="T75" fmla="*/ 80 h 176"/>
                <a:gd name="T76" fmla="*/ 69 w 176"/>
                <a:gd name="T77" fmla="*/ 107 h 176"/>
                <a:gd name="T78" fmla="*/ 96 w 176"/>
                <a:gd name="T79" fmla="*/ 173 h 176"/>
                <a:gd name="T80" fmla="*/ 96 w 176"/>
                <a:gd name="T81" fmla="*/ 173 h 176"/>
                <a:gd name="T82" fmla="*/ 100 w 176"/>
                <a:gd name="T83" fmla="*/ 176 h 176"/>
                <a:gd name="T84" fmla="*/ 104 w 176"/>
                <a:gd name="T85" fmla="*/ 174 h 176"/>
                <a:gd name="T86" fmla="*/ 104 w 176"/>
                <a:gd name="T87" fmla="*/ 174 h 176"/>
                <a:gd name="T88" fmla="*/ 104 w 176"/>
                <a:gd name="T89" fmla="*/ 174 h 176"/>
                <a:gd name="T90" fmla="*/ 104 w 176"/>
                <a:gd name="T91" fmla="*/ 174 h 176"/>
                <a:gd name="T92" fmla="*/ 176 w 176"/>
                <a:gd name="T93" fmla="*/ 6 h 176"/>
                <a:gd name="T94" fmla="*/ 176 w 176"/>
                <a:gd name="T95" fmla="*/ 6 h 176"/>
                <a:gd name="T96" fmla="*/ 176 w 176"/>
                <a:gd name="T97" fmla="*/ 4 h 176"/>
                <a:gd name="T98" fmla="*/ 14 w 176"/>
                <a:gd name="T99" fmla="*/ 76 h 176"/>
                <a:gd name="T100" fmla="*/ 154 w 176"/>
                <a:gd name="T101" fmla="*/ 16 h 176"/>
                <a:gd name="T102" fmla="*/ 71 w 176"/>
                <a:gd name="T103" fmla="*/ 99 h 176"/>
                <a:gd name="T104" fmla="*/ 14 w 176"/>
                <a:gd name="T105" fmla="*/ 76 h 176"/>
                <a:gd name="T106" fmla="*/ 100 w 176"/>
                <a:gd name="T107" fmla="*/ 162 h 176"/>
                <a:gd name="T108" fmla="*/ 77 w 176"/>
                <a:gd name="T109" fmla="*/ 105 h 176"/>
                <a:gd name="T110" fmla="*/ 160 w 176"/>
                <a:gd name="T111" fmla="*/ 22 h 176"/>
                <a:gd name="T112" fmla="*/ 100 w 176"/>
                <a:gd name="T113" fmla="*/ 162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76" h="176">
                  <a:moveTo>
                    <a:pt x="39" y="119"/>
                  </a:moveTo>
                  <a:cubicBezTo>
                    <a:pt x="43" y="115"/>
                    <a:pt x="43" y="115"/>
                    <a:pt x="43" y="115"/>
                  </a:cubicBezTo>
                  <a:cubicBezTo>
                    <a:pt x="44" y="114"/>
                    <a:pt x="44" y="113"/>
                    <a:pt x="44" y="112"/>
                  </a:cubicBezTo>
                  <a:cubicBezTo>
                    <a:pt x="44" y="110"/>
                    <a:pt x="42" y="108"/>
                    <a:pt x="40" y="108"/>
                  </a:cubicBezTo>
                  <a:cubicBezTo>
                    <a:pt x="39" y="108"/>
                    <a:pt x="38" y="108"/>
                    <a:pt x="37" y="109"/>
                  </a:cubicBezTo>
                  <a:cubicBezTo>
                    <a:pt x="33" y="113"/>
                    <a:pt x="33" y="113"/>
                    <a:pt x="33" y="113"/>
                  </a:cubicBezTo>
                  <a:cubicBezTo>
                    <a:pt x="32" y="114"/>
                    <a:pt x="32" y="115"/>
                    <a:pt x="32" y="116"/>
                  </a:cubicBezTo>
                  <a:cubicBezTo>
                    <a:pt x="32" y="118"/>
                    <a:pt x="34" y="120"/>
                    <a:pt x="36" y="120"/>
                  </a:cubicBezTo>
                  <a:cubicBezTo>
                    <a:pt x="37" y="120"/>
                    <a:pt x="38" y="120"/>
                    <a:pt x="39" y="119"/>
                  </a:cubicBezTo>
                  <a:close/>
                  <a:moveTo>
                    <a:pt x="64" y="116"/>
                  </a:moveTo>
                  <a:cubicBezTo>
                    <a:pt x="64" y="114"/>
                    <a:pt x="62" y="112"/>
                    <a:pt x="60" y="112"/>
                  </a:cubicBezTo>
                  <a:cubicBezTo>
                    <a:pt x="59" y="112"/>
                    <a:pt x="58" y="112"/>
                    <a:pt x="57" y="113"/>
                  </a:cubicBezTo>
                  <a:cubicBezTo>
                    <a:pt x="17" y="153"/>
                    <a:pt x="17" y="153"/>
                    <a:pt x="17" y="153"/>
                  </a:cubicBezTo>
                  <a:cubicBezTo>
                    <a:pt x="16" y="154"/>
                    <a:pt x="16" y="155"/>
                    <a:pt x="16" y="156"/>
                  </a:cubicBezTo>
                  <a:cubicBezTo>
                    <a:pt x="16" y="158"/>
                    <a:pt x="18" y="160"/>
                    <a:pt x="20" y="160"/>
                  </a:cubicBezTo>
                  <a:cubicBezTo>
                    <a:pt x="21" y="160"/>
                    <a:pt x="22" y="160"/>
                    <a:pt x="23" y="159"/>
                  </a:cubicBezTo>
                  <a:cubicBezTo>
                    <a:pt x="63" y="119"/>
                    <a:pt x="63" y="119"/>
                    <a:pt x="63" y="119"/>
                  </a:cubicBezTo>
                  <a:cubicBezTo>
                    <a:pt x="64" y="118"/>
                    <a:pt x="64" y="117"/>
                    <a:pt x="64" y="116"/>
                  </a:cubicBezTo>
                  <a:close/>
                  <a:moveTo>
                    <a:pt x="64" y="132"/>
                  </a:moveTo>
                  <a:cubicBezTo>
                    <a:pt x="63" y="132"/>
                    <a:pt x="62" y="132"/>
                    <a:pt x="61" y="133"/>
                  </a:cubicBezTo>
                  <a:cubicBezTo>
                    <a:pt x="49" y="145"/>
                    <a:pt x="49" y="145"/>
                    <a:pt x="49" y="145"/>
                  </a:cubicBezTo>
                  <a:cubicBezTo>
                    <a:pt x="48" y="146"/>
                    <a:pt x="48" y="147"/>
                    <a:pt x="48" y="148"/>
                  </a:cubicBezTo>
                  <a:cubicBezTo>
                    <a:pt x="48" y="150"/>
                    <a:pt x="50" y="152"/>
                    <a:pt x="52" y="152"/>
                  </a:cubicBezTo>
                  <a:cubicBezTo>
                    <a:pt x="53" y="152"/>
                    <a:pt x="54" y="152"/>
                    <a:pt x="55" y="151"/>
                  </a:cubicBezTo>
                  <a:cubicBezTo>
                    <a:pt x="67" y="139"/>
                    <a:pt x="67" y="139"/>
                    <a:pt x="67" y="139"/>
                  </a:cubicBezTo>
                  <a:cubicBezTo>
                    <a:pt x="68" y="138"/>
                    <a:pt x="68" y="137"/>
                    <a:pt x="68" y="136"/>
                  </a:cubicBezTo>
                  <a:cubicBezTo>
                    <a:pt x="68" y="134"/>
                    <a:pt x="66" y="132"/>
                    <a:pt x="64" y="132"/>
                  </a:cubicBezTo>
                  <a:close/>
                  <a:moveTo>
                    <a:pt x="176" y="4"/>
                  </a:moveTo>
                  <a:cubicBezTo>
                    <a:pt x="176" y="2"/>
                    <a:pt x="174" y="0"/>
                    <a:pt x="172" y="0"/>
                  </a:cubicBezTo>
                  <a:cubicBezTo>
                    <a:pt x="171" y="0"/>
                    <a:pt x="171" y="0"/>
                    <a:pt x="170" y="0"/>
                  </a:cubicBezTo>
                  <a:cubicBezTo>
                    <a:pt x="170" y="0"/>
                    <a:pt x="170" y="0"/>
                    <a:pt x="170" y="0"/>
                  </a:cubicBezTo>
                  <a:cubicBezTo>
                    <a:pt x="2" y="72"/>
                    <a:pt x="2" y="72"/>
                    <a:pt x="2" y="72"/>
                  </a:cubicBezTo>
                  <a:cubicBezTo>
                    <a:pt x="2" y="72"/>
                    <a:pt x="2" y="72"/>
                    <a:pt x="2" y="72"/>
                  </a:cubicBezTo>
                  <a:cubicBezTo>
                    <a:pt x="2" y="72"/>
                    <a:pt x="2" y="72"/>
                    <a:pt x="2" y="72"/>
                  </a:cubicBezTo>
                  <a:cubicBezTo>
                    <a:pt x="2" y="72"/>
                    <a:pt x="2" y="72"/>
                    <a:pt x="2" y="72"/>
                  </a:cubicBezTo>
                  <a:cubicBezTo>
                    <a:pt x="1" y="73"/>
                    <a:pt x="0" y="74"/>
                    <a:pt x="0" y="76"/>
                  </a:cubicBezTo>
                  <a:cubicBezTo>
                    <a:pt x="0" y="78"/>
                    <a:pt x="1" y="79"/>
                    <a:pt x="3" y="80"/>
                  </a:cubicBezTo>
                  <a:cubicBezTo>
                    <a:pt x="3" y="80"/>
                    <a:pt x="3" y="80"/>
                    <a:pt x="3" y="80"/>
                  </a:cubicBezTo>
                  <a:cubicBezTo>
                    <a:pt x="69" y="107"/>
                    <a:pt x="69" y="107"/>
                    <a:pt x="69" y="107"/>
                  </a:cubicBezTo>
                  <a:cubicBezTo>
                    <a:pt x="96" y="173"/>
                    <a:pt x="96" y="173"/>
                    <a:pt x="96" y="173"/>
                  </a:cubicBezTo>
                  <a:cubicBezTo>
                    <a:pt x="96" y="173"/>
                    <a:pt x="96" y="173"/>
                    <a:pt x="96" y="173"/>
                  </a:cubicBezTo>
                  <a:cubicBezTo>
                    <a:pt x="97" y="175"/>
                    <a:pt x="98" y="176"/>
                    <a:pt x="100" y="176"/>
                  </a:cubicBezTo>
                  <a:cubicBezTo>
                    <a:pt x="102" y="176"/>
                    <a:pt x="103" y="175"/>
                    <a:pt x="104" y="174"/>
                  </a:cubicBezTo>
                  <a:cubicBezTo>
                    <a:pt x="104" y="174"/>
                    <a:pt x="104" y="174"/>
                    <a:pt x="104" y="174"/>
                  </a:cubicBezTo>
                  <a:cubicBezTo>
                    <a:pt x="104" y="174"/>
                    <a:pt x="104" y="174"/>
                    <a:pt x="104" y="174"/>
                  </a:cubicBezTo>
                  <a:cubicBezTo>
                    <a:pt x="104" y="174"/>
                    <a:pt x="104" y="174"/>
                    <a:pt x="104" y="174"/>
                  </a:cubicBezTo>
                  <a:cubicBezTo>
                    <a:pt x="176" y="6"/>
                    <a:pt x="176" y="6"/>
                    <a:pt x="176" y="6"/>
                  </a:cubicBezTo>
                  <a:cubicBezTo>
                    <a:pt x="176" y="6"/>
                    <a:pt x="176" y="6"/>
                    <a:pt x="176" y="6"/>
                  </a:cubicBezTo>
                  <a:cubicBezTo>
                    <a:pt x="176" y="5"/>
                    <a:pt x="176" y="5"/>
                    <a:pt x="176" y="4"/>
                  </a:cubicBezTo>
                  <a:close/>
                  <a:moveTo>
                    <a:pt x="14" y="76"/>
                  </a:moveTo>
                  <a:cubicBezTo>
                    <a:pt x="154" y="16"/>
                    <a:pt x="154" y="16"/>
                    <a:pt x="154" y="16"/>
                  </a:cubicBezTo>
                  <a:cubicBezTo>
                    <a:pt x="71" y="99"/>
                    <a:pt x="71" y="99"/>
                    <a:pt x="71" y="99"/>
                  </a:cubicBezTo>
                  <a:lnTo>
                    <a:pt x="14" y="76"/>
                  </a:lnTo>
                  <a:close/>
                  <a:moveTo>
                    <a:pt x="100" y="162"/>
                  </a:moveTo>
                  <a:cubicBezTo>
                    <a:pt x="77" y="105"/>
                    <a:pt x="77" y="105"/>
                    <a:pt x="77" y="105"/>
                  </a:cubicBezTo>
                  <a:cubicBezTo>
                    <a:pt x="160" y="22"/>
                    <a:pt x="160" y="22"/>
                    <a:pt x="160" y="22"/>
                  </a:cubicBezTo>
                  <a:lnTo>
                    <a:pt x="100" y="162"/>
                  </a:lnTo>
                  <a:close/>
                </a:path>
              </a:pathLst>
            </a:custGeom>
            <a:solidFill>
              <a:schemeClr val="accent1"/>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sng" strike="noStrike" kern="1200" cap="none" spc="0" normalizeH="0" baseline="0" noProof="0">
                <a:ln>
                  <a:noFill/>
                </a:ln>
                <a:solidFill>
                  <a:prstClr val="black"/>
                </a:solidFill>
                <a:effectLst/>
                <a:uLnTx/>
                <a:uFillTx/>
                <a:latin typeface="Arial"/>
                <a:ea typeface="阿里巴巴普惠体 Medium"/>
                <a:cs typeface="阿里巴巴普惠体 Medium"/>
                <a:sym typeface="Arial"/>
              </a:endParaRPr>
            </a:p>
          </p:txBody>
        </p:sp>
        <p:sp>
          <p:nvSpPr>
            <p:cNvPr id="30" name="图形"/>
            <p:cNvSpPr>
              <a:spLocks noEditPoints="1"/>
            </p:cNvSpPr>
            <p:nvPr>
              <p:custDataLst>
                <p:tags r:id="Ra75baa948cd34390"/>
              </p:custDataLst>
            </p:nvPr>
          </p:nvSpPr>
          <p:spPr bwMode="auto">
            <a:xfrm>
              <a:off x="14264" y="2629"/>
              <a:ext cx="707" cy="689"/>
            </a:xfrm>
            <a:custGeom>
              <a:avLst/>
              <a:gdLst>
                <a:gd name="T0" fmla="*/ 162 w 176"/>
                <a:gd name="T1" fmla="*/ 68 h 176"/>
                <a:gd name="T2" fmla="*/ 159 w 176"/>
                <a:gd name="T3" fmla="*/ 42 h 176"/>
                <a:gd name="T4" fmla="*/ 142 w 176"/>
                <a:gd name="T5" fmla="*/ 17 h 176"/>
                <a:gd name="T6" fmla="*/ 134 w 176"/>
                <a:gd name="T7" fmla="*/ 17 h 176"/>
                <a:gd name="T8" fmla="*/ 108 w 176"/>
                <a:gd name="T9" fmla="*/ 14 h 176"/>
                <a:gd name="T10" fmla="*/ 100 w 176"/>
                <a:gd name="T11" fmla="*/ 0 h 176"/>
                <a:gd name="T12" fmla="*/ 70 w 176"/>
                <a:gd name="T13" fmla="*/ 6 h 176"/>
                <a:gd name="T14" fmla="*/ 50 w 176"/>
                <a:gd name="T15" fmla="*/ 22 h 176"/>
                <a:gd name="T16" fmla="*/ 38 w 176"/>
                <a:gd name="T17" fmla="*/ 16 h 176"/>
                <a:gd name="T18" fmla="*/ 17 w 176"/>
                <a:gd name="T19" fmla="*/ 34 h 176"/>
                <a:gd name="T20" fmla="*/ 22 w 176"/>
                <a:gd name="T21" fmla="*/ 50 h 176"/>
                <a:gd name="T22" fmla="*/ 6 w 176"/>
                <a:gd name="T23" fmla="*/ 70 h 176"/>
                <a:gd name="T24" fmla="*/ 0 w 176"/>
                <a:gd name="T25" fmla="*/ 100 h 176"/>
                <a:gd name="T26" fmla="*/ 14 w 176"/>
                <a:gd name="T27" fmla="*/ 108 h 176"/>
                <a:gd name="T28" fmla="*/ 17 w 176"/>
                <a:gd name="T29" fmla="*/ 134 h 176"/>
                <a:gd name="T30" fmla="*/ 34 w 176"/>
                <a:gd name="T31" fmla="*/ 159 h 176"/>
                <a:gd name="T32" fmla="*/ 42 w 176"/>
                <a:gd name="T33" fmla="*/ 159 h 176"/>
                <a:gd name="T34" fmla="*/ 68 w 176"/>
                <a:gd name="T35" fmla="*/ 162 h 176"/>
                <a:gd name="T36" fmla="*/ 76 w 176"/>
                <a:gd name="T37" fmla="*/ 176 h 176"/>
                <a:gd name="T38" fmla="*/ 106 w 176"/>
                <a:gd name="T39" fmla="*/ 170 h 176"/>
                <a:gd name="T40" fmla="*/ 126 w 176"/>
                <a:gd name="T41" fmla="*/ 154 h 176"/>
                <a:gd name="T42" fmla="*/ 138 w 176"/>
                <a:gd name="T43" fmla="*/ 160 h 176"/>
                <a:gd name="T44" fmla="*/ 159 w 176"/>
                <a:gd name="T45" fmla="*/ 142 h 176"/>
                <a:gd name="T46" fmla="*/ 154 w 176"/>
                <a:gd name="T47" fmla="*/ 126 h 176"/>
                <a:gd name="T48" fmla="*/ 170 w 176"/>
                <a:gd name="T49" fmla="*/ 106 h 176"/>
                <a:gd name="T50" fmla="*/ 176 w 176"/>
                <a:gd name="T51" fmla="*/ 76 h 176"/>
                <a:gd name="T52" fmla="*/ 168 w 176"/>
                <a:gd name="T53" fmla="*/ 98 h 176"/>
                <a:gd name="T54" fmla="*/ 160 w 176"/>
                <a:gd name="T55" fmla="*/ 100 h 176"/>
                <a:gd name="T56" fmla="*/ 147 w 176"/>
                <a:gd name="T57" fmla="*/ 122 h 176"/>
                <a:gd name="T58" fmla="*/ 152 w 176"/>
                <a:gd name="T59" fmla="*/ 138 h 176"/>
                <a:gd name="T60" fmla="*/ 138 w 176"/>
                <a:gd name="T61" fmla="*/ 152 h 176"/>
                <a:gd name="T62" fmla="*/ 126 w 176"/>
                <a:gd name="T63" fmla="*/ 146 h 176"/>
                <a:gd name="T64" fmla="*/ 106 w 176"/>
                <a:gd name="T65" fmla="*/ 154 h 176"/>
                <a:gd name="T66" fmla="*/ 98 w 176"/>
                <a:gd name="T67" fmla="*/ 168 h 176"/>
                <a:gd name="T68" fmla="*/ 78 w 176"/>
                <a:gd name="T69" fmla="*/ 168 h 176"/>
                <a:gd name="T70" fmla="*/ 70 w 176"/>
                <a:gd name="T71" fmla="*/ 154 h 176"/>
                <a:gd name="T72" fmla="*/ 50 w 176"/>
                <a:gd name="T73" fmla="*/ 146 h 176"/>
                <a:gd name="T74" fmla="*/ 39 w 176"/>
                <a:gd name="T75" fmla="*/ 152 h 176"/>
                <a:gd name="T76" fmla="*/ 24 w 176"/>
                <a:gd name="T77" fmla="*/ 138 h 176"/>
                <a:gd name="T78" fmla="*/ 29 w 176"/>
                <a:gd name="T79" fmla="*/ 122 h 176"/>
                <a:gd name="T80" fmla="*/ 16 w 176"/>
                <a:gd name="T81" fmla="*/ 100 h 176"/>
                <a:gd name="T82" fmla="*/ 8 w 176"/>
                <a:gd name="T83" fmla="*/ 98 h 176"/>
                <a:gd name="T84" fmla="*/ 16 w 176"/>
                <a:gd name="T85" fmla="*/ 76 h 176"/>
                <a:gd name="T86" fmla="*/ 29 w 176"/>
                <a:gd name="T87" fmla="*/ 54 h 176"/>
                <a:gd name="T88" fmla="*/ 24 w 176"/>
                <a:gd name="T89" fmla="*/ 38 h 176"/>
                <a:gd name="T90" fmla="*/ 38 w 176"/>
                <a:gd name="T91" fmla="*/ 24 h 176"/>
                <a:gd name="T92" fmla="*/ 50 w 176"/>
                <a:gd name="T93" fmla="*/ 30 h 176"/>
                <a:gd name="T94" fmla="*/ 70 w 176"/>
                <a:gd name="T95" fmla="*/ 22 h 176"/>
                <a:gd name="T96" fmla="*/ 78 w 176"/>
                <a:gd name="T97" fmla="*/ 8 h 176"/>
                <a:gd name="T98" fmla="*/ 98 w 176"/>
                <a:gd name="T99" fmla="*/ 8 h 176"/>
                <a:gd name="T100" fmla="*/ 106 w 176"/>
                <a:gd name="T101" fmla="*/ 22 h 176"/>
                <a:gd name="T102" fmla="*/ 126 w 176"/>
                <a:gd name="T103" fmla="*/ 30 h 176"/>
                <a:gd name="T104" fmla="*/ 138 w 176"/>
                <a:gd name="T105" fmla="*/ 24 h 176"/>
                <a:gd name="T106" fmla="*/ 152 w 176"/>
                <a:gd name="T107" fmla="*/ 39 h 176"/>
                <a:gd name="T108" fmla="*/ 147 w 176"/>
                <a:gd name="T109" fmla="*/ 54 h 176"/>
                <a:gd name="T110" fmla="*/ 160 w 176"/>
                <a:gd name="T111" fmla="*/ 76 h 176"/>
                <a:gd name="T112" fmla="*/ 168 w 176"/>
                <a:gd name="T113" fmla="*/ 98 h 176"/>
                <a:gd name="T114" fmla="*/ 48 w 176"/>
                <a:gd name="T115" fmla="*/ 88 h 176"/>
                <a:gd name="T116" fmla="*/ 128 w 176"/>
                <a:gd name="T117" fmla="*/ 88 h 176"/>
                <a:gd name="T118" fmla="*/ 88 w 176"/>
                <a:gd name="T119" fmla="*/ 120 h 176"/>
                <a:gd name="T120" fmla="*/ 88 w 176"/>
                <a:gd name="T121" fmla="*/ 56 h 176"/>
                <a:gd name="T122" fmla="*/ 88 w 176"/>
                <a:gd name="T123" fmla="*/ 120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76" h="176">
                  <a:moveTo>
                    <a:pt x="170" y="70"/>
                  </a:moveTo>
                  <a:cubicBezTo>
                    <a:pt x="162" y="68"/>
                    <a:pt x="162" y="68"/>
                    <a:pt x="162" y="68"/>
                  </a:cubicBezTo>
                  <a:cubicBezTo>
                    <a:pt x="160" y="62"/>
                    <a:pt x="157" y="56"/>
                    <a:pt x="154" y="50"/>
                  </a:cubicBezTo>
                  <a:cubicBezTo>
                    <a:pt x="159" y="42"/>
                    <a:pt x="159" y="42"/>
                    <a:pt x="159" y="42"/>
                  </a:cubicBezTo>
                  <a:cubicBezTo>
                    <a:pt x="160" y="40"/>
                    <a:pt x="161" y="36"/>
                    <a:pt x="159" y="34"/>
                  </a:cubicBezTo>
                  <a:cubicBezTo>
                    <a:pt x="142" y="17"/>
                    <a:pt x="142" y="17"/>
                    <a:pt x="142" y="17"/>
                  </a:cubicBezTo>
                  <a:cubicBezTo>
                    <a:pt x="141" y="16"/>
                    <a:pt x="140" y="16"/>
                    <a:pt x="138" y="16"/>
                  </a:cubicBezTo>
                  <a:cubicBezTo>
                    <a:pt x="137" y="16"/>
                    <a:pt x="135" y="17"/>
                    <a:pt x="134" y="17"/>
                  </a:cubicBezTo>
                  <a:cubicBezTo>
                    <a:pt x="126" y="22"/>
                    <a:pt x="126" y="22"/>
                    <a:pt x="126" y="22"/>
                  </a:cubicBezTo>
                  <a:cubicBezTo>
                    <a:pt x="120" y="19"/>
                    <a:pt x="114" y="16"/>
                    <a:pt x="108" y="14"/>
                  </a:cubicBezTo>
                  <a:cubicBezTo>
                    <a:pt x="106" y="6"/>
                    <a:pt x="106" y="6"/>
                    <a:pt x="106" y="6"/>
                  </a:cubicBezTo>
                  <a:cubicBezTo>
                    <a:pt x="105" y="3"/>
                    <a:pt x="103" y="0"/>
                    <a:pt x="100" y="0"/>
                  </a:cubicBezTo>
                  <a:cubicBezTo>
                    <a:pt x="76" y="0"/>
                    <a:pt x="76" y="0"/>
                    <a:pt x="76" y="0"/>
                  </a:cubicBezTo>
                  <a:cubicBezTo>
                    <a:pt x="73" y="0"/>
                    <a:pt x="71" y="3"/>
                    <a:pt x="70" y="6"/>
                  </a:cubicBezTo>
                  <a:cubicBezTo>
                    <a:pt x="68" y="14"/>
                    <a:pt x="68" y="14"/>
                    <a:pt x="68" y="14"/>
                  </a:cubicBezTo>
                  <a:cubicBezTo>
                    <a:pt x="62" y="16"/>
                    <a:pt x="56" y="19"/>
                    <a:pt x="50" y="22"/>
                  </a:cubicBezTo>
                  <a:cubicBezTo>
                    <a:pt x="42" y="17"/>
                    <a:pt x="42" y="17"/>
                    <a:pt x="42" y="17"/>
                  </a:cubicBezTo>
                  <a:cubicBezTo>
                    <a:pt x="41" y="17"/>
                    <a:pt x="39" y="16"/>
                    <a:pt x="38" y="16"/>
                  </a:cubicBezTo>
                  <a:cubicBezTo>
                    <a:pt x="36" y="16"/>
                    <a:pt x="35" y="16"/>
                    <a:pt x="34" y="17"/>
                  </a:cubicBezTo>
                  <a:cubicBezTo>
                    <a:pt x="17" y="34"/>
                    <a:pt x="17" y="34"/>
                    <a:pt x="17" y="34"/>
                  </a:cubicBezTo>
                  <a:cubicBezTo>
                    <a:pt x="15" y="36"/>
                    <a:pt x="16" y="40"/>
                    <a:pt x="17" y="42"/>
                  </a:cubicBezTo>
                  <a:cubicBezTo>
                    <a:pt x="22" y="50"/>
                    <a:pt x="22" y="50"/>
                    <a:pt x="22" y="50"/>
                  </a:cubicBezTo>
                  <a:cubicBezTo>
                    <a:pt x="19" y="56"/>
                    <a:pt x="16" y="62"/>
                    <a:pt x="14" y="68"/>
                  </a:cubicBezTo>
                  <a:cubicBezTo>
                    <a:pt x="6" y="70"/>
                    <a:pt x="6" y="70"/>
                    <a:pt x="6" y="70"/>
                  </a:cubicBezTo>
                  <a:cubicBezTo>
                    <a:pt x="3" y="71"/>
                    <a:pt x="0" y="73"/>
                    <a:pt x="0" y="76"/>
                  </a:cubicBezTo>
                  <a:cubicBezTo>
                    <a:pt x="0" y="100"/>
                    <a:pt x="0" y="100"/>
                    <a:pt x="0" y="100"/>
                  </a:cubicBezTo>
                  <a:cubicBezTo>
                    <a:pt x="0" y="103"/>
                    <a:pt x="3" y="105"/>
                    <a:pt x="6" y="106"/>
                  </a:cubicBezTo>
                  <a:cubicBezTo>
                    <a:pt x="14" y="108"/>
                    <a:pt x="14" y="108"/>
                    <a:pt x="14" y="108"/>
                  </a:cubicBezTo>
                  <a:cubicBezTo>
                    <a:pt x="16" y="114"/>
                    <a:pt x="19" y="120"/>
                    <a:pt x="22" y="126"/>
                  </a:cubicBezTo>
                  <a:cubicBezTo>
                    <a:pt x="17" y="134"/>
                    <a:pt x="17" y="134"/>
                    <a:pt x="17" y="134"/>
                  </a:cubicBezTo>
                  <a:cubicBezTo>
                    <a:pt x="16" y="136"/>
                    <a:pt x="15" y="140"/>
                    <a:pt x="17" y="142"/>
                  </a:cubicBezTo>
                  <a:cubicBezTo>
                    <a:pt x="34" y="159"/>
                    <a:pt x="34" y="159"/>
                    <a:pt x="34" y="159"/>
                  </a:cubicBezTo>
                  <a:cubicBezTo>
                    <a:pt x="35" y="160"/>
                    <a:pt x="36" y="160"/>
                    <a:pt x="38" y="160"/>
                  </a:cubicBezTo>
                  <a:cubicBezTo>
                    <a:pt x="39" y="160"/>
                    <a:pt x="41" y="159"/>
                    <a:pt x="42" y="159"/>
                  </a:cubicBezTo>
                  <a:cubicBezTo>
                    <a:pt x="50" y="154"/>
                    <a:pt x="50" y="154"/>
                    <a:pt x="50" y="154"/>
                  </a:cubicBezTo>
                  <a:cubicBezTo>
                    <a:pt x="56" y="157"/>
                    <a:pt x="62" y="160"/>
                    <a:pt x="68" y="162"/>
                  </a:cubicBezTo>
                  <a:cubicBezTo>
                    <a:pt x="70" y="170"/>
                    <a:pt x="70" y="170"/>
                    <a:pt x="70" y="170"/>
                  </a:cubicBezTo>
                  <a:cubicBezTo>
                    <a:pt x="71" y="173"/>
                    <a:pt x="73" y="176"/>
                    <a:pt x="76" y="176"/>
                  </a:cubicBezTo>
                  <a:cubicBezTo>
                    <a:pt x="100" y="176"/>
                    <a:pt x="100" y="176"/>
                    <a:pt x="100" y="176"/>
                  </a:cubicBezTo>
                  <a:cubicBezTo>
                    <a:pt x="103" y="176"/>
                    <a:pt x="105" y="173"/>
                    <a:pt x="106" y="170"/>
                  </a:cubicBezTo>
                  <a:cubicBezTo>
                    <a:pt x="108" y="162"/>
                    <a:pt x="108" y="162"/>
                    <a:pt x="108" y="162"/>
                  </a:cubicBezTo>
                  <a:cubicBezTo>
                    <a:pt x="114" y="160"/>
                    <a:pt x="120" y="157"/>
                    <a:pt x="126" y="154"/>
                  </a:cubicBezTo>
                  <a:cubicBezTo>
                    <a:pt x="134" y="159"/>
                    <a:pt x="134" y="159"/>
                    <a:pt x="134" y="159"/>
                  </a:cubicBezTo>
                  <a:cubicBezTo>
                    <a:pt x="135" y="159"/>
                    <a:pt x="137" y="160"/>
                    <a:pt x="138" y="160"/>
                  </a:cubicBezTo>
                  <a:cubicBezTo>
                    <a:pt x="140" y="160"/>
                    <a:pt x="141" y="160"/>
                    <a:pt x="142" y="159"/>
                  </a:cubicBezTo>
                  <a:cubicBezTo>
                    <a:pt x="159" y="142"/>
                    <a:pt x="159" y="142"/>
                    <a:pt x="159" y="142"/>
                  </a:cubicBezTo>
                  <a:cubicBezTo>
                    <a:pt x="161" y="140"/>
                    <a:pt x="160" y="136"/>
                    <a:pt x="159" y="134"/>
                  </a:cubicBezTo>
                  <a:cubicBezTo>
                    <a:pt x="154" y="126"/>
                    <a:pt x="154" y="126"/>
                    <a:pt x="154" y="126"/>
                  </a:cubicBezTo>
                  <a:cubicBezTo>
                    <a:pt x="157" y="120"/>
                    <a:pt x="160" y="114"/>
                    <a:pt x="162" y="108"/>
                  </a:cubicBezTo>
                  <a:cubicBezTo>
                    <a:pt x="170" y="106"/>
                    <a:pt x="170" y="106"/>
                    <a:pt x="170" y="106"/>
                  </a:cubicBezTo>
                  <a:cubicBezTo>
                    <a:pt x="173" y="105"/>
                    <a:pt x="176" y="103"/>
                    <a:pt x="176" y="100"/>
                  </a:cubicBezTo>
                  <a:cubicBezTo>
                    <a:pt x="176" y="76"/>
                    <a:pt x="176" y="76"/>
                    <a:pt x="176" y="76"/>
                  </a:cubicBezTo>
                  <a:cubicBezTo>
                    <a:pt x="176" y="73"/>
                    <a:pt x="173" y="71"/>
                    <a:pt x="170" y="70"/>
                  </a:cubicBezTo>
                  <a:close/>
                  <a:moveTo>
                    <a:pt x="168" y="98"/>
                  </a:moveTo>
                  <a:cubicBezTo>
                    <a:pt x="168" y="98"/>
                    <a:pt x="168" y="98"/>
                    <a:pt x="168" y="98"/>
                  </a:cubicBezTo>
                  <a:cubicBezTo>
                    <a:pt x="160" y="100"/>
                    <a:pt x="160" y="100"/>
                    <a:pt x="160" y="100"/>
                  </a:cubicBezTo>
                  <a:cubicBezTo>
                    <a:pt x="157" y="101"/>
                    <a:pt x="155" y="103"/>
                    <a:pt x="154" y="106"/>
                  </a:cubicBezTo>
                  <a:cubicBezTo>
                    <a:pt x="152" y="111"/>
                    <a:pt x="150" y="117"/>
                    <a:pt x="147" y="122"/>
                  </a:cubicBezTo>
                  <a:cubicBezTo>
                    <a:pt x="146" y="125"/>
                    <a:pt x="146" y="128"/>
                    <a:pt x="147" y="130"/>
                  </a:cubicBezTo>
                  <a:cubicBezTo>
                    <a:pt x="152" y="138"/>
                    <a:pt x="152" y="138"/>
                    <a:pt x="152" y="138"/>
                  </a:cubicBezTo>
                  <a:cubicBezTo>
                    <a:pt x="138" y="152"/>
                    <a:pt x="138" y="152"/>
                    <a:pt x="138" y="152"/>
                  </a:cubicBezTo>
                  <a:cubicBezTo>
                    <a:pt x="138" y="152"/>
                    <a:pt x="138" y="152"/>
                    <a:pt x="138" y="152"/>
                  </a:cubicBezTo>
                  <a:cubicBezTo>
                    <a:pt x="130" y="147"/>
                    <a:pt x="130" y="147"/>
                    <a:pt x="130" y="147"/>
                  </a:cubicBezTo>
                  <a:cubicBezTo>
                    <a:pt x="129" y="146"/>
                    <a:pt x="128" y="146"/>
                    <a:pt x="126" y="146"/>
                  </a:cubicBezTo>
                  <a:cubicBezTo>
                    <a:pt x="125" y="146"/>
                    <a:pt x="123" y="146"/>
                    <a:pt x="122" y="147"/>
                  </a:cubicBezTo>
                  <a:cubicBezTo>
                    <a:pt x="117" y="150"/>
                    <a:pt x="111" y="152"/>
                    <a:pt x="106" y="154"/>
                  </a:cubicBezTo>
                  <a:cubicBezTo>
                    <a:pt x="103" y="155"/>
                    <a:pt x="101" y="157"/>
                    <a:pt x="100" y="160"/>
                  </a:cubicBezTo>
                  <a:cubicBezTo>
                    <a:pt x="98" y="168"/>
                    <a:pt x="98" y="168"/>
                    <a:pt x="98" y="168"/>
                  </a:cubicBezTo>
                  <a:cubicBezTo>
                    <a:pt x="98" y="168"/>
                    <a:pt x="98" y="168"/>
                    <a:pt x="98" y="168"/>
                  </a:cubicBezTo>
                  <a:cubicBezTo>
                    <a:pt x="78" y="168"/>
                    <a:pt x="78" y="168"/>
                    <a:pt x="78" y="168"/>
                  </a:cubicBezTo>
                  <a:cubicBezTo>
                    <a:pt x="76" y="160"/>
                    <a:pt x="76" y="160"/>
                    <a:pt x="76" y="160"/>
                  </a:cubicBezTo>
                  <a:cubicBezTo>
                    <a:pt x="75" y="157"/>
                    <a:pt x="73" y="155"/>
                    <a:pt x="70" y="154"/>
                  </a:cubicBezTo>
                  <a:cubicBezTo>
                    <a:pt x="65" y="152"/>
                    <a:pt x="59" y="150"/>
                    <a:pt x="54" y="147"/>
                  </a:cubicBezTo>
                  <a:cubicBezTo>
                    <a:pt x="53" y="146"/>
                    <a:pt x="51" y="146"/>
                    <a:pt x="50" y="146"/>
                  </a:cubicBezTo>
                  <a:cubicBezTo>
                    <a:pt x="48" y="146"/>
                    <a:pt x="47" y="146"/>
                    <a:pt x="46" y="147"/>
                  </a:cubicBezTo>
                  <a:cubicBezTo>
                    <a:pt x="39" y="152"/>
                    <a:pt x="39" y="152"/>
                    <a:pt x="39" y="152"/>
                  </a:cubicBezTo>
                  <a:cubicBezTo>
                    <a:pt x="38" y="152"/>
                    <a:pt x="38" y="152"/>
                    <a:pt x="38" y="152"/>
                  </a:cubicBezTo>
                  <a:cubicBezTo>
                    <a:pt x="24" y="138"/>
                    <a:pt x="24" y="138"/>
                    <a:pt x="24" y="138"/>
                  </a:cubicBezTo>
                  <a:cubicBezTo>
                    <a:pt x="29" y="130"/>
                    <a:pt x="29" y="130"/>
                    <a:pt x="29" y="130"/>
                  </a:cubicBezTo>
                  <a:cubicBezTo>
                    <a:pt x="30" y="128"/>
                    <a:pt x="30" y="125"/>
                    <a:pt x="29" y="122"/>
                  </a:cubicBezTo>
                  <a:cubicBezTo>
                    <a:pt x="26" y="117"/>
                    <a:pt x="24" y="111"/>
                    <a:pt x="22" y="106"/>
                  </a:cubicBezTo>
                  <a:cubicBezTo>
                    <a:pt x="21" y="103"/>
                    <a:pt x="19" y="101"/>
                    <a:pt x="16" y="100"/>
                  </a:cubicBezTo>
                  <a:cubicBezTo>
                    <a:pt x="8" y="98"/>
                    <a:pt x="8" y="98"/>
                    <a:pt x="8" y="98"/>
                  </a:cubicBezTo>
                  <a:cubicBezTo>
                    <a:pt x="8" y="98"/>
                    <a:pt x="8" y="98"/>
                    <a:pt x="8" y="98"/>
                  </a:cubicBezTo>
                  <a:cubicBezTo>
                    <a:pt x="8" y="78"/>
                    <a:pt x="8" y="78"/>
                    <a:pt x="8" y="78"/>
                  </a:cubicBezTo>
                  <a:cubicBezTo>
                    <a:pt x="16" y="76"/>
                    <a:pt x="16" y="76"/>
                    <a:pt x="16" y="76"/>
                  </a:cubicBezTo>
                  <a:cubicBezTo>
                    <a:pt x="19" y="75"/>
                    <a:pt x="21" y="73"/>
                    <a:pt x="22" y="70"/>
                  </a:cubicBezTo>
                  <a:cubicBezTo>
                    <a:pt x="24" y="65"/>
                    <a:pt x="26" y="59"/>
                    <a:pt x="29" y="54"/>
                  </a:cubicBezTo>
                  <a:cubicBezTo>
                    <a:pt x="30" y="51"/>
                    <a:pt x="30" y="48"/>
                    <a:pt x="29" y="46"/>
                  </a:cubicBezTo>
                  <a:cubicBezTo>
                    <a:pt x="24" y="38"/>
                    <a:pt x="24" y="38"/>
                    <a:pt x="24" y="38"/>
                  </a:cubicBezTo>
                  <a:cubicBezTo>
                    <a:pt x="24" y="38"/>
                    <a:pt x="24" y="38"/>
                    <a:pt x="24" y="38"/>
                  </a:cubicBezTo>
                  <a:cubicBezTo>
                    <a:pt x="38" y="24"/>
                    <a:pt x="38" y="24"/>
                    <a:pt x="38" y="24"/>
                  </a:cubicBezTo>
                  <a:cubicBezTo>
                    <a:pt x="46" y="29"/>
                    <a:pt x="46" y="29"/>
                    <a:pt x="46" y="29"/>
                  </a:cubicBezTo>
                  <a:cubicBezTo>
                    <a:pt x="47" y="30"/>
                    <a:pt x="48" y="30"/>
                    <a:pt x="50" y="30"/>
                  </a:cubicBezTo>
                  <a:cubicBezTo>
                    <a:pt x="51" y="30"/>
                    <a:pt x="53" y="30"/>
                    <a:pt x="54" y="29"/>
                  </a:cubicBezTo>
                  <a:cubicBezTo>
                    <a:pt x="59" y="26"/>
                    <a:pt x="65" y="24"/>
                    <a:pt x="70" y="22"/>
                  </a:cubicBezTo>
                  <a:cubicBezTo>
                    <a:pt x="73" y="21"/>
                    <a:pt x="75" y="19"/>
                    <a:pt x="76" y="16"/>
                  </a:cubicBezTo>
                  <a:cubicBezTo>
                    <a:pt x="78" y="8"/>
                    <a:pt x="78" y="8"/>
                    <a:pt x="78" y="8"/>
                  </a:cubicBezTo>
                  <a:cubicBezTo>
                    <a:pt x="98" y="8"/>
                    <a:pt x="98" y="8"/>
                    <a:pt x="98" y="8"/>
                  </a:cubicBezTo>
                  <a:cubicBezTo>
                    <a:pt x="98" y="8"/>
                    <a:pt x="98" y="8"/>
                    <a:pt x="98" y="8"/>
                  </a:cubicBezTo>
                  <a:cubicBezTo>
                    <a:pt x="100" y="16"/>
                    <a:pt x="100" y="16"/>
                    <a:pt x="100" y="16"/>
                  </a:cubicBezTo>
                  <a:cubicBezTo>
                    <a:pt x="101" y="19"/>
                    <a:pt x="103" y="21"/>
                    <a:pt x="106" y="22"/>
                  </a:cubicBezTo>
                  <a:cubicBezTo>
                    <a:pt x="111" y="24"/>
                    <a:pt x="117" y="26"/>
                    <a:pt x="122" y="29"/>
                  </a:cubicBezTo>
                  <a:cubicBezTo>
                    <a:pt x="123" y="30"/>
                    <a:pt x="125" y="30"/>
                    <a:pt x="126" y="30"/>
                  </a:cubicBezTo>
                  <a:cubicBezTo>
                    <a:pt x="128" y="30"/>
                    <a:pt x="129" y="30"/>
                    <a:pt x="130" y="29"/>
                  </a:cubicBezTo>
                  <a:cubicBezTo>
                    <a:pt x="138" y="24"/>
                    <a:pt x="138" y="24"/>
                    <a:pt x="138" y="24"/>
                  </a:cubicBezTo>
                  <a:cubicBezTo>
                    <a:pt x="152" y="38"/>
                    <a:pt x="152" y="38"/>
                    <a:pt x="152" y="38"/>
                  </a:cubicBezTo>
                  <a:cubicBezTo>
                    <a:pt x="152" y="38"/>
                    <a:pt x="152" y="38"/>
                    <a:pt x="152" y="39"/>
                  </a:cubicBezTo>
                  <a:cubicBezTo>
                    <a:pt x="147" y="46"/>
                    <a:pt x="147" y="46"/>
                    <a:pt x="147" y="46"/>
                  </a:cubicBezTo>
                  <a:cubicBezTo>
                    <a:pt x="146" y="48"/>
                    <a:pt x="146" y="51"/>
                    <a:pt x="147" y="54"/>
                  </a:cubicBezTo>
                  <a:cubicBezTo>
                    <a:pt x="150" y="59"/>
                    <a:pt x="152" y="65"/>
                    <a:pt x="154" y="70"/>
                  </a:cubicBezTo>
                  <a:cubicBezTo>
                    <a:pt x="155" y="73"/>
                    <a:pt x="157" y="75"/>
                    <a:pt x="160" y="76"/>
                  </a:cubicBezTo>
                  <a:cubicBezTo>
                    <a:pt x="168" y="78"/>
                    <a:pt x="168" y="78"/>
                    <a:pt x="168" y="78"/>
                  </a:cubicBezTo>
                  <a:lnTo>
                    <a:pt x="168" y="98"/>
                  </a:lnTo>
                  <a:close/>
                  <a:moveTo>
                    <a:pt x="88" y="48"/>
                  </a:moveTo>
                  <a:cubicBezTo>
                    <a:pt x="66" y="48"/>
                    <a:pt x="48" y="66"/>
                    <a:pt x="48" y="88"/>
                  </a:cubicBezTo>
                  <a:cubicBezTo>
                    <a:pt x="48" y="110"/>
                    <a:pt x="66" y="128"/>
                    <a:pt x="88" y="128"/>
                  </a:cubicBezTo>
                  <a:cubicBezTo>
                    <a:pt x="110" y="128"/>
                    <a:pt x="128" y="110"/>
                    <a:pt x="128" y="88"/>
                  </a:cubicBezTo>
                  <a:cubicBezTo>
                    <a:pt x="128" y="66"/>
                    <a:pt x="110" y="48"/>
                    <a:pt x="88" y="48"/>
                  </a:cubicBezTo>
                  <a:close/>
                  <a:moveTo>
                    <a:pt x="88" y="120"/>
                  </a:moveTo>
                  <a:cubicBezTo>
                    <a:pt x="70" y="120"/>
                    <a:pt x="56" y="106"/>
                    <a:pt x="56" y="88"/>
                  </a:cubicBezTo>
                  <a:cubicBezTo>
                    <a:pt x="56" y="70"/>
                    <a:pt x="70" y="56"/>
                    <a:pt x="88" y="56"/>
                  </a:cubicBezTo>
                  <a:cubicBezTo>
                    <a:pt x="106" y="56"/>
                    <a:pt x="120" y="70"/>
                    <a:pt x="120" y="88"/>
                  </a:cubicBezTo>
                  <a:cubicBezTo>
                    <a:pt x="120" y="106"/>
                    <a:pt x="106" y="120"/>
                    <a:pt x="88" y="120"/>
                  </a:cubicBezTo>
                  <a:close/>
                </a:path>
              </a:pathLst>
            </a:custGeom>
            <a:solidFill>
              <a:schemeClr val="accent1"/>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sng" strike="noStrike" kern="1200" cap="none" spc="0" normalizeH="0" baseline="0" noProof="0">
                <a:ln>
                  <a:noFill/>
                </a:ln>
                <a:solidFill>
                  <a:prstClr val="black"/>
                </a:solidFill>
                <a:effectLst/>
                <a:uLnTx/>
                <a:uFillTx/>
                <a:latin typeface="Arial"/>
                <a:ea typeface="阿里巴巴普惠体 Medium"/>
                <a:cs typeface="阿里巴巴普惠体 Medium"/>
                <a:sym typeface="Arial"/>
              </a:endParaRPr>
            </a:p>
          </p:txBody>
        </p:sp>
        <p:sp>
          <p:nvSpPr>
            <p:cNvPr id="31" name="图形"/>
            <p:cNvSpPr>
              <a:spLocks noEditPoints="1"/>
            </p:cNvSpPr>
            <p:nvPr>
              <p:custDataLst>
                <p:tags r:id="Rb2cbd2e705364dc1"/>
              </p:custDataLst>
            </p:nvPr>
          </p:nvSpPr>
          <p:spPr bwMode="auto">
            <a:xfrm>
              <a:off x="9065" y="5632"/>
              <a:ext cx="707" cy="580"/>
            </a:xfrm>
            <a:custGeom>
              <a:avLst/>
              <a:gdLst>
                <a:gd name="T0" fmla="*/ 116 w 176"/>
                <a:gd name="T1" fmla="*/ 32 h 144"/>
                <a:gd name="T2" fmla="*/ 116 w 176"/>
                <a:gd name="T3" fmla="*/ 24 h 144"/>
                <a:gd name="T4" fmla="*/ 80 w 176"/>
                <a:gd name="T5" fmla="*/ 28 h 144"/>
                <a:gd name="T6" fmla="*/ 132 w 176"/>
                <a:gd name="T7" fmla="*/ 32 h 144"/>
                <a:gd name="T8" fmla="*/ 132 w 176"/>
                <a:gd name="T9" fmla="*/ 24 h 144"/>
                <a:gd name="T10" fmla="*/ 132 w 176"/>
                <a:gd name="T11" fmla="*/ 32 h 144"/>
                <a:gd name="T12" fmla="*/ 152 w 176"/>
                <a:gd name="T13" fmla="*/ 28 h 144"/>
                <a:gd name="T14" fmla="*/ 144 w 176"/>
                <a:gd name="T15" fmla="*/ 28 h 144"/>
                <a:gd name="T16" fmla="*/ 148 w 176"/>
                <a:gd name="T17" fmla="*/ 64 h 144"/>
                <a:gd name="T18" fmla="*/ 112 w 176"/>
                <a:gd name="T19" fmla="*/ 68 h 144"/>
                <a:gd name="T20" fmla="*/ 148 w 176"/>
                <a:gd name="T21" fmla="*/ 72 h 144"/>
                <a:gd name="T22" fmla="*/ 148 w 176"/>
                <a:gd name="T23" fmla="*/ 64 h 144"/>
                <a:gd name="T24" fmla="*/ 116 w 176"/>
                <a:gd name="T25" fmla="*/ 80 h 144"/>
                <a:gd name="T26" fmla="*/ 116 w 176"/>
                <a:gd name="T27" fmla="*/ 88 h 144"/>
                <a:gd name="T28" fmla="*/ 152 w 176"/>
                <a:gd name="T29" fmla="*/ 84 h 144"/>
                <a:gd name="T30" fmla="*/ 148 w 176"/>
                <a:gd name="T31" fmla="*/ 48 h 144"/>
                <a:gd name="T32" fmla="*/ 112 w 176"/>
                <a:gd name="T33" fmla="*/ 52 h 144"/>
                <a:gd name="T34" fmla="*/ 148 w 176"/>
                <a:gd name="T35" fmla="*/ 56 h 144"/>
                <a:gd name="T36" fmla="*/ 148 w 176"/>
                <a:gd name="T37" fmla="*/ 48 h 144"/>
                <a:gd name="T38" fmla="*/ 72 w 176"/>
                <a:gd name="T39" fmla="*/ 28 h 144"/>
                <a:gd name="T40" fmla="*/ 64 w 176"/>
                <a:gd name="T41" fmla="*/ 28 h 144"/>
                <a:gd name="T42" fmla="*/ 52 w 176"/>
                <a:gd name="T43" fmla="*/ 104 h 144"/>
                <a:gd name="T44" fmla="*/ 152 w 176"/>
                <a:gd name="T45" fmla="*/ 100 h 144"/>
                <a:gd name="T46" fmla="*/ 52 w 176"/>
                <a:gd name="T47" fmla="*/ 96 h 144"/>
                <a:gd name="T48" fmla="*/ 52 w 176"/>
                <a:gd name="T49" fmla="*/ 104 h 144"/>
                <a:gd name="T50" fmla="*/ 148 w 176"/>
                <a:gd name="T51" fmla="*/ 120 h 144"/>
                <a:gd name="T52" fmla="*/ 148 w 176"/>
                <a:gd name="T53" fmla="*/ 112 h 144"/>
                <a:gd name="T54" fmla="*/ 48 w 176"/>
                <a:gd name="T55" fmla="*/ 116 h 144"/>
                <a:gd name="T56" fmla="*/ 168 w 176"/>
                <a:gd name="T57" fmla="*/ 0 h 144"/>
                <a:gd name="T58" fmla="*/ 24 w 176"/>
                <a:gd name="T59" fmla="*/ 8 h 144"/>
                <a:gd name="T60" fmla="*/ 8 w 176"/>
                <a:gd name="T61" fmla="*/ 24 h 144"/>
                <a:gd name="T62" fmla="*/ 0 w 176"/>
                <a:gd name="T63" fmla="*/ 120 h 144"/>
                <a:gd name="T64" fmla="*/ 168 w 176"/>
                <a:gd name="T65" fmla="*/ 144 h 144"/>
                <a:gd name="T66" fmla="*/ 176 w 176"/>
                <a:gd name="T67" fmla="*/ 8 h 144"/>
                <a:gd name="T68" fmla="*/ 168 w 176"/>
                <a:gd name="T69" fmla="*/ 136 h 144"/>
                <a:gd name="T70" fmla="*/ 8 w 176"/>
                <a:gd name="T71" fmla="*/ 120 h 144"/>
                <a:gd name="T72" fmla="*/ 24 w 176"/>
                <a:gd name="T73" fmla="*/ 32 h 144"/>
                <a:gd name="T74" fmla="*/ 28 w 176"/>
                <a:gd name="T75" fmla="*/ 120 h 144"/>
                <a:gd name="T76" fmla="*/ 32 w 176"/>
                <a:gd name="T77" fmla="*/ 8 h 144"/>
                <a:gd name="T78" fmla="*/ 168 w 176"/>
                <a:gd name="T79" fmla="*/ 136 h 144"/>
                <a:gd name="T80" fmla="*/ 56 w 176"/>
                <a:gd name="T81" fmla="*/ 28 h 144"/>
                <a:gd name="T82" fmla="*/ 48 w 176"/>
                <a:gd name="T83" fmla="*/ 28 h 144"/>
                <a:gd name="T84" fmla="*/ 52 w 176"/>
                <a:gd name="T85" fmla="*/ 88 h 144"/>
                <a:gd name="T86" fmla="*/ 96 w 176"/>
                <a:gd name="T87" fmla="*/ 84 h 144"/>
                <a:gd name="T88" fmla="*/ 92 w 176"/>
                <a:gd name="T89" fmla="*/ 48 h 144"/>
                <a:gd name="T90" fmla="*/ 48 w 176"/>
                <a:gd name="T91" fmla="*/ 52 h 144"/>
                <a:gd name="T92" fmla="*/ 52 w 176"/>
                <a:gd name="T93" fmla="*/ 88 h 144"/>
                <a:gd name="T94" fmla="*/ 88 w 176"/>
                <a:gd name="T95" fmla="*/ 56 h 144"/>
                <a:gd name="T96" fmla="*/ 56 w 176"/>
                <a:gd name="T97" fmla="*/ 80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76" h="144">
                  <a:moveTo>
                    <a:pt x="84" y="32"/>
                  </a:moveTo>
                  <a:cubicBezTo>
                    <a:pt x="116" y="32"/>
                    <a:pt x="116" y="32"/>
                    <a:pt x="116" y="32"/>
                  </a:cubicBezTo>
                  <a:cubicBezTo>
                    <a:pt x="118" y="32"/>
                    <a:pt x="120" y="30"/>
                    <a:pt x="120" y="28"/>
                  </a:cubicBezTo>
                  <a:cubicBezTo>
                    <a:pt x="120" y="26"/>
                    <a:pt x="118" y="24"/>
                    <a:pt x="116" y="24"/>
                  </a:cubicBezTo>
                  <a:cubicBezTo>
                    <a:pt x="84" y="24"/>
                    <a:pt x="84" y="24"/>
                    <a:pt x="84" y="24"/>
                  </a:cubicBezTo>
                  <a:cubicBezTo>
                    <a:pt x="82" y="24"/>
                    <a:pt x="80" y="26"/>
                    <a:pt x="80" y="28"/>
                  </a:cubicBezTo>
                  <a:cubicBezTo>
                    <a:pt x="80" y="30"/>
                    <a:pt x="82" y="32"/>
                    <a:pt x="84" y="32"/>
                  </a:cubicBezTo>
                  <a:close/>
                  <a:moveTo>
                    <a:pt x="132" y="32"/>
                  </a:moveTo>
                  <a:cubicBezTo>
                    <a:pt x="134" y="32"/>
                    <a:pt x="136" y="30"/>
                    <a:pt x="136" y="28"/>
                  </a:cubicBezTo>
                  <a:cubicBezTo>
                    <a:pt x="136" y="26"/>
                    <a:pt x="134" y="24"/>
                    <a:pt x="132" y="24"/>
                  </a:cubicBezTo>
                  <a:cubicBezTo>
                    <a:pt x="130" y="24"/>
                    <a:pt x="128" y="26"/>
                    <a:pt x="128" y="28"/>
                  </a:cubicBezTo>
                  <a:cubicBezTo>
                    <a:pt x="128" y="30"/>
                    <a:pt x="130" y="32"/>
                    <a:pt x="132" y="32"/>
                  </a:cubicBezTo>
                  <a:close/>
                  <a:moveTo>
                    <a:pt x="148" y="32"/>
                  </a:moveTo>
                  <a:cubicBezTo>
                    <a:pt x="150" y="32"/>
                    <a:pt x="152" y="30"/>
                    <a:pt x="152" y="28"/>
                  </a:cubicBezTo>
                  <a:cubicBezTo>
                    <a:pt x="152" y="26"/>
                    <a:pt x="150" y="24"/>
                    <a:pt x="148" y="24"/>
                  </a:cubicBezTo>
                  <a:cubicBezTo>
                    <a:pt x="146" y="24"/>
                    <a:pt x="144" y="26"/>
                    <a:pt x="144" y="28"/>
                  </a:cubicBezTo>
                  <a:cubicBezTo>
                    <a:pt x="144" y="30"/>
                    <a:pt x="146" y="32"/>
                    <a:pt x="148" y="32"/>
                  </a:cubicBezTo>
                  <a:close/>
                  <a:moveTo>
                    <a:pt x="148" y="64"/>
                  </a:moveTo>
                  <a:cubicBezTo>
                    <a:pt x="116" y="64"/>
                    <a:pt x="116" y="64"/>
                    <a:pt x="116" y="64"/>
                  </a:cubicBezTo>
                  <a:cubicBezTo>
                    <a:pt x="114" y="64"/>
                    <a:pt x="112" y="66"/>
                    <a:pt x="112" y="68"/>
                  </a:cubicBezTo>
                  <a:cubicBezTo>
                    <a:pt x="112" y="70"/>
                    <a:pt x="114" y="72"/>
                    <a:pt x="116" y="72"/>
                  </a:cubicBezTo>
                  <a:cubicBezTo>
                    <a:pt x="148" y="72"/>
                    <a:pt x="148" y="72"/>
                    <a:pt x="148" y="72"/>
                  </a:cubicBezTo>
                  <a:cubicBezTo>
                    <a:pt x="150" y="72"/>
                    <a:pt x="152" y="70"/>
                    <a:pt x="152" y="68"/>
                  </a:cubicBezTo>
                  <a:cubicBezTo>
                    <a:pt x="152" y="66"/>
                    <a:pt x="150" y="64"/>
                    <a:pt x="148" y="64"/>
                  </a:cubicBezTo>
                  <a:close/>
                  <a:moveTo>
                    <a:pt x="148" y="80"/>
                  </a:moveTo>
                  <a:cubicBezTo>
                    <a:pt x="116" y="80"/>
                    <a:pt x="116" y="80"/>
                    <a:pt x="116" y="80"/>
                  </a:cubicBezTo>
                  <a:cubicBezTo>
                    <a:pt x="114" y="80"/>
                    <a:pt x="112" y="82"/>
                    <a:pt x="112" y="84"/>
                  </a:cubicBezTo>
                  <a:cubicBezTo>
                    <a:pt x="112" y="86"/>
                    <a:pt x="114" y="88"/>
                    <a:pt x="116" y="88"/>
                  </a:cubicBezTo>
                  <a:cubicBezTo>
                    <a:pt x="148" y="88"/>
                    <a:pt x="148" y="88"/>
                    <a:pt x="148" y="88"/>
                  </a:cubicBezTo>
                  <a:cubicBezTo>
                    <a:pt x="150" y="88"/>
                    <a:pt x="152" y="86"/>
                    <a:pt x="152" y="84"/>
                  </a:cubicBezTo>
                  <a:cubicBezTo>
                    <a:pt x="152" y="82"/>
                    <a:pt x="150" y="80"/>
                    <a:pt x="148" y="80"/>
                  </a:cubicBezTo>
                  <a:close/>
                  <a:moveTo>
                    <a:pt x="148" y="48"/>
                  </a:moveTo>
                  <a:cubicBezTo>
                    <a:pt x="116" y="48"/>
                    <a:pt x="116" y="48"/>
                    <a:pt x="116" y="48"/>
                  </a:cubicBezTo>
                  <a:cubicBezTo>
                    <a:pt x="114" y="48"/>
                    <a:pt x="112" y="50"/>
                    <a:pt x="112" y="52"/>
                  </a:cubicBezTo>
                  <a:cubicBezTo>
                    <a:pt x="112" y="54"/>
                    <a:pt x="114" y="56"/>
                    <a:pt x="116" y="56"/>
                  </a:cubicBezTo>
                  <a:cubicBezTo>
                    <a:pt x="148" y="56"/>
                    <a:pt x="148" y="56"/>
                    <a:pt x="148" y="56"/>
                  </a:cubicBezTo>
                  <a:cubicBezTo>
                    <a:pt x="150" y="56"/>
                    <a:pt x="152" y="54"/>
                    <a:pt x="152" y="52"/>
                  </a:cubicBezTo>
                  <a:cubicBezTo>
                    <a:pt x="152" y="50"/>
                    <a:pt x="150" y="48"/>
                    <a:pt x="148" y="48"/>
                  </a:cubicBezTo>
                  <a:close/>
                  <a:moveTo>
                    <a:pt x="68" y="32"/>
                  </a:moveTo>
                  <a:cubicBezTo>
                    <a:pt x="70" y="32"/>
                    <a:pt x="72" y="30"/>
                    <a:pt x="72" y="28"/>
                  </a:cubicBezTo>
                  <a:cubicBezTo>
                    <a:pt x="72" y="26"/>
                    <a:pt x="70" y="24"/>
                    <a:pt x="68" y="24"/>
                  </a:cubicBezTo>
                  <a:cubicBezTo>
                    <a:pt x="66" y="24"/>
                    <a:pt x="64" y="26"/>
                    <a:pt x="64" y="28"/>
                  </a:cubicBezTo>
                  <a:cubicBezTo>
                    <a:pt x="64" y="30"/>
                    <a:pt x="66" y="32"/>
                    <a:pt x="68" y="32"/>
                  </a:cubicBezTo>
                  <a:close/>
                  <a:moveTo>
                    <a:pt x="52" y="104"/>
                  </a:moveTo>
                  <a:cubicBezTo>
                    <a:pt x="148" y="104"/>
                    <a:pt x="148" y="104"/>
                    <a:pt x="148" y="104"/>
                  </a:cubicBezTo>
                  <a:cubicBezTo>
                    <a:pt x="150" y="104"/>
                    <a:pt x="152" y="102"/>
                    <a:pt x="152" y="100"/>
                  </a:cubicBezTo>
                  <a:cubicBezTo>
                    <a:pt x="152" y="98"/>
                    <a:pt x="150" y="96"/>
                    <a:pt x="148" y="96"/>
                  </a:cubicBezTo>
                  <a:cubicBezTo>
                    <a:pt x="52" y="96"/>
                    <a:pt x="52" y="96"/>
                    <a:pt x="52" y="96"/>
                  </a:cubicBezTo>
                  <a:cubicBezTo>
                    <a:pt x="50" y="96"/>
                    <a:pt x="48" y="98"/>
                    <a:pt x="48" y="100"/>
                  </a:cubicBezTo>
                  <a:cubicBezTo>
                    <a:pt x="48" y="102"/>
                    <a:pt x="50" y="104"/>
                    <a:pt x="52" y="104"/>
                  </a:cubicBezTo>
                  <a:close/>
                  <a:moveTo>
                    <a:pt x="52" y="120"/>
                  </a:moveTo>
                  <a:cubicBezTo>
                    <a:pt x="148" y="120"/>
                    <a:pt x="148" y="120"/>
                    <a:pt x="148" y="120"/>
                  </a:cubicBezTo>
                  <a:cubicBezTo>
                    <a:pt x="150" y="120"/>
                    <a:pt x="152" y="118"/>
                    <a:pt x="152" y="116"/>
                  </a:cubicBezTo>
                  <a:cubicBezTo>
                    <a:pt x="152" y="114"/>
                    <a:pt x="150" y="112"/>
                    <a:pt x="148" y="112"/>
                  </a:cubicBezTo>
                  <a:cubicBezTo>
                    <a:pt x="52" y="112"/>
                    <a:pt x="52" y="112"/>
                    <a:pt x="52" y="112"/>
                  </a:cubicBezTo>
                  <a:cubicBezTo>
                    <a:pt x="50" y="112"/>
                    <a:pt x="48" y="114"/>
                    <a:pt x="48" y="116"/>
                  </a:cubicBezTo>
                  <a:cubicBezTo>
                    <a:pt x="48" y="118"/>
                    <a:pt x="50" y="120"/>
                    <a:pt x="52" y="120"/>
                  </a:cubicBezTo>
                  <a:close/>
                  <a:moveTo>
                    <a:pt x="168" y="0"/>
                  </a:moveTo>
                  <a:cubicBezTo>
                    <a:pt x="32" y="0"/>
                    <a:pt x="32" y="0"/>
                    <a:pt x="32" y="0"/>
                  </a:cubicBezTo>
                  <a:cubicBezTo>
                    <a:pt x="28" y="0"/>
                    <a:pt x="24" y="4"/>
                    <a:pt x="24" y="8"/>
                  </a:cubicBezTo>
                  <a:cubicBezTo>
                    <a:pt x="24" y="24"/>
                    <a:pt x="24" y="24"/>
                    <a:pt x="24" y="24"/>
                  </a:cubicBezTo>
                  <a:cubicBezTo>
                    <a:pt x="8" y="24"/>
                    <a:pt x="8" y="24"/>
                    <a:pt x="8" y="24"/>
                  </a:cubicBezTo>
                  <a:cubicBezTo>
                    <a:pt x="4" y="24"/>
                    <a:pt x="0" y="28"/>
                    <a:pt x="0" y="32"/>
                  </a:cubicBezTo>
                  <a:cubicBezTo>
                    <a:pt x="0" y="120"/>
                    <a:pt x="0" y="120"/>
                    <a:pt x="0" y="120"/>
                  </a:cubicBezTo>
                  <a:cubicBezTo>
                    <a:pt x="0" y="133"/>
                    <a:pt x="11" y="144"/>
                    <a:pt x="24" y="144"/>
                  </a:cubicBezTo>
                  <a:cubicBezTo>
                    <a:pt x="168" y="144"/>
                    <a:pt x="168" y="144"/>
                    <a:pt x="168" y="144"/>
                  </a:cubicBezTo>
                  <a:cubicBezTo>
                    <a:pt x="172" y="144"/>
                    <a:pt x="176" y="140"/>
                    <a:pt x="176" y="136"/>
                  </a:cubicBezTo>
                  <a:cubicBezTo>
                    <a:pt x="176" y="8"/>
                    <a:pt x="176" y="8"/>
                    <a:pt x="176" y="8"/>
                  </a:cubicBezTo>
                  <a:cubicBezTo>
                    <a:pt x="176" y="4"/>
                    <a:pt x="172" y="0"/>
                    <a:pt x="168" y="0"/>
                  </a:cubicBezTo>
                  <a:close/>
                  <a:moveTo>
                    <a:pt x="168" y="136"/>
                  </a:moveTo>
                  <a:cubicBezTo>
                    <a:pt x="24" y="136"/>
                    <a:pt x="24" y="136"/>
                    <a:pt x="24" y="136"/>
                  </a:cubicBezTo>
                  <a:cubicBezTo>
                    <a:pt x="15" y="136"/>
                    <a:pt x="8" y="129"/>
                    <a:pt x="8" y="120"/>
                  </a:cubicBezTo>
                  <a:cubicBezTo>
                    <a:pt x="8" y="32"/>
                    <a:pt x="8" y="32"/>
                    <a:pt x="8" y="32"/>
                  </a:cubicBezTo>
                  <a:cubicBezTo>
                    <a:pt x="24" y="32"/>
                    <a:pt x="24" y="32"/>
                    <a:pt x="24" y="32"/>
                  </a:cubicBezTo>
                  <a:cubicBezTo>
                    <a:pt x="24" y="116"/>
                    <a:pt x="24" y="116"/>
                    <a:pt x="24" y="116"/>
                  </a:cubicBezTo>
                  <a:cubicBezTo>
                    <a:pt x="24" y="118"/>
                    <a:pt x="26" y="120"/>
                    <a:pt x="28" y="120"/>
                  </a:cubicBezTo>
                  <a:cubicBezTo>
                    <a:pt x="30" y="120"/>
                    <a:pt x="32" y="118"/>
                    <a:pt x="32" y="116"/>
                  </a:cubicBezTo>
                  <a:cubicBezTo>
                    <a:pt x="32" y="8"/>
                    <a:pt x="32" y="8"/>
                    <a:pt x="32" y="8"/>
                  </a:cubicBezTo>
                  <a:cubicBezTo>
                    <a:pt x="168" y="8"/>
                    <a:pt x="168" y="8"/>
                    <a:pt x="168" y="8"/>
                  </a:cubicBezTo>
                  <a:lnTo>
                    <a:pt x="168" y="136"/>
                  </a:lnTo>
                  <a:close/>
                  <a:moveTo>
                    <a:pt x="52" y="32"/>
                  </a:moveTo>
                  <a:cubicBezTo>
                    <a:pt x="54" y="32"/>
                    <a:pt x="56" y="30"/>
                    <a:pt x="56" y="28"/>
                  </a:cubicBezTo>
                  <a:cubicBezTo>
                    <a:pt x="56" y="26"/>
                    <a:pt x="54" y="24"/>
                    <a:pt x="52" y="24"/>
                  </a:cubicBezTo>
                  <a:cubicBezTo>
                    <a:pt x="50" y="24"/>
                    <a:pt x="48" y="26"/>
                    <a:pt x="48" y="28"/>
                  </a:cubicBezTo>
                  <a:cubicBezTo>
                    <a:pt x="48" y="30"/>
                    <a:pt x="50" y="32"/>
                    <a:pt x="52" y="32"/>
                  </a:cubicBezTo>
                  <a:close/>
                  <a:moveTo>
                    <a:pt x="52" y="88"/>
                  </a:moveTo>
                  <a:cubicBezTo>
                    <a:pt x="92" y="88"/>
                    <a:pt x="92" y="88"/>
                    <a:pt x="92" y="88"/>
                  </a:cubicBezTo>
                  <a:cubicBezTo>
                    <a:pt x="94" y="88"/>
                    <a:pt x="96" y="86"/>
                    <a:pt x="96" y="84"/>
                  </a:cubicBezTo>
                  <a:cubicBezTo>
                    <a:pt x="96" y="52"/>
                    <a:pt x="96" y="52"/>
                    <a:pt x="96" y="52"/>
                  </a:cubicBezTo>
                  <a:cubicBezTo>
                    <a:pt x="96" y="50"/>
                    <a:pt x="94" y="48"/>
                    <a:pt x="92" y="48"/>
                  </a:cubicBezTo>
                  <a:cubicBezTo>
                    <a:pt x="52" y="48"/>
                    <a:pt x="52" y="48"/>
                    <a:pt x="52" y="48"/>
                  </a:cubicBezTo>
                  <a:cubicBezTo>
                    <a:pt x="50" y="48"/>
                    <a:pt x="48" y="50"/>
                    <a:pt x="48" y="52"/>
                  </a:cubicBezTo>
                  <a:cubicBezTo>
                    <a:pt x="48" y="84"/>
                    <a:pt x="48" y="84"/>
                    <a:pt x="48" y="84"/>
                  </a:cubicBezTo>
                  <a:cubicBezTo>
                    <a:pt x="48" y="86"/>
                    <a:pt x="50" y="88"/>
                    <a:pt x="52" y="88"/>
                  </a:cubicBezTo>
                  <a:close/>
                  <a:moveTo>
                    <a:pt x="56" y="56"/>
                  </a:moveTo>
                  <a:cubicBezTo>
                    <a:pt x="88" y="56"/>
                    <a:pt x="88" y="56"/>
                    <a:pt x="88" y="56"/>
                  </a:cubicBezTo>
                  <a:cubicBezTo>
                    <a:pt x="88" y="80"/>
                    <a:pt x="88" y="80"/>
                    <a:pt x="88" y="80"/>
                  </a:cubicBezTo>
                  <a:cubicBezTo>
                    <a:pt x="56" y="80"/>
                    <a:pt x="56" y="80"/>
                    <a:pt x="56" y="80"/>
                  </a:cubicBezTo>
                  <a:lnTo>
                    <a:pt x="56" y="56"/>
                  </a:lnTo>
                  <a:close/>
                </a:path>
              </a:pathLst>
            </a:custGeom>
            <a:solidFill>
              <a:schemeClr val="accent1"/>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sng" strike="noStrike" kern="1200" cap="none" spc="0" normalizeH="0" baseline="0" noProof="0">
                <a:ln>
                  <a:noFill/>
                </a:ln>
                <a:solidFill>
                  <a:prstClr val="black"/>
                </a:solidFill>
                <a:effectLst/>
                <a:uLnTx/>
                <a:uFillTx/>
                <a:latin typeface="Arial"/>
                <a:ea typeface="阿里巴巴普惠体 Medium"/>
                <a:cs typeface="阿里巴巴普惠体 Medium"/>
                <a:sym typeface="Arial"/>
              </a:endParaRPr>
            </a:p>
          </p:txBody>
        </p:sp>
        <p:sp>
          <p:nvSpPr>
            <p:cNvPr id="32" name="图形"/>
            <p:cNvSpPr>
              <a:spLocks noEditPoints="1"/>
            </p:cNvSpPr>
            <p:nvPr>
              <p:custDataLst>
                <p:tags r:id="R681a313217be4df0"/>
              </p:custDataLst>
            </p:nvPr>
          </p:nvSpPr>
          <p:spPr bwMode="auto">
            <a:xfrm>
              <a:off x="14264" y="5632"/>
              <a:ext cx="707" cy="580"/>
            </a:xfrm>
            <a:custGeom>
              <a:avLst/>
              <a:gdLst>
                <a:gd name="T0" fmla="*/ 132 w 176"/>
                <a:gd name="T1" fmla="*/ 104 h 144"/>
                <a:gd name="T2" fmla="*/ 144 w 176"/>
                <a:gd name="T3" fmla="*/ 92 h 144"/>
                <a:gd name="T4" fmla="*/ 132 w 176"/>
                <a:gd name="T5" fmla="*/ 80 h 144"/>
                <a:gd name="T6" fmla="*/ 120 w 176"/>
                <a:gd name="T7" fmla="*/ 92 h 144"/>
                <a:gd name="T8" fmla="*/ 132 w 176"/>
                <a:gd name="T9" fmla="*/ 104 h 144"/>
                <a:gd name="T10" fmla="*/ 132 w 176"/>
                <a:gd name="T11" fmla="*/ 88 h 144"/>
                <a:gd name="T12" fmla="*/ 136 w 176"/>
                <a:gd name="T13" fmla="*/ 92 h 144"/>
                <a:gd name="T14" fmla="*/ 132 w 176"/>
                <a:gd name="T15" fmla="*/ 96 h 144"/>
                <a:gd name="T16" fmla="*/ 128 w 176"/>
                <a:gd name="T17" fmla="*/ 92 h 144"/>
                <a:gd name="T18" fmla="*/ 132 w 176"/>
                <a:gd name="T19" fmla="*/ 88 h 144"/>
                <a:gd name="T20" fmla="*/ 160 w 176"/>
                <a:gd name="T21" fmla="*/ 16 h 144"/>
                <a:gd name="T22" fmla="*/ 88 w 176"/>
                <a:gd name="T23" fmla="*/ 16 h 144"/>
                <a:gd name="T24" fmla="*/ 56 w 176"/>
                <a:gd name="T25" fmla="*/ 0 h 144"/>
                <a:gd name="T26" fmla="*/ 16 w 176"/>
                <a:gd name="T27" fmla="*/ 0 h 144"/>
                <a:gd name="T28" fmla="*/ 0 w 176"/>
                <a:gd name="T29" fmla="*/ 16 h 144"/>
                <a:gd name="T30" fmla="*/ 0 w 176"/>
                <a:gd name="T31" fmla="*/ 128 h 144"/>
                <a:gd name="T32" fmla="*/ 16 w 176"/>
                <a:gd name="T33" fmla="*/ 144 h 144"/>
                <a:gd name="T34" fmla="*/ 160 w 176"/>
                <a:gd name="T35" fmla="*/ 144 h 144"/>
                <a:gd name="T36" fmla="*/ 176 w 176"/>
                <a:gd name="T37" fmla="*/ 128 h 144"/>
                <a:gd name="T38" fmla="*/ 176 w 176"/>
                <a:gd name="T39" fmla="*/ 32 h 144"/>
                <a:gd name="T40" fmla="*/ 160 w 176"/>
                <a:gd name="T41" fmla="*/ 16 h 144"/>
                <a:gd name="T42" fmla="*/ 168 w 176"/>
                <a:gd name="T43" fmla="*/ 128 h 144"/>
                <a:gd name="T44" fmla="*/ 160 w 176"/>
                <a:gd name="T45" fmla="*/ 136 h 144"/>
                <a:gd name="T46" fmla="*/ 16 w 176"/>
                <a:gd name="T47" fmla="*/ 136 h 144"/>
                <a:gd name="T48" fmla="*/ 8 w 176"/>
                <a:gd name="T49" fmla="*/ 128 h 144"/>
                <a:gd name="T50" fmla="*/ 8 w 176"/>
                <a:gd name="T51" fmla="*/ 48 h 144"/>
                <a:gd name="T52" fmla="*/ 168 w 176"/>
                <a:gd name="T53" fmla="*/ 48 h 144"/>
                <a:gd name="T54" fmla="*/ 168 w 176"/>
                <a:gd name="T55" fmla="*/ 128 h 144"/>
                <a:gd name="T56" fmla="*/ 168 w 176"/>
                <a:gd name="T57" fmla="*/ 40 h 144"/>
                <a:gd name="T58" fmla="*/ 8 w 176"/>
                <a:gd name="T59" fmla="*/ 40 h 144"/>
                <a:gd name="T60" fmla="*/ 8 w 176"/>
                <a:gd name="T61" fmla="*/ 16 h 144"/>
                <a:gd name="T62" fmla="*/ 16 w 176"/>
                <a:gd name="T63" fmla="*/ 8 h 144"/>
                <a:gd name="T64" fmla="*/ 56 w 176"/>
                <a:gd name="T65" fmla="*/ 8 h 144"/>
                <a:gd name="T66" fmla="*/ 88 w 176"/>
                <a:gd name="T67" fmla="*/ 24 h 144"/>
                <a:gd name="T68" fmla="*/ 160 w 176"/>
                <a:gd name="T69" fmla="*/ 24 h 144"/>
                <a:gd name="T70" fmla="*/ 168 w 176"/>
                <a:gd name="T71" fmla="*/ 32 h 144"/>
                <a:gd name="T72" fmla="*/ 168 w 176"/>
                <a:gd name="T73" fmla="*/ 40 h 144"/>
                <a:gd name="T74" fmla="*/ 44 w 176"/>
                <a:gd name="T75" fmla="*/ 104 h 144"/>
                <a:gd name="T76" fmla="*/ 56 w 176"/>
                <a:gd name="T77" fmla="*/ 92 h 144"/>
                <a:gd name="T78" fmla="*/ 44 w 176"/>
                <a:gd name="T79" fmla="*/ 80 h 144"/>
                <a:gd name="T80" fmla="*/ 32 w 176"/>
                <a:gd name="T81" fmla="*/ 92 h 144"/>
                <a:gd name="T82" fmla="*/ 44 w 176"/>
                <a:gd name="T83" fmla="*/ 104 h 144"/>
                <a:gd name="T84" fmla="*/ 44 w 176"/>
                <a:gd name="T85" fmla="*/ 88 h 144"/>
                <a:gd name="T86" fmla="*/ 48 w 176"/>
                <a:gd name="T87" fmla="*/ 92 h 144"/>
                <a:gd name="T88" fmla="*/ 44 w 176"/>
                <a:gd name="T89" fmla="*/ 96 h 144"/>
                <a:gd name="T90" fmla="*/ 40 w 176"/>
                <a:gd name="T91" fmla="*/ 92 h 144"/>
                <a:gd name="T92" fmla="*/ 44 w 176"/>
                <a:gd name="T93" fmla="*/ 88 h 144"/>
                <a:gd name="T94" fmla="*/ 88 w 176"/>
                <a:gd name="T95" fmla="*/ 104 h 144"/>
                <a:gd name="T96" fmla="*/ 100 w 176"/>
                <a:gd name="T97" fmla="*/ 92 h 144"/>
                <a:gd name="T98" fmla="*/ 88 w 176"/>
                <a:gd name="T99" fmla="*/ 80 h 144"/>
                <a:gd name="T100" fmla="*/ 76 w 176"/>
                <a:gd name="T101" fmla="*/ 92 h 144"/>
                <a:gd name="T102" fmla="*/ 88 w 176"/>
                <a:gd name="T103" fmla="*/ 104 h 144"/>
                <a:gd name="T104" fmla="*/ 88 w 176"/>
                <a:gd name="T105" fmla="*/ 88 h 144"/>
                <a:gd name="T106" fmla="*/ 92 w 176"/>
                <a:gd name="T107" fmla="*/ 92 h 144"/>
                <a:gd name="T108" fmla="*/ 88 w 176"/>
                <a:gd name="T109" fmla="*/ 96 h 144"/>
                <a:gd name="T110" fmla="*/ 84 w 176"/>
                <a:gd name="T111" fmla="*/ 92 h 144"/>
                <a:gd name="T112" fmla="*/ 88 w 176"/>
                <a:gd name="T113" fmla="*/ 88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76" h="144">
                  <a:moveTo>
                    <a:pt x="132" y="104"/>
                  </a:moveTo>
                  <a:cubicBezTo>
                    <a:pt x="139" y="104"/>
                    <a:pt x="144" y="99"/>
                    <a:pt x="144" y="92"/>
                  </a:cubicBezTo>
                  <a:cubicBezTo>
                    <a:pt x="144" y="85"/>
                    <a:pt x="139" y="80"/>
                    <a:pt x="132" y="80"/>
                  </a:cubicBezTo>
                  <a:cubicBezTo>
                    <a:pt x="125" y="80"/>
                    <a:pt x="120" y="85"/>
                    <a:pt x="120" y="92"/>
                  </a:cubicBezTo>
                  <a:cubicBezTo>
                    <a:pt x="120" y="99"/>
                    <a:pt x="125" y="104"/>
                    <a:pt x="132" y="104"/>
                  </a:cubicBezTo>
                  <a:close/>
                  <a:moveTo>
                    <a:pt x="132" y="88"/>
                  </a:moveTo>
                  <a:cubicBezTo>
                    <a:pt x="134" y="88"/>
                    <a:pt x="136" y="90"/>
                    <a:pt x="136" y="92"/>
                  </a:cubicBezTo>
                  <a:cubicBezTo>
                    <a:pt x="136" y="94"/>
                    <a:pt x="134" y="96"/>
                    <a:pt x="132" y="96"/>
                  </a:cubicBezTo>
                  <a:cubicBezTo>
                    <a:pt x="130" y="96"/>
                    <a:pt x="128" y="94"/>
                    <a:pt x="128" y="92"/>
                  </a:cubicBezTo>
                  <a:cubicBezTo>
                    <a:pt x="128" y="90"/>
                    <a:pt x="130" y="88"/>
                    <a:pt x="132" y="88"/>
                  </a:cubicBezTo>
                  <a:close/>
                  <a:moveTo>
                    <a:pt x="160" y="16"/>
                  </a:moveTo>
                  <a:cubicBezTo>
                    <a:pt x="88" y="16"/>
                    <a:pt x="88" y="16"/>
                    <a:pt x="88" y="16"/>
                  </a:cubicBezTo>
                  <a:cubicBezTo>
                    <a:pt x="72" y="16"/>
                    <a:pt x="72" y="0"/>
                    <a:pt x="56" y="0"/>
                  </a:cubicBezTo>
                  <a:cubicBezTo>
                    <a:pt x="16" y="0"/>
                    <a:pt x="16" y="0"/>
                    <a:pt x="16" y="0"/>
                  </a:cubicBezTo>
                  <a:cubicBezTo>
                    <a:pt x="7" y="0"/>
                    <a:pt x="0" y="7"/>
                    <a:pt x="0" y="16"/>
                  </a:cubicBezTo>
                  <a:cubicBezTo>
                    <a:pt x="0" y="128"/>
                    <a:pt x="0" y="128"/>
                    <a:pt x="0" y="128"/>
                  </a:cubicBezTo>
                  <a:cubicBezTo>
                    <a:pt x="0" y="137"/>
                    <a:pt x="7" y="144"/>
                    <a:pt x="16" y="144"/>
                  </a:cubicBezTo>
                  <a:cubicBezTo>
                    <a:pt x="160" y="144"/>
                    <a:pt x="160" y="144"/>
                    <a:pt x="160" y="144"/>
                  </a:cubicBezTo>
                  <a:cubicBezTo>
                    <a:pt x="169" y="144"/>
                    <a:pt x="176" y="137"/>
                    <a:pt x="176" y="128"/>
                  </a:cubicBezTo>
                  <a:cubicBezTo>
                    <a:pt x="176" y="32"/>
                    <a:pt x="176" y="32"/>
                    <a:pt x="176" y="32"/>
                  </a:cubicBezTo>
                  <a:cubicBezTo>
                    <a:pt x="176" y="23"/>
                    <a:pt x="169" y="16"/>
                    <a:pt x="160" y="16"/>
                  </a:cubicBezTo>
                  <a:close/>
                  <a:moveTo>
                    <a:pt x="168" y="128"/>
                  </a:moveTo>
                  <a:cubicBezTo>
                    <a:pt x="168" y="132"/>
                    <a:pt x="164" y="136"/>
                    <a:pt x="160" y="136"/>
                  </a:cubicBezTo>
                  <a:cubicBezTo>
                    <a:pt x="16" y="136"/>
                    <a:pt x="16" y="136"/>
                    <a:pt x="16" y="136"/>
                  </a:cubicBezTo>
                  <a:cubicBezTo>
                    <a:pt x="12" y="136"/>
                    <a:pt x="8" y="132"/>
                    <a:pt x="8" y="128"/>
                  </a:cubicBezTo>
                  <a:cubicBezTo>
                    <a:pt x="8" y="48"/>
                    <a:pt x="8" y="48"/>
                    <a:pt x="8" y="48"/>
                  </a:cubicBezTo>
                  <a:cubicBezTo>
                    <a:pt x="168" y="48"/>
                    <a:pt x="168" y="48"/>
                    <a:pt x="168" y="48"/>
                  </a:cubicBezTo>
                  <a:lnTo>
                    <a:pt x="168" y="128"/>
                  </a:lnTo>
                  <a:close/>
                  <a:moveTo>
                    <a:pt x="168" y="40"/>
                  </a:moveTo>
                  <a:cubicBezTo>
                    <a:pt x="8" y="40"/>
                    <a:pt x="8" y="40"/>
                    <a:pt x="8" y="40"/>
                  </a:cubicBezTo>
                  <a:cubicBezTo>
                    <a:pt x="8" y="16"/>
                    <a:pt x="8" y="16"/>
                    <a:pt x="8" y="16"/>
                  </a:cubicBezTo>
                  <a:cubicBezTo>
                    <a:pt x="8" y="12"/>
                    <a:pt x="12" y="8"/>
                    <a:pt x="16" y="8"/>
                  </a:cubicBezTo>
                  <a:cubicBezTo>
                    <a:pt x="56" y="8"/>
                    <a:pt x="56" y="8"/>
                    <a:pt x="56" y="8"/>
                  </a:cubicBezTo>
                  <a:cubicBezTo>
                    <a:pt x="68" y="8"/>
                    <a:pt x="68" y="24"/>
                    <a:pt x="88" y="24"/>
                  </a:cubicBezTo>
                  <a:cubicBezTo>
                    <a:pt x="160" y="24"/>
                    <a:pt x="160" y="24"/>
                    <a:pt x="160" y="24"/>
                  </a:cubicBezTo>
                  <a:cubicBezTo>
                    <a:pt x="164" y="24"/>
                    <a:pt x="168" y="28"/>
                    <a:pt x="168" y="32"/>
                  </a:cubicBezTo>
                  <a:lnTo>
                    <a:pt x="168" y="40"/>
                  </a:lnTo>
                  <a:close/>
                  <a:moveTo>
                    <a:pt x="44" y="104"/>
                  </a:moveTo>
                  <a:cubicBezTo>
                    <a:pt x="51" y="104"/>
                    <a:pt x="56" y="99"/>
                    <a:pt x="56" y="92"/>
                  </a:cubicBezTo>
                  <a:cubicBezTo>
                    <a:pt x="56" y="85"/>
                    <a:pt x="51" y="80"/>
                    <a:pt x="44" y="80"/>
                  </a:cubicBezTo>
                  <a:cubicBezTo>
                    <a:pt x="37" y="80"/>
                    <a:pt x="32" y="85"/>
                    <a:pt x="32" y="92"/>
                  </a:cubicBezTo>
                  <a:cubicBezTo>
                    <a:pt x="32" y="99"/>
                    <a:pt x="37" y="104"/>
                    <a:pt x="44" y="104"/>
                  </a:cubicBezTo>
                  <a:close/>
                  <a:moveTo>
                    <a:pt x="44" y="88"/>
                  </a:moveTo>
                  <a:cubicBezTo>
                    <a:pt x="46" y="88"/>
                    <a:pt x="48" y="90"/>
                    <a:pt x="48" y="92"/>
                  </a:cubicBezTo>
                  <a:cubicBezTo>
                    <a:pt x="48" y="94"/>
                    <a:pt x="46" y="96"/>
                    <a:pt x="44" y="96"/>
                  </a:cubicBezTo>
                  <a:cubicBezTo>
                    <a:pt x="42" y="96"/>
                    <a:pt x="40" y="94"/>
                    <a:pt x="40" y="92"/>
                  </a:cubicBezTo>
                  <a:cubicBezTo>
                    <a:pt x="40" y="90"/>
                    <a:pt x="42" y="88"/>
                    <a:pt x="44" y="88"/>
                  </a:cubicBezTo>
                  <a:close/>
                  <a:moveTo>
                    <a:pt x="88" y="104"/>
                  </a:moveTo>
                  <a:cubicBezTo>
                    <a:pt x="95" y="104"/>
                    <a:pt x="100" y="99"/>
                    <a:pt x="100" y="92"/>
                  </a:cubicBezTo>
                  <a:cubicBezTo>
                    <a:pt x="100" y="85"/>
                    <a:pt x="95" y="80"/>
                    <a:pt x="88" y="80"/>
                  </a:cubicBezTo>
                  <a:cubicBezTo>
                    <a:pt x="81" y="80"/>
                    <a:pt x="76" y="85"/>
                    <a:pt x="76" y="92"/>
                  </a:cubicBezTo>
                  <a:cubicBezTo>
                    <a:pt x="76" y="99"/>
                    <a:pt x="81" y="104"/>
                    <a:pt x="88" y="104"/>
                  </a:cubicBezTo>
                  <a:close/>
                  <a:moveTo>
                    <a:pt x="88" y="88"/>
                  </a:moveTo>
                  <a:cubicBezTo>
                    <a:pt x="90" y="88"/>
                    <a:pt x="92" y="90"/>
                    <a:pt x="92" y="92"/>
                  </a:cubicBezTo>
                  <a:cubicBezTo>
                    <a:pt x="92" y="94"/>
                    <a:pt x="90" y="96"/>
                    <a:pt x="88" y="96"/>
                  </a:cubicBezTo>
                  <a:cubicBezTo>
                    <a:pt x="86" y="96"/>
                    <a:pt x="84" y="94"/>
                    <a:pt x="84" y="92"/>
                  </a:cubicBezTo>
                  <a:cubicBezTo>
                    <a:pt x="84" y="90"/>
                    <a:pt x="86" y="88"/>
                    <a:pt x="88" y="88"/>
                  </a:cubicBezTo>
                  <a:close/>
                </a:path>
              </a:pathLst>
            </a:custGeom>
            <a:solidFill>
              <a:schemeClr val="accent1"/>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sng" strike="noStrike" kern="1200" cap="none" spc="0" normalizeH="0" baseline="0" noProof="0">
                <a:ln>
                  <a:noFill/>
                </a:ln>
                <a:solidFill>
                  <a:prstClr val="black"/>
                </a:solidFill>
                <a:effectLst/>
                <a:uLnTx/>
                <a:uFillTx/>
                <a:latin typeface="Arial"/>
                <a:ea typeface="阿里巴巴普惠体 Medium"/>
                <a:cs typeface="阿里巴巴普惠体 Medium"/>
                <a:sym typeface="Arial"/>
              </a:endParaRPr>
            </a:p>
          </p:txBody>
        </p:sp>
        <p:sp>
          <p:nvSpPr>
            <p:cNvPr id="33" name="图形"/>
            <p:cNvSpPr/>
            <p:nvPr>
              <p:custDataLst>
                <p:tags r:id="Re227deda72334fa0"/>
              </p:custDataLst>
            </p:nvPr>
          </p:nvSpPr>
          <p:spPr>
            <a:xfrm>
              <a:off x="1202" y="2376"/>
              <a:ext cx="589" cy="508"/>
            </a:xfrm>
            <a:prstGeom prst="hexagon">
              <a:avLst>
                <a:gd name="adj" fmla="val 29195"/>
                <a:gd name="vf" fmla="val 115470"/>
              </a:avLst>
            </a:prstGeom>
            <a:noFill/>
            <a:ln w="635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阿里巴巴普惠体 Medium"/>
                <a:cs typeface="阿里巴巴普惠体 Medium"/>
                <a:sym typeface="Arial"/>
              </a:endParaRPr>
            </a:p>
          </p:txBody>
        </p:sp>
      </p:grpSp>
    </p:spTree>
    <p:custDataLst>
      <p:tags r:id="Re9106decaf87498f"/>
    </p:custDataLst>
  </p:cSld>
  <p:clrMapOvr>
    <a:masterClrMapping/>
  </p:clrMapOvr>
  <p:transition advTm="2000">
    <p:wheel spokes="2"/>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图形"/>
          <p:cNvGrpSpPr/>
          <p:nvPr/>
        </p:nvGrpSpPr>
        <p:grpSpPr>
          <a:xfrm>
            <a:off x="-8890" y="0"/>
            <a:ext cx="12192635" cy="6998335"/>
            <a:chOff x="0" y="0"/>
            <a:chExt cx="19201" cy="11021"/>
          </a:xfrm>
        </p:grpSpPr>
        <p:sp>
          <p:nvSpPr>
            <p:cNvPr id="4" name="图形"/>
            <p:cNvSpPr/>
            <p:nvPr>
              <p:custDataLst>
                <p:tags r:id="R36357d76d6a14f6d"/>
              </p:custDataLst>
            </p:nvPr>
          </p:nvSpPr>
          <p:spPr>
            <a:xfrm>
              <a:off x="0" y="0"/>
              <a:ext cx="19201" cy="1102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阿里巴巴普惠体 Medium"/>
                <a:cs typeface="阿里巴巴普惠体 Medium"/>
                <a:sym typeface="Arial"/>
              </a:endParaRPr>
            </a:p>
          </p:txBody>
        </p:sp>
        <p:sp>
          <p:nvSpPr>
            <p:cNvPr id="3" name="图形"/>
            <p:cNvSpPr/>
            <p:nvPr>
              <p:custDataLst>
                <p:tags r:id="Rea62f96453df45d6"/>
              </p:custDataLst>
            </p:nvPr>
          </p:nvSpPr>
          <p:spPr>
            <a:xfrm>
              <a:off x="447" y="543"/>
              <a:ext cx="18307" cy="993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阿里巴巴普惠体 Medium"/>
                <a:cs typeface="阿里巴巴普惠体 Medium"/>
                <a:sym typeface="Arial"/>
              </a:endParaRPr>
            </a:p>
          </p:txBody>
        </p:sp>
        <p:sp>
          <p:nvSpPr>
            <p:cNvPr id="7" name="图形"/>
            <p:cNvSpPr/>
            <p:nvPr>
              <p:custDataLst>
                <p:tags r:id="Ra4e96b3e704f4757"/>
              </p:custDataLst>
            </p:nvPr>
          </p:nvSpPr>
          <p:spPr>
            <a:xfrm>
              <a:off x="8927" y="2214"/>
              <a:ext cx="9034" cy="709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latin typeface="Arial"/>
                <a:ea typeface="阿里巴巴普惠体 Medium"/>
                <a:cs typeface="阿里巴巴普惠体 Medium"/>
                <a:sym typeface="Arial"/>
              </a:endParaRPr>
            </a:p>
          </p:txBody>
        </p:sp>
        <p:pic>
          <p:nvPicPr>
            <p:cNvPr id="8" name="图形" descr="E:\006包图网\素材\001婚礼\2\15375.jpg15375"/>
            <p:cNvPicPr>
              <a:picLocks noChangeAspect="1"/>
            </p:cNvPicPr>
            <p:nvPr>
              <p:custDataLst>
                <p:tags r:id="R62e1471942c94e44"/>
              </p:custDataLst>
            </p:nvPr>
          </p:nvPicPr>
          <p:blipFill>
            <a:blip r:embed="Rf9f1df9023f94441"/>
            <a:srcRect/>
            <a:stretch>
              <a:fillRect/>
            </a:stretch>
          </p:blipFill>
          <p:spPr>
            <a:xfrm>
              <a:off x="7865" y="3547"/>
              <a:ext cx="6642" cy="4428"/>
            </a:xfrm>
            <a:prstGeom prst="rect">
              <a:avLst/>
            </a:prstGeom>
            <a:solidFill>
              <a:schemeClr val="accent1">
                <a:lumMod val="60000"/>
                <a:lumOff val="40000"/>
              </a:schemeClr>
            </a:solidFill>
          </p:spPr>
        </p:pic>
        <p:sp>
          <p:nvSpPr>
            <p:cNvPr id="25" name="图形"/>
            <p:cNvSpPr txBox="1"/>
            <p:nvPr>
              <p:custDataLst>
                <p:tags r:id="Rfee57b8ada054f49"/>
              </p:custDataLst>
            </p:nvPr>
          </p:nvSpPr>
          <p:spPr>
            <a:xfrm>
              <a:off x="1658" y="3028"/>
              <a:ext cx="5985" cy="2470"/>
            </a:xfrm>
            <a:prstGeom prst="rect">
              <a:avLst/>
            </a:prstGeom>
            <a:noFill/>
          </p:spPr>
          <p:txBody>
            <a:bodyPr wrap="square" rtlCol="0">
              <a:spAutoFit/>
            </a:bodyPr>
            <a:lstStyle/>
            <a:p>
              <a:pPr algn="l"/>
              <a:r>
                <a:rPr lang="en-US" sz="4800" b="1" spc="133" dirty="0">
                  <a:solidFill>
                    <a:schemeClr val="tx1">
                      <a:lumMod val="75000"/>
                      <a:lumOff val="25000"/>
                    </a:schemeClr>
                  </a:solidFill>
                  <a:latin typeface="Arial"/>
                  <a:ea typeface="阿里巴巴普惠体 Medium"/>
                  <a:cs typeface="阿里巴巴普惠体 Medium"/>
                  <a:sym typeface="Arial"/>
                </a:rPr>
                <a:t>FASHION LIFE</a:t>
              </a:r>
            </a:p>
          </p:txBody>
        </p:sp>
        <p:sp>
          <p:nvSpPr>
            <p:cNvPr id="24" name="图形"/>
            <p:cNvSpPr txBox="1"/>
            <p:nvPr>
              <p:custDataLst>
                <p:tags r:id="R4a72ce257a994080"/>
              </p:custDataLst>
            </p:nvPr>
          </p:nvSpPr>
          <p:spPr>
            <a:xfrm>
              <a:off x="1658" y="5643"/>
              <a:ext cx="6206" cy="2860"/>
            </a:xfrm>
            <a:prstGeom prst="rect">
              <a:avLst/>
            </a:prstGeom>
            <a:noFill/>
          </p:spPr>
          <p:txBody>
            <a:bodyPr wrap="square" rtlCol="0">
              <a:spAutoFit/>
            </a:bodyPr>
            <a:lstStyle/>
            <a:p>
              <a:pPr marL="0" indent="0" algn="l">
                <a:lnSpc>
                  <a:spcPct val="200000"/>
                </a:lnSpc>
                <a:spcBef>
                  <a:spcPts val="0"/>
                </a:spcBef>
                <a:spcAft>
                  <a:spcPts val="0"/>
                </a:spcAft>
                <a:buNone/>
              </a:pPr>
              <a:r>
                <a:rPr lang="zh-CN" altLang="en-US" sz="1400" spc="250" dirty="0">
                  <a:solidFill>
                    <a:schemeClr val="tx1">
                      <a:lumMod val="75000"/>
                      <a:lumOff val="25000"/>
                    </a:schemeClr>
                  </a:solidFill>
                  <a:uFillTx/>
                  <a:latin typeface="Arial"/>
                  <a:ea typeface="阿里巴巴普惠体 Medium"/>
                  <a:cs typeface="阿里巴巴普惠体 Medium"/>
                  <a:sym typeface="Arial"/>
                </a:rPr>
                <a:t>在此输入文本内容在此输入文本内容在此输入文本内容在此输入文本内容在此输入文本内容在此输入文本内容在此输入文本内容在此输入文本内容</a:t>
              </a:r>
            </a:p>
          </p:txBody>
        </p:sp>
        <p:sp>
          <p:nvSpPr>
            <p:cNvPr id="2" name="图形"/>
            <p:cNvSpPr txBox="1"/>
            <p:nvPr>
              <p:custDataLst>
                <p:tags r:id="R8a6dec74d40a4f08"/>
              </p:custDataLst>
            </p:nvPr>
          </p:nvSpPr>
          <p:spPr>
            <a:xfrm rot="16200000">
              <a:off x="13652" y="4879"/>
              <a:ext cx="5715" cy="1745"/>
            </a:xfrm>
            <a:prstGeom prst="rect">
              <a:avLst/>
            </a:prstGeom>
            <a:noFill/>
          </p:spPr>
          <p:txBody>
            <a:bodyPr wrap="square" rtlCol="0" anchor="t">
              <a:spAutoFit/>
            </a:bodyPr>
            <a:lstStyle/>
            <a:p>
              <a:pPr algn="dist"/>
              <a:r>
                <a:rPr lang="en-US" sz="6600">
                  <a:solidFill>
                    <a:schemeClr val="bg1"/>
                  </a:solidFill>
                  <a:effectLst/>
                  <a:latin typeface="Arial"/>
                  <a:ea typeface="阿里巴巴普惠体 Medium"/>
                  <a:cs typeface="阿里巴巴普惠体 Medium"/>
                  <a:sym typeface="Arial"/>
                </a:rPr>
                <a:t>STYLE</a:t>
              </a:r>
            </a:p>
          </p:txBody>
        </p:sp>
      </p:grpSp>
    </p:spTree>
    <p:custDataLst>
      <p:tags r:id="R23bbf27f1b1346ab"/>
    </p:custDataLst>
  </p:cSld>
  <p:clrMapOvr>
    <a:masterClrMapping/>
  </p:clrMapOvr>
  <p:transition advTm="2000">
    <p:split orient="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3" presetClass="entr" presetSubtype="16" fill="hold" nodeType="afterEffect">
                                  <p:stCondLst>
                                    <p:cond delay="0"/>
                                  </p:stCondLst>
                                  <p:childTnLst>
                                    <p:set>
                                      <p:cBhvr>
                                        <p:cTn id="6" dur="500" fill="hold">
                                          <p:stCondLst>
                                            <p:cond delay="0"/>
                                          </p:stCondLst>
                                        </p:cTn>
                                        <p:tgtEl>
                                          <p:spTgt spid="5"/>
                                        </p:tgtEl>
                                        <p:attrNameLst>
                                          <p:attrName>style.visibility</p:attrName>
                                        </p:attrNameLst>
                                      </p:cBhvr>
                                      <p:to>
                                        <p:strVal val="visible"/>
                                      </p:to>
                                    </p:set>
                                    <p:animEffect transition="in" filter="plus(i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图形"/>
          <p:cNvGrpSpPr/>
          <p:nvPr/>
        </p:nvGrpSpPr>
        <p:grpSpPr>
          <a:xfrm>
            <a:off x="9525" y="1089660"/>
            <a:ext cx="12191365" cy="5768340"/>
            <a:chOff x="1" y="1716"/>
            <a:chExt cx="19199" cy="9084"/>
          </a:xfrm>
        </p:grpSpPr>
        <p:pic>
          <p:nvPicPr>
            <p:cNvPr id="5" name="图形" descr="E:\006包图网\素材\001婚礼\2\5d413101394a5.jpg5d413101394a5"/>
            <p:cNvPicPr>
              <a:picLocks noGrp="1" noChangeAspect="1"/>
            </p:cNvPicPr>
            <p:nvPr>
              <p:custDataLst>
                <p:tags r:id="R7b6a5b9520a44181"/>
              </p:custDataLst>
            </p:nvPr>
          </p:nvPicPr>
          <p:blipFill>
            <a:blip r:embed="R91f8f8e986994cf6"/>
            <a:srcRect/>
            <a:stretch>
              <a:fillRect/>
            </a:stretch>
          </p:blipFill>
          <p:spPr>
            <a:xfrm>
              <a:off x="1910" y="1716"/>
              <a:ext cx="4591" cy="6886"/>
            </a:xfrm>
            <a:custGeom>
              <a:avLst/>
              <a:gdLst>
                <a:gd name="connsiteX0" fmla="*/ 0 w 3905250"/>
                <a:gd name="connsiteY0" fmla="*/ 0 h 4781550"/>
                <a:gd name="connsiteX1" fmla="*/ 3905250 w 3905250"/>
                <a:gd name="connsiteY1" fmla="*/ 0 h 4781550"/>
                <a:gd name="connsiteX2" fmla="*/ 3905250 w 3905250"/>
                <a:gd name="connsiteY2" fmla="*/ 4781550 h 4781550"/>
                <a:gd name="connsiteX3" fmla="*/ 0 w 3905250"/>
                <a:gd name="connsiteY3" fmla="*/ 4781550 h 4781550"/>
              </a:gdLst>
              <a:ahLst/>
              <a:cxnLst>
                <a:cxn ang="0">
                  <a:pos x="connsiteX0" y="connsiteY0"/>
                </a:cxn>
                <a:cxn ang="0">
                  <a:pos x="connsiteX1" y="connsiteY1"/>
                </a:cxn>
                <a:cxn ang="0">
                  <a:pos x="connsiteX2" y="connsiteY2"/>
                </a:cxn>
                <a:cxn ang="0">
                  <a:pos x="connsiteX3" y="connsiteY3"/>
                </a:cxn>
              </a:cxnLst>
              <a:rect l="l" t="t" r="r" b="b"/>
              <a:pathLst>
                <a:path w="3905250" h="4781550">
                  <a:moveTo>
                    <a:pt x="0" y="0"/>
                  </a:moveTo>
                  <a:lnTo>
                    <a:pt x="3905250" y="0"/>
                  </a:lnTo>
                  <a:lnTo>
                    <a:pt x="3905250" y="4781550"/>
                  </a:lnTo>
                  <a:lnTo>
                    <a:pt x="0" y="4781550"/>
                  </a:lnTo>
                  <a:close/>
                </a:path>
              </a:pathLst>
            </a:custGeom>
            <a:solidFill>
              <a:schemeClr val="accent1">
                <a:lumMod val="60000"/>
                <a:lumOff val="40000"/>
              </a:schemeClr>
            </a:solidFill>
          </p:spPr>
        </p:pic>
        <p:sp>
          <p:nvSpPr>
            <p:cNvPr id="11" name="图形"/>
            <p:cNvSpPr>
              <a:spLocks noChangeArrowheads="1"/>
            </p:cNvSpPr>
            <p:nvPr>
              <p:custDataLst>
                <p:tags r:id="Rac85a62c518e47cc"/>
              </p:custDataLst>
            </p:nvPr>
          </p:nvSpPr>
          <p:spPr bwMode="auto">
            <a:xfrm rot="5400000">
              <a:off x="15828" y="4788"/>
              <a:ext cx="5897" cy="847"/>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id-ID">
                <a:latin typeface="Arial"/>
                <a:ea typeface="阿里巴巴普惠体 Medium"/>
                <a:cs typeface="阿里巴巴普惠体 Medium"/>
                <a:sym typeface="Arial"/>
              </a:endParaRPr>
            </a:p>
          </p:txBody>
        </p:sp>
        <p:sp>
          <p:nvSpPr>
            <p:cNvPr id="6" name="图形"/>
            <p:cNvSpPr txBox="1"/>
            <p:nvPr>
              <p:custDataLst>
                <p:tags r:id="R0c3f1a9f333041c9"/>
              </p:custDataLst>
            </p:nvPr>
          </p:nvSpPr>
          <p:spPr>
            <a:xfrm>
              <a:off x="9674" y="2420"/>
              <a:ext cx="5796" cy="843"/>
            </a:xfrm>
            <a:prstGeom prst="rect">
              <a:avLst/>
            </a:prstGeom>
            <a:noFill/>
          </p:spPr>
          <p:txBody>
            <a:bodyPr wrap="square" rtlCol="0">
              <a:spAutoFit/>
            </a:bodyPr>
            <a:lstStyle/>
            <a:p>
              <a:pPr algn="l" fontAlgn="auto">
                <a:lnSpc>
                  <a:spcPct val="120000"/>
                </a:lnSpc>
                <a:spcBef>
                  <a:spcPts val="0"/>
                </a:spcBef>
                <a:spcAft>
                  <a:spcPts val="0"/>
                </a:spcAft>
              </a:pPr>
              <a:r>
                <a:rPr lang="zh-CN" altLang="en-US" sz="2400">
                  <a:solidFill>
                    <a:schemeClr val="accent1"/>
                  </a:solidFill>
                  <a:latin typeface="Arial"/>
                  <a:ea typeface="阿里巴巴普惠体 Medium"/>
                  <a:cs typeface="阿里巴巴普惠体 Medium"/>
                  <a:sym typeface="Arial"/>
                </a:rPr>
                <a:t>预设标题文本</a:t>
              </a:r>
              <a:endParaRPr lang="zh-CN" altLang="en-US" sz="2400" b="1" dirty="0">
                <a:solidFill>
                  <a:schemeClr val="tx1">
                    <a:lumMod val="75000"/>
                    <a:lumOff val="25000"/>
                  </a:schemeClr>
                </a:solidFill>
                <a:latin typeface="Arial"/>
                <a:ea typeface="阿里巴巴普惠体 Medium"/>
                <a:cs typeface="阿里巴巴普惠体 Medium"/>
                <a:sym typeface="Arial"/>
              </a:endParaRPr>
            </a:p>
          </p:txBody>
        </p:sp>
        <p:sp>
          <p:nvSpPr>
            <p:cNvPr id="7" name="图形"/>
            <p:cNvSpPr txBox="1"/>
            <p:nvPr>
              <p:custDataLst>
                <p:tags r:id="Rb7170904554944ca"/>
              </p:custDataLst>
            </p:nvPr>
          </p:nvSpPr>
          <p:spPr>
            <a:xfrm>
              <a:off x="9674" y="3319"/>
              <a:ext cx="7536" cy="1503"/>
            </a:xfrm>
            <a:prstGeom prst="rect">
              <a:avLst/>
            </a:prstGeom>
            <a:noFill/>
          </p:spPr>
          <p:txBody>
            <a:bodyPr wrap="square" rtlCol="0">
              <a:spAutoFit/>
            </a:bodyPr>
            <a:lstStyle/>
            <a:p>
              <a:pPr marL="0" indent="0" algn="l">
                <a:lnSpc>
                  <a:spcPct val="200000"/>
                </a:lnSpc>
                <a:spcBef>
                  <a:spcPts val="0"/>
                </a:spcBef>
                <a:spcAft>
                  <a:spcPts val="0"/>
                </a:spcAft>
                <a:buNone/>
              </a:pPr>
              <a:r>
                <a:rPr lang="zh-CN" altLang="en-US" sz="1400" spc="250" dirty="0">
                  <a:solidFill>
                    <a:schemeClr val="tx1">
                      <a:lumMod val="75000"/>
                      <a:lumOff val="25000"/>
                    </a:schemeClr>
                  </a:solidFill>
                  <a:uFillTx/>
                  <a:latin typeface="Arial"/>
                  <a:ea typeface="阿里巴巴普惠体 Medium"/>
                  <a:cs typeface="阿里巴巴普惠体 Medium"/>
                  <a:sym typeface="Arial"/>
                </a:rPr>
                <a:t>在此输入文本内容在此输入文本内容在此输入文本内容在此输入文本内容在此输入文本内容</a:t>
              </a:r>
              <a:endParaRPr lang="en-US" altLang="en-US" sz="1400">
                <a:solidFill>
                  <a:schemeClr val="tx1">
                    <a:lumMod val="50000"/>
                    <a:lumOff val="50000"/>
                  </a:schemeClr>
                </a:solidFill>
                <a:latin typeface="Arial"/>
                <a:ea typeface="阿里巴巴普惠体 Medium"/>
                <a:cs typeface="阿里巴巴普惠体 Medium"/>
                <a:sym typeface="Arial"/>
              </a:endParaRPr>
            </a:p>
          </p:txBody>
        </p:sp>
        <p:sp>
          <p:nvSpPr>
            <p:cNvPr id="14" name="图形"/>
            <p:cNvSpPr txBox="1"/>
            <p:nvPr>
              <p:custDataLst>
                <p:tags r:id="R9d1e2f9d6a704118"/>
              </p:custDataLst>
            </p:nvPr>
          </p:nvSpPr>
          <p:spPr>
            <a:xfrm>
              <a:off x="9674" y="5455"/>
              <a:ext cx="5796" cy="843"/>
            </a:xfrm>
            <a:prstGeom prst="rect">
              <a:avLst/>
            </a:prstGeom>
            <a:noFill/>
          </p:spPr>
          <p:txBody>
            <a:bodyPr wrap="square" rtlCol="0">
              <a:spAutoFit/>
            </a:bodyPr>
            <a:lstStyle/>
            <a:p>
              <a:pPr algn="l" fontAlgn="auto">
                <a:lnSpc>
                  <a:spcPct val="120000"/>
                </a:lnSpc>
                <a:spcBef>
                  <a:spcPts val="0"/>
                </a:spcBef>
                <a:spcAft>
                  <a:spcPts val="0"/>
                </a:spcAft>
              </a:pPr>
              <a:r>
                <a:rPr lang="zh-CN" altLang="en-US" sz="2400">
                  <a:solidFill>
                    <a:schemeClr val="accent1"/>
                  </a:solidFill>
                  <a:latin typeface="Arial"/>
                  <a:ea typeface="阿里巴巴普惠体 Medium"/>
                  <a:cs typeface="阿里巴巴普惠体 Medium"/>
                  <a:sym typeface="Arial"/>
                </a:rPr>
                <a:t>预设标题文本</a:t>
              </a:r>
              <a:endParaRPr lang="zh-CN" altLang="en-US" sz="2400" b="1" dirty="0">
                <a:solidFill>
                  <a:schemeClr val="tx1">
                    <a:lumMod val="75000"/>
                    <a:lumOff val="25000"/>
                  </a:schemeClr>
                </a:solidFill>
                <a:latin typeface="Arial"/>
                <a:ea typeface="阿里巴巴普惠体 Medium"/>
                <a:cs typeface="阿里巴巴普惠体 Medium"/>
                <a:sym typeface="Arial"/>
              </a:endParaRPr>
            </a:p>
          </p:txBody>
        </p:sp>
        <p:sp>
          <p:nvSpPr>
            <p:cNvPr id="15" name="图形"/>
            <p:cNvSpPr txBox="1"/>
            <p:nvPr>
              <p:custDataLst>
                <p:tags r:id="R6d49993eef434613"/>
              </p:custDataLst>
            </p:nvPr>
          </p:nvSpPr>
          <p:spPr>
            <a:xfrm>
              <a:off x="9674" y="6354"/>
              <a:ext cx="7671" cy="1503"/>
            </a:xfrm>
            <a:prstGeom prst="rect">
              <a:avLst/>
            </a:prstGeom>
            <a:noFill/>
          </p:spPr>
          <p:txBody>
            <a:bodyPr wrap="square" rtlCol="0">
              <a:spAutoFit/>
            </a:bodyPr>
            <a:lstStyle/>
            <a:p>
              <a:pPr marL="0" indent="0" algn="l">
                <a:lnSpc>
                  <a:spcPct val="200000"/>
                </a:lnSpc>
                <a:spcBef>
                  <a:spcPts val="0"/>
                </a:spcBef>
                <a:spcAft>
                  <a:spcPts val="0"/>
                </a:spcAft>
                <a:buNone/>
              </a:pPr>
              <a:r>
                <a:rPr lang="zh-CN" altLang="en-US" sz="1400" spc="250" dirty="0">
                  <a:solidFill>
                    <a:schemeClr val="tx1">
                      <a:lumMod val="75000"/>
                      <a:lumOff val="25000"/>
                    </a:schemeClr>
                  </a:solidFill>
                  <a:uFillTx/>
                  <a:latin typeface="Arial"/>
                  <a:ea typeface="阿里巴巴普惠体 Medium"/>
                  <a:cs typeface="阿里巴巴普惠体 Medium"/>
                  <a:sym typeface="Arial"/>
                </a:rPr>
                <a:t>在此输入文本内容在此输入文本内容在此输入文本内容在此输入文本内容在此输入文本内容</a:t>
              </a:r>
              <a:endParaRPr lang="en-US" altLang="en-US" sz="1400">
                <a:solidFill>
                  <a:schemeClr val="tx1">
                    <a:lumMod val="50000"/>
                    <a:lumOff val="50000"/>
                  </a:schemeClr>
                </a:solidFill>
                <a:latin typeface="Arial"/>
                <a:ea typeface="阿里巴巴普惠体 Medium"/>
                <a:cs typeface="阿里巴巴普惠体 Medium"/>
                <a:sym typeface="Arial"/>
              </a:endParaRPr>
            </a:p>
          </p:txBody>
        </p:sp>
        <p:pic>
          <p:nvPicPr>
            <p:cNvPr id="18" name="图形" descr="303b343532343035353bc9ccd2b5c4a3d0cd"/>
            <p:cNvPicPr>
              <a:picLocks noChangeAspect="1"/>
            </p:cNvPicPr>
            <p:nvPr>
              <p:custDataLst>
                <p:tags r:id="R4b06e11e261c4fba"/>
              </p:custDataLst>
            </p:nvPr>
          </p:nvPicPr>
          <p:blipFill>
            <a:blip r:embed="R8eb70affb4a742e9">
              <a:extLst>
                <a:ext uri="{96DAC541-7B7A-43D3-8B79-37D633B846F1}">
                  <asvg:svgBlip xmlns:asvg="http://schemas.microsoft.com/office/drawing/2016/SVG/main" r:embed="rId14"/>
                </a:ext>
              </a:extLst>
            </a:blip>
            <a:stretch>
              <a:fillRect/>
            </a:stretch>
          </p:blipFill>
          <p:spPr>
            <a:xfrm>
              <a:off x="8431" y="2591"/>
              <a:ext cx="1004" cy="1004"/>
            </a:xfrm>
            <a:prstGeom prst="rect">
              <a:avLst/>
            </a:prstGeom>
          </p:spPr>
        </p:pic>
        <p:pic>
          <p:nvPicPr>
            <p:cNvPr id="19" name="图形" descr="303b343532343035353bc9ccd2b5c4a3d0cd"/>
            <p:cNvPicPr>
              <a:picLocks noChangeAspect="1"/>
            </p:cNvPicPr>
            <p:nvPr>
              <p:custDataLst>
                <p:tags r:id="R4a409a2047944d06"/>
              </p:custDataLst>
            </p:nvPr>
          </p:nvPicPr>
          <p:blipFill>
            <a:blip r:embed="R8eb70affb4a742e9">
              <a:extLst>
                <a:ext uri="{96DAC541-7B7A-43D3-8B79-37D633B846F1}">
                  <asvg:svgBlip xmlns:asvg="http://schemas.microsoft.com/office/drawing/2016/SVG/main" r:embed="rId14"/>
                </a:ext>
              </a:extLst>
            </a:blip>
            <a:stretch>
              <a:fillRect/>
            </a:stretch>
          </p:blipFill>
          <p:spPr>
            <a:xfrm>
              <a:off x="8431" y="5566"/>
              <a:ext cx="1004" cy="1004"/>
            </a:xfrm>
            <a:prstGeom prst="rect">
              <a:avLst/>
            </a:prstGeom>
          </p:spPr>
        </p:pic>
        <p:sp>
          <p:nvSpPr>
            <p:cNvPr id="17" name="图形"/>
            <p:cNvSpPr>
              <a:spLocks noChangeArrowheads="1"/>
            </p:cNvSpPr>
            <p:nvPr>
              <p:custDataLst>
                <p:tags r:id="Rdf8d0e2ff6134577"/>
              </p:custDataLst>
            </p:nvPr>
          </p:nvSpPr>
          <p:spPr bwMode="auto">
            <a:xfrm>
              <a:off x="1" y="10290"/>
              <a:ext cx="19199" cy="51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id-ID">
                <a:latin typeface="Arial"/>
                <a:ea typeface="阿里巴巴普惠体 Medium"/>
                <a:cs typeface="阿里巴巴普惠体 Medium"/>
                <a:sym typeface="Arial"/>
              </a:endParaRPr>
            </a:p>
          </p:txBody>
        </p:sp>
      </p:grpSp>
    </p:spTree>
    <p:custDataLst>
      <p:tags r:id="Rc979e3708a05441b"/>
    </p:custDataLst>
  </p:cSld>
  <p:clrMapOvr>
    <a:masterClrMapping/>
  </p:clrMapOvr>
  <p:transition advTm="2000">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图形"/>
          <p:cNvGrpSpPr/>
          <p:nvPr/>
        </p:nvGrpSpPr>
        <p:grpSpPr>
          <a:xfrm>
            <a:off x="0" y="2"/>
            <a:ext cx="12192000" cy="6857365"/>
            <a:chOff x="0" y="0"/>
            <a:chExt cx="19200" cy="10799"/>
          </a:xfrm>
        </p:grpSpPr>
        <p:sp>
          <p:nvSpPr>
            <p:cNvPr id="45" name="图形"/>
            <p:cNvSpPr/>
            <p:nvPr>
              <p:custDataLst>
                <p:tags r:id="R8473c827807a4677"/>
              </p:custDataLst>
            </p:nvPr>
          </p:nvSpPr>
          <p:spPr>
            <a:xfrm>
              <a:off x="0" y="5499"/>
              <a:ext cx="8342" cy="53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阿里巴巴普惠体 Medium"/>
                <a:cs typeface="阿里巴巴普惠体 Medium"/>
                <a:sym typeface="Arial"/>
              </a:endParaRPr>
            </a:p>
          </p:txBody>
        </p:sp>
        <p:pic>
          <p:nvPicPr>
            <p:cNvPr id="18" name="图形" descr="E:\006包图网\素材\001婚礼\2\5d4137e3265ed.jpg5d4137e3265ed"/>
            <p:cNvPicPr>
              <a:picLocks noChangeAspect="1"/>
            </p:cNvPicPr>
            <p:nvPr>
              <p:custDataLst>
                <p:tags r:id="R428447370842430f"/>
              </p:custDataLst>
            </p:nvPr>
          </p:nvPicPr>
          <p:blipFill>
            <a:blip r:embed="R5b7306a98d784d2f"/>
            <a:srcRect/>
            <a:stretch>
              <a:fillRect/>
            </a:stretch>
          </p:blipFill>
          <p:spPr>
            <a:xfrm>
              <a:off x="1139" y="1124"/>
              <a:ext cx="6063" cy="9096"/>
            </a:xfrm>
            <a:prstGeom prst="rect">
              <a:avLst/>
            </a:prstGeom>
          </p:spPr>
        </p:pic>
        <p:sp>
          <p:nvSpPr>
            <p:cNvPr id="2" name="图形"/>
            <p:cNvSpPr/>
            <p:nvPr>
              <p:custDataLst>
                <p:tags r:id="R4ecaac9daab84fe9"/>
              </p:custDataLst>
            </p:nvPr>
          </p:nvSpPr>
          <p:spPr>
            <a:xfrm>
              <a:off x="17979" y="0"/>
              <a:ext cx="1221" cy="269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阿里巴巴普惠体 Medium"/>
                <a:cs typeface="阿里巴巴普惠体 Medium"/>
                <a:sym typeface="Arial"/>
              </a:endParaRPr>
            </a:p>
          </p:txBody>
        </p:sp>
        <p:grpSp>
          <p:nvGrpSpPr>
            <p:cNvPr id="3" name="组合 2"/>
            <p:cNvGrpSpPr/>
            <p:nvPr/>
          </p:nvGrpSpPr>
          <p:grpSpPr>
            <a:xfrm>
              <a:off x="9516" y="2935"/>
              <a:ext cx="7959" cy="6577"/>
              <a:chOff x="9516" y="2935"/>
              <a:chExt cx="7959" cy="6577"/>
            </a:xfrm>
          </p:grpSpPr>
          <p:grpSp>
            <p:nvGrpSpPr>
              <p:cNvPr id="21" name="Group 3"/>
              <p:cNvGrpSpPr/>
              <p:nvPr/>
            </p:nvGrpSpPr>
            <p:grpSpPr>
              <a:xfrm>
                <a:off x="9516" y="3217"/>
                <a:ext cx="860" cy="860"/>
                <a:chOff x="6044726" y="1907582"/>
                <a:chExt cx="546047" cy="546190"/>
              </a:xfrm>
            </p:grpSpPr>
            <p:sp>
              <p:nvSpPr>
                <p:cNvPr id="22" name="图形"/>
                <p:cNvSpPr/>
                <p:nvPr>
                  <p:custDataLst>
                    <p:tags r:id="Rf144c6cdad6548f2"/>
                  </p:custDataLst>
                </p:nvPr>
              </p:nvSpPr>
              <p:spPr>
                <a:xfrm>
                  <a:off x="6044726" y="1907582"/>
                  <a:ext cx="546047" cy="546190"/>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22" tIns="45711" rIns="91422" bIns="45711" rtlCol="0" anchor="ctr"/>
                <a:lstStyle/>
                <a:p>
                  <a:pPr algn="ctr"/>
                  <a:endParaRPr lang="id-ID" sz="900" dirty="0">
                    <a:solidFill>
                      <a:schemeClr val="tx1">
                        <a:lumMod val="65000"/>
                        <a:lumOff val="35000"/>
                      </a:schemeClr>
                    </a:solidFill>
                    <a:latin typeface="Arial"/>
                    <a:ea typeface="阿里巴巴普惠体 Medium"/>
                    <a:cs typeface="阿里巴巴普惠体 Medium"/>
                    <a:sym typeface="Arial"/>
                  </a:endParaRPr>
                </a:p>
              </p:txBody>
            </p:sp>
            <p:grpSp>
              <p:nvGrpSpPr>
                <p:cNvPr id="23" name="Group 21"/>
                <p:cNvGrpSpPr/>
                <p:nvPr/>
              </p:nvGrpSpPr>
              <p:grpSpPr>
                <a:xfrm>
                  <a:off x="6145341" y="2011427"/>
                  <a:ext cx="344815" cy="309877"/>
                  <a:chOff x="5583238" y="3892551"/>
                  <a:chExt cx="360363" cy="323850"/>
                </a:xfrm>
                <a:solidFill>
                  <a:schemeClr val="bg1"/>
                </a:solidFill>
              </p:grpSpPr>
              <p:sp>
                <p:nvSpPr>
                  <p:cNvPr id="24" name="图形"/>
                  <p:cNvSpPr/>
                  <p:nvPr>
                    <p:custDataLst>
                      <p:tags r:id="R8ce93bbb46774b34"/>
                    </p:custDataLst>
                  </p:nvPr>
                </p:nvSpPr>
                <p:spPr bwMode="auto">
                  <a:xfrm>
                    <a:off x="5811838" y="3892551"/>
                    <a:ext cx="131763" cy="323850"/>
                  </a:xfrm>
                  <a:custGeom>
                    <a:avLst/>
                    <a:gdLst>
                      <a:gd name="T0" fmla="*/ 17 w 83"/>
                      <a:gd name="T1" fmla="*/ 57 h 204"/>
                      <a:gd name="T2" fmla="*/ 0 w 83"/>
                      <a:gd name="T3" fmla="*/ 57 h 204"/>
                      <a:gd name="T4" fmla="*/ 43 w 83"/>
                      <a:gd name="T5" fmla="*/ 0 h 204"/>
                      <a:gd name="T6" fmla="*/ 83 w 83"/>
                      <a:gd name="T7" fmla="*/ 57 h 204"/>
                      <a:gd name="T8" fmla="*/ 67 w 83"/>
                      <a:gd name="T9" fmla="*/ 57 h 204"/>
                      <a:gd name="T10" fmla="*/ 67 w 83"/>
                      <a:gd name="T11" fmla="*/ 204 h 204"/>
                      <a:gd name="T12" fmla="*/ 17 w 83"/>
                      <a:gd name="T13" fmla="*/ 204 h 204"/>
                      <a:gd name="T14" fmla="*/ 17 w 83"/>
                      <a:gd name="T15" fmla="*/ 57 h 20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3" h="204">
                        <a:moveTo>
                          <a:pt x="17" y="57"/>
                        </a:moveTo>
                        <a:lnTo>
                          <a:pt x="0" y="57"/>
                        </a:lnTo>
                        <a:lnTo>
                          <a:pt x="43" y="0"/>
                        </a:lnTo>
                        <a:lnTo>
                          <a:pt x="83" y="57"/>
                        </a:lnTo>
                        <a:lnTo>
                          <a:pt x="67" y="57"/>
                        </a:lnTo>
                        <a:lnTo>
                          <a:pt x="67" y="204"/>
                        </a:lnTo>
                        <a:lnTo>
                          <a:pt x="17" y="204"/>
                        </a:lnTo>
                        <a:lnTo>
                          <a:pt x="17" y="5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solidFill>
                        <a:schemeClr val="tx1">
                          <a:lumMod val="65000"/>
                          <a:lumOff val="35000"/>
                        </a:schemeClr>
                      </a:solidFill>
                      <a:latin typeface="Arial"/>
                      <a:ea typeface="阿里巴巴普惠体 Medium"/>
                      <a:cs typeface="阿里巴巴普惠体 Medium"/>
                      <a:sym typeface="Arial"/>
                    </a:endParaRPr>
                  </a:p>
                </p:txBody>
              </p:sp>
              <p:sp>
                <p:nvSpPr>
                  <p:cNvPr id="25" name="图形"/>
                  <p:cNvSpPr/>
                  <p:nvPr>
                    <p:custDataLst>
                      <p:tags r:id="R8d434a50f7444df8"/>
                    </p:custDataLst>
                  </p:nvPr>
                </p:nvSpPr>
                <p:spPr bwMode="auto">
                  <a:xfrm>
                    <a:off x="5695951" y="3978276"/>
                    <a:ext cx="131763" cy="238125"/>
                  </a:xfrm>
                  <a:custGeom>
                    <a:avLst/>
                    <a:gdLst>
                      <a:gd name="T0" fmla="*/ 66 w 83"/>
                      <a:gd name="T1" fmla="*/ 150 h 150"/>
                      <a:gd name="T2" fmla="*/ 19 w 83"/>
                      <a:gd name="T3" fmla="*/ 150 h 150"/>
                      <a:gd name="T4" fmla="*/ 19 w 83"/>
                      <a:gd name="T5" fmla="*/ 60 h 150"/>
                      <a:gd name="T6" fmla="*/ 0 w 83"/>
                      <a:gd name="T7" fmla="*/ 60 h 150"/>
                      <a:gd name="T8" fmla="*/ 43 w 83"/>
                      <a:gd name="T9" fmla="*/ 0 h 150"/>
                      <a:gd name="T10" fmla="*/ 83 w 83"/>
                      <a:gd name="T11" fmla="*/ 60 h 150"/>
                      <a:gd name="T12" fmla="*/ 66 w 83"/>
                      <a:gd name="T13" fmla="*/ 60 h 150"/>
                      <a:gd name="T14" fmla="*/ 66 w 83"/>
                      <a:gd name="T15" fmla="*/ 150 h 15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3" h="150">
                        <a:moveTo>
                          <a:pt x="66" y="150"/>
                        </a:moveTo>
                        <a:lnTo>
                          <a:pt x="19" y="150"/>
                        </a:lnTo>
                        <a:lnTo>
                          <a:pt x="19" y="60"/>
                        </a:lnTo>
                        <a:lnTo>
                          <a:pt x="0" y="60"/>
                        </a:lnTo>
                        <a:lnTo>
                          <a:pt x="43" y="0"/>
                        </a:lnTo>
                        <a:lnTo>
                          <a:pt x="83" y="60"/>
                        </a:lnTo>
                        <a:lnTo>
                          <a:pt x="66" y="60"/>
                        </a:lnTo>
                        <a:lnTo>
                          <a:pt x="66" y="15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solidFill>
                        <a:schemeClr val="tx1">
                          <a:lumMod val="65000"/>
                          <a:lumOff val="35000"/>
                        </a:schemeClr>
                      </a:solidFill>
                      <a:latin typeface="Arial"/>
                      <a:ea typeface="阿里巴巴普惠体 Medium"/>
                      <a:cs typeface="阿里巴巴普惠体 Medium"/>
                      <a:sym typeface="Arial"/>
                    </a:endParaRPr>
                  </a:p>
                </p:txBody>
              </p:sp>
              <p:sp>
                <p:nvSpPr>
                  <p:cNvPr id="26" name="图形"/>
                  <p:cNvSpPr/>
                  <p:nvPr>
                    <p:custDataLst>
                      <p:tags r:id="R65ef36929b1343d5"/>
                    </p:custDataLst>
                  </p:nvPr>
                </p:nvSpPr>
                <p:spPr bwMode="auto">
                  <a:xfrm>
                    <a:off x="5583238" y="4068763"/>
                    <a:ext cx="131763" cy="147638"/>
                  </a:xfrm>
                  <a:custGeom>
                    <a:avLst/>
                    <a:gdLst>
                      <a:gd name="T0" fmla="*/ 17 w 83"/>
                      <a:gd name="T1" fmla="*/ 57 h 93"/>
                      <a:gd name="T2" fmla="*/ 0 w 83"/>
                      <a:gd name="T3" fmla="*/ 57 h 93"/>
                      <a:gd name="T4" fmla="*/ 43 w 83"/>
                      <a:gd name="T5" fmla="*/ 0 h 93"/>
                      <a:gd name="T6" fmla="*/ 83 w 83"/>
                      <a:gd name="T7" fmla="*/ 57 h 93"/>
                      <a:gd name="T8" fmla="*/ 66 w 83"/>
                      <a:gd name="T9" fmla="*/ 57 h 93"/>
                      <a:gd name="T10" fmla="*/ 66 w 83"/>
                      <a:gd name="T11" fmla="*/ 93 h 93"/>
                      <a:gd name="T12" fmla="*/ 17 w 83"/>
                      <a:gd name="T13" fmla="*/ 93 h 93"/>
                      <a:gd name="T14" fmla="*/ 17 w 83"/>
                      <a:gd name="T15" fmla="*/ 57 h 9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3" h="93">
                        <a:moveTo>
                          <a:pt x="17" y="57"/>
                        </a:moveTo>
                        <a:lnTo>
                          <a:pt x="0" y="57"/>
                        </a:lnTo>
                        <a:lnTo>
                          <a:pt x="43" y="0"/>
                        </a:lnTo>
                        <a:lnTo>
                          <a:pt x="83" y="57"/>
                        </a:lnTo>
                        <a:lnTo>
                          <a:pt x="66" y="57"/>
                        </a:lnTo>
                        <a:lnTo>
                          <a:pt x="66" y="93"/>
                        </a:lnTo>
                        <a:lnTo>
                          <a:pt x="17" y="93"/>
                        </a:lnTo>
                        <a:lnTo>
                          <a:pt x="17" y="5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solidFill>
                        <a:schemeClr val="tx1">
                          <a:lumMod val="65000"/>
                          <a:lumOff val="35000"/>
                        </a:schemeClr>
                      </a:solidFill>
                      <a:latin typeface="Arial"/>
                      <a:ea typeface="阿里巴巴普惠体 Medium"/>
                      <a:cs typeface="阿里巴巴普惠体 Medium"/>
                      <a:sym typeface="Arial"/>
                    </a:endParaRPr>
                  </a:p>
                </p:txBody>
              </p:sp>
            </p:grpSp>
          </p:grpSp>
          <p:grpSp>
            <p:nvGrpSpPr>
              <p:cNvPr id="27" name="Group 4"/>
              <p:cNvGrpSpPr/>
              <p:nvPr/>
            </p:nvGrpSpPr>
            <p:grpSpPr>
              <a:xfrm>
                <a:off x="9516" y="8199"/>
                <a:ext cx="897" cy="897"/>
                <a:chOff x="6043306" y="5071273"/>
                <a:chExt cx="569656" cy="569805"/>
              </a:xfrm>
            </p:grpSpPr>
            <p:sp>
              <p:nvSpPr>
                <p:cNvPr id="28" name="图形"/>
                <p:cNvSpPr/>
                <p:nvPr>
                  <p:custDataLst>
                    <p:tags r:id="R580b4e6bf311427d"/>
                  </p:custDataLst>
                </p:nvPr>
              </p:nvSpPr>
              <p:spPr>
                <a:xfrm>
                  <a:off x="6043306" y="5071273"/>
                  <a:ext cx="569656" cy="569805"/>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22" tIns="45711" rIns="91422" bIns="45711" rtlCol="0" anchor="ctr"/>
                <a:lstStyle/>
                <a:p>
                  <a:pPr algn="ctr"/>
                  <a:endParaRPr lang="id-ID" sz="900" dirty="0">
                    <a:solidFill>
                      <a:schemeClr val="tx1">
                        <a:lumMod val="65000"/>
                        <a:lumOff val="35000"/>
                      </a:schemeClr>
                    </a:solidFill>
                    <a:latin typeface="Arial"/>
                    <a:ea typeface="阿里巴巴普惠体 Medium"/>
                    <a:cs typeface="阿里巴巴普惠体 Medium"/>
                    <a:sym typeface="Arial"/>
                  </a:endParaRPr>
                </a:p>
              </p:txBody>
            </p:sp>
            <p:sp>
              <p:nvSpPr>
                <p:cNvPr id="29" name="图形"/>
                <p:cNvSpPr/>
                <p:nvPr>
                  <p:custDataLst>
                    <p:tags r:id="R80d91463e5ce44f3"/>
                  </p:custDataLst>
                </p:nvPr>
              </p:nvSpPr>
              <p:spPr>
                <a:xfrm>
                  <a:off x="6161585" y="5187424"/>
                  <a:ext cx="375958" cy="352475"/>
                </a:xfrm>
                <a:custGeom>
                  <a:avLst/>
                  <a:gdLst/>
                  <a:ahLst/>
                  <a:cxnLst>
                    <a:cxn ang="0">
                      <a:pos x="wd2" y="hd2"/>
                    </a:cxn>
                    <a:cxn ang="5400000">
                      <a:pos x="wd2" y="hd2"/>
                    </a:cxn>
                    <a:cxn ang="10800000">
                      <a:pos x="wd2" y="hd2"/>
                    </a:cxn>
                    <a:cxn ang="16200000">
                      <a:pos x="wd2" y="hd2"/>
                    </a:cxn>
                  </a:cxnLst>
                  <a:rect l="0" t="0" r="r" b="b"/>
                  <a:pathLst>
                    <a:path w="20993" h="21440" extrusionOk="0">
                      <a:moveTo>
                        <a:pt x="20097" y="14373"/>
                      </a:moveTo>
                      <a:lnTo>
                        <a:pt x="15990" y="12571"/>
                      </a:lnTo>
                      <a:lnTo>
                        <a:pt x="16463" y="14008"/>
                      </a:lnTo>
                      <a:cubicBezTo>
                        <a:pt x="16439" y="15532"/>
                        <a:pt x="13726" y="16745"/>
                        <a:pt x="10496" y="16745"/>
                      </a:cubicBezTo>
                      <a:cubicBezTo>
                        <a:pt x="7268" y="16745"/>
                        <a:pt x="4553" y="15532"/>
                        <a:pt x="4529" y="14008"/>
                      </a:cubicBezTo>
                      <a:lnTo>
                        <a:pt x="5002" y="12571"/>
                      </a:lnTo>
                      <a:lnTo>
                        <a:pt x="895" y="14373"/>
                      </a:lnTo>
                      <a:cubicBezTo>
                        <a:pt x="-255" y="14878"/>
                        <a:pt x="-304" y="15814"/>
                        <a:pt x="789" y="16451"/>
                      </a:cubicBezTo>
                      <a:lnTo>
                        <a:pt x="8511" y="20962"/>
                      </a:lnTo>
                      <a:cubicBezTo>
                        <a:pt x="9602" y="21600"/>
                        <a:pt x="11390" y="21600"/>
                        <a:pt x="12481" y="20962"/>
                      </a:cubicBezTo>
                      <a:lnTo>
                        <a:pt x="20205" y="16451"/>
                      </a:lnTo>
                      <a:cubicBezTo>
                        <a:pt x="21296" y="15814"/>
                        <a:pt x="21247" y="14878"/>
                        <a:pt x="20097" y="14373"/>
                      </a:cubicBezTo>
                      <a:close/>
                      <a:moveTo>
                        <a:pt x="10496" y="5209"/>
                      </a:moveTo>
                      <a:cubicBezTo>
                        <a:pt x="11724" y="5209"/>
                        <a:pt x="12866" y="4796"/>
                        <a:pt x="13199" y="4152"/>
                      </a:cubicBezTo>
                      <a:cubicBezTo>
                        <a:pt x="12739" y="2744"/>
                        <a:pt x="12343" y="1535"/>
                        <a:pt x="12094" y="773"/>
                      </a:cubicBezTo>
                      <a:cubicBezTo>
                        <a:pt x="11927" y="264"/>
                        <a:pt x="11175" y="0"/>
                        <a:pt x="10496" y="0"/>
                      </a:cubicBezTo>
                      <a:cubicBezTo>
                        <a:pt x="9817" y="0"/>
                        <a:pt x="9065" y="264"/>
                        <a:pt x="8898" y="773"/>
                      </a:cubicBezTo>
                      <a:cubicBezTo>
                        <a:pt x="8649" y="1535"/>
                        <a:pt x="8253" y="2744"/>
                        <a:pt x="7792" y="4152"/>
                      </a:cubicBezTo>
                      <a:cubicBezTo>
                        <a:pt x="8126" y="4796"/>
                        <a:pt x="9268" y="5209"/>
                        <a:pt x="10496" y="5209"/>
                      </a:cubicBezTo>
                      <a:close/>
                      <a:moveTo>
                        <a:pt x="10496" y="13197"/>
                      </a:moveTo>
                      <a:cubicBezTo>
                        <a:pt x="13109" y="13197"/>
                        <a:pt x="15296" y="12229"/>
                        <a:pt x="15429" y="10966"/>
                      </a:cubicBezTo>
                      <a:cubicBezTo>
                        <a:pt x="15041" y="9779"/>
                        <a:pt x="14617" y="8484"/>
                        <a:pt x="14201" y="7211"/>
                      </a:cubicBezTo>
                      <a:cubicBezTo>
                        <a:pt x="13911" y="8118"/>
                        <a:pt x="12316" y="8759"/>
                        <a:pt x="10496" y="8759"/>
                      </a:cubicBezTo>
                      <a:cubicBezTo>
                        <a:pt x="8678" y="8759"/>
                        <a:pt x="7081" y="8118"/>
                        <a:pt x="6791" y="7211"/>
                      </a:cubicBezTo>
                      <a:cubicBezTo>
                        <a:pt x="6375" y="8484"/>
                        <a:pt x="5951" y="9779"/>
                        <a:pt x="5563" y="10966"/>
                      </a:cubicBezTo>
                      <a:cubicBezTo>
                        <a:pt x="5696" y="12229"/>
                        <a:pt x="7883" y="13197"/>
                        <a:pt x="10496" y="13197"/>
                      </a:cubicBezTo>
                      <a:close/>
                    </a:path>
                  </a:pathLst>
                </a:custGeom>
                <a:solidFill>
                  <a:schemeClr val="bg1"/>
                </a:solidFill>
                <a:ln w="12700" cap="flat">
                  <a:noFill/>
                  <a:miter lim="400000"/>
                </a:ln>
                <a:effectLst/>
              </p:spPr>
              <p:txBody>
                <a:bodyPr wrap="square" lIns="38100" tIns="38100" rIns="38100" bIns="38100" numCol="1" anchor="ctr">
                  <a:noAutofit/>
                </a:bodyPr>
                <a:lstStyle/>
                <a:p>
                  <a:pPr lvl="0">
                    <a:defRPr sz="3200">
                      <a:solidFill>
                        <a:srgbClr val="FFFFFF"/>
                      </a:solidFill>
                      <a:latin typeface="Helvetica Light"/>
                      <a:ea typeface="Helvetica Light"/>
                      <a:cs typeface="Helvetica Light"/>
                      <a:sym typeface="Helvetica Light"/>
                    </a:defRPr>
                  </a:pPr>
                  <a:endParaRPr>
                    <a:solidFill>
                      <a:schemeClr val="tx1">
                        <a:lumMod val="65000"/>
                        <a:lumOff val="35000"/>
                      </a:schemeClr>
                    </a:solidFill>
                    <a:latin typeface="Arial"/>
                    <a:ea typeface="阿里巴巴普惠体 Medium"/>
                    <a:cs typeface="阿里巴巴普惠体 Medium"/>
                    <a:sym typeface="Arial"/>
                  </a:endParaRPr>
                </a:p>
              </p:txBody>
            </p:sp>
          </p:grpSp>
          <p:grpSp>
            <p:nvGrpSpPr>
              <p:cNvPr id="30" name="Group 6"/>
              <p:cNvGrpSpPr/>
              <p:nvPr/>
            </p:nvGrpSpPr>
            <p:grpSpPr>
              <a:xfrm>
                <a:off x="9516" y="4853"/>
                <a:ext cx="897" cy="897"/>
                <a:chOff x="6557215" y="2951984"/>
                <a:chExt cx="569656" cy="569805"/>
              </a:xfrm>
            </p:grpSpPr>
            <p:sp>
              <p:nvSpPr>
                <p:cNvPr id="31" name="图形"/>
                <p:cNvSpPr/>
                <p:nvPr>
                  <p:custDataLst>
                    <p:tags r:id="Rd11190cdfd0340f3"/>
                  </p:custDataLst>
                </p:nvPr>
              </p:nvSpPr>
              <p:spPr>
                <a:xfrm>
                  <a:off x="6557215" y="2951984"/>
                  <a:ext cx="569656" cy="569805"/>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22" tIns="45711" rIns="91422" bIns="45711" rtlCol="0" anchor="ctr"/>
                <a:lstStyle/>
                <a:p>
                  <a:pPr algn="ctr"/>
                  <a:endParaRPr lang="id-ID" sz="900" dirty="0">
                    <a:solidFill>
                      <a:schemeClr val="tx1">
                        <a:lumMod val="65000"/>
                        <a:lumOff val="35000"/>
                      </a:schemeClr>
                    </a:solidFill>
                    <a:latin typeface="Arial"/>
                    <a:ea typeface="阿里巴巴普惠体 Medium"/>
                    <a:cs typeface="阿里巴巴普惠体 Medium"/>
                    <a:sym typeface="Arial"/>
                  </a:endParaRPr>
                </a:p>
              </p:txBody>
            </p:sp>
            <p:sp>
              <p:nvSpPr>
                <p:cNvPr id="32" name="图形"/>
                <p:cNvSpPr>
                  <a:spLocks noEditPoints="1"/>
                </p:cNvSpPr>
                <p:nvPr>
                  <p:custDataLst>
                    <p:tags r:id="R8c50d717fbcc4a14"/>
                  </p:custDataLst>
                </p:nvPr>
              </p:nvSpPr>
              <p:spPr bwMode="auto">
                <a:xfrm>
                  <a:off x="6664437" y="3092991"/>
                  <a:ext cx="348205" cy="274671"/>
                </a:xfrm>
                <a:custGeom>
                  <a:avLst/>
                  <a:gdLst>
                    <a:gd name="T0" fmla="*/ 410 w 411"/>
                    <a:gd name="T1" fmla="*/ 309 h 324"/>
                    <a:gd name="T2" fmla="*/ 410 w 411"/>
                    <a:gd name="T3" fmla="*/ 46 h 324"/>
                    <a:gd name="T4" fmla="*/ 395 w 411"/>
                    <a:gd name="T5" fmla="*/ 32 h 324"/>
                    <a:gd name="T6" fmla="*/ 210 w 411"/>
                    <a:gd name="T7" fmla="*/ 32 h 324"/>
                    <a:gd name="T8" fmla="*/ 200 w 411"/>
                    <a:gd name="T9" fmla="*/ 17 h 324"/>
                    <a:gd name="T10" fmla="*/ 200 w 411"/>
                    <a:gd name="T11" fmla="*/ 15 h 324"/>
                    <a:gd name="T12" fmla="*/ 184 w 411"/>
                    <a:gd name="T13" fmla="*/ 0 h 324"/>
                    <a:gd name="T14" fmla="*/ 86 w 411"/>
                    <a:gd name="T15" fmla="*/ 0 h 324"/>
                    <a:gd name="T16" fmla="*/ 70 w 411"/>
                    <a:gd name="T17" fmla="*/ 15 h 324"/>
                    <a:gd name="T18" fmla="*/ 70 w 411"/>
                    <a:gd name="T19" fmla="*/ 17 h 324"/>
                    <a:gd name="T20" fmla="*/ 60 w 411"/>
                    <a:gd name="T21" fmla="*/ 32 h 324"/>
                    <a:gd name="T22" fmla="*/ 60 w 411"/>
                    <a:gd name="T23" fmla="*/ 32 h 324"/>
                    <a:gd name="T24" fmla="*/ 46 w 411"/>
                    <a:gd name="T25" fmla="*/ 46 h 324"/>
                    <a:gd name="T26" fmla="*/ 46 w 411"/>
                    <a:gd name="T27" fmla="*/ 122 h 324"/>
                    <a:gd name="T28" fmla="*/ 14 w 411"/>
                    <a:gd name="T29" fmla="*/ 122 h 324"/>
                    <a:gd name="T30" fmla="*/ 5 w 411"/>
                    <a:gd name="T31" fmla="*/ 138 h 324"/>
                    <a:gd name="T32" fmla="*/ 38 w 411"/>
                    <a:gd name="T33" fmla="*/ 309 h 324"/>
                    <a:gd name="T34" fmla="*/ 53 w 411"/>
                    <a:gd name="T35" fmla="*/ 324 h 324"/>
                    <a:gd name="T36" fmla="*/ 403 w 411"/>
                    <a:gd name="T37" fmla="*/ 324 h 324"/>
                    <a:gd name="T38" fmla="*/ 410 w 411"/>
                    <a:gd name="T39" fmla="*/ 309 h 324"/>
                    <a:gd name="T40" fmla="*/ 392 w 411"/>
                    <a:gd name="T41" fmla="*/ 144 h 324"/>
                    <a:gd name="T42" fmla="*/ 392 w 411"/>
                    <a:gd name="T43" fmla="*/ 316 h 324"/>
                    <a:gd name="T44" fmla="*/ 359 w 411"/>
                    <a:gd name="T45" fmla="*/ 132 h 324"/>
                    <a:gd name="T46" fmla="*/ 345 w 411"/>
                    <a:gd name="T47" fmla="*/ 123 h 324"/>
                    <a:gd name="T48" fmla="*/ 64 w 411"/>
                    <a:gd name="T49" fmla="*/ 123 h 324"/>
                    <a:gd name="T50" fmla="*/ 64 w 411"/>
                    <a:gd name="T51" fmla="*/ 64 h 324"/>
                    <a:gd name="T52" fmla="*/ 392 w 411"/>
                    <a:gd name="T53" fmla="*/ 64 h 324"/>
                    <a:gd name="T54" fmla="*/ 392 w 411"/>
                    <a:gd name="T55" fmla="*/ 144 h 3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411" h="324">
                      <a:moveTo>
                        <a:pt x="410" y="309"/>
                      </a:moveTo>
                      <a:cubicBezTo>
                        <a:pt x="410" y="46"/>
                        <a:pt x="410" y="46"/>
                        <a:pt x="410" y="46"/>
                      </a:cubicBezTo>
                      <a:cubicBezTo>
                        <a:pt x="410" y="38"/>
                        <a:pt x="403" y="32"/>
                        <a:pt x="395" y="32"/>
                      </a:cubicBezTo>
                      <a:cubicBezTo>
                        <a:pt x="210" y="32"/>
                        <a:pt x="210" y="32"/>
                        <a:pt x="210" y="32"/>
                      </a:cubicBezTo>
                      <a:cubicBezTo>
                        <a:pt x="204" y="32"/>
                        <a:pt x="200" y="21"/>
                        <a:pt x="200" y="17"/>
                      </a:cubicBezTo>
                      <a:cubicBezTo>
                        <a:pt x="200" y="15"/>
                        <a:pt x="200" y="15"/>
                        <a:pt x="200" y="15"/>
                      </a:cubicBezTo>
                      <a:cubicBezTo>
                        <a:pt x="200" y="7"/>
                        <a:pt x="193" y="0"/>
                        <a:pt x="184" y="0"/>
                      </a:cubicBezTo>
                      <a:cubicBezTo>
                        <a:pt x="86" y="0"/>
                        <a:pt x="86" y="0"/>
                        <a:pt x="86" y="0"/>
                      </a:cubicBezTo>
                      <a:cubicBezTo>
                        <a:pt x="77" y="0"/>
                        <a:pt x="70" y="7"/>
                        <a:pt x="70" y="15"/>
                      </a:cubicBezTo>
                      <a:cubicBezTo>
                        <a:pt x="70" y="17"/>
                        <a:pt x="70" y="17"/>
                        <a:pt x="70" y="17"/>
                      </a:cubicBezTo>
                      <a:cubicBezTo>
                        <a:pt x="70" y="21"/>
                        <a:pt x="66" y="32"/>
                        <a:pt x="60" y="32"/>
                      </a:cubicBezTo>
                      <a:cubicBezTo>
                        <a:pt x="60" y="32"/>
                        <a:pt x="60" y="32"/>
                        <a:pt x="60" y="32"/>
                      </a:cubicBezTo>
                      <a:cubicBezTo>
                        <a:pt x="52" y="32"/>
                        <a:pt x="46" y="38"/>
                        <a:pt x="46" y="46"/>
                      </a:cubicBezTo>
                      <a:cubicBezTo>
                        <a:pt x="46" y="122"/>
                        <a:pt x="46" y="122"/>
                        <a:pt x="46" y="122"/>
                      </a:cubicBezTo>
                      <a:cubicBezTo>
                        <a:pt x="14" y="122"/>
                        <a:pt x="14" y="122"/>
                        <a:pt x="14" y="122"/>
                      </a:cubicBezTo>
                      <a:cubicBezTo>
                        <a:pt x="14" y="122"/>
                        <a:pt x="0" y="122"/>
                        <a:pt x="5" y="138"/>
                      </a:cubicBezTo>
                      <a:cubicBezTo>
                        <a:pt x="38" y="309"/>
                        <a:pt x="38" y="309"/>
                        <a:pt x="38" y="309"/>
                      </a:cubicBezTo>
                      <a:cubicBezTo>
                        <a:pt x="38" y="317"/>
                        <a:pt x="44" y="324"/>
                        <a:pt x="53" y="324"/>
                      </a:cubicBezTo>
                      <a:cubicBezTo>
                        <a:pt x="403" y="324"/>
                        <a:pt x="403" y="324"/>
                        <a:pt x="403" y="324"/>
                      </a:cubicBezTo>
                      <a:cubicBezTo>
                        <a:pt x="411" y="324"/>
                        <a:pt x="410" y="309"/>
                        <a:pt x="410" y="309"/>
                      </a:cubicBezTo>
                      <a:close/>
                      <a:moveTo>
                        <a:pt x="392" y="144"/>
                      </a:moveTo>
                      <a:cubicBezTo>
                        <a:pt x="392" y="316"/>
                        <a:pt x="392" y="316"/>
                        <a:pt x="392" y="316"/>
                      </a:cubicBezTo>
                      <a:cubicBezTo>
                        <a:pt x="359" y="132"/>
                        <a:pt x="359" y="132"/>
                        <a:pt x="359" y="132"/>
                      </a:cubicBezTo>
                      <a:cubicBezTo>
                        <a:pt x="356" y="122"/>
                        <a:pt x="345" y="123"/>
                        <a:pt x="345" y="123"/>
                      </a:cubicBezTo>
                      <a:cubicBezTo>
                        <a:pt x="64" y="123"/>
                        <a:pt x="64" y="123"/>
                        <a:pt x="64" y="123"/>
                      </a:cubicBezTo>
                      <a:cubicBezTo>
                        <a:pt x="64" y="64"/>
                        <a:pt x="64" y="64"/>
                        <a:pt x="64" y="64"/>
                      </a:cubicBezTo>
                      <a:cubicBezTo>
                        <a:pt x="392" y="64"/>
                        <a:pt x="392" y="64"/>
                        <a:pt x="392" y="64"/>
                      </a:cubicBezTo>
                      <a:lnTo>
                        <a:pt x="392" y="144"/>
                      </a:lnTo>
                      <a:close/>
                    </a:path>
                  </a:pathLst>
                </a:custGeom>
                <a:solidFill>
                  <a:schemeClr val="bg1"/>
                </a:solidFill>
                <a:ln>
                  <a:noFill/>
                </a:ln>
              </p:spPr>
              <p:txBody>
                <a:bodyPr vert="horz" wrap="square" lIns="121920" tIns="60960" rIns="121920" bIns="60960" numCol="1" anchor="t" anchorCtr="0" compatLnSpc="1"/>
                <a:lstStyle/>
                <a:p>
                  <a:endParaRPr lang="en-US" sz="2400">
                    <a:solidFill>
                      <a:schemeClr val="tx1">
                        <a:lumMod val="65000"/>
                        <a:lumOff val="35000"/>
                      </a:schemeClr>
                    </a:solidFill>
                    <a:latin typeface="Arial"/>
                    <a:ea typeface="阿里巴巴普惠体 Medium"/>
                    <a:cs typeface="阿里巴巴普惠体 Medium"/>
                    <a:sym typeface="Arial"/>
                  </a:endParaRPr>
                </a:p>
              </p:txBody>
            </p:sp>
          </p:grpSp>
          <p:grpSp>
            <p:nvGrpSpPr>
              <p:cNvPr id="33" name="Group 5"/>
              <p:cNvGrpSpPr/>
              <p:nvPr/>
            </p:nvGrpSpPr>
            <p:grpSpPr>
              <a:xfrm>
                <a:off x="9516" y="6526"/>
                <a:ext cx="897" cy="897"/>
                <a:chOff x="6556487" y="4024792"/>
                <a:chExt cx="569656" cy="569805"/>
              </a:xfrm>
            </p:grpSpPr>
            <p:sp>
              <p:nvSpPr>
                <p:cNvPr id="34" name="图形"/>
                <p:cNvSpPr/>
                <p:nvPr>
                  <p:custDataLst>
                    <p:tags r:id="Rc16769f412884a19"/>
                  </p:custDataLst>
                </p:nvPr>
              </p:nvSpPr>
              <p:spPr>
                <a:xfrm>
                  <a:off x="6556487" y="4024792"/>
                  <a:ext cx="569656" cy="569805"/>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22" tIns="45711" rIns="91422" bIns="45711" rtlCol="0" anchor="ctr"/>
                <a:lstStyle/>
                <a:p>
                  <a:pPr algn="ctr"/>
                  <a:endParaRPr lang="id-ID" sz="900" dirty="0">
                    <a:solidFill>
                      <a:schemeClr val="tx1">
                        <a:lumMod val="65000"/>
                        <a:lumOff val="35000"/>
                      </a:schemeClr>
                    </a:solidFill>
                    <a:latin typeface="Arial"/>
                    <a:ea typeface="阿里巴巴普惠体 Medium"/>
                    <a:cs typeface="阿里巴巴普惠体 Medium"/>
                    <a:sym typeface="Arial"/>
                  </a:endParaRPr>
                </a:p>
              </p:txBody>
            </p:sp>
            <p:sp>
              <p:nvSpPr>
                <p:cNvPr id="35" name="图形"/>
                <p:cNvSpPr/>
                <p:nvPr>
                  <p:custDataLst>
                    <p:tags r:id="Rc55dcd13b032433a"/>
                  </p:custDataLst>
                </p:nvPr>
              </p:nvSpPr>
              <p:spPr>
                <a:xfrm>
                  <a:off x="6693601" y="4163383"/>
                  <a:ext cx="304789" cy="318957"/>
                </a:xfrm>
                <a:custGeom>
                  <a:avLst/>
                  <a:gdLst/>
                  <a:ahLst/>
                  <a:cxnLst>
                    <a:cxn ang="0">
                      <a:pos x="wd2" y="hd2"/>
                    </a:cxn>
                    <a:cxn ang="5400000">
                      <a:pos x="wd2" y="hd2"/>
                    </a:cxn>
                    <a:cxn ang="10800000">
                      <a:pos x="wd2" y="hd2"/>
                    </a:cxn>
                    <a:cxn ang="16200000">
                      <a:pos x="wd2" y="hd2"/>
                    </a:cxn>
                  </a:cxnLst>
                  <a:rect l="0" t="0" r="r" b="b"/>
                  <a:pathLst>
                    <a:path w="21441" h="21600" extrusionOk="0">
                      <a:moveTo>
                        <a:pt x="2206" y="3607"/>
                      </a:moveTo>
                      <a:lnTo>
                        <a:pt x="4487" y="1200"/>
                      </a:lnTo>
                      <a:lnTo>
                        <a:pt x="16953" y="1200"/>
                      </a:lnTo>
                      <a:lnTo>
                        <a:pt x="19234" y="3607"/>
                      </a:lnTo>
                      <a:cubicBezTo>
                        <a:pt x="19234" y="3607"/>
                        <a:pt x="2206" y="3607"/>
                        <a:pt x="2206" y="3607"/>
                      </a:cubicBezTo>
                      <a:close/>
                      <a:moveTo>
                        <a:pt x="10720" y="13168"/>
                      </a:moveTo>
                      <a:cubicBezTo>
                        <a:pt x="6671" y="13168"/>
                        <a:pt x="5805" y="7652"/>
                        <a:pt x="5625" y="6516"/>
                      </a:cubicBezTo>
                      <a:lnTo>
                        <a:pt x="7915" y="6516"/>
                      </a:lnTo>
                      <a:cubicBezTo>
                        <a:pt x="8259" y="8173"/>
                        <a:pt x="9042" y="11009"/>
                        <a:pt x="10720" y="11009"/>
                      </a:cubicBezTo>
                      <a:cubicBezTo>
                        <a:pt x="12398" y="11009"/>
                        <a:pt x="13182" y="8173"/>
                        <a:pt x="13525" y="6516"/>
                      </a:cubicBezTo>
                      <a:lnTo>
                        <a:pt x="15816" y="6516"/>
                      </a:lnTo>
                      <a:cubicBezTo>
                        <a:pt x="15635" y="7652"/>
                        <a:pt x="14769" y="13168"/>
                        <a:pt x="10720" y="13168"/>
                      </a:cubicBezTo>
                      <a:close/>
                      <a:moveTo>
                        <a:pt x="20843" y="2725"/>
                      </a:moveTo>
                      <a:cubicBezTo>
                        <a:pt x="20476" y="2418"/>
                        <a:pt x="18467" y="648"/>
                        <a:pt x="18092" y="336"/>
                      </a:cubicBezTo>
                      <a:cubicBezTo>
                        <a:pt x="17719" y="25"/>
                        <a:pt x="17150" y="0"/>
                        <a:pt x="16718" y="0"/>
                      </a:cubicBezTo>
                      <a:lnTo>
                        <a:pt x="4722" y="0"/>
                      </a:lnTo>
                      <a:cubicBezTo>
                        <a:pt x="4292" y="0"/>
                        <a:pt x="3722" y="25"/>
                        <a:pt x="3348" y="336"/>
                      </a:cubicBezTo>
                      <a:cubicBezTo>
                        <a:pt x="2973" y="648"/>
                        <a:pt x="964" y="2419"/>
                        <a:pt x="597" y="2725"/>
                      </a:cubicBezTo>
                      <a:cubicBezTo>
                        <a:pt x="227" y="3032"/>
                        <a:pt x="-80" y="3497"/>
                        <a:pt x="18" y="4155"/>
                      </a:cubicBezTo>
                      <a:cubicBezTo>
                        <a:pt x="117" y="4817"/>
                        <a:pt x="2374" y="20549"/>
                        <a:pt x="2433" y="20923"/>
                      </a:cubicBezTo>
                      <a:cubicBezTo>
                        <a:pt x="2490" y="21296"/>
                        <a:pt x="2829" y="21592"/>
                        <a:pt x="3241" y="21600"/>
                      </a:cubicBezTo>
                      <a:lnTo>
                        <a:pt x="18199" y="21600"/>
                      </a:lnTo>
                      <a:cubicBezTo>
                        <a:pt x="18611" y="21592"/>
                        <a:pt x="18950" y="21296"/>
                        <a:pt x="19007" y="20922"/>
                      </a:cubicBezTo>
                      <a:cubicBezTo>
                        <a:pt x="19066" y="20549"/>
                        <a:pt x="21323" y="4816"/>
                        <a:pt x="21423" y="4155"/>
                      </a:cubicBezTo>
                      <a:cubicBezTo>
                        <a:pt x="21520" y="3497"/>
                        <a:pt x="21213" y="3032"/>
                        <a:pt x="20843" y="2725"/>
                      </a:cubicBezTo>
                      <a:close/>
                    </a:path>
                  </a:pathLst>
                </a:custGeom>
                <a:solidFill>
                  <a:srgbClr val="FFFFFF"/>
                </a:solidFill>
                <a:ln w="12700" cap="flat">
                  <a:noFill/>
                  <a:miter lim="400000"/>
                </a:ln>
                <a:effectLst/>
              </p:spPr>
              <p:txBody>
                <a:bodyPr wrap="square" lIns="43656" tIns="43656" rIns="43656" bIns="43656" numCol="1" anchor="ctr">
                  <a:noAutofit/>
                </a:bodyPr>
                <a:lstStyle/>
                <a:p>
                  <a:pPr lvl="0" algn="ctr">
                    <a:lnSpc>
                      <a:spcPct val="100000"/>
                    </a:lnSpc>
                    <a:spcBef>
                      <a:spcPts val="0"/>
                    </a:spcBef>
                    <a:defRPr sz="3200">
                      <a:solidFill>
                        <a:srgbClr val="FFFFFF"/>
                      </a:solidFill>
                      <a:latin typeface="+mn-lt"/>
                      <a:ea typeface="+mn-ea"/>
                      <a:cs typeface="+mn-cs"/>
                      <a:sym typeface="Helvetica Light"/>
                    </a:defRPr>
                  </a:pPr>
                  <a:endParaRPr>
                    <a:solidFill>
                      <a:schemeClr val="tx1">
                        <a:lumMod val="65000"/>
                        <a:lumOff val="35000"/>
                      </a:schemeClr>
                    </a:solidFill>
                    <a:latin typeface="Arial"/>
                    <a:ea typeface="阿里巴巴普惠体 Medium"/>
                    <a:cs typeface="阿里巴巴普惠体 Medium"/>
                    <a:sym typeface="Arial"/>
                  </a:endParaRPr>
                </a:p>
              </p:txBody>
            </p:sp>
          </p:grpSp>
          <p:sp>
            <p:nvSpPr>
              <p:cNvPr id="36" name="图形"/>
              <p:cNvSpPr txBox="1"/>
              <p:nvPr>
                <p:custDataLst>
                  <p:tags r:id="Rc712b74acd234145"/>
                </p:custDataLst>
              </p:nvPr>
            </p:nvSpPr>
            <p:spPr>
              <a:xfrm>
                <a:off x="10766" y="3646"/>
                <a:ext cx="6708" cy="872"/>
              </a:xfrm>
              <a:prstGeom prst="rect">
                <a:avLst/>
              </a:prstGeom>
              <a:noFill/>
            </p:spPr>
            <p:txBody>
              <a:bodyPr wrap="square" lIns="0" tIns="0" rIns="0" bIns="0" rtlCol="0">
                <a:spAutoFit/>
              </a:bodyPr>
              <a:lstStyle/>
              <a:p>
                <a:pPr marL="0" indent="0" algn="l">
                  <a:lnSpc>
                    <a:spcPct val="150000"/>
                  </a:lnSpc>
                  <a:spcBef>
                    <a:spcPts val="0"/>
                  </a:spcBef>
                  <a:spcAft>
                    <a:spcPts val="0"/>
                  </a:spcAft>
                  <a:buNone/>
                </a:pPr>
                <a:r>
                  <a:rPr lang="zh-CN" altLang="en-US" sz="1200" dirty="0">
                    <a:solidFill>
                      <a:schemeClr val="tx1">
                        <a:lumMod val="50000"/>
                        <a:lumOff val="50000"/>
                      </a:schemeClr>
                    </a:solidFill>
                    <a:latin typeface="Arial"/>
                    <a:ea typeface="阿里巴巴普惠体 Medium"/>
                    <a:cs typeface="阿里巴巴普惠体 Medium"/>
                    <a:sym typeface="Arial"/>
                  </a:rPr>
                  <a:t>在此处添加您的文本内容在此处添加您的文本内容在此处添加您的文本内容在此处添加您的文本内容此处添加您的文本内容</a:t>
                </a:r>
              </a:p>
            </p:txBody>
          </p:sp>
          <p:sp>
            <p:nvSpPr>
              <p:cNvPr id="38" name="图形"/>
              <p:cNvSpPr txBox="1"/>
              <p:nvPr>
                <p:custDataLst>
                  <p:tags r:id="Rfcf2cf52f8464ecc"/>
                </p:custDataLst>
              </p:nvPr>
            </p:nvSpPr>
            <p:spPr>
              <a:xfrm>
                <a:off x="10766" y="2935"/>
                <a:ext cx="4043" cy="582"/>
              </a:xfrm>
              <a:prstGeom prst="rect">
                <a:avLst/>
              </a:prstGeom>
              <a:noFill/>
            </p:spPr>
            <p:txBody>
              <a:bodyPr wrap="square" lIns="0" tIns="0" rIns="0" bIns="0" rtlCol="0">
                <a:spAutoFit/>
              </a:bodyPr>
              <a:lstStyle/>
              <a:p>
                <a:pPr algn="l" fontAlgn="auto">
                  <a:lnSpc>
                    <a:spcPct val="120000"/>
                  </a:lnSpc>
                  <a:spcBef>
                    <a:spcPts val="0"/>
                  </a:spcBef>
                  <a:spcAft>
                    <a:spcPts val="0"/>
                  </a:spcAft>
                </a:pPr>
                <a:r>
                  <a:rPr lang="zh-CN" altLang="en-US" sz="2000">
                    <a:solidFill>
                      <a:schemeClr val="accent1"/>
                    </a:solidFill>
                    <a:latin typeface="Arial"/>
                    <a:ea typeface="阿里巴巴普惠体 Medium"/>
                    <a:cs typeface="阿里巴巴普惠体 Medium"/>
                    <a:sym typeface="Arial"/>
                  </a:rPr>
                  <a:t>预设标题文本</a:t>
                </a:r>
                <a:endParaRPr lang="zh-CN" altLang="en-US" sz="2000" b="1" dirty="0">
                  <a:solidFill>
                    <a:schemeClr val="accent1"/>
                  </a:solidFill>
                  <a:latin typeface="Arial"/>
                  <a:ea typeface="阿里巴巴普惠体 Medium"/>
                  <a:cs typeface="阿里巴巴普惠体 Medium"/>
                  <a:sym typeface="Arial"/>
                </a:endParaRPr>
              </a:p>
            </p:txBody>
          </p:sp>
          <p:sp>
            <p:nvSpPr>
              <p:cNvPr id="39" name="图形"/>
              <p:cNvSpPr txBox="1"/>
              <p:nvPr>
                <p:custDataLst>
                  <p:tags r:id="R93662feb1ae3411e"/>
                </p:custDataLst>
              </p:nvPr>
            </p:nvSpPr>
            <p:spPr>
              <a:xfrm>
                <a:off x="10766" y="5231"/>
                <a:ext cx="6709" cy="872"/>
              </a:xfrm>
              <a:prstGeom prst="rect">
                <a:avLst/>
              </a:prstGeom>
              <a:noFill/>
            </p:spPr>
            <p:txBody>
              <a:bodyPr wrap="square" lIns="0" tIns="0" rIns="0" bIns="0" rtlCol="0">
                <a:spAutoFit/>
              </a:bodyPr>
              <a:lstStyle/>
              <a:p>
                <a:pPr marL="0" indent="0" algn="l">
                  <a:lnSpc>
                    <a:spcPct val="150000"/>
                  </a:lnSpc>
                  <a:spcBef>
                    <a:spcPts val="0"/>
                  </a:spcBef>
                  <a:spcAft>
                    <a:spcPts val="0"/>
                  </a:spcAft>
                  <a:buNone/>
                </a:pPr>
                <a:r>
                  <a:rPr lang="zh-CN" altLang="en-US" sz="1200" dirty="0">
                    <a:solidFill>
                      <a:schemeClr val="tx1">
                        <a:lumMod val="50000"/>
                        <a:lumOff val="50000"/>
                      </a:schemeClr>
                    </a:solidFill>
                    <a:latin typeface="Arial"/>
                    <a:ea typeface="阿里巴巴普惠体 Medium"/>
                    <a:cs typeface="阿里巴巴普惠体 Medium"/>
                    <a:sym typeface="Arial"/>
                  </a:rPr>
                  <a:t>在此处添加您的文本内容在此处添加您的文本内容在此处添加您的文本内容在此处添加您的文本内容此处添加您的文本内容</a:t>
                </a:r>
              </a:p>
            </p:txBody>
          </p:sp>
          <p:sp>
            <p:nvSpPr>
              <p:cNvPr id="56" name="图形"/>
              <p:cNvSpPr txBox="1"/>
              <p:nvPr>
                <p:custDataLst>
                  <p:tags r:id="R85c400b443ab4b6f"/>
                </p:custDataLst>
              </p:nvPr>
            </p:nvSpPr>
            <p:spPr>
              <a:xfrm>
                <a:off x="10766" y="4734"/>
                <a:ext cx="4043" cy="582"/>
              </a:xfrm>
              <a:prstGeom prst="rect">
                <a:avLst/>
              </a:prstGeom>
              <a:noFill/>
            </p:spPr>
            <p:txBody>
              <a:bodyPr wrap="square" lIns="0" tIns="0" rIns="0" bIns="0" rtlCol="0">
                <a:spAutoFit/>
              </a:bodyPr>
              <a:lstStyle/>
              <a:p>
                <a:pPr algn="l" fontAlgn="auto">
                  <a:lnSpc>
                    <a:spcPct val="120000"/>
                  </a:lnSpc>
                  <a:spcBef>
                    <a:spcPts val="0"/>
                  </a:spcBef>
                  <a:spcAft>
                    <a:spcPts val="0"/>
                  </a:spcAft>
                </a:pPr>
                <a:r>
                  <a:rPr lang="zh-CN" altLang="en-US" sz="2000">
                    <a:solidFill>
                      <a:schemeClr val="accent1"/>
                    </a:solidFill>
                    <a:latin typeface="Arial"/>
                    <a:ea typeface="阿里巴巴普惠体 Medium"/>
                    <a:cs typeface="阿里巴巴普惠体 Medium"/>
                    <a:sym typeface="Arial"/>
                  </a:rPr>
                  <a:t>预设标题文本</a:t>
                </a:r>
                <a:endParaRPr lang="zh-CN" altLang="en-US" sz="2000" b="1" dirty="0">
                  <a:solidFill>
                    <a:schemeClr val="accent1"/>
                  </a:solidFill>
                  <a:latin typeface="Arial"/>
                  <a:ea typeface="阿里巴巴普惠体 Medium"/>
                  <a:cs typeface="阿里巴巴普惠体 Medium"/>
                  <a:sym typeface="Arial"/>
                </a:endParaRPr>
              </a:p>
            </p:txBody>
          </p:sp>
          <p:sp>
            <p:nvSpPr>
              <p:cNvPr id="57" name="图形"/>
              <p:cNvSpPr txBox="1"/>
              <p:nvPr>
                <p:custDataLst>
                  <p:tags r:id="Rb9d5309291174f08"/>
                </p:custDataLst>
              </p:nvPr>
            </p:nvSpPr>
            <p:spPr>
              <a:xfrm>
                <a:off x="10766" y="6938"/>
                <a:ext cx="6709" cy="872"/>
              </a:xfrm>
              <a:prstGeom prst="rect">
                <a:avLst/>
              </a:prstGeom>
              <a:noFill/>
            </p:spPr>
            <p:txBody>
              <a:bodyPr wrap="square" lIns="0" tIns="0" rIns="0" bIns="0" rtlCol="0">
                <a:spAutoFit/>
              </a:bodyPr>
              <a:lstStyle/>
              <a:p>
                <a:pPr marL="0" indent="0" algn="l">
                  <a:lnSpc>
                    <a:spcPct val="150000"/>
                  </a:lnSpc>
                  <a:spcBef>
                    <a:spcPts val="0"/>
                  </a:spcBef>
                  <a:spcAft>
                    <a:spcPts val="0"/>
                  </a:spcAft>
                  <a:buNone/>
                </a:pPr>
                <a:r>
                  <a:rPr lang="zh-CN" altLang="en-US" sz="1200" dirty="0">
                    <a:solidFill>
                      <a:schemeClr val="tx1">
                        <a:lumMod val="50000"/>
                        <a:lumOff val="50000"/>
                      </a:schemeClr>
                    </a:solidFill>
                    <a:latin typeface="Arial"/>
                    <a:ea typeface="阿里巴巴普惠体 Medium"/>
                    <a:cs typeface="阿里巴巴普惠体 Medium"/>
                    <a:sym typeface="Arial"/>
                  </a:rPr>
                  <a:t>在此处添加您的文本内容在此处添加您的文本内容在此处添加您的文本内容在此处添加您的文本内容此处添加您的文本内容</a:t>
                </a:r>
              </a:p>
            </p:txBody>
          </p:sp>
          <p:sp>
            <p:nvSpPr>
              <p:cNvPr id="58" name="图形"/>
              <p:cNvSpPr txBox="1"/>
              <p:nvPr>
                <p:custDataLst>
                  <p:tags r:id="R7ca6cfaa3e7246f2"/>
                </p:custDataLst>
              </p:nvPr>
            </p:nvSpPr>
            <p:spPr>
              <a:xfrm>
                <a:off x="10766" y="6441"/>
                <a:ext cx="4043" cy="582"/>
              </a:xfrm>
              <a:prstGeom prst="rect">
                <a:avLst/>
              </a:prstGeom>
              <a:noFill/>
            </p:spPr>
            <p:txBody>
              <a:bodyPr wrap="square" lIns="0" tIns="0" rIns="0" bIns="0" rtlCol="0">
                <a:spAutoFit/>
              </a:bodyPr>
              <a:lstStyle/>
              <a:p>
                <a:pPr algn="l" fontAlgn="auto">
                  <a:lnSpc>
                    <a:spcPct val="120000"/>
                  </a:lnSpc>
                  <a:spcBef>
                    <a:spcPts val="0"/>
                  </a:spcBef>
                  <a:spcAft>
                    <a:spcPts val="0"/>
                  </a:spcAft>
                </a:pPr>
                <a:r>
                  <a:rPr lang="zh-CN" altLang="en-US" sz="2000">
                    <a:solidFill>
                      <a:schemeClr val="accent1"/>
                    </a:solidFill>
                    <a:latin typeface="Arial"/>
                    <a:ea typeface="阿里巴巴普惠体 Medium"/>
                    <a:cs typeface="阿里巴巴普惠体 Medium"/>
                    <a:sym typeface="Arial"/>
                  </a:rPr>
                  <a:t>预设标题文本</a:t>
                </a:r>
                <a:endParaRPr lang="zh-CN" altLang="en-US" sz="2000" b="1" dirty="0">
                  <a:solidFill>
                    <a:schemeClr val="accent1"/>
                  </a:solidFill>
                  <a:latin typeface="Arial"/>
                  <a:ea typeface="阿里巴巴普惠体 Medium"/>
                  <a:cs typeface="阿里巴巴普惠体 Medium"/>
                  <a:sym typeface="Arial"/>
                </a:endParaRPr>
              </a:p>
            </p:txBody>
          </p:sp>
          <p:sp>
            <p:nvSpPr>
              <p:cNvPr id="59" name="图形"/>
              <p:cNvSpPr txBox="1"/>
              <p:nvPr>
                <p:custDataLst>
                  <p:tags r:id="Rf22b26a9ff3442a9"/>
                </p:custDataLst>
              </p:nvPr>
            </p:nvSpPr>
            <p:spPr>
              <a:xfrm>
                <a:off x="10766" y="8640"/>
                <a:ext cx="6709" cy="872"/>
              </a:xfrm>
              <a:prstGeom prst="rect">
                <a:avLst/>
              </a:prstGeom>
              <a:noFill/>
            </p:spPr>
            <p:txBody>
              <a:bodyPr wrap="square" lIns="0" tIns="0" rIns="0" bIns="0" rtlCol="0">
                <a:spAutoFit/>
              </a:bodyPr>
              <a:lstStyle/>
              <a:p>
                <a:pPr marL="0" indent="0" algn="l">
                  <a:lnSpc>
                    <a:spcPct val="150000"/>
                  </a:lnSpc>
                  <a:spcBef>
                    <a:spcPts val="0"/>
                  </a:spcBef>
                  <a:spcAft>
                    <a:spcPts val="0"/>
                  </a:spcAft>
                  <a:buNone/>
                </a:pPr>
                <a:r>
                  <a:rPr lang="zh-CN" altLang="en-US" sz="1200" dirty="0">
                    <a:solidFill>
                      <a:schemeClr val="tx1">
                        <a:lumMod val="50000"/>
                        <a:lumOff val="50000"/>
                      </a:schemeClr>
                    </a:solidFill>
                    <a:latin typeface="Arial"/>
                    <a:ea typeface="阿里巴巴普惠体 Medium"/>
                    <a:cs typeface="阿里巴巴普惠体 Medium"/>
                    <a:sym typeface="Arial"/>
                  </a:rPr>
                  <a:t>在此处添加您的文本内容在此处添加您的文本内容在此处添加您的文本内容在此处添加您的文本内容此处添加您的文本内容</a:t>
                </a:r>
              </a:p>
            </p:txBody>
          </p:sp>
          <p:sp>
            <p:nvSpPr>
              <p:cNvPr id="60" name="图形"/>
              <p:cNvSpPr txBox="1"/>
              <p:nvPr>
                <p:custDataLst>
                  <p:tags r:id="Rbc3babfdc57d41c0"/>
                </p:custDataLst>
              </p:nvPr>
            </p:nvSpPr>
            <p:spPr>
              <a:xfrm>
                <a:off x="10766" y="8143"/>
                <a:ext cx="4043" cy="582"/>
              </a:xfrm>
              <a:prstGeom prst="rect">
                <a:avLst/>
              </a:prstGeom>
              <a:noFill/>
            </p:spPr>
            <p:txBody>
              <a:bodyPr wrap="square" lIns="0" tIns="0" rIns="0" bIns="0" rtlCol="0">
                <a:spAutoFit/>
              </a:bodyPr>
              <a:lstStyle/>
              <a:p>
                <a:pPr algn="l" fontAlgn="auto">
                  <a:lnSpc>
                    <a:spcPct val="120000"/>
                  </a:lnSpc>
                  <a:spcBef>
                    <a:spcPts val="0"/>
                  </a:spcBef>
                  <a:spcAft>
                    <a:spcPts val="0"/>
                  </a:spcAft>
                </a:pPr>
                <a:r>
                  <a:rPr lang="zh-CN" altLang="en-US" sz="2000">
                    <a:solidFill>
                      <a:schemeClr val="accent1"/>
                    </a:solidFill>
                    <a:latin typeface="Arial"/>
                    <a:ea typeface="阿里巴巴普惠体 Medium"/>
                    <a:cs typeface="阿里巴巴普惠体 Medium"/>
                    <a:sym typeface="Arial"/>
                  </a:rPr>
                  <a:t>预设标题文本</a:t>
                </a:r>
                <a:endParaRPr lang="zh-CN" altLang="en-US" sz="2000" b="1" dirty="0">
                  <a:solidFill>
                    <a:schemeClr val="accent1"/>
                  </a:solidFill>
                  <a:latin typeface="Arial"/>
                  <a:ea typeface="阿里巴巴普惠体 Medium"/>
                  <a:cs typeface="阿里巴巴普惠体 Medium"/>
                  <a:sym typeface="Arial"/>
                </a:endParaRPr>
              </a:p>
            </p:txBody>
          </p:sp>
        </p:grpSp>
      </p:grpSp>
    </p:spTree>
    <p:custDataLst>
      <p:tags r:id="R01710c227aea499e"/>
    </p:custDataLst>
  </p:cSld>
  <p:clrMapOvr>
    <a:masterClrMapping/>
  </p:clrMapOvr>
  <p:transition advTm="200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图形"/>
          <p:cNvGrpSpPr/>
          <p:nvPr/>
        </p:nvGrpSpPr>
        <p:grpSpPr>
          <a:xfrm>
            <a:off x="706121" y="2115821"/>
            <a:ext cx="10465435" cy="3669687"/>
            <a:chOff x="1665" y="3332"/>
            <a:chExt cx="15928" cy="5585"/>
          </a:xfrm>
        </p:grpSpPr>
        <p:pic>
          <p:nvPicPr>
            <p:cNvPr id="13" name="图形" descr="E:\006包图网\素材\001婚礼\2\5d4131241e1c4.jpg5d4131241e1c4"/>
            <p:cNvPicPr>
              <a:picLocks noChangeAspect="1"/>
            </p:cNvPicPr>
            <p:nvPr>
              <p:custDataLst>
                <p:tags r:id="R35eeb14dff324049"/>
              </p:custDataLst>
            </p:nvPr>
          </p:nvPicPr>
          <p:blipFill rotWithShape="1">
            <a:blip r:embed="R75b4e304f2644a72"/>
            <a:srcRect/>
            <a:stretch>
              <a:fillRect/>
            </a:stretch>
          </p:blipFill>
          <p:spPr>
            <a:xfrm>
              <a:off x="5502" y="3373"/>
              <a:ext cx="8255" cy="5504"/>
            </a:xfrm>
            <a:custGeom>
              <a:avLst/>
              <a:gdLst>
                <a:gd name="connsiteX0" fmla="*/ 0 w 5708072"/>
                <a:gd name="connsiteY0" fmla="*/ 0 h 3482110"/>
                <a:gd name="connsiteX1" fmla="*/ 5708072 w 5708072"/>
                <a:gd name="connsiteY1" fmla="*/ 0 h 3482110"/>
                <a:gd name="connsiteX2" fmla="*/ 5708072 w 5708072"/>
                <a:gd name="connsiteY2" fmla="*/ 3482110 h 3482110"/>
                <a:gd name="connsiteX3" fmla="*/ 0 w 5708072"/>
                <a:gd name="connsiteY3" fmla="*/ 3482110 h 3482110"/>
              </a:gdLst>
              <a:ahLst/>
              <a:cxnLst>
                <a:cxn ang="0">
                  <a:pos x="connsiteX0" y="connsiteY0"/>
                </a:cxn>
                <a:cxn ang="0">
                  <a:pos x="connsiteX1" y="connsiteY1"/>
                </a:cxn>
                <a:cxn ang="0">
                  <a:pos x="connsiteX2" y="connsiteY2"/>
                </a:cxn>
                <a:cxn ang="0">
                  <a:pos x="connsiteX3" y="connsiteY3"/>
                </a:cxn>
              </a:cxnLst>
              <a:rect l="l" t="t" r="r" b="b"/>
              <a:pathLst>
                <a:path w="5708072" h="3482110">
                  <a:moveTo>
                    <a:pt x="0" y="0"/>
                  </a:moveTo>
                  <a:lnTo>
                    <a:pt x="5708072" y="0"/>
                  </a:lnTo>
                  <a:lnTo>
                    <a:pt x="5708072" y="3482110"/>
                  </a:lnTo>
                  <a:lnTo>
                    <a:pt x="0" y="3482110"/>
                  </a:lnTo>
                  <a:close/>
                </a:path>
              </a:pathLst>
            </a:custGeom>
          </p:spPr>
        </p:pic>
        <p:grpSp>
          <p:nvGrpSpPr>
            <p:cNvPr id="15" name="组合 14"/>
            <p:cNvGrpSpPr/>
            <p:nvPr/>
          </p:nvGrpSpPr>
          <p:grpSpPr>
            <a:xfrm>
              <a:off x="14155" y="3332"/>
              <a:ext cx="3438" cy="5585"/>
              <a:chOff x="14155" y="3332"/>
              <a:chExt cx="3438" cy="5585"/>
            </a:xfrm>
          </p:grpSpPr>
          <p:sp>
            <p:nvSpPr>
              <p:cNvPr id="20" name="图形"/>
              <p:cNvSpPr/>
              <p:nvPr>
                <p:custDataLst>
                  <p:tags r:id="R80408abd162449d6"/>
                </p:custDataLst>
              </p:nvPr>
            </p:nvSpPr>
            <p:spPr>
              <a:xfrm>
                <a:off x="14155" y="3332"/>
                <a:ext cx="3438" cy="558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阿里巴巴普惠体 Medium"/>
                  <a:cs typeface="阿里巴巴普惠体 Medium"/>
                  <a:sym typeface="Arial"/>
                </a:endParaRPr>
              </a:p>
            </p:txBody>
          </p:sp>
          <p:sp>
            <p:nvSpPr>
              <p:cNvPr id="7" name="图形"/>
              <p:cNvSpPr/>
              <p:nvPr>
                <p:custDataLst>
                  <p:tags r:id="Rae2d8bb37be34df9"/>
                </p:custDataLst>
              </p:nvPr>
            </p:nvSpPr>
            <p:spPr>
              <a:xfrm>
                <a:off x="15488" y="3755"/>
                <a:ext cx="773" cy="945"/>
              </a:xfrm>
              <a:custGeom>
                <a:avLst/>
                <a:gdLst/>
                <a:ahLst/>
                <a:cxnLst>
                  <a:cxn ang="0">
                    <a:pos x="wd2" y="hd2"/>
                  </a:cxn>
                  <a:cxn ang="5400000">
                    <a:pos x="wd2" y="hd2"/>
                  </a:cxn>
                  <a:cxn ang="10800000">
                    <a:pos x="wd2" y="hd2"/>
                  </a:cxn>
                  <a:cxn ang="16200000">
                    <a:pos x="wd2" y="hd2"/>
                  </a:cxn>
                </a:cxnLst>
                <a:rect l="0" t="0" r="r" b="b"/>
                <a:pathLst>
                  <a:path w="21600" h="21600" extrusionOk="0">
                    <a:moveTo>
                      <a:pt x="9529" y="6686"/>
                    </a:moveTo>
                    <a:cubicBezTo>
                      <a:pt x="12071" y="6686"/>
                      <a:pt x="12071" y="6686"/>
                      <a:pt x="12071" y="6686"/>
                    </a:cubicBezTo>
                    <a:cubicBezTo>
                      <a:pt x="12071" y="8743"/>
                      <a:pt x="12071" y="8743"/>
                      <a:pt x="12071" y="8743"/>
                    </a:cubicBezTo>
                    <a:cubicBezTo>
                      <a:pt x="13976" y="8743"/>
                      <a:pt x="13976" y="8743"/>
                      <a:pt x="13976" y="8743"/>
                    </a:cubicBezTo>
                    <a:cubicBezTo>
                      <a:pt x="13976" y="1029"/>
                      <a:pt x="13976" y="1029"/>
                      <a:pt x="13976" y="1029"/>
                    </a:cubicBezTo>
                    <a:cubicBezTo>
                      <a:pt x="13976" y="514"/>
                      <a:pt x="13341" y="0"/>
                      <a:pt x="12706" y="0"/>
                    </a:cubicBezTo>
                    <a:cubicBezTo>
                      <a:pt x="1271" y="0"/>
                      <a:pt x="1271" y="0"/>
                      <a:pt x="1271" y="0"/>
                    </a:cubicBezTo>
                    <a:cubicBezTo>
                      <a:pt x="635" y="0"/>
                      <a:pt x="0" y="514"/>
                      <a:pt x="0" y="1029"/>
                    </a:cubicBezTo>
                    <a:cubicBezTo>
                      <a:pt x="0" y="20571"/>
                      <a:pt x="0" y="20571"/>
                      <a:pt x="0" y="20571"/>
                    </a:cubicBezTo>
                    <a:cubicBezTo>
                      <a:pt x="0" y="21086"/>
                      <a:pt x="635" y="21600"/>
                      <a:pt x="1271" y="21600"/>
                    </a:cubicBezTo>
                    <a:cubicBezTo>
                      <a:pt x="5082" y="21600"/>
                      <a:pt x="5082" y="21600"/>
                      <a:pt x="5082" y="21600"/>
                    </a:cubicBezTo>
                    <a:cubicBezTo>
                      <a:pt x="5082" y="15429"/>
                      <a:pt x="5082" y="15429"/>
                      <a:pt x="5082" y="15429"/>
                    </a:cubicBezTo>
                    <a:cubicBezTo>
                      <a:pt x="8259" y="15429"/>
                      <a:pt x="8259" y="15429"/>
                      <a:pt x="8259" y="15429"/>
                    </a:cubicBezTo>
                    <a:cubicBezTo>
                      <a:pt x="8259" y="10286"/>
                      <a:pt x="8259" y="10286"/>
                      <a:pt x="8259" y="10286"/>
                    </a:cubicBezTo>
                    <a:cubicBezTo>
                      <a:pt x="8259" y="9257"/>
                      <a:pt x="8894" y="9257"/>
                      <a:pt x="9529" y="8743"/>
                    </a:cubicBezTo>
                    <a:lnTo>
                      <a:pt x="9529" y="6686"/>
                    </a:lnTo>
                    <a:close/>
                    <a:moveTo>
                      <a:pt x="9529" y="2057"/>
                    </a:moveTo>
                    <a:cubicBezTo>
                      <a:pt x="12071" y="2057"/>
                      <a:pt x="12071" y="2057"/>
                      <a:pt x="12071" y="2057"/>
                    </a:cubicBezTo>
                    <a:cubicBezTo>
                      <a:pt x="12071" y="5143"/>
                      <a:pt x="12071" y="5143"/>
                      <a:pt x="12071" y="5143"/>
                    </a:cubicBezTo>
                    <a:cubicBezTo>
                      <a:pt x="9529" y="5143"/>
                      <a:pt x="9529" y="5143"/>
                      <a:pt x="9529" y="5143"/>
                    </a:cubicBezTo>
                    <a:lnTo>
                      <a:pt x="9529" y="2057"/>
                    </a:lnTo>
                    <a:close/>
                    <a:moveTo>
                      <a:pt x="3812" y="18514"/>
                    </a:moveTo>
                    <a:cubicBezTo>
                      <a:pt x="1271" y="18514"/>
                      <a:pt x="1271" y="18514"/>
                      <a:pt x="1271" y="18514"/>
                    </a:cubicBezTo>
                    <a:cubicBezTo>
                      <a:pt x="1271" y="15429"/>
                      <a:pt x="1271" y="15429"/>
                      <a:pt x="1271" y="15429"/>
                    </a:cubicBezTo>
                    <a:cubicBezTo>
                      <a:pt x="3812" y="15429"/>
                      <a:pt x="3812" y="15429"/>
                      <a:pt x="3812" y="15429"/>
                    </a:cubicBezTo>
                    <a:lnTo>
                      <a:pt x="3812" y="18514"/>
                    </a:lnTo>
                    <a:close/>
                    <a:moveTo>
                      <a:pt x="3812" y="13886"/>
                    </a:moveTo>
                    <a:cubicBezTo>
                      <a:pt x="1271" y="13886"/>
                      <a:pt x="1271" y="13886"/>
                      <a:pt x="1271" y="13886"/>
                    </a:cubicBezTo>
                    <a:cubicBezTo>
                      <a:pt x="1271" y="11314"/>
                      <a:pt x="1271" y="11314"/>
                      <a:pt x="1271" y="11314"/>
                    </a:cubicBezTo>
                    <a:cubicBezTo>
                      <a:pt x="3812" y="11314"/>
                      <a:pt x="3812" y="11314"/>
                      <a:pt x="3812" y="11314"/>
                    </a:cubicBezTo>
                    <a:lnTo>
                      <a:pt x="3812" y="13886"/>
                    </a:lnTo>
                    <a:close/>
                    <a:moveTo>
                      <a:pt x="3812" y="9257"/>
                    </a:moveTo>
                    <a:cubicBezTo>
                      <a:pt x="1271" y="9257"/>
                      <a:pt x="1271" y="9257"/>
                      <a:pt x="1271" y="9257"/>
                    </a:cubicBezTo>
                    <a:cubicBezTo>
                      <a:pt x="1271" y="6686"/>
                      <a:pt x="1271" y="6686"/>
                      <a:pt x="1271" y="6686"/>
                    </a:cubicBezTo>
                    <a:cubicBezTo>
                      <a:pt x="3812" y="6686"/>
                      <a:pt x="3812" y="6686"/>
                      <a:pt x="3812" y="6686"/>
                    </a:cubicBezTo>
                    <a:lnTo>
                      <a:pt x="3812" y="9257"/>
                    </a:lnTo>
                    <a:close/>
                    <a:moveTo>
                      <a:pt x="3812" y="5143"/>
                    </a:moveTo>
                    <a:cubicBezTo>
                      <a:pt x="1271" y="5143"/>
                      <a:pt x="1271" y="5143"/>
                      <a:pt x="1271" y="5143"/>
                    </a:cubicBezTo>
                    <a:cubicBezTo>
                      <a:pt x="1271" y="2057"/>
                      <a:pt x="1271" y="2057"/>
                      <a:pt x="1271" y="2057"/>
                    </a:cubicBezTo>
                    <a:cubicBezTo>
                      <a:pt x="3812" y="2057"/>
                      <a:pt x="3812" y="2057"/>
                      <a:pt x="3812" y="2057"/>
                    </a:cubicBezTo>
                    <a:lnTo>
                      <a:pt x="3812" y="5143"/>
                    </a:lnTo>
                    <a:close/>
                    <a:moveTo>
                      <a:pt x="8259" y="13886"/>
                    </a:moveTo>
                    <a:cubicBezTo>
                      <a:pt x="5718" y="13886"/>
                      <a:pt x="5718" y="13886"/>
                      <a:pt x="5718" y="13886"/>
                    </a:cubicBezTo>
                    <a:cubicBezTo>
                      <a:pt x="5718" y="11314"/>
                      <a:pt x="5718" y="11314"/>
                      <a:pt x="5718" y="11314"/>
                    </a:cubicBezTo>
                    <a:cubicBezTo>
                      <a:pt x="8259" y="11314"/>
                      <a:pt x="8259" y="11314"/>
                      <a:pt x="8259" y="11314"/>
                    </a:cubicBezTo>
                    <a:lnTo>
                      <a:pt x="8259" y="13886"/>
                    </a:lnTo>
                    <a:close/>
                    <a:moveTo>
                      <a:pt x="8259" y="9257"/>
                    </a:moveTo>
                    <a:cubicBezTo>
                      <a:pt x="5718" y="9257"/>
                      <a:pt x="5718" y="9257"/>
                      <a:pt x="5718" y="9257"/>
                    </a:cubicBezTo>
                    <a:cubicBezTo>
                      <a:pt x="5718" y="6686"/>
                      <a:pt x="5718" y="6686"/>
                      <a:pt x="5718" y="6686"/>
                    </a:cubicBezTo>
                    <a:cubicBezTo>
                      <a:pt x="8259" y="6686"/>
                      <a:pt x="8259" y="6686"/>
                      <a:pt x="8259" y="6686"/>
                    </a:cubicBezTo>
                    <a:lnTo>
                      <a:pt x="8259" y="9257"/>
                    </a:lnTo>
                    <a:close/>
                    <a:moveTo>
                      <a:pt x="8259" y="5143"/>
                    </a:moveTo>
                    <a:cubicBezTo>
                      <a:pt x="5718" y="5143"/>
                      <a:pt x="5718" y="5143"/>
                      <a:pt x="5718" y="5143"/>
                    </a:cubicBezTo>
                    <a:cubicBezTo>
                      <a:pt x="5718" y="2057"/>
                      <a:pt x="5718" y="2057"/>
                      <a:pt x="5718" y="2057"/>
                    </a:cubicBezTo>
                    <a:cubicBezTo>
                      <a:pt x="8259" y="2057"/>
                      <a:pt x="8259" y="2057"/>
                      <a:pt x="8259" y="2057"/>
                    </a:cubicBezTo>
                    <a:lnTo>
                      <a:pt x="8259" y="5143"/>
                    </a:lnTo>
                    <a:close/>
                    <a:moveTo>
                      <a:pt x="20965" y="9771"/>
                    </a:moveTo>
                    <a:cubicBezTo>
                      <a:pt x="10800" y="9771"/>
                      <a:pt x="10800" y="9771"/>
                      <a:pt x="10800" y="9771"/>
                    </a:cubicBezTo>
                    <a:cubicBezTo>
                      <a:pt x="10165" y="9771"/>
                      <a:pt x="9529" y="9771"/>
                      <a:pt x="9529" y="10286"/>
                    </a:cubicBezTo>
                    <a:cubicBezTo>
                      <a:pt x="9529" y="21086"/>
                      <a:pt x="9529" y="21086"/>
                      <a:pt x="9529" y="21086"/>
                    </a:cubicBezTo>
                    <a:cubicBezTo>
                      <a:pt x="9529" y="21600"/>
                      <a:pt x="10165" y="21600"/>
                      <a:pt x="10800" y="21600"/>
                    </a:cubicBezTo>
                    <a:cubicBezTo>
                      <a:pt x="14612" y="21600"/>
                      <a:pt x="14612" y="21600"/>
                      <a:pt x="14612" y="21600"/>
                    </a:cubicBezTo>
                    <a:cubicBezTo>
                      <a:pt x="14612" y="18000"/>
                      <a:pt x="14612" y="18000"/>
                      <a:pt x="14612" y="18000"/>
                    </a:cubicBezTo>
                    <a:cubicBezTo>
                      <a:pt x="17153" y="18000"/>
                      <a:pt x="17153" y="18000"/>
                      <a:pt x="17153" y="18000"/>
                    </a:cubicBezTo>
                    <a:cubicBezTo>
                      <a:pt x="17153" y="21600"/>
                      <a:pt x="17153" y="21600"/>
                      <a:pt x="17153" y="21600"/>
                    </a:cubicBezTo>
                    <a:cubicBezTo>
                      <a:pt x="20965" y="21600"/>
                      <a:pt x="20965" y="21600"/>
                      <a:pt x="20965" y="21600"/>
                    </a:cubicBezTo>
                    <a:cubicBezTo>
                      <a:pt x="20965" y="21600"/>
                      <a:pt x="21600" y="21600"/>
                      <a:pt x="21600" y="21086"/>
                    </a:cubicBezTo>
                    <a:cubicBezTo>
                      <a:pt x="21600" y="10286"/>
                      <a:pt x="21600" y="10286"/>
                      <a:pt x="21600" y="10286"/>
                    </a:cubicBezTo>
                    <a:cubicBezTo>
                      <a:pt x="21600" y="9771"/>
                      <a:pt x="20965" y="9771"/>
                      <a:pt x="20965" y="9771"/>
                    </a:cubicBezTo>
                    <a:close/>
                    <a:moveTo>
                      <a:pt x="13341" y="19543"/>
                    </a:moveTo>
                    <a:cubicBezTo>
                      <a:pt x="11435" y="19543"/>
                      <a:pt x="11435" y="19543"/>
                      <a:pt x="11435" y="19543"/>
                    </a:cubicBezTo>
                    <a:cubicBezTo>
                      <a:pt x="11435" y="18000"/>
                      <a:pt x="11435" y="18000"/>
                      <a:pt x="11435" y="18000"/>
                    </a:cubicBezTo>
                    <a:cubicBezTo>
                      <a:pt x="13341" y="18000"/>
                      <a:pt x="13341" y="18000"/>
                      <a:pt x="13341" y="18000"/>
                    </a:cubicBezTo>
                    <a:lnTo>
                      <a:pt x="13341" y="19543"/>
                    </a:lnTo>
                    <a:close/>
                    <a:moveTo>
                      <a:pt x="13341" y="17486"/>
                    </a:moveTo>
                    <a:cubicBezTo>
                      <a:pt x="11435" y="17486"/>
                      <a:pt x="11435" y="17486"/>
                      <a:pt x="11435" y="17486"/>
                    </a:cubicBezTo>
                    <a:cubicBezTo>
                      <a:pt x="11435" y="15943"/>
                      <a:pt x="11435" y="15943"/>
                      <a:pt x="11435" y="15943"/>
                    </a:cubicBezTo>
                    <a:cubicBezTo>
                      <a:pt x="13341" y="15943"/>
                      <a:pt x="13341" y="15943"/>
                      <a:pt x="13341" y="15943"/>
                    </a:cubicBezTo>
                    <a:lnTo>
                      <a:pt x="13341" y="17486"/>
                    </a:lnTo>
                    <a:close/>
                    <a:moveTo>
                      <a:pt x="13341" y="14914"/>
                    </a:moveTo>
                    <a:cubicBezTo>
                      <a:pt x="11435" y="14914"/>
                      <a:pt x="11435" y="14914"/>
                      <a:pt x="11435" y="14914"/>
                    </a:cubicBezTo>
                    <a:cubicBezTo>
                      <a:pt x="11435" y="13371"/>
                      <a:pt x="11435" y="13371"/>
                      <a:pt x="11435" y="13371"/>
                    </a:cubicBezTo>
                    <a:cubicBezTo>
                      <a:pt x="13341" y="13371"/>
                      <a:pt x="13341" y="13371"/>
                      <a:pt x="13341" y="13371"/>
                    </a:cubicBezTo>
                    <a:lnTo>
                      <a:pt x="13341" y="14914"/>
                    </a:lnTo>
                    <a:close/>
                    <a:moveTo>
                      <a:pt x="13341" y="12343"/>
                    </a:moveTo>
                    <a:cubicBezTo>
                      <a:pt x="11435" y="12343"/>
                      <a:pt x="11435" y="12343"/>
                      <a:pt x="11435" y="12343"/>
                    </a:cubicBezTo>
                    <a:cubicBezTo>
                      <a:pt x="11435" y="10800"/>
                      <a:pt x="11435" y="10800"/>
                      <a:pt x="11435" y="10800"/>
                    </a:cubicBezTo>
                    <a:cubicBezTo>
                      <a:pt x="13341" y="10800"/>
                      <a:pt x="13341" y="10800"/>
                      <a:pt x="13341" y="10800"/>
                    </a:cubicBezTo>
                    <a:lnTo>
                      <a:pt x="13341" y="12343"/>
                    </a:lnTo>
                    <a:close/>
                    <a:moveTo>
                      <a:pt x="17153" y="17486"/>
                    </a:moveTo>
                    <a:cubicBezTo>
                      <a:pt x="14612" y="17486"/>
                      <a:pt x="14612" y="17486"/>
                      <a:pt x="14612" y="17486"/>
                    </a:cubicBezTo>
                    <a:cubicBezTo>
                      <a:pt x="14612" y="15943"/>
                      <a:pt x="14612" y="15943"/>
                      <a:pt x="14612" y="15943"/>
                    </a:cubicBezTo>
                    <a:cubicBezTo>
                      <a:pt x="17153" y="15943"/>
                      <a:pt x="17153" y="15943"/>
                      <a:pt x="17153" y="15943"/>
                    </a:cubicBezTo>
                    <a:lnTo>
                      <a:pt x="17153" y="17486"/>
                    </a:lnTo>
                    <a:close/>
                    <a:moveTo>
                      <a:pt x="17153" y="14914"/>
                    </a:moveTo>
                    <a:cubicBezTo>
                      <a:pt x="14612" y="14914"/>
                      <a:pt x="14612" y="14914"/>
                      <a:pt x="14612" y="14914"/>
                    </a:cubicBezTo>
                    <a:cubicBezTo>
                      <a:pt x="14612" y="13371"/>
                      <a:pt x="14612" y="13371"/>
                      <a:pt x="14612" y="13371"/>
                    </a:cubicBezTo>
                    <a:cubicBezTo>
                      <a:pt x="17153" y="13371"/>
                      <a:pt x="17153" y="13371"/>
                      <a:pt x="17153" y="13371"/>
                    </a:cubicBezTo>
                    <a:lnTo>
                      <a:pt x="17153" y="14914"/>
                    </a:lnTo>
                    <a:close/>
                    <a:moveTo>
                      <a:pt x="17153" y="12343"/>
                    </a:moveTo>
                    <a:cubicBezTo>
                      <a:pt x="14612" y="12343"/>
                      <a:pt x="14612" y="12343"/>
                      <a:pt x="14612" y="12343"/>
                    </a:cubicBezTo>
                    <a:cubicBezTo>
                      <a:pt x="14612" y="10800"/>
                      <a:pt x="14612" y="10800"/>
                      <a:pt x="14612" y="10800"/>
                    </a:cubicBezTo>
                    <a:cubicBezTo>
                      <a:pt x="17153" y="10800"/>
                      <a:pt x="17153" y="10800"/>
                      <a:pt x="17153" y="10800"/>
                    </a:cubicBezTo>
                    <a:lnTo>
                      <a:pt x="17153" y="12343"/>
                    </a:lnTo>
                    <a:close/>
                    <a:moveTo>
                      <a:pt x="20329" y="20057"/>
                    </a:moveTo>
                    <a:cubicBezTo>
                      <a:pt x="18424" y="20057"/>
                      <a:pt x="18424" y="20057"/>
                      <a:pt x="18424" y="20057"/>
                    </a:cubicBezTo>
                    <a:cubicBezTo>
                      <a:pt x="18424" y="18000"/>
                      <a:pt x="18424" y="18000"/>
                      <a:pt x="18424" y="18000"/>
                    </a:cubicBezTo>
                    <a:cubicBezTo>
                      <a:pt x="20329" y="18000"/>
                      <a:pt x="20329" y="18000"/>
                      <a:pt x="20329" y="18000"/>
                    </a:cubicBezTo>
                    <a:lnTo>
                      <a:pt x="20329" y="20057"/>
                    </a:lnTo>
                    <a:close/>
                    <a:moveTo>
                      <a:pt x="20329" y="17486"/>
                    </a:moveTo>
                    <a:cubicBezTo>
                      <a:pt x="18424" y="17486"/>
                      <a:pt x="18424" y="17486"/>
                      <a:pt x="18424" y="17486"/>
                    </a:cubicBezTo>
                    <a:cubicBezTo>
                      <a:pt x="18424" y="15943"/>
                      <a:pt x="18424" y="15943"/>
                      <a:pt x="18424" y="15943"/>
                    </a:cubicBezTo>
                    <a:cubicBezTo>
                      <a:pt x="20329" y="15943"/>
                      <a:pt x="20329" y="15943"/>
                      <a:pt x="20329" y="15943"/>
                    </a:cubicBezTo>
                    <a:lnTo>
                      <a:pt x="20329" y="17486"/>
                    </a:lnTo>
                    <a:close/>
                    <a:moveTo>
                      <a:pt x="20329" y="14914"/>
                    </a:moveTo>
                    <a:cubicBezTo>
                      <a:pt x="18424" y="14914"/>
                      <a:pt x="18424" y="14914"/>
                      <a:pt x="18424" y="14914"/>
                    </a:cubicBezTo>
                    <a:cubicBezTo>
                      <a:pt x="18424" y="13371"/>
                      <a:pt x="18424" y="13371"/>
                      <a:pt x="18424" y="13371"/>
                    </a:cubicBezTo>
                    <a:cubicBezTo>
                      <a:pt x="20329" y="13371"/>
                      <a:pt x="20329" y="13371"/>
                      <a:pt x="20329" y="13371"/>
                    </a:cubicBezTo>
                    <a:lnTo>
                      <a:pt x="20329" y="14914"/>
                    </a:lnTo>
                    <a:close/>
                    <a:moveTo>
                      <a:pt x="20329" y="12343"/>
                    </a:moveTo>
                    <a:cubicBezTo>
                      <a:pt x="18424" y="12343"/>
                      <a:pt x="18424" y="12343"/>
                      <a:pt x="18424" y="12343"/>
                    </a:cubicBezTo>
                    <a:cubicBezTo>
                      <a:pt x="18424" y="10800"/>
                      <a:pt x="18424" y="10800"/>
                      <a:pt x="18424" y="10800"/>
                    </a:cubicBezTo>
                    <a:cubicBezTo>
                      <a:pt x="20329" y="10800"/>
                      <a:pt x="20329" y="10800"/>
                      <a:pt x="20329" y="10800"/>
                    </a:cubicBezTo>
                    <a:lnTo>
                      <a:pt x="20329" y="12343"/>
                    </a:lnTo>
                    <a:close/>
                    <a:moveTo>
                      <a:pt x="20329" y="12343"/>
                    </a:moveTo>
                    <a:cubicBezTo>
                      <a:pt x="20329" y="12343"/>
                      <a:pt x="20329" y="12343"/>
                      <a:pt x="20329" y="12343"/>
                    </a:cubicBezTo>
                  </a:path>
                </a:pathLst>
              </a:custGeom>
              <a:solidFill>
                <a:schemeClr val="bg1"/>
              </a:solidFill>
              <a:ln w="12700">
                <a:miter lim="400000"/>
              </a:ln>
            </p:spPr>
            <p:txBody>
              <a:bodyPr lIns="60960" tIns="60960" rIns="60960" bIns="6096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457200">
                  <a:defRPr sz="5600">
                    <a:latin typeface="Gill Sans"/>
                    <a:ea typeface="Gill Sans"/>
                    <a:cs typeface="Gill Sans"/>
                    <a:sym typeface="Gill Sans"/>
                  </a:defRPr>
                </a:pPr>
                <a:endParaRPr sz="7465">
                  <a:latin typeface="Arial"/>
                  <a:ea typeface="阿里巴巴普惠体 Medium"/>
                  <a:cs typeface="阿里巴巴普惠体 Medium"/>
                  <a:sym typeface="Arial"/>
                </a:endParaRPr>
              </a:p>
            </p:txBody>
          </p:sp>
          <p:sp>
            <p:nvSpPr>
              <p:cNvPr id="135" name="图形"/>
              <p:cNvSpPr txBox="1"/>
              <p:nvPr>
                <p:custDataLst>
                  <p:tags r:id="Rba7ffd56694545bd"/>
                </p:custDataLst>
              </p:nvPr>
            </p:nvSpPr>
            <p:spPr>
              <a:xfrm>
                <a:off x="14386" y="5612"/>
                <a:ext cx="2978" cy="2955"/>
              </a:xfrm>
              <a:prstGeom prst="rect">
                <a:avLst/>
              </a:prstGeom>
              <a:noFill/>
            </p:spPr>
            <p:txBody>
              <a:bodyPr wrap="square" lIns="94002" tIns="47001" rIns="94002" bIns="47001" rtlCol="0">
                <a:spAutoFit/>
              </a:bodyPr>
              <a:lstStyle/>
              <a:p>
                <a:pPr marL="0" indent="0" algn="ctr">
                  <a:lnSpc>
                    <a:spcPct val="200000"/>
                  </a:lnSpc>
                  <a:spcBef>
                    <a:spcPts val="0"/>
                  </a:spcBef>
                  <a:spcAft>
                    <a:spcPts val="0"/>
                  </a:spcAft>
                  <a:buNone/>
                </a:pPr>
                <a:r>
                  <a:rPr lang="zh-CN" altLang="en-US" sz="1200" dirty="0">
                    <a:solidFill>
                      <a:schemeClr val="bg1"/>
                    </a:solidFill>
                    <a:latin typeface="Arial"/>
                    <a:ea typeface="阿里巴巴普惠体 Medium"/>
                    <a:cs typeface="阿里巴巴普惠体 Medium"/>
                    <a:sym typeface="Arial"/>
                  </a:rPr>
                  <a:t>在此处添加您的文本内容在此处添加您的文本内容在此处添加您的文本内容在此处添加您的文本内容在此处添加您的文本内容</a:t>
                </a:r>
              </a:p>
            </p:txBody>
          </p:sp>
          <p:sp>
            <p:nvSpPr>
              <p:cNvPr id="136" name="图形"/>
              <p:cNvSpPr txBox="1"/>
              <p:nvPr>
                <p:custDataLst>
                  <p:tags r:id="R13df61b0a3d84c33"/>
                </p:custDataLst>
              </p:nvPr>
            </p:nvSpPr>
            <p:spPr>
              <a:xfrm>
                <a:off x="14924" y="4980"/>
                <a:ext cx="1900" cy="613"/>
              </a:xfrm>
              <a:prstGeom prst="rect">
                <a:avLst/>
              </a:prstGeom>
              <a:noFill/>
            </p:spPr>
            <p:txBody>
              <a:bodyPr wrap="square" lIns="94002" tIns="47001" rIns="94002" bIns="47001" rtlCol="0">
                <a:spAutoFit/>
              </a:bodyPr>
              <a:lstStyle/>
              <a:p>
                <a:r>
                  <a:rPr lang="zh-CN" altLang="en-US" sz="2000" dirty="0">
                    <a:solidFill>
                      <a:schemeClr val="bg1"/>
                    </a:solidFill>
                    <a:latin typeface="Arial"/>
                    <a:ea typeface="阿里巴巴普惠体 Medium"/>
                    <a:cs typeface="阿里巴巴普惠体 Medium"/>
                    <a:sym typeface="Arial"/>
                  </a:rPr>
                  <a:t>预设标题</a:t>
                </a:r>
                <a:endParaRPr lang="zh-CN" altLang="en-US" sz="2000" b="1" dirty="0">
                  <a:solidFill>
                    <a:schemeClr val="bg1"/>
                  </a:solidFill>
                  <a:latin typeface="Arial"/>
                  <a:ea typeface="阿里巴巴普惠体 Medium"/>
                  <a:cs typeface="阿里巴巴普惠体 Medium"/>
                  <a:sym typeface="Arial"/>
                </a:endParaRPr>
              </a:p>
            </p:txBody>
          </p:sp>
        </p:grpSp>
        <p:grpSp>
          <p:nvGrpSpPr>
            <p:cNvPr id="8" name="组合 7"/>
            <p:cNvGrpSpPr/>
            <p:nvPr/>
          </p:nvGrpSpPr>
          <p:grpSpPr>
            <a:xfrm>
              <a:off x="1665" y="3332"/>
              <a:ext cx="3438" cy="5585"/>
              <a:chOff x="13755" y="3917"/>
              <a:chExt cx="3438" cy="5585"/>
            </a:xfrm>
          </p:grpSpPr>
          <p:sp>
            <p:nvSpPr>
              <p:cNvPr id="9" name="图形"/>
              <p:cNvSpPr/>
              <p:nvPr>
                <p:custDataLst>
                  <p:tags r:id="Rc3e71e9fd3824070"/>
                </p:custDataLst>
              </p:nvPr>
            </p:nvSpPr>
            <p:spPr>
              <a:xfrm>
                <a:off x="13755" y="3917"/>
                <a:ext cx="3438" cy="558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阿里巴巴普惠体 Medium"/>
                  <a:cs typeface="阿里巴巴普惠体 Medium"/>
                  <a:sym typeface="Arial"/>
                </a:endParaRPr>
              </a:p>
            </p:txBody>
          </p:sp>
          <p:sp>
            <p:nvSpPr>
              <p:cNvPr id="11" name="图形"/>
              <p:cNvSpPr/>
              <p:nvPr>
                <p:custDataLst>
                  <p:tags r:id="R9f35138b89b143bc"/>
                </p:custDataLst>
              </p:nvPr>
            </p:nvSpPr>
            <p:spPr>
              <a:xfrm>
                <a:off x="15102" y="4325"/>
                <a:ext cx="745" cy="960"/>
              </a:xfrm>
              <a:custGeom>
                <a:avLst/>
                <a:gdLst/>
                <a:ahLst/>
                <a:cxnLst>
                  <a:cxn ang="0">
                    <a:pos x="wd2" y="hd2"/>
                  </a:cxn>
                  <a:cxn ang="5400000">
                    <a:pos x="wd2" y="hd2"/>
                  </a:cxn>
                  <a:cxn ang="10800000">
                    <a:pos x="wd2" y="hd2"/>
                  </a:cxn>
                  <a:cxn ang="16200000">
                    <a:pos x="wd2" y="hd2"/>
                  </a:cxn>
                </a:cxnLst>
                <a:rect l="0" t="0" r="r" b="b"/>
                <a:pathLst>
                  <a:path w="21600" h="21600" extrusionOk="0">
                    <a:moveTo>
                      <a:pt x="17385" y="6521"/>
                    </a:moveTo>
                    <a:cubicBezTo>
                      <a:pt x="17385" y="11819"/>
                      <a:pt x="17385" y="11819"/>
                      <a:pt x="17385" y="11819"/>
                    </a:cubicBezTo>
                    <a:cubicBezTo>
                      <a:pt x="17912" y="11819"/>
                      <a:pt x="17912" y="11819"/>
                      <a:pt x="17912" y="11819"/>
                    </a:cubicBezTo>
                    <a:cubicBezTo>
                      <a:pt x="17385" y="13042"/>
                      <a:pt x="17385" y="13042"/>
                      <a:pt x="17385" y="13042"/>
                    </a:cubicBezTo>
                    <a:cubicBezTo>
                      <a:pt x="16859" y="11819"/>
                      <a:pt x="16859" y="11819"/>
                      <a:pt x="16859" y="11819"/>
                    </a:cubicBezTo>
                    <a:cubicBezTo>
                      <a:pt x="17385" y="11819"/>
                      <a:pt x="17385" y="11819"/>
                      <a:pt x="17385" y="11819"/>
                    </a:cubicBezTo>
                    <a:cubicBezTo>
                      <a:pt x="17385" y="6521"/>
                      <a:pt x="17385" y="6521"/>
                      <a:pt x="17385" y="6521"/>
                    </a:cubicBezTo>
                    <a:cubicBezTo>
                      <a:pt x="16859" y="6521"/>
                      <a:pt x="16859" y="6521"/>
                      <a:pt x="16859" y="6521"/>
                    </a:cubicBezTo>
                    <a:cubicBezTo>
                      <a:pt x="17385" y="5706"/>
                      <a:pt x="17385" y="5706"/>
                      <a:pt x="17385" y="5706"/>
                    </a:cubicBezTo>
                    <a:cubicBezTo>
                      <a:pt x="17912" y="6521"/>
                      <a:pt x="17912" y="6521"/>
                      <a:pt x="17912" y="6521"/>
                    </a:cubicBezTo>
                    <a:lnTo>
                      <a:pt x="17385" y="6521"/>
                    </a:lnTo>
                    <a:close/>
                    <a:moveTo>
                      <a:pt x="12644" y="14672"/>
                    </a:moveTo>
                    <a:cubicBezTo>
                      <a:pt x="12644" y="15079"/>
                      <a:pt x="12644" y="15079"/>
                      <a:pt x="12644" y="15079"/>
                    </a:cubicBezTo>
                    <a:cubicBezTo>
                      <a:pt x="6322" y="15079"/>
                      <a:pt x="6322" y="15079"/>
                      <a:pt x="6322" y="15079"/>
                    </a:cubicBezTo>
                    <a:cubicBezTo>
                      <a:pt x="6322" y="14672"/>
                      <a:pt x="6322" y="14672"/>
                      <a:pt x="6322" y="14672"/>
                    </a:cubicBezTo>
                    <a:cubicBezTo>
                      <a:pt x="5268" y="15487"/>
                      <a:pt x="5268" y="15487"/>
                      <a:pt x="5268" y="15487"/>
                    </a:cubicBezTo>
                    <a:cubicBezTo>
                      <a:pt x="6322" y="15894"/>
                      <a:pt x="6322" y="15894"/>
                      <a:pt x="6322" y="15894"/>
                    </a:cubicBezTo>
                    <a:cubicBezTo>
                      <a:pt x="6322" y="15487"/>
                      <a:pt x="6322" y="15487"/>
                      <a:pt x="6322" y="15487"/>
                    </a:cubicBezTo>
                    <a:cubicBezTo>
                      <a:pt x="12644" y="15487"/>
                      <a:pt x="12644" y="15487"/>
                      <a:pt x="12644" y="15487"/>
                    </a:cubicBezTo>
                    <a:cubicBezTo>
                      <a:pt x="12644" y="15894"/>
                      <a:pt x="12644" y="15894"/>
                      <a:pt x="12644" y="15894"/>
                    </a:cubicBezTo>
                    <a:cubicBezTo>
                      <a:pt x="13698" y="15487"/>
                      <a:pt x="13698" y="15487"/>
                      <a:pt x="13698" y="15487"/>
                    </a:cubicBezTo>
                    <a:cubicBezTo>
                      <a:pt x="12644" y="14672"/>
                      <a:pt x="12644" y="14672"/>
                      <a:pt x="12644" y="14672"/>
                    </a:cubicBezTo>
                    <a:close/>
                    <a:moveTo>
                      <a:pt x="21073" y="17525"/>
                    </a:moveTo>
                    <a:cubicBezTo>
                      <a:pt x="21073" y="17525"/>
                      <a:pt x="21073" y="17525"/>
                      <a:pt x="20546" y="17932"/>
                    </a:cubicBezTo>
                    <a:cubicBezTo>
                      <a:pt x="19493" y="19155"/>
                      <a:pt x="17912" y="20377"/>
                      <a:pt x="16332" y="21600"/>
                    </a:cubicBezTo>
                    <a:cubicBezTo>
                      <a:pt x="0" y="21600"/>
                      <a:pt x="0" y="21600"/>
                      <a:pt x="0" y="21600"/>
                    </a:cubicBezTo>
                    <a:cubicBezTo>
                      <a:pt x="0" y="0"/>
                      <a:pt x="0" y="0"/>
                      <a:pt x="0" y="0"/>
                    </a:cubicBezTo>
                    <a:cubicBezTo>
                      <a:pt x="21600" y="0"/>
                      <a:pt x="21600" y="0"/>
                      <a:pt x="21600" y="0"/>
                    </a:cubicBezTo>
                    <a:cubicBezTo>
                      <a:pt x="21600" y="15894"/>
                      <a:pt x="21600" y="15894"/>
                      <a:pt x="21600" y="15894"/>
                    </a:cubicBezTo>
                    <a:cubicBezTo>
                      <a:pt x="21600" y="16302"/>
                      <a:pt x="21600" y="17117"/>
                      <a:pt x="21073" y="17525"/>
                    </a:cubicBezTo>
                    <a:close/>
                    <a:moveTo>
                      <a:pt x="18966" y="17525"/>
                    </a:moveTo>
                    <a:cubicBezTo>
                      <a:pt x="16332" y="17525"/>
                      <a:pt x="16332" y="17525"/>
                      <a:pt x="16332" y="17525"/>
                    </a:cubicBezTo>
                    <a:cubicBezTo>
                      <a:pt x="16332" y="19562"/>
                      <a:pt x="16332" y="19562"/>
                      <a:pt x="16332" y="19562"/>
                    </a:cubicBezTo>
                    <a:lnTo>
                      <a:pt x="18966" y="17525"/>
                    </a:lnTo>
                    <a:close/>
                    <a:moveTo>
                      <a:pt x="20020" y="1223"/>
                    </a:moveTo>
                    <a:cubicBezTo>
                      <a:pt x="1580" y="1223"/>
                      <a:pt x="1580" y="1223"/>
                      <a:pt x="1580" y="1223"/>
                    </a:cubicBezTo>
                    <a:cubicBezTo>
                      <a:pt x="1580" y="20785"/>
                      <a:pt x="1580" y="20785"/>
                      <a:pt x="1580" y="20785"/>
                    </a:cubicBezTo>
                    <a:cubicBezTo>
                      <a:pt x="14751" y="20785"/>
                      <a:pt x="14751" y="20785"/>
                      <a:pt x="14751" y="20785"/>
                    </a:cubicBezTo>
                    <a:cubicBezTo>
                      <a:pt x="14751" y="16709"/>
                      <a:pt x="14751" y="16709"/>
                      <a:pt x="14751" y="16709"/>
                    </a:cubicBezTo>
                    <a:cubicBezTo>
                      <a:pt x="14751" y="16709"/>
                      <a:pt x="15278" y="16302"/>
                      <a:pt x="15805" y="16302"/>
                    </a:cubicBezTo>
                    <a:cubicBezTo>
                      <a:pt x="20020" y="16302"/>
                      <a:pt x="20020" y="16302"/>
                      <a:pt x="20020" y="16302"/>
                    </a:cubicBezTo>
                    <a:lnTo>
                      <a:pt x="20020" y="1223"/>
                    </a:lnTo>
                    <a:close/>
                    <a:moveTo>
                      <a:pt x="9483" y="5298"/>
                    </a:moveTo>
                    <a:cubicBezTo>
                      <a:pt x="9483" y="5298"/>
                      <a:pt x="9483" y="5298"/>
                      <a:pt x="9483" y="5298"/>
                    </a:cubicBezTo>
                    <a:cubicBezTo>
                      <a:pt x="17385" y="5298"/>
                      <a:pt x="17385" y="5298"/>
                      <a:pt x="17385" y="5298"/>
                    </a:cubicBezTo>
                    <a:cubicBezTo>
                      <a:pt x="17912" y="5298"/>
                      <a:pt x="17912" y="4891"/>
                      <a:pt x="17912" y="4891"/>
                    </a:cubicBezTo>
                    <a:cubicBezTo>
                      <a:pt x="17912" y="4891"/>
                      <a:pt x="17912" y="4891"/>
                      <a:pt x="17385" y="4891"/>
                    </a:cubicBezTo>
                    <a:cubicBezTo>
                      <a:pt x="9483" y="4891"/>
                      <a:pt x="9483" y="4891"/>
                      <a:pt x="9483" y="4891"/>
                    </a:cubicBezTo>
                    <a:cubicBezTo>
                      <a:pt x="9483" y="4891"/>
                      <a:pt x="9483" y="4891"/>
                      <a:pt x="9483" y="4891"/>
                    </a:cubicBezTo>
                    <a:cubicBezTo>
                      <a:pt x="9483" y="4891"/>
                      <a:pt x="9483" y="4891"/>
                      <a:pt x="9483" y="4891"/>
                    </a:cubicBezTo>
                    <a:lnTo>
                      <a:pt x="9483" y="5298"/>
                    </a:lnTo>
                    <a:close/>
                    <a:moveTo>
                      <a:pt x="4215" y="8558"/>
                    </a:moveTo>
                    <a:cubicBezTo>
                      <a:pt x="2634" y="8558"/>
                      <a:pt x="2634" y="8558"/>
                      <a:pt x="2634" y="8558"/>
                    </a:cubicBezTo>
                    <a:cubicBezTo>
                      <a:pt x="9483" y="4891"/>
                      <a:pt x="9483" y="4891"/>
                      <a:pt x="9483" y="4891"/>
                    </a:cubicBezTo>
                    <a:cubicBezTo>
                      <a:pt x="16332" y="8558"/>
                      <a:pt x="16332" y="8558"/>
                      <a:pt x="16332" y="8558"/>
                    </a:cubicBezTo>
                    <a:cubicBezTo>
                      <a:pt x="14224" y="8558"/>
                      <a:pt x="14224" y="8558"/>
                      <a:pt x="14224" y="8558"/>
                    </a:cubicBezTo>
                    <a:cubicBezTo>
                      <a:pt x="14224" y="13449"/>
                      <a:pt x="14224" y="13449"/>
                      <a:pt x="14224" y="13449"/>
                    </a:cubicBezTo>
                    <a:cubicBezTo>
                      <a:pt x="17912" y="13449"/>
                      <a:pt x="17912" y="13449"/>
                      <a:pt x="17912" y="13449"/>
                    </a:cubicBezTo>
                    <a:cubicBezTo>
                      <a:pt x="17912" y="13449"/>
                      <a:pt x="17912" y="13449"/>
                      <a:pt x="17912" y="13449"/>
                    </a:cubicBezTo>
                    <a:cubicBezTo>
                      <a:pt x="17912" y="13857"/>
                      <a:pt x="17912" y="13857"/>
                      <a:pt x="17912" y="13857"/>
                    </a:cubicBezTo>
                    <a:cubicBezTo>
                      <a:pt x="14224" y="13857"/>
                      <a:pt x="14224" y="13857"/>
                      <a:pt x="14224" y="13857"/>
                    </a:cubicBezTo>
                    <a:cubicBezTo>
                      <a:pt x="14224" y="15487"/>
                      <a:pt x="14224" y="15487"/>
                      <a:pt x="14224" y="15487"/>
                    </a:cubicBezTo>
                    <a:cubicBezTo>
                      <a:pt x="14224" y="15487"/>
                      <a:pt x="14224" y="15894"/>
                      <a:pt x="14224" y="15894"/>
                    </a:cubicBezTo>
                    <a:cubicBezTo>
                      <a:pt x="14224" y="15894"/>
                      <a:pt x="13698" y="15487"/>
                      <a:pt x="13698" y="15487"/>
                    </a:cubicBezTo>
                    <a:cubicBezTo>
                      <a:pt x="13698" y="13857"/>
                      <a:pt x="13698" y="13857"/>
                      <a:pt x="13698" y="13857"/>
                    </a:cubicBezTo>
                    <a:cubicBezTo>
                      <a:pt x="13171" y="13857"/>
                      <a:pt x="13171" y="13857"/>
                      <a:pt x="13171" y="13857"/>
                    </a:cubicBezTo>
                    <a:cubicBezTo>
                      <a:pt x="13171" y="10189"/>
                      <a:pt x="13171" y="10189"/>
                      <a:pt x="13171" y="10189"/>
                    </a:cubicBezTo>
                    <a:cubicBezTo>
                      <a:pt x="10537" y="10189"/>
                      <a:pt x="10537" y="10189"/>
                      <a:pt x="10537" y="10189"/>
                    </a:cubicBezTo>
                    <a:cubicBezTo>
                      <a:pt x="10537" y="13857"/>
                      <a:pt x="10537" y="13857"/>
                      <a:pt x="10537" y="13857"/>
                    </a:cubicBezTo>
                    <a:cubicBezTo>
                      <a:pt x="4741" y="13857"/>
                      <a:pt x="4741" y="13857"/>
                      <a:pt x="4741" y="13857"/>
                    </a:cubicBezTo>
                    <a:cubicBezTo>
                      <a:pt x="4741" y="16302"/>
                      <a:pt x="4741" y="16302"/>
                      <a:pt x="4741" y="16302"/>
                    </a:cubicBezTo>
                    <a:cubicBezTo>
                      <a:pt x="4741" y="16302"/>
                      <a:pt x="4741" y="16302"/>
                      <a:pt x="4215" y="16302"/>
                    </a:cubicBezTo>
                    <a:cubicBezTo>
                      <a:pt x="4215" y="16302"/>
                      <a:pt x="4215" y="16302"/>
                      <a:pt x="4215" y="16302"/>
                    </a:cubicBezTo>
                    <a:lnTo>
                      <a:pt x="4215" y="8558"/>
                    </a:lnTo>
                    <a:close/>
                    <a:moveTo>
                      <a:pt x="6322" y="11819"/>
                    </a:moveTo>
                    <a:cubicBezTo>
                      <a:pt x="9483" y="11819"/>
                      <a:pt x="9483" y="11819"/>
                      <a:pt x="9483" y="11819"/>
                    </a:cubicBezTo>
                    <a:cubicBezTo>
                      <a:pt x="9483" y="10189"/>
                      <a:pt x="9483" y="10189"/>
                      <a:pt x="9483" y="10189"/>
                    </a:cubicBezTo>
                    <a:cubicBezTo>
                      <a:pt x="6322" y="10189"/>
                      <a:pt x="6322" y="10189"/>
                      <a:pt x="6322" y="10189"/>
                    </a:cubicBezTo>
                    <a:lnTo>
                      <a:pt x="6322" y="11819"/>
                    </a:lnTo>
                    <a:close/>
                    <a:moveTo>
                      <a:pt x="6322" y="11819"/>
                    </a:moveTo>
                    <a:cubicBezTo>
                      <a:pt x="6322" y="11819"/>
                      <a:pt x="6322" y="11819"/>
                      <a:pt x="6322" y="11819"/>
                    </a:cubicBezTo>
                  </a:path>
                </a:pathLst>
              </a:custGeom>
              <a:solidFill>
                <a:schemeClr val="bg1"/>
              </a:solidFill>
              <a:ln w="12700">
                <a:miter lim="400000"/>
              </a:ln>
            </p:spPr>
            <p:txBody>
              <a:bodyPr lIns="60960" tIns="60960" rIns="60960" bIns="6096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457200">
                  <a:defRPr sz="5600">
                    <a:latin typeface="Gill Sans"/>
                    <a:ea typeface="Gill Sans"/>
                    <a:cs typeface="Gill Sans"/>
                    <a:sym typeface="Gill Sans"/>
                  </a:defRPr>
                </a:pPr>
                <a:endParaRPr sz="7465">
                  <a:latin typeface="Arial"/>
                  <a:ea typeface="阿里巴巴普惠体 Medium"/>
                  <a:cs typeface="阿里巴巴普惠体 Medium"/>
                  <a:sym typeface="Arial"/>
                </a:endParaRPr>
              </a:p>
            </p:txBody>
          </p:sp>
          <p:sp>
            <p:nvSpPr>
              <p:cNvPr id="12" name="图形"/>
              <p:cNvSpPr txBox="1"/>
              <p:nvPr>
                <p:custDataLst>
                  <p:tags r:id="R976efc1552984109"/>
                </p:custDataLst>
              </p:nvPr>
            </p:nvSpPr>
            <p:spPr>
              <a:xfrm>
                <a:off x="13987" y="6197"/>
                <a:ext cx="2978" cy="2955"/>
              </a:xfrm>
              <a:prstGeom prst="rect">
                <a:avLst/>
              </a:prstGeom>
              <a:noFill/>
            </p:spPr>
            <p:txBody>
              <a:bodyPr wrap="square" lIns="94002" tIns="47001" rIns="94002" bIns="47001" rtlCol="0">
                <a:spAutoFit/>
              </a:bodyPr>
              <a:lstStyle/>
              <a:p>
                <a:pPr marL="0" indent="0" algn="ctr">
                  <a:lnSpc>
                    <a:spcPct val="200000"/>
                  </a:lnSpc>
                  <a:spcBef>
                    <a:spcPts val="0"/>
                  </a:spcBef>
                  <a:spcAft>
                    <a:spcPts val="0"/>
                  </a:spcAft>
                  <a:buNone/>
                </a:pPr>
                <a:r>
                  <a:rPr lang="zh-CN" altLang="en-US" sz="1200" dirty="0">
                    <a:solidFill>
                      <a:schemeClr val="bg1"/>
                    </a:solidFill>
                    <a:latin typeface="Arial"/>
                    <a:ea typeface="阿里巴巴普惠体 Medium"/>
                    <a:cs typeface="阿里巴巴普惠体 Medium"/>
                    <a:sym typeface="Arial"/>
                  </a:rPr>
                  <a:t>在此处添加您的文本内容在此处添加您的文本内容在此处添加您的文本内容在此处添加您的文本内容在此处添加您的文本内容</a:t>
                </a:r>
              </a:p>
            </p:txBody>
          </p:sp>
          <p:sp>
            <p:nvSpPr>
              <p:cNvPr id="14" name="图形"/>
              <p:cNvSpPr txBox="1"/>
              <p:nvPr>
                <p:custDataLst>
                  <p:tags r:id="Rb5e7afe97f7b4cdf"/>
                </p:custDataLst>
              </p:nvPr>
            </p:nvSpPr>
            <p:spPr>
              <a:xfrm>
                <a:off x="14525" y="5565"/>
                <a:ext cx="1900" cy="613"/>
              </a:xfrm>
              <a:prstGeom prst="rect">
                <a:avLst/>
              </a:prstGeom>
              <a:noFill/>
            </p:spPr>
            <p:txBody>
              <a:bodyPr wrap="square" lIns="94002" tIns="47001" rIns="94002" bIns="47001" rtlCol="0">
                <a:spAutoFit/>
              </a:bodyPr>
              <a:lstStyle/>
              <a:p>
                <a:r>
                  <a:rPr lang="zh-CN" altLang="en-US" sz="2000" dirty="0">
                    <a:solidFill>
                      <a:schemeClr val="bg1"/>
                    </a:solidFill>
                    <a:latin typeface="Arial"/>
                    <a:ea typeface="阿里巴巴普惠体 Medium"/>
                    <a:cs typeface="阿里巴巴普惠体 Medium"/>
                    <a:sym typeface="Arial"/>
                  </a:rPr>
                  <a:t>预设标题</a:t>
                </a:r>
              </a:p>
            </p:txBody>
          </p:sp>
        </p:grpSp>
      </p:grpSp>
    </p:spTree>
    <p:custDataLst>
      <p:tags r:id="R01d9e00a5c3c493b"/>
    </p:custDataLst>
  </p:cSld>
  <p:clrMapOvr>
    <a:masterClrMapping/>
  </p:clrMapOvr>
  <p:transition advTm="2000">
    <p:wedg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5" fill="hold" nodeType="after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blinds(vertical)">
                                      <p:cBhvr>
                                        <p:cTn id="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形" descr="5d413101394a5"/>
          <p:cNvPicPr>
            <a:picLocks noChangeAspect="1"/>
          </p:cNvPicPr>
          <p:nvPr>
            <p:custDataLst>
              <p:tags r:id="R332e65b7d7d345c0"/>
            </p:custDataLst>
          </p:nvPr>
        </p:nvPicPr>
        <p:blipFill>
          <a:blip r:embed="R86d39a566acf439e"/>
          <a:srcRect t="11759" b="3187"/>
          <a:stretch>
            <a:fillRect/>
          </a:stretch>
        </p:blipFill>
        <p:spPr>
          <a:xfrm>
            <a:off x="4334510" y="1179197"/>
            <a:ext cx="3689351" cy="4707255"/>
          </a:xfrm>
          <a:prstGeom prst="rect">
            <a:avLst/>
          </a:prstGeom>
        </p:spPr>
      </p:pic>
      <p:pic>
        <p:nvPicPr>
          <p:cNvPr id="4" name="图形" descr="5d4131241e1c4"/>
          <p:cNvPicPr>
            <a:picLocks noChangeAspect="1"/>
          </p:cNvPicPr>
          <p:nvPr>
            <p:custDataLst>
              <p:tags r:id="R3663984c5e374a86"/>
            </p:custDataLst>
          </p:nvPr>
        </p:nvPicPr>
        <p:blipFill>
          <a:blip r:embed="R183c4c9a95ca4845"/>
          <a:srcRect t="24335" b="11909"/>
          <a:stretch>
            <a:fillRect/>
          </a:stretch>
        </p:blipFill>
        <p:spPr>
          <a:xfrm>
            <a:off x="8505191" y="5290820"/>
            <a:ext cx="3687445" cy="1567180"/>
          </a:xfrm>
          <a:prstGeom prst="rect">
            <a:avLst/>
          </a:prstGeom>
        </p:spPr>
      </p:pic>
      <p:pic>
        <p:nvPicPr>
          <p:cNvPr id="5" name="图形" descr="15375"/>
          <p:cNvPicPr>
            <a:picLocks noChangeAspect="1"/>
          </p:cNvPicPr>
          <p:nvPr>
            <p:custDataLst>
              <p:tags r:id="R6d67c54df05c4e7c"/>
            </p:custDataLst>
          </p:nvPr>
        </p:nvPicPr>
        <p:blipFill>
          <a:blip r:embed="Re77c2877d0414425"/>
          <a:srcRect l="16667" t="4338" r="16667" b="1310"/>
          <a:stretch>
            <a:fillRect/>
          </a:stretch>
        </p:blipFill>
        <p:spPr>
          <a:xfrm>
            <a:off x="8915401" y="2122170"/>
            <a:ext cx="2770505" cy="2613660"/>
          </a:xfrm>
          <a:prstGeom prst="rect">
            <a:avLst/>
          </a:prstGeom>
        </p:spPr>
      </p:pic>
      <p:pic>
        <p:nvPicPr>
          <p:cNvPr id="2" name="图形" descr="5d4131241e1c4"/>
          <p:cNvPicPr>
            <a:picLocks noChangeAspect="1"/>
          </p:cNvPicPr>
          <p:nvPr>
            <p:custDataLst>
              <p:tags r:id="R02d52be4ac6c4e2e"/>
            </p:custDataLst>
          </p:nvPr>
        </p:nvPicPr>
        <p:blipFill>
          <a:blip r:embed="R183c4c9a95ca4845"/>
          <a:srcRect t="24335" b="11909"/>
          <a:stretch>
            <a:fillRect/>
          </a:stretch>
        </p:blipFill>
        <p:spPr>
          <a:xfrm>
            <a:off x="8505191" y="0"/>
            <a:ext cx="3687445" cy="1567180"/>
          </a:xfrm>
          <a:prstGeom prst="rect">
            <a:avLst/>
          </a:prstGeom>
        </p:spPr>
      </p:pic>
      <p:sp>
        <p:nvSpPr>
          <p:cNvPr id="26633" name="图形"/>
          <p:cNvSpPr/>
          <p:nvPr>
            <p:custDataLst>
              <p:tags r:id="R1e09644367d64690"/>
            </p:custDataLst>
          </p:nvPr>
        </p:nvSpPr>
        <p:spPr>
          <a:xfrm>
            <a:off x="1" y="0"/>
            <a:ext cx="332105" cy="6858000"/>
          </a:xfrm>
          <a:prstGeom prst="rect">
            <a:avLst/>
          </a:prstGeom>
          <a:solidFill>
            <a:srgbClr val="A882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latin typeface="Arial"/>
              <a:ea typeface="阿里巴巴普惠体 Medium"/>
              <a:cs typeface="阿里巴巴普惠体 Medium"/>
              <a:sym typeface="Arial"/>
            </a:endParaRPr>
          </a:p>
        </p:txBody>
      </p:sp>
      <p:grpSp>
        <p:nvGrpSpPr>
          <p:cNvPr id="17" name="图形"/>
          <p:cNvGrpSpPr/>
          <p:nvPr/>
        </p:nvGrpSpPr>
        <p:grpSpPr>
          <a:xfrm>
            <a:off x="802005" y="1343025"/>
            <a:ext cx="6734811" cy="708025"/>
            <a:chOff x="1263" y="2115"/>
            <a:chExt cx="10606" cy="1115"/>
          </a:xfrm>
        </p:grpSpPr>
        <p:sp>
          <p:nvSpPr>
            <p:cNvPr id="6" name="图形"/>
            <p:cNvSpPr/>
            <p:nvPr>
              <p:custDataLst>
                <p:tags r:id="R540e92481f224687"/>
              </p:custDataLst>
            </p:nvPr>
          </p:nvSpPr>
          <p:spPr>
            <a:xfrm>
              <a:off x="6826" y="2648"/>
              <a:ext cx="3256" cy="386"/>
            </a:xfrm>
            <a:prstGeom prst="rect">
              <a:avLst/>
            </a:prstGeom>
            <a:solidFill>
              <a:srgbClr val="734D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latin typeface="Arial"/>
                <a:ea typeface="阿里巴巴普惠体 Medium"/>
                <a:cs typeface="阿里巴巴普惠体 Medium"/>
                <a:sym typeface="Arial"/>
              </a:endParaRPr>
            </a:p>
          </p:txBody>
        </p:sp>
        <p:sp>
          <p:nvSpPr>
            <p:cNvPr id="10" name="图形"/>
            <p:cNvSpPr txBox="1"/>
            <p:nvPr>
              <p:custDataLst>
                <p:tags r:id="R58f87e9db47a4072"/>
              </p:custDataLst>
            </p:nvPr>
          </p:nvSpPr>
          <p:spPr>
            <a:xfrm>
              <a:off x="1263" y="2115"/>
              <a:ext cx="10606" cy="1115"/>
            </a:xfrm>
            <a:prstGeom prst="rect">
              <a:avLst/>
            </a:prstGeom>
            <a:noFill/>
          </p:spPr>
          <p:txBody>
            <a:bodyPr wrap="square" rtlCol="0">
              <a:spAutoFit/>
            </a:bodyPr>
            <a:lstStyle/>
            <a:p>
              <a:pPr algn="l">
                <a:lnSpc>
                  <a:spcPct val="100000"/>
                </a:lnSpc>
              </a:pPr>
              <a:r>
                <a:rPr lang="en-US" altLang="zh-CN" sz="4000">
                  <a:solidFill>
                    <a:schemeClr val="tx1">
                      <a:lumMod val="85000"/>
                      <a:lumOff val="15000"/>
                    </a:schemeClr>
                  </a:solidFill>
                  <a:latin typeface="Arial"/>
                  <a:ea typeface="阿里巴巴普惠体 Medium"/>
                  <a:cs typeface="阿里巴巴普惠体 Medium"/>
                  <a:sym typeface="Arial"/>
                </a:rPr>
                <a:t>WELCOME</a:t>
              </a:r>
              <a:r>
                <a:rPr lang="en-US" altLang="zh-CN" sz="4000">
                  <a:solidFill>
                    <a:srgbClr val="734D38"/>
                  </a:solidFill>
                  <a:latin typeface="Arial"/>
                  <a:ea typeface="阿里巴巴普惠体 Medium"/>
                  <a:cs typeface="阿里巴巴普惠体 Medium"/>
                  <a:sym typeface="Arial"/>
                </a:rPr>
                <a:t> </a:t>
              </a:r>
              <a:r>
                <a:rPr lang="en-US" altLang="zh-CN" sz="4000">
                  <a:solidFill>
                    <a:srgbClr val="A8825E"/>
                  </a:solidFill>
                  <a:latin typeface="Arial"/>
                  <a:ea typeface="阿里巴巴普惠体 Medium"/>
                  <a:cs typeface="阿里巴巴普惠体 Medium"/>
                  <a:sym typeface="Arial"/>
                </a:rPr>
                <a:t>TO </a:t>
              </a:r>
              <a:r>
                <a:rPr lang="en-US" altLang="zh-CN" sz="4000">
                  <a:gradFill>
                    <a:gsLst>
                      <a:gs pos="53000">
                        <a:srgbClr val="A8825E"/>
                      </a:gs>
                      <a:gs pos="52000">
                        <a:schemeClr val="bg1"/>
                      </a:gs>
                    </a:gsLst>
                    <a:lin ang="16200000" scaled="0"/>
                  </a:gradFill>
                  <a:latin typeface="Arial"/>
                  <a:ea typeface="阿里巴巴普惠体 Medium"/>
                  <a:cs typeface="阿里巴巴普惠体 Medium"/>
                  <a:sym typeface="Arial"/>
                </a:rPr>
                <a:t>ATTEND</a:t>
              </a:r>
            </a:p>
          </p:txBody>
        </p:sp>
      </p:grpSp>
      <p:sp>
        <p:nvSpPr>
          <p:cNvPr id="7" name="图形"/>
          <p:cNvSpPr txBox="1"/>
          <p:nvPr>
            <p:custDataLst>
              <p:tags r:id="R91cbd66ddc904086"/>
            </p:custDataLst>
          </p:nvPr>
        </p:nvSpPr>
        <p:spPr>
          <a:xfrm rot="16200000">
            <a:off x="2951143" y="-19050"/>
            <a:ext cx="923330" cy="5151120"/>
          </a:xfrm>
          <a:prstGeom prst="rect">
            <a:avLst/>
          </a:prstGeom>
          <a:noFill/>
        </p:spPr>
        <p:txBody>
          <a:bodyPr vert="eaVert" wrap="square" rtlCol="0">
            <a:spAutoFit/>
          </a:bodyPr>
          <a:lstStyle/>
          <a:p>
            <a:pPr algn="l"/>
            <a:r>
              <a:rPr lang="zh-CN" altLang="en-US" sz="4800">
                <a:solidFill>
                  <a:srgbClr val="A8825E"/>
                </a:solidFill>
                <a:latin typeface="Arial"/>
                <a:ea typeface="阿里巴巴普惠体 Medium"/>
                <a:cs typeface="阿里巴巴普惠体 Medium"/>
                <a:sym typeface="Arial"/>
              </a:rPr>
              <a:t>WEDDING</a:t>
            </a:r>
          </a:p>
        </p:txBody>
      </p:sp>
      <p:sp>
        <p:nvSpPr>
          <p:cNvPr id="14" name="图形"/>
          <p:cNvSpPr txBox="1"/>
          <p:nvPr>
            <p:custDataLst>
              <p:tags r:id="R220fde218c9841c7"/>
            </p:custDataLst>
          </p:nvPr>
        </p:nvSpPr>
        <p:spPr>
          <a:xfrm>
            <a:off x="837566" y="3024506"/>
            <a:ext cx="3496311" cy="584775"/>
          </a:xfrm>
          <a:prstGeom prst="rect">
            <a:avLst/>
          </a:prstGeom>
          <a:noFill/>
        </p:spPr>
        <p:txBody>
          <a:bodyPr wrap="square" rtlCol="0">
            <a:spAutoFit/>
          </a:bodyPr>
          <a:lstStyle/>
          <a:p>
            <a:pPr algn="l"/>
            <a:r>
              <a:rPr lang="zh-CN" altLang="en-US" sz="3200" dirty="0">
                <a:solidFill>
                  <a:schemeClr val="tx1">
                    <a:lumMod val="75000"/>
                    <a:lumOff val="25000"/>
                  </a:schemeClr>
                </a:solidFill>
                <a:latin typeface="阿里巴巴普惠体 Heavy" pitchFamily="18" charset="-122"/>
                <a:ea typeface="阿里巴巴普惠体 Heavy" pitchFamily="18" charset="-122"/>
                <a:cs typeface="阿里巴巴普惠体 Heavy" pitchFamily="18" charset="-122"/>
                <a:sym typeface="Arial"/>
              </a:rPr>
              <a:t>谢谢观赏婚礼策划</a:t>
            </a:r>
          </a:p>
        </p:txBody>
      </p:sp>
      <p:sp>
        <p:nvSpPr>
          <p:cNvPr id="62" name="图形"/>
          <p:cNvSpPr txBox="1"/>
          <p:nvPr>
            <p:custDataLst>
              <p:tags r:id="R49257b74a45745ac"/>
            </p:custDataLst>
          </p:nvPr>
        </p:nvSpPr>
        <p:spPr>
          <a:xfrm>
            <a:off x="673100" y="6219827"/>
            <a:ext cx="7351395" cy="306705"/>
          </a:xfrm>
          <a:prstGeom prst="rect">
            <a:avLst/>
          </a:prstGeom>
          <a:noFill/>
        </p:spPr>
        <p:txBody>
          <a:bodyPr wrap="square" rtlCol="0">
            <a:spAutoFit/>
          </a:bodyPr>
          <a:lstStyle/>
          <a:p>
            <a:pPr algn="dist">
              <a:tabLst>
                <a:tab pos="2330450" algn="l"/>
              </a:tabLst>
            </a:pPr>
            <a:r>
              <a:rPr lang="zh-CN" altLang="en-US" sz="1400">
                <a:solidFill>
                  <a:schemeClr val="tx1">
                    <a:lumMod val="85000"/>
                    <a:lumOff val="15000"/>
                  </a:schemeClr>
                </a:solidFill>
                <a:latin typeface="Arial"/>
                <a:ea typeface="阿里巴巴普惠体 Medium"/>
                <a:cs typeface="阿里巴巴普惠体 Medium"/>
                <a:sym typeface="Arial"/>
              </a:rPr>
              <a:t>欧美复古婚礼策划</a:t>
            </a:r>
            <a:r>
              <a:rPr lang="en-US" altLang="zh-CN" sz="1400">
                <a:solidFill>
                  <a:schemeClr val="tx1">
                    <a:lumMod val="85000"/>
                    <a:lumOff val="15000"/>
                  </a:schemeClr>
                </a:solidFill>
                <a:latin typeface="Arial"/>
                <a:ea typeface="阿里巴巴普惠体 Medium"/>
                <a:cs typeface="阿里巴巴普惠体 Medium"/>
                <a:sym typeface="Arial"/>
              </a:rPr>
              <a:t>/</a:t>
            </a:r>
            <a:r>
              <a:rPr lang="zh-CN" altLang="en-US" sz="1400">
                <a:solidFill>
                  <a:schemeClr val="tx1">
                    <a:lumMod val="85000"/>
                    <a:lumOff val="15000"/>
                  </a:schemeClr>
                </a:solidFill>
                <a:latin typeface="Arial"/>
                <a:ea typeface="阿里巴巴普惠体 Medium"/>
                <a:cs typeface="阿里巴巴普惠体 Medium"/>
                <a:sym typeface="Arial"/>
              </a:rPr>
              <a:t>婚礼介绍</a:t>
            </a:r>
            <a:r>
              <a:rPr lang="en-US" altLang="zh-CN" sz="1400">
                <a:solidFill>
                  <a:schemeClr val="tx1">
                    <a:lumMod val="85000"/>
                    <a:lumOff val="15000"/>
                  </a:schemeClr>
                </a:solidFill>
                <a:latin typeface="Arial"/>
                <a:ea typeface="阿里巴巴普惠体 Medium"/>
                <a:cs typeface="阿里巴巴普惠体 Medium"/>
                <a:sym typeface="Arial"/>
              </a:rPr>
              <a:t>/</a:t>
            </a:r>
            <a:r>
              <a:rPr lang="zh-CN" altLang="en-US" sz="1400">
                <a:solidFill>
                  <a:schemeClr val="tx1">
                    <a:lumMod val="85000"/>
                    <a:lumOff val="15000"/>
                  </a:schemeClr>
                </a:solidFill>
                <a:latin typeface="Arial"/>
                <a:ea typeface="阿里巴巴普惠体 Medium"/>
                <a:cs typeface="阿里巴巴普惠体 Medium"/>
                <a:sym typeface="Arial"/>
              </a:rPr>
              <a:t>流程安排</a:t>
            </a:r>
          </a:p>
        </p:txBody>
      </p:sp>
      <p:sp>
        <p:nvSpPr>
          <p:cNvPr id="15" name="图形"/>
          <p:cNvSpPr/>
          <p:nvPr>
            <p:custDataLst>
              <p:tags r:id="R1385479cf03d4b15"/>
            </p:custDataLst>
          </p:nvPr>
        </p:nvSpPr>
        <p:spPr>
          <a:xfrm>
            <a:off x="1000760" y="3952242"/>
            <a:ext cx="765811" cy="98425"/>
          </a:xfrm>
          <a:prstGeom prst="rect">
            <a:avLst/>
          </a:prstGeom>
          <a:solidFill>
            <a:schemeClr val="bg2">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阿里巴巴普惠体 Medium"/>
              <a:cs typeface="阿里巴巴普惠体 Medium"/>
              <a:sym typeface="Arial"/>
            </a:endParaRPr>
          </a:p>
        </p:txBody>
      </p:sp>
      <p:sp>
        <p:nvSpPr>
          <p:cNvPr id="80" name="图形"/>
          <p:cNvSpPr/>
          <p:nvPr>
            <p:custDataLst>
              <p:tags r:id="Rb65e7d8271454cfa"/>
            </p:custDataLst>
          </p:nvPr>
        </p:nvSpPr>
        <p:spPr>
          <a:xfrm>
            <a:off x="837565" y="4711702"/>
            <a:ext cx="2331720" cy="404495"/>
          </a:xfrm>
          <a:prstGeom prst="roundRect">
            <a:avLst>
              <a:gd name="adj" fmla="val 50000"/>
            </a:avLst>
          </a:prstGeom>
          <a:solidFill>
            <a:srgbClr val="A8825E"/>
          </a:solidFill>
          <a:ln w="25400">
            <a:solidFill>
              <a:schemeClr val="bg1"/>
            </a:solidFill>
          </a:ln>
          <a:effectLst>
            <a:outerShdw blurRad="247650" dist="53492" dir="5400000" algn="ctr" rotWithShape="0">
              <a:srgbClr val="734D38">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6286" tIns="48143" rIns="96286" bIns="48143" rtlCol="0" anchor="ctr"/>
          <a:lstStyle/>
          <a:p>
            <a:pPr algn="l"/>
            <a:r>
              <a:rPr lang="zh-CN" altLang="en-US" sz="1895" dirty="0">
                <a:solidFill>
                  <a:schemeClr val="bg1"/>
                </a:solidFill>
                <a:latin typeface="Arial"/>
                <a:ea typeface="阿里巴巴普惠体 Medium"/>
                <a:cs typeface="阿里巴巴普惠体 Medium"/>
                <a:sym typeface="Arial"/>
              </a:rPr>
              <a:t>因为爱情·定制浪漫</a:t>
            </a:r>
            <a:endParaRPr kumimoji="0" lang="zh-CN" altLang="en-US" sz="1895" b="0" i="0" u="none" strike="noStrike" kern="1200" cap="none" spc="0" normalizeH="0" baseline="0" noProof="0" dirty="0">
              <a:ln>
                <a:noFill/>
              </a:ln>
              <a:solidFill>
                <a:schemeClr val="bg1"/>
              </a:solidFill>
              <a:effectLst/>
              <a:uLnTx/>
              <a:uFillTx/>
              <a:latin typeface="Arial"/>
              <a:ea typeface="阿里巴巴普惠体 Medium"/>
              <a:cs typeface="阿里巴巴普惠体 Medium"/>
              <a:sym typeface="Arial"/>
            </a:endParaRPr>
          </a:p>
        </p:txBody>
      </p:sp>
      <p:sp>
        <p:nvSpPr>
          <p:cNvPr id="11" name="图形"/>
          <p:cNvSpPr/>
          <p:nvPr>
            <p:custDataLst>
              <p:tags r:id="Rb2e66654422e40e1"/>
            </p:custDataLst>
          </p:nvPr>
        </p:nvSpPr>
        <p:spPr>
          <a:xfrm>
            <a:off x="11835131" y="2121537"/>
            <a:ext cx="356235" cy="2614295"/>
          </a:xfrm>
          <a:prstGeom prst="rect">
            <a:avLst/>
          </a:prstGeom>
          <a:solidFill>
            <a:srgbClr val="A882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阿里巴巴普惠体 Medium"/>
              <a:cs typeface="阿里巴巴普惠体 Medium"/>
              <a:sym typeface="Arial"/>
            </a:endParaRPr>
          </a:p>
        </p:txBody>
      </p:sp>
      <p:sp>
        <p:nvSpPr>
          <p:cNvPr id="12" name="图形"/>
          <p:cNvSpPr/>
          <p:nvPr>
            <p:custDataLst>
              <p:tags r:id="R6486a3cfea5f4bef"/>
            </p:custDataLst>
          </p:nvPr>
        </p:nvSpPr>
        <p:spPr>
          <a:xfrm>
            <a:off x="895352" y="543560"/>
            <a:ext cx="7129145" cy="154940"/>
          </a:xfrm>
          <a:prstGeom prst="rect">
            <a:avLst/>
          </a:prstGeom>
          <a:solidFill>
            <a:schemeClr val="bg2">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阿里巴巴普惠体 Medium"/>
              <a:cs typeface="阿里巴巴普惠体 Medium"/>
              <a:sym typeface="Arial"/>
            </a:endParaRPr>
          </a:p>
        </p:txBody>
      </p:sp>
    </p:spTree>
    <p:custDataLst>
      <p:tags r:id="R5025892e3caf400d"/>
    </p:custDataLst>
  </p:cSld>
  <p:clrMapOvr>
    <a:masterClrMapping/>
  </p:clrMapOvr>
  <p:transition advTm="2000">
    <p:wedg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wipe(left)">
                                      <p:cBhvr>
                                        <p:cTn id="11" dur="500"/>
                                        <p:tgtEl>
                                          <p:spTgt spid="11"/>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wipe(left)">
                                      <p:cBhvr>
                                        <p:cTn id="15" dur="500"/>
                                        <p:tgtEl>
                                          <p:spTgt spid="5"/>
                                        </p:tgtEl>
                                      </p:cBhvr>
                                    </p:animEffect>
                                  </p:childTnLst>
                                </p:cTn>
                              </p:par>
                            </p:childTnLst>
                          </p:cTn>
                        </p:par>
                        <p:par>
                          <p:cTn id="16" fill="hold">
                            <p:stCondLst>
                              <p:cond delay="1500"/>
                            </p:stCondLst>
                            <p:childTnLst>
                              <p:par>
                                <p:cTn id="17" presetID="22" presetClass="entr" presetSubtype="8" fill="hold" nodeType="after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wipe(left)">
                                      <p:cBhvr>
                                        <p:cTn id="19" dur="500"/>
                                        <p:tgtEl>
                                          <p:spTgt spid="4"/>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26633"/>
                                        </p:tgtEl>
                                        <p:attrNameLst>
                                          <p:attrName>style.visibility</p:attrName>
                                        </p:attrNameLst>
                                      </p:cBhvr>
                                      <p:to>
                                        <p:strVal val="visible"/>
                                      </p:to>
                                    </p:set>
                                    <p:animEffect transition="in" filter="wipe(left)">
                                      <p:cBhvr>
                                        <p:cTn id="23" dur="500"/>
                                        <p:tgtEl>
                                          <p:spTgt spid="26633"/>
                                        </p:tgtEl>
                                      </p:cBhvr>
                                    </p:animEffect>
                                  </p:childTnLst>
                                </p:cTn>
                              </p:par>
                            </p:childTnLst>
                          </p:cTn>
                        </p:par>
                        <p:par>
                          <p:cTn id="24" fill="hold">
                            <p:stCondLst>
                              <p:cond delay="2500"/>
                            </p:stCondLst>
                            <p:childTnLst>
                              <p:par>
                                <p:cTn id="25" presetID="22" presetClass="entr" presetSubtype="8" fill="hold" grpId="0" nodeType="after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wipe(left)">
                                      <p:cBhvr>
                                        <p:cTn id="27" dur="500"/>
                                        <p:tgtEl>
                                          <p:spTgt spid="12"/>
                                        </p:tgtEl>
                                      </p:cBhvr>
                                    </p:animEffect>
                                  </p:childTnLst>
                                </p:cTn>
                              </p:par>
                            </p:childTnLst>
                          </p:cTn>
                        </p:par>
                        <p:par>
                          <p:cTn id="28" fill="hold">
                            <p:stCondLst>
                              <p:cond delay="3000"/>
                            </p:stCondLst>
                            <p:childTnLst>
                              <p:par>
                                <p:cTn id="29" presetID="22" presetClass="entr" presetSubtype="8" fill="hold" nodeType="afterEffect">
                                  <p:stCondLst>
                                    <p:cond delay="0"/>
                                  </p:stCondLst>
                                  <p:childTnLst>
                                    <p:set>
                                      <p:cBhvr>
                                        <p:cTn id="30" dur="1" fill="hold">
                                          <p:stCondLst>
                                            <p:cond delay="0"/>
                                          </p:stCondLst>
                                        </p:cTn>
                                        <p:tgtEl>
                                          <p:spTgt spid="3"/>
                                        </p:tgtEl>
                                        <p:attrNameLst>
                                          <p:attrName>style.visibility</p:attrName>
                                        </p:attrNameLst>
                                      </p:cBhvr>
                                      <p:to>
                                        <p:strVal val="visible"/>
                                      </p:to>
                                    </p:set>
                                    <p:animEffect transition="in" filter="wipe(left)">
                                      <p:cBhvr>
                                        <p:cTn id="31" dur="500"/>
                                        <p:tgtEl>
                                          <p:spTgt spid="3"/>
                                        </p:tgtEl>
                                      </p:cBhvr>
                                    </p:animEffect>
                                  </p:childTnLst>
                                </p:cTn>
                              </p:par>
                            </p:childTnLst>
                          </p:cTn>
                        </p:par>
                        <p:par>
                          <p:cTn id="32" fill="hold">
                            <p:stCondLst>
                              <p:cond delay="3500"/>
                            </p:stCondLst>
                            <p:childTnLst>
                              <p:par>
                                <p:cTn id="33" presetID="22" presetClass="entr" presetSubtype="8" fill="hold" nodeType="afterEffect">
                                  <p:stCondLst>
                                    <p:cond delay="0"/>
                                  </p:stCondLst>
                                  <p:childTnLst>
                                    <p:set>
                                      <p:cBhvr>
                                        <p:cTn id="34" dur="1" fill="hold">
                                          <p:stCondLst>
                                            <p:cond delay="0"/>
                                          </p:stCondLst>
                                        </p:cTn>
                                        <p:tgtEl>
                                          <p:spTgt spid="17"/>
                                        </p:tgtEl>
                                        <p:attrNameLst>
                                          <p:attrName>style.visibility</p:attrName>
                                        </p:attrNameLst>
                                      </p:cBhvr>
                                      <p:to>
                                        <p:strVal val="visible"/>
                                      </p:to>
                                    </p:set>
                                    <p:animEffect transition="in" filter="wipe(left)">
                                      <p:cBhvr>
                                        <p:cTn id="35" dur="500"/>
                                        <p:tgtEl>
                                          <p:spTgt spid="17"/>
                                        </p:tgtEl>
                                      </p:cBhvr>
                                    </p:animEffect>
                                  </p:childTnLst>
                                </p:cTn>
                              </p:par>
                            </p:childTnLst>
                          </p:cTn>
                        </p:par>
                        <p:par>
                          <p:cTn id="36" fill="hold">
                            <p:stCondLst>
                              <p:cond delay="4000"/>
                            </p:stCondLst>
                            <p:childTnLst>
                              <p:par>
                                <p:cTn id="37" presetID="22" presetClass="entr" presetSubtype="8" fill="hold" grpId="0" nodeType="afterEffect">
                                  <p:stCondLst>
                                    <p:cond delay="0"/>
                                  </p:stCondLst>
                                  <p:childTnLst>
                                    <p:set>
                                      <p:cBhvr>
                                        <p:cTn id="38" dur="1" fill="hold">
                                          <p:stCondLst>
                                            <p:cond delay="0"/>
                                          </p:stCondLst>
                                        </p:cTn>
                                        <p:tgtEl>
                                          <p:spTgt spid="7"/>
                                        </p:tgtEl>
                                        <p:attrNameLst>
                                          <p:attrName>style.visibility</p:attrName>
                                        </p:attrNameLst>
                                      </p:cBhvr>
                                      <p:to>
                                        <p:strVal val="visible"/>
                                      </p:to>
                                    </p:set>
                                    <p:animEffect transition="in" filter="wipe(left)">
                                      <p:cBhvr>
                                        <p:cTn id="39" dur="500"/>
                                        <p:tgtEl>
                                          <p:spTgt spid="7"/>
                                        </p:tgtEl>
                                      </p:cBhvr>
                                    </p:animEffect>
                                  </p:childTnLst>
                                </p:cTn>
                              </p:par>
                            </p:childTnLst>
                          </p:cTn>
                        </p:par>
                        <p:par>
                          <p:cTn id="40" fill="hold">
                            <p:stCondLst>
                              <p:cond delay="4500"/>
                            </p:stCondLst>
                            <p:childTnLst>
                              <p:par>
                                <p:cTn id="41" presetID="22" presetClass="entr" presetSubtype="8" fill="hold" grpId="0" nodeType="after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wipe(left)">
                                      <p:cBhvr>
                                        <p:cTn id="43" dur="500"/>
                                        <p:tgtEl>
                                          <p:spTgt spid="14"/>
                                        </p:tgtEl>
                                      </p:cBhvr>
                                    </p:animEffect>
                                  </p:childTnLst>
                                </p:cTn>
                              </p:par>
                            </p:childTnLst>
                          </p:cTn>
                        </p:par>
                        <p:par>
                          <p:cTn id="44" fill="hold">
                            <p:stCondLst>
                              <p:cond delay="5000"/>
                            </p:stCondLst>
                            <p:childTnLst>
                              <p:par>
                                <p:cTn id="45" presetID="22" presetClass="entr" presetSubtype="8" fill="hold" grpId="0" nodeType="afterEffect">
                                  <p:stCondLst>
                                    <p:cond delay="0"/>
                                  </p:stCondLst>
                                  <p:childTnLst>
                                    <p:set>
                                      <p:cBhvr>
                                        <p:cTn id="46" dur="1" fill="hold">
                                          <p:stCondLst>
                                            <p:cond delay="0"/>
                                          </p:stCondLst>
                                        </p:cTn>
                                        <p:tgtEl>
                                          <p:spTgt spid="15"/>
                                        </p:tgtEl>
                                        <p:attrNameLst>
                                          <p:attrName>style.visibility</p:attrName>
                                        </p:attrNameLst>
                                      </p:cBhvr>
                                      <p:to>
                                        <p:strVal val="visible"/>
                                      </p:to>
                                    </p:set>
                                    <p:animEffect transition="in" filter="wipe(left)">
                                      <p:cBhvr>
                                        <p:cTn id="47" dur="500"/>
                                        <p:tgtEl>
                                          <p:spTgt spid="15"/>
                                        </p:tgtEl>
                                      </p:cBhvr>
                                    </p:animEffect>
                                  </p:childTnLst>
                                </p:cTn>
                              </p:par>
                            </p:childTnLst>
                          </p:cTn>
                        </p:par>
                        <p:par>
                          <p:cTn id="48" fill="hold">
                            <p:stCondLst>
                              <p:cond delay="5500"/>
                            </p:stCondLst>
                            <p:childTnLst>
                              <p:par>
                                <p:cTn id="49" presetID="22" presetClass="entr" presetSubtype="8" fill="hold" grpId="0" nodeType="afterEffect">
                                  <p:stCondLst>
                                    <p:cond delay="0"/>
                                  </p:stCondLst>
                                  <p:childTnLst>
                                    <p:set>
                                      <p:cBhvr>
                                        <p:cTn id="50" dur="1" fill="hold">
                                          <p:stCondLst>
                                            <p:cond delay="0"/>
                                          </p:stCondLst>
                                        </p:cTn>
                                        <p:tgtEl>
                                          <p:spTgt spid="80"/>
                                        </p:tgtEl>
                                        <p:attrNameLst>
                                          <p:attrName>style.visibility</p:attrName>
                                        </p:attrNameLst>
                                      </p:cBhvr>
                                      <p:to>
                                        <p:strVal val="visible"/>
                                      </p:to>
                                    </p:set>
                                    <p:animEffect transition="in" filter="wipe(left)">
                                      <p:cBhvr>
                                        <p:cTn id="51" dur="500"/>
                                        <p:tgtEl>
                                          <p:spTgt spid="80"/>
                                        </p:tgtEl>
                                      </p:cBhvr>
                                    </p:animEffect>
                                  </p:childTnLst>
                                </p:cTn>
                              </p:par>
                            </p:childTnLst>
                          </p:cTn>
                        </p:par>
                        <p:par>
                          <p:cTn id="52" fill="hold">
                            <p:stCondLst>
                              <p:cond delay="6000"/>
                            </p:stCondLst>
                            <p:childTnLst>
                              <p:par>
                                <p:cTn id="53" presetID="22" presetClass="entr" presetSubtype="8" fill="hold" grpId="0" nodeType="afterEffect">
                                  <p:stCondLst>
                                    <p:cond delay="0"/>
                                  </p:stCondLst>
                                  <p:childTnLst>
                                    <p:set>
                                      <p:cBhvr>
                                        <p:cTn id="54" dur="1" fill="hold">
                                          <p:stCondLst>
                                            <p:cond delay="0"/>
                                          </p:stCondLst>
                                        </p:cTn>
                                        <p:tgtEl>
                                          <p:spTgt spid="62"/>
                                        </p:tgtEl>
                                        <p:attrNameLst>
                                          <p:attrName>style.visibility</p:attrName>
                                        </p:attrNameLst>
                                      </p:cBhvr>
                                      <p:to>
                                        <p:strVal val="visible"/>
                                      </p:to>
                                    </p:set>
                                    <p:animEffect transition="in" filter="wipe(left)">
                                      <p:cBhvr>
                                        <p:cTn id="55" dur="500"/>
                                        <p:tgtEl>
                                          <p:spTgt spid="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33" grpId="0" bldLvl="0" animBg="1"/>
      <p:bldP spid="26633" grpId="1" animBg="1"/>
      <p:bldP spid="7" grpId="0"/>
      <p:bldP spid="7" grpId="1"/>
      <p:bldP spid="14" grpId="0"/>
      <p:bldP spid="14" grpId="1"/>
      <p:bldP spid="62" grpId="0"/>
      <p:bldP spid="62" grpId="1"/>
      <p:bldP spid="15" grpId="0" bldLvl="0" animBg="1"/>
      <p:bldP spid="15" grpId="1" animBg="1"/>
      <p:bldP spid="80" grpId="0" bldLvl="0" animBg="1"/>
      <p:bldP spid="80" grpId="1" animBg="1"/>
      <p:bldP spid="11" grpId="0" bldLvl="0" animBg="1"/>
      <p:bldP spid="11" grpId="1" animBg="1"/>
      <p:bldP spid="12" grpId="0" bldLvl="0" animBg="1"/>
      <p:bldP spid="12" grpId="1"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0" y="0"/>
            <a:ext cx="12192000" cy="6858000"/>
          </a:xfrm>
          <a:prstGeom prst="rect">
            <a:avLst/>
          </a:prstGeom>
          <a:gradFill>
            <a:gsLst>
              <a:gs pos="0">
                <a:srgbClr val="F5872E"/>
              </a:gs>
              <a:gs pos="52100">
                <a:srgbClr val="FC7440"/>
              </a:gs>
              <a:gs pos="100000">
                <a:srgbClr val="FC644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pic>
        <p:nvPicPr>
          <p:cNvPr id="6" name="图片 5">
            <a:extLst>
              <a:ext uri="{FF2B5EF4-FFF2-40B4-BE49-F238E27FC236}">
                <a16:creationId xmlns:a16="http://schemas.microsoft.com/office/drawing/2014/main" id="{3FCE0580-9D1B-EF74-B2D6-3ABC2A2CB185}"/>
              </a:ext>
            </a:extLst>
          </p:cNvPr>
          <p:cNvPicPr>
            <a:picLocks noChangeAspect="1"/>
          </p:cNvPicPr>
          <p:nvPr/>
        </p:nvPicPr>
        <p:blipFill>
          <a:blip r:embed="R6d59a90a49854fe2">
            <a:extLst>
              <a:ext uri="{28A0092B-C50C-407E-A947-70E740481C1C}">
                <a14:useLocalDpi xmlns:a14="http://schemas.microsoft.com/office/drawing/2010/main" val="0"/>
              </a:ext>
            </a:extLst>
          </a:blip>
          <a:srcRect/>
          <a:stretch/>
        </p:blipFill>
        <p:spPr>
          <a:xfrm>
            <a:off x="556078" y="373516"/>
            <a:ext cx="10863943" cy="6110967"/>
          </a:xfrm>
          <a:prstGeom prst="rect">
            <a:avLst/>
          </a:prstGeom>
        </p:spPr>
      </p:pic>
      <mc:AlternateContent xmlns:mc="http://schemas.openxmlformats.org/markup-compatibility/2006">
        <mc:Choice xmlns:p14="http://schemas.microsoft.com/office/powerpoint/2010/main" Requires="p14">
          <p:contentPart p14:bwMode="auto" r:id="Rf3fcb39c78b648a7">
            <p14:nvContentPartPr>
              <p14:cNvPr id="16" name="墨迹 15"/>
              <p14:cNvContentPartPr/>
              <p14:nvPr/>
            </p14:nvContentPartPr>
            <p14:xfrm>
              <a:off x="2093051" y="-286110"/>
              <a:ext cx="360" cy="360"/>
            </p14:xfrm>
          </p:contentPart>
        </mc:Choice>
        <mc:Fallback>
          <p:pic>
            <p:nvPicPr>
              <p:cNvPr id="16" name="墨迹 15"/>
              <p:cNvPicPr/>
              <p:nvPr/>
            </p:nvPicPr>
            <p:blipFill>
              <a:blip r:embed="R53c3001ee31543e3"/>
              <a:stretch>
                <a:fillRect/>
              </a:stretch>
            </p:blipFill>
            <p:spPr>
              <a:xfrm>
                <a:off x="2057051" y="-322110"/>
                <a:ext cx="72000" cy="72000"/>
              </a:xfrm>
              <a:prstGeom prst="rect">
                <a:avLst/>
              </a:prstGeom>
            </p:spPr>
          </p:pic>
        </mc:Fallback>
      </mc:AlternateContent>
      <mc:AlternateContent xmlns:mc="http://schemas.openxmlformats.org/markup-compatibility/2006">
        <mc:Choice xmlns:p14="http://schemas.microsoft.com/office/powerpoint/2010/main" Requires="p14">
          <p:contentPart p14:bwMode="auto" r:id="Rc3cd2a343829400d">
            <p14:nvContentPartPr>
              <p14:cNvPr id="17" name="墨迹 16"/>
              <p14:cNvContentPartPr/>
              <p14:nvPr/>
            </p14:nvContentPartPr>
            <p14:xfrm>
              <a:off x="822971" y="-489150"/>
              <a:ext cx="360" cy="360"/>
            </p14:xfrm>
          </p:contentPart>
        </mc:Choice>
        <mc:Fallback>
          <p:pic>
            <p:nvPicPr>
              <p:cNvPr id="17" name="墨迹 16"/>
              <p:cNvPicPr/>
              <p:nvPr/>
            </p:nvPicPr>
            <p:blipFill>
              <a:blip r:embed="R53c3001ee31543e3"/>
              <a:stretch>
                <a:fillRect/>
              </a:stretch>
            </p:blipFill>
            <p:spPr>
              <a:xfrm>
                <a:off x="786971" y="-525150"/>
                <a:ext cx="72000" cy="72000"/>
              </a:xfrm>
              <a:prstGeom prst="rect">
                <a:avLst/>
              </a:prstGeom>
            </p:spPr>
          </p:pic>
        </mc:Fallback>
      </mc:AlternateContent>
      <p:sp>
        <p:nvSpPr>
          <p:cNvPr id="5" name="文本框 4"/>
          <p:cNvSpPr txBox="1"/>
          <p:nvPr/>
        </p:nvSpPr>
        <p:spPr>
          <a:xfrm>
            <a:off x="995631" y="5853325"/>
            <a:ext cx="5218430" cy="353196"/>
          </a:xfrm>
          <a:prstGeom prst="roundRect">
            <a:avLst/>
          </a:prstGeom>
          <a:solidFill>
            <a:schemeClr val="bg1"/>
          </a:solidFill>
        </p:spPr>
        <p:txBody>
          <a:bodyPr wrap="square">
            <a:noAutofit/>
          </a:bodyPr>
          <a:lstStyle/>
          <a:p>
            <a:r>
              <a:rPr lang="en-US" altLang="zh-CN">
                <a:solidFill>
                  <a:schemeClr val="bg1"/>
                </a:solidFill>
                <a:hlinkClick r:id="R3d1c1c1ac8a249ddb2e23695adbe1d59"/>
              </a:rPr>
              <a:t>https://www.pptsupermarket.com/customizes</a:t>
            </a:r>
            <a:endParaRPr lang="en-US" altLang="zh-CN">
              <a:solidFill>
                <a:schemeClr val="bg1"/>
              </a:solidFill>
            </a:endParaRPr>
          </a:p>
        </p:txBody>
      </p:sp>
      <p:pic>
        <p:nvPicPr>
          <p:cNvPr id="3" name="图片 2">
            <a:extLst>
              <a:ext uri="{FF2B5EF4-FFF2-40B4-BE49-F238E27FC236}">
                <a16:creationId xmlns:a16="http://schemas.microsoft.com/office/drawing/2014/main" id="{0C505DC9-B288-9E36-2E1C-FAB4AFFB11D1}"/>
              </a:ext>
            </a:extLst>
          </p:cNvPr>
          <p:cNvPicPr>
            <a:picLocks noChangeAspect="1"/>
          </p:cNvPicPr>
          <p:nvPr/>
        </p:nvPicPr>
        <p:blipFill>
          <a:blip r:embed="R1918373a75754b11" cstate="print">
            <a:extLst>
              <a:ext uri="{28A0092B-C50C-407E-A947-70E740481C1C}">
                <a14:useLocalDpi xmlns:a14="http://schemas.microsoft.com/office/drawing/2010/main" val="0"/>
              </a:ext>
            </a:extLst>
          </a:blip>
          <a:stretch>
            <a:fillRect/>
          </a:stretch>
        </p:blipFill>
        <p:spPr>
          <a:xfrm>
            <a:off x="7861028" y="1584183"/>
            <a:ext cx="2669342" cy="2757368"/>
          </a:xfrm>
          <a:prstGeom prst="rect">
            <a:avLst/>
          </a:prstGeom>
        </p:spPr>
      </p:pic>
      <p:sp>
        <p:nvSpPr>
          <p:cNvPr id="2" name="文本框 1">
            <a:extLst>
              <a:ext uri="{FF2B5EF4-FFF2-40B4-BE49-F238E27FC236}">
                <a16:creationId xmlns:a16="http://schemas.microsoft.com/office/drawing/2014/main" id="{DB6278BE-3286-7688-C839-03607785B618}"/>
              </a:ext>
            </a:extLst>
          </p:cNvPr>
          <p:cNvSpPr txBox="1"/>
          <p:nvPr/>
        </p:nvSpPr>
        <p:spPr>
          <a:xfrm>
            <a:off x="0" y="7200684"/>
            <a:ext cx="2997200" cy="369332"/>
          </a:xfrm>
          <a:prstGeom prst="rect">
            <a:avLst/>
          </a:prstGeom>
          <a:noFill/>
        </p:spPr>
        <p:txBody>
          <a:bodyPr wrap="square" rtlCol="0">
            <a:spAutoFit/>
          </a:bodyPr>
          <a:lstStyle/>
          <a:p>
            <a:r>
              <a:rPr lang="en-US" altLang="zh-CN" dirty="0"/>
              <a:t>PPTSUPERMARKETDELETE</a:t>
            </a:r>
            <a:endParaRPr lang="zh-CN" alt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3464B4C1-1D1A-E7BF-FF1D-C8DA501C10E2}"/>
              </a:ext>
            </a:extLst>
          </p:cNvPr>
          <p:cNvSpPr/>
          <p:nvPr/>
        </p:nvSpPr>
        <p:spPr>
          <a:xfrm>
            <a:off x="0" y="0"/>
            <a:ext cx="12192000" cy="6858000"/>
          </a:xfrm>
          <a:prstGeom prst="rect">
            <a:avLst/>
          </a:prstGeom>
          <a:gradFill>
            <a:gsLst>
              <a:gs pos="0">
                <a:srgbClr val="F5872E"/>
              </a:gs>
              <a:gs pos="52100">
                <a:srgbClr val="FC7440"/>
              </a:gs>
              <a:gs pos="100000">
                <a:srgbClr val="FC644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pic>
        <p:nvPicPr>
          <p:cNvPr id="11" name="图片 10"/>
          <p:cNvPicPr>
            <a:picLocks noChangeAspect="1"/>
          </p:cNvPicPr>
          <p:nvPr/>
        </p:nvPicPr>
        <p:blipFill>
          <a:blip r:embed="R5f2b51e406b84f70" cstate="screen">
            <a:extLst>
              <a:ext uri="{28A0092B-C50C-407E-A947-70E740481C1C}">
                <a14:useLocalDpi xmlns:a14="http://schemas.microsoft.com/office/drawing/2010/main"/>
              </a:ext>
            </a:extLst>
          </a:blip>
          <a:stretch>
            <a:fillRect/>
          </a:stretch>
        </p:blipFill>
        <p:spPr>
          <a:xfrm>
            <a:off x="4952144" y="1028495"/>
            <a:ext cx="6814466" cy="4801010"/>
          </a:xfrm>
          <a:prstGeom prst="rect">
            <a:avLst/>
          </a:prstGeom>
          <a:ln>
            <a:noFill/>
          </a:ln>
          <a:effectLst>
            <a:outerShdw blurRad="190500" algn="tl" rotWithShape="0">
              <a:srgbClr val="000000">
                <a:alpha val="70000"/>
              </a:srgbClr>
            </a:outerShdw>
          </a:effectLst>
        </p:spPr>
      </p:pic>
      <p:pic>
        <p:nvPicPr>
          <p:cNvPr id="10" name="图片 9"/>
          <p:cNvPicPr>
            <a:picLocks noChangeAspect="1"/>
          </p:cNvPicPr>
          <p:nvPr/>
        </p:nvPicPr>
        <p:blipFill>
          <a:blip r:embed="Rdec547be60384947" cstate="print">
            <a:extLst>
              <a:ext uri="{28A0092B-C50C-407E-A947-70E740481C1C}">
                <a14:useLocalDpi xmlns:a14="http://schemas.microsoft.com/office/drawing/2010/main" val="0"/>
              </a:ext>
            </a:extLst>
          </a:blip>
          <a:stretch>
            <a:fillRect/>
          </a:stretch>
        </p:blipFill>
        <p:spPr>
          <a:xfrm>
            <a:off x="699842" y="3904439"/>
            <a:ext cx="1690961" cy="1690961"/>
          </a:xfrm>
          <a:prstGeom prst="rect">
            <a:avLst/>
          </a:prstGeom>
        </p:spPr>
      </p:pic>
      <p:sp>
        <p:nvSpPr>
          <p:cNvPr id="13" name="文本框 12"/>
          <p:cNvSpPr txBox="1"/>
          <p:nvPr/>
        </p:nvSpPr>
        <p:spPr>
          <a:xfrm>
            <a:off x="587177" y="1095947"/>
            <a:ext cx="4154347" cy="2123658"/>
          </a:xfrm>
          <a:prstGeom prst="rect">
            <a:avLst/>
          </a:prstGeom>
          <a:noFill/>
        </p:spPr>
        <p:txBody>
          <a:bodyPr wrap="square">
            <a:spAutoFit/>
          </a:bodyPr>
          <a:lstStyle/>
          <a:p>
            <a:r>
              <a:rPr lang="en-US" altLang="zh-CN" sz="4400" b="1" i="0">
                <a:solidFill>
                  <a:schemeClr val="bg1"/>
                </a:solidFill>
                <a:effectLst/>
                <a:latin typeface="MiSans Medium" panose="00000600000000000000" pitchFamily="2" charset="-122"/>
                <a:ea typeface="MiSans Medium" panose="00000600000000000000" pitchFamily="2" charset="-122"/>
              </a:rPr>
              <a:t>PPT</a:t>
            </a:r>
            <a:r>
              <a:rPr lang="zh-CN" altLang="en-US" sz="4400" b="1" i="0">
                <a:solidFill>
                  <a:schemeClr val="bg1"/>
                </a:solidFill>
                <a:effectLst/>
                <a:latin typeface="MiSans Medium" panose="00000600000000000000" pitchFamily="2" charset="-122"/>
                <a:ea typeface="MiSans Medium" panose="00000600000000000000" pitchFamily="2" charset="-122"/>
              </a:rPr>
              <a:t>超级市场</a:t>
            </a:r>
            <a:r>
              <a:rPr lang="en-US" altLang="zh-CN" sz="4400" b="1" i="0">
                <a:solidFill>
                  <a:schemeClr val="bg1"/>
                </a:solidFill>
                <a:effectLst/>
                <a:latin typeface="MiSans Medium" panose="00000600000000000000" pitchFamily="2" charset="-122"/>
                <a:ea typeface="MiSans Medium" panose="00000600000000000000" pitchFamily="2" charset="-122"/>
              </a:rPr>
              <a:t>AI</a:t>
            </a:r>
          </a:p>
          <a:p>
            <a:r>
              <a:rPr lang="en-US" altLang="zh-CN" sz="4400" b="1" i="0">
                <a:solidFill>
                  <a:schemeClr val="bg1"/>
                </a:solidFill>
                <a:effectLst/>
                <a:latin typeface="MiSans Medium" panose="00000600000000000000" pitchFamily="2" charset="-122"/>
                <a:ea typeface="MiSans Medium" panose="00000600000000000000" pitchFamily="2" charset="-122"/>
              </a:rPr>
              <a:t>1</a:t>
            </a:r>
            <a:r>
              <a:rPr lang="zh-CN" altLang="en-US" sz="4400" b="1" i="0">
                <a:solidFill>
                  <a:schemeClr val="bg1"/>
                </a:solidFill>
                <a:effectLst/>
                <a:latin typeface="MiSans Medium" panose="00000600000000000000" pitchFamily="2" charset="-122"/>
                <a:ea typeface="MiSans Medium" panose="00000600000000000000" pitchFamily="2" charset="-122"/>
              </a:rPr>
              <a:t>分钟</a:t>
            </a:r>
            <a:r>
              <a:rPr lang="zh-CN" altLang="en-US" sz="4400" b="1">
                <a:solidFill>
                  <a:schemeClr val="bg1"/>
                </a:solidFill>
                <a:latin typeface="MiSans Medium" panose="00000600000000000000" pitchFamily="2" charset="-122"/>
                <a:ea typeface="MiSans Medium" panose="00000600000000000000" pitchFamily="2" charset="-122"/>
              </a:rPr>
              <a:t>免费</a:t>
            </a:r>
            <a:endParaRPr lang="en-US" altLang="zh-CN" sz="4400" b="1" i="0">
              <a:solidFill>
                <a:schemeClr val="bg1"/>
              </a:solidFill>
              <a:effectLst/>
              <a:latin typeface="MiSans Medium" panose="00000600000000000000" pitchFamily="2" charset="-122"/>
              <a:ea typeface="MiSans Medium" panose="00000600000000000000" pitchFamily="2" charset="-122"/>
            </a:endParaRPr>
          </a:p>
          <a:p>
            <a:r>
              <a:rPr lang="en-US" altLang="zh-CN" sz="4400" b="1" i="0">
                <a:solidFill>
                  <a:schemeClr val="bg1"/>
                </a:solidFill>
                <a:effectLst/>
                <a:latin typeface="MiSans Medium" panose="00000600000000000000" pitchFamily="2" charset="-122"/>
                <a:ea typeface="MiSans Medium" panose="00000600000000000000" pitchFamily="2" charset="-122"/>
              </a:rPr>
              <a:t>AI</a:t>
            </a:r>
            <a:r>
              <a:rPr lang="zh-CN" altLang="en-US" sz="4400" b="1" i="0">
                <a:solidFill>
                  <a:schemeClr val="bg1"/>
                </a:solidFill>
                <a:effectLst/>
                <a:latin typeface="MiSans Medium" panose="00000600000000000000" pitchFamily="2" charset="-122"/>
                <a:ea typeface="MiSans Medium" panose="00000600000000000000" pitchFamily="2" charset="-122"/>
              </a:rPr>
              <a:t>生成精美</a:t>
            </a:r>
            <a:r>
              <a:rPr lang="en-US" altLang="zh-CN" sz="4400" b="1" i="0">
                <a:solidFill>
                  <a:schemeClr val="bg1"/>
                </a:solidFill>
                <a:effectLst/>
                <a:latin typeface="MiSans Medium" panose="00000600000000000000" pitchFamily="2" charset="-122"/>
                <a:ea typeface="MiSans Medium" panose="00000600000000000000" pitchFamily="2" charset="-122"/>
              </a:rPr>
              <a:t>PPT</a:t>
            </a:r>
          </a:p>
        </p:txBody>
      </p:sp>
      <mc:AlternateContent xmlns:mc="http://schemas.openxmlformats.org/markup-compatibility/2006" xmlns:p14="http://schemas.microsoft.com/office/powerpoint/2010/main">
        <mc:Choice Requires="p14">
          <p:contentPart p14:bwMode="auto" r:id="R18f6788f18604c1a">
            <p14:nvContentPartPr>
              <p14:cNvPr id="15" name="墨迹 14"/>
              <p14:cNvContentPartPr/>
              <p14:nvPr/>
            </p14:nvContentPartPr>
            <p14:xfrm>
              <a:off x="5357445" y="1361610"/>
              <a:ext cx="1892160" cy="360"/>
            </p14:xfrm>
          </p:contentPart>
        </mc:Choice>
        <mc:Fallback xmlns="">
          <p:pic>
            <p:nvPicPr>
              <p:cNvPr id="15" name="墨迹 14"/>
            </p:nvPicPr>
            <p:blipFill>
              <a:blip r:embed="Rab221bce948d432c"/>
            </p:blipFill>
            <p:spPr>
              <a:xfrm>
                <a:off x="5357445" y="1361610"/>
                <a:ext cx="1892160" cy="360"/>
              </a:xfrm>
              <a:prstGeom prst="rect"/>
            </p:spPr>
          </p:pic>
        </mc:Fallback>
      </mc:AlternateContent>
      <mc:AlternateContent xmlns:mc="http://schemas.openxmlformats.org/markup-compatibility/2006">
        <mc:Choice xmlns:p14="http://schemas.microsoft.com/office/powerpoint/2010/main" Requires="p14">
          <p:contentPart p14:bwMode="auto" r:id="R36b37a015c1f4ba0">
            <p14:nvContentPartPr>
              <p14:cNvPr id="16" name="墨迹 15"/>
              <p14:cNvContentPartPr/>
              <p14:nvPr/>
            </p14:nvContentPartPr>
            <p14:xfrm>
              <a:off x="1974990" y="-204574"/>
              <a:ext cx="360" cy="360"/>
            </p14:xfrm>
          </p:contentPart>
        </mc:Choice>
        <mc:Fallback>
          <p:pic>
            <p:nvPicPr>
              <p:cNvPr id="16" name="墨迹 15"/>
              <p:cNvPicPr/>
              <p:nvPr/>
            </p:nvPicPr>
            <p:blipFill>
              <a:blip r:embed="R0e7f2d57a7ac4647"/>
              <a:stretch>
                <a:fillRect/>
              </a:stretch>
            </p:blipFill>
            <p:spPr>
              <a:xfrm>
                <a:off x="1938990" y="-240574"/>
                <a:ext cx="72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390b79d8ed5a443d">
            <p14:nvContentPartPr>
              <p14:cNvPr id="17" name="墨迹 16"/>
              <p14:cNvContentPartPr/>
              <p14:nvPr/>
            </p14:nvContentPartPr>
            <p14:xfrm>
              <a:off x="704910" y="-489150"/>
              <a:ext cx="360" cy="360"/>
            </p14:xfrm>
          </p:contentPart>
        </mc:Choice>
        <mc:Fallback xmlns="">
          <p:pic>
            <p:nvPicPr>
              <p:cNvPr id="17" name="墨迹 16"/>
            </p:nvPicPr>
            <p:blipFill>
              <a:blip r:embed="Rc9b51c37154f4dd7"/>
            </p:blipFill>
            <p:spPr>
              <a:xfrm>
                <a:off x="704910" y="-489150"/>
                <a:ext cx="360" cy="360"/>
              </a:xfrm>
              <a:prstGeom prst="rect"/>
            </p:spPr>
          </p:pic>
        </mc:Fallback>
      </mc:AlternateContent>
      <p:pic>
        <p:nvPicPr>
          <p:cNvPr id="19" name="图片 18"/>
          <p:cNvPicPr>
            <a:picLocks noChangeAspect="1"/>
          </p:cNvPicPr>
          <p:nvPr/>
        </p:nvPicPr>
        <p:blipFill>
          <a:blip r:embed="R61f285a4cbb84523">
            <a:extLst>
              <a:ext uri="{28A0092B-C50C-407E-A947-70E740481C1C}">
                <a14:useLocalDpi xmlns:a14="http://schemas.microsoft.com/office/drawing/2010/main" val="0"/>
              </a:ext>
            </a:extLst>
          </a:blip>
          <a:stretch>
            <a:fillRect/>
          </a:stretch>
        </p:blipFill>
        <p:spPr>
          <a:xfrm>
            <a:off x="693632" y="3902536"/>
            <a:ext cx="1690960" cy="1690960"/>
          </a:xfrm>
          <a:prstGeom prst="rect">
            <a:avLst/>
          </a:prstGeom>
        </p:spPr>
      </p:pic>
      <p:pic>
        <p:nvPicPr>
          <p:cNvPr id="21" name="图片 20"/>
          <p:cNvPicPr>
            <a:picLocks noChangeAspect="1"/>
          </p:cNvPicPr>
          <p:nvPr/>
        </p:nvPicPr>
        <p:blipFill>
          <a:blip r:embed="R2ce2a38208da4427" cstate="print">
            <a:extLst>
              <a:ext uri="{28A0092B-C50C-407E-A947-70E740481C1C}">
                <a14:useLocalDpi xmlns:a14="http://schemas.microsoft.com/office/drawing/2010/main" val="0"/>
              </a:ext>
            </a:extLst>
          </a:blip>
          <a:stretch>
            <a:fillRect/>
          </a:stretch>
        </p:blipFill>
        <p:spPr>
          <a:xfrm>
            <a:off x="2597770" y="3902536"/>
            <a:ext cx="1690960" cy="1690960"/>
          </a:xfrm>
          <a:prstGeom prst="rect">
            <a:avLst/>
          </a:prstGeom>
        </p:spPr>
      </p:pic>
      <p:sp>
        <p:nvSpPr>
          <p:cNvPr id="23" name="文本框 22"/>
          <p:cNvSpPr txBox="1"/>
          <p:nvPr/>
        </p:nvSpPr>
        <p:spPr>
          <a:xfrm>
            <a:off x="693632" y="3288809"/>
            <a:ext cx="3648020" cy="369332"/>
          </a:xfrm>
          <a:prstGeom prst="rect">
            <a:avLst/>
          </a:prstGeom>
          <a:solidFill>
            <a:schemeClr val="bg1"/>
          </a:solidFill>
        </p:spPr>
        <p:txBody>
          <a:bodyPr wrap="square">
            <a:spAutoFit/>
          </a:bodyPr>
          <a:lstStyle/>
          <a:p>
            <a:r>
              <a:rPr lang="en-US" altLang="zh-CN">
                <a:solidFill>
                  <a:schemeClr val="bg1"/>
                </a:solidFill>
                <a:hlinkClick r:id="R7d9dba4c8173482997b9d7d8c1e522c3"/>
              </a:rPr>
              <a:t>https://www.pptsupermarket.com</a:t>
            </a:r>
            <a:endParaRPr lang="zh-CN" altLang="en-US">
              <a:solidFill>
                <a:schemeClr val="bg1"/>
              </a:solidFill>
            </a:endParaRPr>
          </a:p>
        </p:txBody>
      </p:sp>
      <p:sp>
        <p:nvSpPr>
          <p:cNvPr id="3" name="文本框 2">
            <a:extLst>
              <a:ext uri="{FF2B5EF4-FFF2-40B4-BE49-F238E27FC236}">
                <a16:creationId xmlns:a16="http://schemas.microsoft.com/office/drawing/2014/main" id="{20A45F51-90AD-52ED-9B4B-9163368ABC90}"/>
              </a:ext>
            </a:extLst>
          </p:cNvPr>
          <p:cNvSpPr txBox="1"/>
          <p:nvPr/>
        </p:nvSpPr>
        <p:spPr>
          <a:xfrm>
            <a:off x="0" y="7200684"/>
            <a:ext cx="2997200" cy="369332"/>
          </a:xfrm>
          <a:prstGeom prst="rect">
            <a:avLst/>
          </a:prstGeom>
          <a:noFill/>
        </p:spPr>
        <p:txBody>
          <a:bodyPr wrap="square" rtlCol="0">
            <a:spAutoFit/>
          </a:bodyPr>
          <a:lstStyle/>
          <a:p>
            <a:r>
              <a:rPr lang="en-US" altLang="zh-CN" dirty="0"/>
              <a:t>PPTSUPERMARKETDELETE</a:t>
            </a:r>
            <a:endParaRPr lang="zh-CN" altLang="en-US" dirty="0"/>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矩形 5"/>
          <p:cNvSpPr/>
          <p:nvPr/>
        </p:nvSpPr>
        <p:spPr>
          <a:xfrm>
            <a:off x="0" y="0"/>
            <a:ext cx="12192000" cy="6858000"/>
          </a:xfrm>
          <a:prstGeom prst="rect">
            <a:avLst/>
          </a:prstGeom>
          <a:solidFill>
            <a:srgbClr val="EA6C0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p:cNvPicPr>
            <a:picLocks noChangeAspect="1"/>
          </p:cNvPicPr>
          <p:nvPr/>
        </p:nvPicPr>
        <p:blipFill>
          <a:blip r:embed="R9d54f7e90a23404f" cstate="print">
            <a:extLst>
              <a:ext uri="{28A0092B-C50C-407E-A947-70E740481C1C}">
                <a14:useLocalDpi xmlns:a14="http://schemas.microsoft.com/office/drawing/2010/main" val="0"/>
              </a:ext>
            </a:extLst>
          </a:blip>
          <a:stretch>
            <a:fillRect/>
          </a:stretch>
        </p:blipFill>
        <p:spPr>
          <a:xfrm>
            <a:off x="2820996" y="2078418"/>
            <a:ext cx="2674457" cy="2674457"/>
          </a:xfrm>
          <a:prstGeom prst="rect">
            <a:avLst/>
          </a:prstGeom>
        </p:spPr>
      </p:pic>
      <p:sp>
        <p:nvSpPr>
          <p:cNvPr id="2" name="文本框 1"/>
          <p:cNvSpPr txBox="1"/>
          <p:nvPr/>
        </p:nvSpPr>
        <p:spPr>
          <a:xfrm>
            <a:off x="762797" y="3051843"/>
            <a:ext cx="3096259" cy="646331"/>
          </a:xfrm>
          <a:prstGeom prst="rect">
            <a:avLst/>
          </a:prstGeom>
          <a:noFill/>
        </p:spPr>
        <p:txBody>
          <a:bodyPr wrap="square" rtlCol="0">
            <a:spAutoFit/>
          </a:bodyPr>
          <a:lstStyle/>
          <a:p>
            <a:r>
              <a:rPr lang="en-US" altLang="zh-CN" sz="3600" b="1" dirty="0">
                <a:solidFill>
                  <a:schemeClr val="bg1"/>
                </a:solidFill>
                <a:latin typeface="仓耳渔阳体 W01" panose="02020400000000000000" pitchFamily="18" charset="-122"/>
                <a:ea typeface="仓耳渔阳体 W01" panose="02020400000000000000" pitchFamily="18" charset="-122"/>
              </a:rPr>
              <a:t>Powered by</a:t>
            </a:r>
            <a:endParaRPr lang="zh-CN" altLang="en-US" sz="3600" b="1" dirty="0">
              <a:solidFill>
                <a:schemeClr val="bg1"/>
              </a:solidFill>
              <a:latin typeface="仓耳渔阳体 W01" panose="02020400000000000000" pitchFamily="18" charset="-122"/>
              <a:ea typeface="仓耳渔阳体 W01" panose="02020400000000000000" pitchFamily="18" charset="-122"/>
            </a:endParaRPr>
          </a:p>
        </p:txBody>
      </p:sp>
      <p:sp>
        <p:nvSpPr>
          <p:cNvPr id="9" name="文本框 8"/>
          <p:cNvSpPr txBox="1"/>
          <p:nvPr/>
        </p:nvSpPr>
        <p:spPr>
          <a:xfrm>
            <a:off x="6082502" y="4909715"/>
            <a:ext cx="2146300" cy="369332"/>
          </a:xfrm>
          <a:prstGeom prst="rect">
            <a:avLst/>
          </a:prstGeom>
          <a:noFill/>
        </p:spPr>
        <p:txBody>
          <a:bodyPr wrap="square" rtlCol="0">
            <a:spAutoFit/>
          </a:bodyPr>
          <a:lstStyle/>
          <a:p>
            <a:pPr algn="ctr"/>
            <a:r>
              <a:rPr lang="zh-CN" altLang="en-US" b="1">
                <a:solidFill>
                  <a:schemeClr val="bg1">
                    <a:lumMod val="95000"/>
                  </a:schemeClr>
                </a:solidFill>
                <a:latin typeface="仓耳渔阳体 W01" panose="02020400000000000000" pitchFamily="18" charset="-122"/>
                <a:ea typeface="仓耳渔阳体 W01" panose="02020400000000000000" pitchFamily="18" charset="-122"/>
              </a:rPr>
              <a:t>免费</a:t>
            </a:r>
            <a:r>
              <a:rPr lang="zh-CN" altLang="en-US" b="1" dirty="0">
                <a:solidFill>
                  <a:schemeClr val="bg1">
                    <a:lumMod val="95000"/>
                  </a:schemeClr>
                </a:solidFill>
                <a:latin typeface="仓耳渔阳体 W01" panose="02020400000000000000" pitchFamily="18" charset="-122"/>
                <a:ea typeface="仓耳渔阳体 W01" panose="02020400000000000000" pitchFamily="18" charset="-122"/>
              </a:rPr>
              <a:t>定制</a:t>
            </a:r>
            <a:r>
              <a:rPr lang="en-US" altLang="zh-CN" b="1" dirty="0">
                <a:solidFill>
                  <a:schemeClr val="bg1">
                    <a:lumMod val="95000"/>
                  </a:schemeClr>
                </a:solidFill>
                <a:latin typeface="仓耳渔阳体 W01" panose="02020400000000000000" pitchFamily="18" charset="-122"/>
                <a:ea typeface="仓耳渔阳体 W01" panose="02020400000000000000" pitchFamily="18" charset="-122"/>
              </a:rPr>
              <a:t>PPT</a:t>
            </a:r>
            <a:endParaRPr lang="zh-CN" altLang="en-US" b="1" dirty="0">
              <a:solidFill>
                <a:schemeClr val="bg1">
                  <a:lumMod val="95000"/>
                </a:schemeClr>
              </a:solidFill>
              <a:latin typeface="仓耳渔阳体 W01" panose="02020400000000000000" pitchFamily="18" charset="-122"/>
              <a:ea typeface="仓耳渔阳体 W01" panose="02020400000000000000" pitchFamily="18" charset="-122"/>
            </a:endParaRPr>
          </a:p>
        </p:txBody>
      </p:sp>
      <p:sp>
        <p:nvSpPr>
          <p:cNvPr id="3" name="矩形 2"/>
          <p:cNvSpPr/>
          <p:nvPr/>
        </p:nvSpPr>
        <p:spPr>
          <a:xfrm>
            <a:off x="5080955" y="1864461"/>
            <a:ext cx="45719" cy="3102372"/>
          </a:xfrm>
          <a:prstGeom prst="rect">
            <a:avLst/>
          </a:prstGeom>
          <a:solidFill>
            <a:schemeClr val="bg1">
              <a:lumMod val="95000"/>
            </a:scheme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 name="图片 6"/>
          <p:cNvPicPr>
            <a:picLocks noChangeAspect="1"/>
          </p:cNvPicPr>
          <p:nvPr/>
        </p:nvPicPr>
        <p:blipFill>
          <a:blip r:embed="R7d242c93181c4c98">
            <a:extLst>
              <a:ext uri="{28A0092B-C50C-407E-A947-70E740481C1C}">
                <a14:useLocalDpi xmlns:a14="http://schemas.microsoft.com/office/drawing/2010/main" val="0"/>
              </a:ext>
            </a:extLst>
          </a:blip>
          <a:stretch>
            <a:fillRect/>
          </a:stretch>
        </p:blipFill>
        <p:spPr>
          <a:xfrm>
            <a:off x="5724696" y="2021301"/>
            <a:ext cx="2681263" cy="2674457"/>
          </a:xfrm>
          <a:prstGeom prst="rect">
            <a:avLst/>
          </a:prstGeom>
        </p:spPr>
      </p:pic>
      <p:pic>
        <p:nvPicPr>
          <p:cNvPr id="10" name="图片 9"/>
          <p:cNvPicPr>
            <a:picLocks noChangeAspect="1"/>
          </p:cNvPicPr>
          <p:nvPr/>
        </p:nvPicPr>
        <p:blipFill>
          <a:blip r:embed="R05f12a127be445b1">
            <a:extLst>
              <a:ext uri="{28A0092B-C50C-407E-A947-70E740481C1C}">
                <a14:useLocalDpi xmlns:a14="http://schemas.microsoft.com/office/drawing/2010/main" val="0"/>
              </a:ext>
            </a:extLst>
          </a:blip>
          <a:stretch>
            <a:fillRect/>
          </a:stretch>
        </p:blipFill>
        <p:spPr>
          <a:xfrm>
            <a:off x="8610918" y="2021301"/>
            <a:ext cx="2674457" cy="2674457"/>
          </a:xfrm>
          <a:prstGeom prst="rect">
            <a:avLst/>
          </a:prstGeom>
        </p:spPr>
      </p:pic>
      <p:sp>
        <p:nvSpPr>
          <p:cNvPr id="11" name="文本框 10"/>
          <p:cNvSpPr txBox="1"/>
          <p:nvPr/>
        </p:nvSpPr>
        <p:spPr>
          <a:xfrm>
            <a:off x="8825793" y="4909715"/>
            <a:ext cx="2146300" cy="369332"/>
          </a:xfrm>
          <a:prstGeom prst="rect">
            <a:avLst/>
          </a:prstGeom>
          <a:noFill/>
        </p:spPr>
        <p:txBody>
          <a:bodyPr wrap="square" rtlCol="0">
            <a:spAutoFit/>
          </a:bodyPr>
          <a:lstStyle/>
          <a:p>
            <a:pPr algn="ctr"/>
            <a:r>
              <a:rPr lang="zh-CN" altLang="en-US" b="1">
                <a:solidFill>
                  <a:schemeClr val="bg1">
                    <a:lumMod val="95000"/>
                  </a:schemeClr>
                </a:solidFill>
                <a:latin typeface="仓耳渔阳体 W01" panose="02020400000000000000" pitchFamily="18" charset="-122"/>
                <a:ea typeface="仓耳渔阳体 W01" panose="02020400000000000000" pitchFamily="18" charset="-122"/>
              </a:rPr>
              <a:t>免费</a:t>
            </a:r>
            <a:r>
              <a:rPr lang="zh-CN" altLang="en-US" b="1" dirty="0">
                <a:solidFill>
                  <a:schemeClr val="bg1">
                    <a:lumMod val="95000"/>
                  </a:schemeClr>
                </a:solidFill>
                <a:latin typeface="仓耳渔阳体 W01" panose="02020400000000000000" pitchFamily="18" charset="-122"/>
                <a:ea typeface="仓耳渔阳体 W01" panose="02020400000000000000" pitchFamily="18" charset="-122"/>
              </a:rPr>
              <a:t>下载</a:t>
            </a:r>
            <a:r>
              <a:rPr lang="en-US" altLang="zh-CN" b="1" dirty="0">
                <a:solidFill>
                  <a:schemeClr val="bg1">
                    <a:lumMod val="95000"/>
                  </a:schemeClr>
                </a:solidFill>
                <a:latin typeface="仓耳渔阳体 W01" panose="02020400000000000000" pitchFamily="18" charset="-122"/>
                <a:ea typeface="仓耳渔阳体 W01" panose="02020400000000000000" pitchFamily="18" charset="-122"/>
              </a:rPr>
              <a:t>PPT</a:t>
            </a:r>
            <a:endParaRPr lang="zh-CN" altLang="en-US" b="1" dirty="0">
              <a:solidFill>
                <a:schemeClr val="bg1">
                  <a:lumMod val="95000"/>
                </a:schemeClr>
              </a:solidFill>
              <a:latin typeface="仓耳渔阳体 W01" panose="02020400000000000000" pitchFamily="18" charset="-122"/>
              <a:ea typeface="仓耳渔阳体 W01" panose="02020400000000000000" pitchFamily="18" charset="-122"/>
            </a:endParaRPr>
          </a:p>
        </p:txBody>
      </p:sp>
      <p:sp>
        <p:nvSpPr>
          <p:cNvPr id="4" name="文本框 3"/>
          <p:cNvSpPr txBox="1"/>
          <p:nvPr/>
        </p:nvSpPr>
        <p:spPr>
          <a:xfrm>
            <a:off x="0" y="7200684"/>
            <a:ext cx="2997200" cy="369332"/>
          </a:xfrm>
          <a:prstGeom prst="rect">
            <a:avLst/>
          </a:prstGeom>
          <a:noFill/>
        </p:spPr>
        <p:txBody>
          <a:bodyPr wrap="square" rtlCol="0">
            <a:spAutoFit/>
          </a:bodyPr>
          <a:lstStyle/>
          <a:p>
            <a:r>
              <a:rPr lang="en-US" altLang="zh-CN" dirty="0"/>
              <a:t>PPTSUPERMARKETDELETE</a:t>
            </a:r>
            <a:endParaRPr lang="zh-CN" altLang="en-US" dirty="0"/>
          </a:p>
        </p:txBody>
      </p:sp>
      <mc:AlternateContent xmlns:mc="http://schemas.openxmlformats.org/markup-compatibility/2006" xmlns:p14="http://schemas.microsoft.com/office/powerpoint/2010/main">
        <mc:Choice Requires="p14">
          <p:contentPart p14:bwMode="auto" r:id="Rc02be97c85c74d08">
            <p14:nvContentPartPr>
              <p14:cNvPr id="8" name="墨迹 7"/>
              <p14:cNvContentPartPr/>
              <p14:nvPr/>
            </p14:nvContentPartPr>
            <p14:xfrm>
              <a:off x="907950" y="-825390"/>
              <a:ext cx="360" cy="360"/>
            </p14:xfrm>
          </p:contentPart>
        </mc:Choice>
        <mc:Fallback xmlns="">
          <p:pic>
            <p:nvPicPr>
              <p:cNvPr id="8" name="墨迹 7"/>
            </p:nvPicPr>
            <p:blipFill>
              <a:blip r:embed="R595f2ffccdbf45eb"/>
            </p:blipFill>
            <p:spPr>
              <a:xfrm>
                <a:off x="907950" y="-825390"/>
                <a:ext cx="360" cy="360"/>
              </a:xfrm>
              <a:prstGeom prst="rect"/>
            </p:spPr>
          </p:pic>
        </mc:Fallback>
      </mc:AlternateContent>
      <mc:AlternateContent xmlns:mc="http://schemas.openxmlformats.org/markup-compatibility/2006" xmlns:p14="http://schemas.microsoft.com/office/powerpoint/2010/main">
        <mc:Choice Requires="p14">
          <p:contentPart p14:bwMode="auto" r:id="Rece756c188c64111">
            <p14:nvContentPartPr>
              <p14:cNvPr id="13" name="墨迹 12"/>
              <p14:cNvContentPartPr/>
              <p14:nvPr/>
            </p14:nvContentPartPr>
            <p14:xfrm>
              <a:off x="1130070" y="-939870"/>
              <a:ext cx="360" cy="360"/>
            </p14:xfrm>
          </p:contentPart>
        </mc:Choice>
        <mc:Fallback xmlns="">
          <p:pic>
            <p:nvPicPr>
              <p:cNvPr id="13" name="墨迹 12"/>
            </p:nvPicPr>
            <p:blipFill>
              <a:blip r:embed="R595f2ffccdbf45eb"/>
            </p:blipFill>
            <p:spPr>
              <a:xfrm>
                <a:off x="1130070" y="-939870"/>
                <a:ext cx="360" cy="360"/>
              </a:xfrm>
              <a:prstGeom prst="rect"/>
            </p:spPr>
          </p:pic>
        </mc:Fallback>
      </mc:AlternateContent>
      <mc:AlternateContent xmlns:mc="http://schemas.openxmlformats.org/markup-compatibility/2006" xmlns:p14="http://schemas.microsoft.com/office/powerpoint/2010/main">
        <mc:Choice Requires="p14">
          <p:contentPart p14:bwMode="auto" r:id="Rf13f2e939ab448a5">
            <p14:nvContentPartPr>
              <p14:cNvPr id="14" name="墨迹 13"/>
              <p14:cNvContentPartPr/>
              <p14:nvPr/>
            </p14:nvContentPartPr>
            <p14:xfrm>
              <a:off x="768270" y="-768510"/>
              <a:ext cx="360" cy="360"/>
            </p14:xfrm>
          </p:contentPart>
        </mc:Choice>
        <mc:Fallback xmlns="">
          <p:pic>
            <p:nvPicPr>
              <p:cNvPr id="14" name="墨迹 13"/>
            </p:nvPicPr>
            <p:blipFill>
              <a:blip r:embed="R595f2ffccdbf45eb"/>
            </p:blipFill>
            <p:spPr>
              <a:xfrm>
                <a:off x="768270" y="-768510"/>
                <a:ext cx="360" cy="360"/>
              </a:xfrm>
              <a:prstGeom prst="rect"/>
            </p:spPr>
          </p:pic>
        </mc:Fallback>
      </mc:AlternateContent>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文本框 3"/>
          <p:cNvSpPr txBox="1"/>
          <p:nvPr/>
        </p:nvSpPr>
        <p:spPr>
          <a:xfrm>
            <a:off x="2457408" y="1563181"/>
            <a:ext cx="8048861" cy="2355132"/>
          </a:xfrm>
          <a:prstGeom prst="rect">
            <a:avLst/>
          </a:prstGeom>
          <a:noFill/>
        </p:spPr>
        <p:txBody>
          <a:bodyPr wrap="square" rtlCol="0">
            <a:spAutoFit/>
          </a:bodyPr>
          <a:lstStyle/>
          <a:p>
            <a:r>
              <a:rPr lang="zh-CN" altLang="en-US" sz="2400" dirty="0">
                <a:latin typeface="思源黑体 CN Normal" panose="020B0400000000000000" pitchFamily="34" charset="-122"/>
                <a:ea typeface="思源黑体 CN Normal" panose="020B0400000000000000" pitchFamily="34" charset="-122"/>
              </a:rPr>
              <a:t>提示：</a:t>
            </a:r>
            <a:endParaRPr lang="en-US" altLang="zh-CN" sz="2400" dirty="0">
              <a:latin typeface="思源黑体 CN Normal" panose="020B0400000000000000" pitchFamily="34" charset="-122"/>
              <a:ea typeface="思源黑体 CN Normal" panose="020B0400000000000000" pitchFamily="34" charset="-122"/>
            </a:endParaRPr>
          </a:p>
          <a:p>
            <a:endParaRPr lang="en-US" altLang="zh-CN" dirty="0">
              <a:latin typeface="思源黑体 CN Normal" panose="020B0400000000000000" pitchFamily="34" charset="-122"/>
              <a:ea typeface="思源黑体 CN Normal" panose="020B0400000000000000" pitchFamily="34" charset="-122"/>
            </a:endParaRPr>
          </a:p>
          <a:p>
            <a:pPr>
              <a:lnSpc>
                <a:spcPct val="150000"/>
              </a:lnSpc>
            </a:pPr>
            <a:r>
              <a:rPr lang="zh-CN" altLang="en-US" dirty="0">
                <a:solidFill>
                  <a:schemeClr val="bg1">
                    <a:lumMod val="65000"/>
                  </a:schemeClr>
                </a:solidFill>
                <a:latin typeface="思源黑体 CN Normal" panose="020B0400000000000000" pitchFamily="34" charset="-122"/>
                <a:ea typeface="思源黑体 CN Normal" panose="020B0400000000000000" pitchFamily="34" charset="-122"/>
              </a:rPr>
              <a:t>此文件仅供您在内部团队交流学习交流之用，</a:t>
            </a:r>
            <a:r>
              <a:rPr lang="zh-CN" altLang="en-US" dirty="0">
                <a:solidFill>
                  <a:srgbClr val="FF0000"/>
                </a:solidFill>
                <a:latin typeface="思源黑体 CN Normal" panose="020B0400000000000000" pitchFamily="34" charset="-122"/>
                <a:ea typeface="思源黑体 CN Normal" panose="020B0400000000000000" pitchFamily="34" charset="-122"/>
              </a:rPr>
              <a:t>严禁</a:t>
            </a:r>
            <a:r>
              <a:rPr lang="zh-CN" altLang="en-US" dirty="0">
                <a:solidFill>
                  <a:schemeClr val="bg1">
                    <a:lumMod val="65000"/>
                  </a:schemeClr>
                </a:solidFill>
                <a:latin typeface="思源黑体 CN Normal" panose="020B0400000000000000" pitchFamily="34" charset="-122"/>
                <a:ea typeface="思源黑体 CN Normal" panose="020B0400000000000000" pitchFamily="34" charset="-122"/>
              </a:rPr>
              <a:t>在其他公共领域传播或商用。如果因为您将本站资源用于其他用途而引起的纠纷，本站不负任何责任</a:t>
            </a:r>
            <a:endParaRPr lang="en-US" altLang="zh-CN" dirty="0">
              <a:solidFill>
                <a:schemeClr val="bg1">
                  <a:lumMod val="65000"/>
                </a:schemeClr>
              </a:solidFill>
              <a:latin typeface="思源黑体 CN Normal" panose="020B0400000000000000" pitchFamily="34" charset="-122"/>
              <a:ea typeface="思源黑体 CN Normal" panose="020B0400000000000000" pitchFamily="34" charset="-122"/>
            </a:endParaRPr>
          </a:p>
          <a:p>
            <a:pPr>
              <a:lnSpc>
                <a:spcPct val="150000"/>
              </a:lnSpc>
            </a:pPr>
            <a:r>
              <a:rPr lang="zh-CN" altLang="en-US" dirty="0">
                <a:solidFill>
                  <a:schemeClr val="bg1">
                    <a:lumMod val="65000"/>
                  </a:schemeClr>
                </a:solidFill>
                <a:latin typeface="思源黑体 CN Normal" panose="020B0400000000000000" pitchFamily="34" charset="-122"/>
                <a:ea typeface="思源黑体 CN Normal" panose="020B0400000000000000" pitchFamily="34" charset="-122"/>
              </a:rPr>
              <a:t>部分页面仅有一行过渡文字，如不需要请删除</a:t>
            </a:r>
            <a:endParaRPr lang="en-US" altLang="zh-CN" dirty="0">
              <a:solidFill>
                <a:schemeClr val="bg1">
                  <a:lumMod val="65000"/>
                </a:schemeClr>
              </a:solidFill>
              <a:latin typeface="思源黑体 CN Normal" panose="020B0400000000000000" pitchFamily="34" charset="-122"/>
              <a:ea typeface="思源黑体 CN Normal" panose="020B0400000000000000" pitchFamily="34" charset="-122"/>
            </a:endParaRPr>
          </a:p>
          <a:p>
            <a:pPr>
              <a:lnSpc>
                <a:spcPct val="150000"/>
              </a:lnSpc>
            </a:pPr>
            <a:r>
              <a:rPr lang="zh-CN" altLang="en-US" dirty="0">
                <a:solidFill>
                  <a:schemeClr val="bg1">
                    <a:lumMod val="65000"/>
                  </a:schemeClr>
                </a:solidFill>
                <a:latin typeface="思源黑体 CN Normal" panose="020B0400000000000000" pitchFamily="34" charset="-122"/>
                <a:ea typeface="思源黑体 CN Normal" panose="020B0400000000000000" pitchFamily="34" charset="-122"/>
              </a:rPr>
              <a:t>文档正文字体为：思源等宽 </a:t>
            </a:r>
            <a:r>
              <a:rPr lang="en-US" altLang="zh-CN" dirty="0">
                <a:solidFill>
                  <a:schemeClr val="bg1">
                    <a:lumMod val="65000"/>
                  </a:schemeClr>
                </a:solidFill>
                <a:latin typeface="思源黑体 CN Normal" panose="020B0400000000000000" pitchFamily="34" charset="-122"/>
                <a:ea typeface="思源黑体 CN Normal" panose="020B0400000000000000" pitchFamily="34" charset="-122"/>
              </a:rPr>
              <a:t>L(</a:t>
            </a:r>
            <a:r>
              <a:rPr lang="en-US" altLang="zh-CN" dirty="0" err="1">
                <a:solidFill>
                  <a:schemeClr val="bg1">
                    <a:lumMod val="65000"/>
                  </a:schemeClr>
                </a:solidFill>
                <a:latin typeface="思源黑体 CN Normal" panose="020B0400000000000000" pitchFamily="34" charset="-122"/>
                <a:ea typeface="思源黑体 CN Normal" panose="020B0400000000000000" pitchFamily="34" charset="-122"/>
              </a:rPr>
              <a:t>SourceHanMonoSC</a:t>
            </a:r>
            <a:r>
              <a:rPr lang="en-US" altLang="zh-CN" dirty="0">
                <a:solidFill>
                  <a:schemeClr val="bg1">
                    <a:lumMod val="65000"/>
                  </a:schemeClr>
                </a:solidFill>
                <a:latin typeface="思源黑体 CN Normal" panose="020B0400000000000000" pitchFamily="34" charset="-122"/>
                <a:ea typeface="思源黑体 CN Normal" panose="020B0400000000000000" pitchFamily="34" charset="-122"/>
              </a:rPr>
              <a:t>-Light)</a:t>
            </a:r>
            <a:r>
              <a:rPr lang="zh-CN" altLang="en-US" dirty="0">
                <a:solidFill>
                  <a:schemeClr val="bg1">
                    <a:lumMod val="65000"/>
                  </a:schemeClr>
                </a:solidFill>
                <a:latin typeface="思源黑体 CN Normal" panose="020B0400000000000000" pitchFamily="34" charset="-122"/>
                <a:ea typeface="思源黑体 CN Normal" panose="020B0400000000000000" pitchFamily="34" charset="-122"/>
              </a:rPr>
              <a:t>、</a:t>
            </a:r>
            <a:r>
              <a:rPr lang="en-US" altLang="zh-CN" dirty="0" err="1">
                <a:solidFill>
                  <a:schemeClr val="bg1">
                    <a:lumMod val="65000"/>
                  </a:schemeClr>
                </a:solidFill>
                <a:latin typeface="思源黑体 CN Normal" panose="020B0400000000000000" pitchFamily="34" charset="-122"/>
                <a:ea typeface="思源黑体 CN Normal" panose="020B0400000000000000" pitchFamily="34" charset="-122"/>
              </a:rPr>
              <a:t>MiSans</a:t>
            </a:r>
            <a:r>
              <a:rPr lang="en-US" altLang="zh-CN" dirty="0">
                <a:solidFill>
                  <a:srgbClr val="212529"/>
                </a:solidFill>
                <a:latin typeface="Helvetica Neue"/>
              </a:rPr>
              <a:t> </a:t>
            </a:r>
            <a:r>
              <a:rPr lang="en-US" altLang="zh-CN" dirty="0">
                <a:solidFill>
                  <a:schemeClr val="bg1">
                    <a:lumMod val="65000"/>
                  </a:schemeClr>
                </a:solidFill>
                <a:latin typeface="思源黑体 CN Normal" panose="020B0400000000000000" pitchFamily="34" charset="-122"/>
                <a:ea typeface="思源黑体 CN Normal" panose="020B0400000000000000" pitchFamily="34" charset="-122"/>
              </a:rPr>
              <a:t>Normal</a:t>
            </a:r>
          </a:p>
        </p:txBody>
      </p:sp>
      <p:sp>
        <p:nvSpPr>
          <p:cNvPr id="2" name="文本框 1"/>
          <p:cNvSpPr txBox="1"/>
          <p:nvPr/>
        </p:nvSpPr>
        <p:spPr>
          <a:xfrm>
            <a:off x="2457409" y="4417013"/>
            <a:ext cx="5277798" cy="369332"/>
          </a:xfrm>
          <a:prstGeom prst="rect">
            <a:avLst/>
          </a:prstGeom>
          <a:noFill/>
        </p:spPr>
        <p:txBody>
          <a:bodyPr wrap="square" rtlCol="0">
            <a:spAutoFit/>
          </a:bodyPr>
          <a:lstStyle/>
          <a:p>
            <a:r>
              <a:rPr lang="zh-CN" altLang="en-US" dirty="0">
                <a:hlinkClick r:id="R8ea0219f6179461fb3769a7e3eb9878b"/>
              </a:rPr>
              <a:t>部分字体来源于</a:t>
            </a:r>
            <a:r>
              <a:rPr lang="en-US" altLang="zh-CN" dirty="0">
                <a:hlinkClick r:id="R8ea0219f6179461fb3769a7e3eb9878b"/>
              </a:rPr>
              <a:t>100font.com  </a:t>
            </a:r>
            <a:r>
              <a:rPr lang="zh-CN" altLang="en-US" dirty="0">
                <a:hlinkClick r:id="R8ea0219f6179461fb3769a7e3eb9878b"/>
              </a:rPr>
              <a:t>点击此链接下载字体</a:t>
            </a:r>
            <a:endParaRPr lang="zh-CN" altLang="en-US" dirty="0"/>
          </a:p>
        </p:txBody>
      </p:sp>
      <p:sp>
        <p:nvSpPr>
          <p:cNvPr id="6" name="文本框 5"/>
          <p:cNvSpPr txBox="1"/>
          <p:nvPr/>
        </p:nvSpPr>
        <p:spPr>
          <a:xfrm>
            <a:off x="2457409" y="4822886"/>
            <a:ext cx="7017821" cy="369332"/>
          </a:xfrm>
          <a:prstGeom prst="rect">
            <a:avLst/>
          </a:prstGeom>
          <a:noFill/>
        </p:spPr>
        <p:txBody>
          <a:bodyPr wrap="square" rtlCol="0">
            <a:spAutoFit/>
          </a:bodyPr>
          <a:lstStyle/>
          <a:p>
            <a:r>
              <a:rPr lang="zh-CN" altLang="en-US" dirty="0">
                <a:hlinkClick r:id="R598f301c2cbd49b4aae73b943f251137"/>
              </a:rPr>
              <a:t>部分图标来源于</a:t>
            </a:r>
            <a:r>
              <a:rPr lang="en-US" altLang="zh-CN" dirty="0">
                <a:hlinkClick r:id="R598f301c2cbd49b4aae73b943f251137"/>
              </a:rPr>
              <a:t>Storyset.com </a:t>
            </a:r>
            <a:r>
              <a:rPr lang="zh-CN" altLang="en-US" dirty="0">
                <a:hlinkClick r:id="R598f301c2cbd49b4aae73b943f251137"/>
              </a:rPr>
              <a:t>点击此链接获取图标</a:t>
            </a:r>
            <a:endParaRPr lang="zh-CN" altLang="en-US" dirty="0"/>
          </a:p>
        </p:txBody>
      </p:sp>
      <p:sp>
        <p:nvSpPr>
          <p:cNvPr id="3" name="文本框 2">
            <a:extLst>
              <a:ext uri="{FF2B5EF4-FFF2-40B4-BE49-F238E27FC236}">
                <a16:creationId xmlns:a16="http://schemas.microsoft.com/office/drawing/2014/main" id="{DB88FEA3-84DD-A730-1816-8BF7FBF369D7}"/>
              </a:ext>
            </a:extLst>
          </p:cNvPr>
          <p:cNvSpPr txBox="1"/>
          <p:nvPr/>
        </p:nvSpPr>
        <p:spPr>
          <a:xfrm>
            <a:off x="0" y="7200684"/>
            <a:ext cx="2997200" cy="369332"/>
          </a:xfrm>
          <a:prstGeom prst="rect">
            <a:avLst/>
          </a:prstGeom>
          <a:noFill/>
        </p:spPr>
        <p:txBody>
          <a:bodyPr wrap="square" rtlCol="0">
            <a:spAutoFit/>
          </a:bodyPr>
          <a:lstStyle/>
          <a:p>
            <a:r>
              <a:rPr lang="en-US" altLang="zh-CN" dirty="0"/>
              <a:t>PPTSUPERMARKETDELETE</a:t>
            </a:r>
            <a:endParaRPr lang="zh-CN" altLang="en-US" dirty="0"/>
          </a:p>
        </p:txBody>
      </p:sp>
    </p:spTree>
  </p:cSld>
  <p:clrMapOvr>
    <a:masterClrMapping/>
  </p:clrMapOvr>
  <p:transition/>
</p:sld>
</file>

<file path=ppt/slides/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4.xml><?xml version="1.0" encoding="utf-8"?>
<p:tagLst xmlns:a="http://schemas.openxmlformats.org/drawingml/2006/main" xmlns:r="http://schemas.openxmlformats.org/officeDocument/2006/relationships" xmlns:p="http://schemas.openxmlformats.org/presentationml/2006/main">
  <p:tag name="ADJUSTMENTS" val="25.83803"/>
  <p:tag name="SHADOWSIZE" val="100"/>
</p:tagLst>
</file>

<file path=ppt/slides/tags/tag5.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slides/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8.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9.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0.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1.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2.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3.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4.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5.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6.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7.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8.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slides/tags/tag20.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1.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slides/tags/tag23.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4.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5.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6.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7.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8.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9.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30.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31.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3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slides/tags/tag33.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34.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35.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36.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37.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38.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3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slides/tags/tag40.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41.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42.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43.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44.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45.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46.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47.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48.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4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slides/tags/tag50.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51.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52.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53.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54.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55.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5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slides/tags/tag57.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58.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59.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60.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61.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62.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63.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64.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65.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6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slides/tags/tag67.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68.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69.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70.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71.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72.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73.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74.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7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slides/tags/tag76.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77.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78.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79.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80.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81.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82.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83.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84.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85.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86.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87.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88.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89.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9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slides/tags/tag91.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92.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93.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94.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9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slides/tags/tag96.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97.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98.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99.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00.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01.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0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slides/tags/tag103.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04.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05.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06.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07.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08.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09.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10.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11.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1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slides/tags/tag113.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14.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15.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16.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17.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18.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19.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20.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21.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2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slides/tags/tag123.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24.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25.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26.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27.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28.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29.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30.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31.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32.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33.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34.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3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slides/tags/tag136.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37.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38.xml><?xml version="1.0" encoding="utf-8"?>
<p:tagLst xmlns:a="http://schemas.openxmlformats.org/drawingml/2006/main" xmlns:r="http://schemas.openxmlformats.org/officeDocument/2006/relationships" xmlns:p="http://schemas.openxmlformats.org/presentationml/2006/main">
  <p:tag name="KSO_WM_UNIT_ISCONTENTSTITLE" val="0"/>
  <p:tag name="KSO_WM_UNIT_PRESET_TEXT" val="If you do something, do it well."/>
  <p:tag name="KSO_WM_UNIT_NOCLEAR" val="0"/>
  <p:tag name="KSO_WM_UNIT_VALUE" val="44"/>
  <p:tag name="KSO_WM_UNIT_HIGHLIGHT" val="0"/>
  <p:tag name="KSO_WM_UNIT_COMPATIBLE" val="0"/>
  <p:tag name="KSO_WM_UNIT_DIAGRAM_ISNUMVISUAL" val="0"/>
  <p:tag name="KSO_WM_UNIT_DIAGRAM_ISREFERUNIT" val="0"/>
  <p:tag name="KSO_WM_UNIT_TYPE" val="b"/>
  <p:tag name="KSO_WM_UNIT_INDEX" val="1"/>
  <p:tag name="KSO_WM_UNIT_ID" val="custom20200982_1*b*1"/>
  <p:tag name="KSO_WM_TEMPLATE_CATEGORY" val="custom"/>
  <p:tag name="KSO_WM_TEMPLATE_INDEX" val="20200982"/>
  <p:tag name="KSO_WM_UNIT_LAYERLEVEL" val="1"/>
  <p:tag name="KSO_WM_TAG_VERSION" val="1.0"/>
  <p:tag name="KSO_WM_BEAUTIFY_FLAG" val=""/>
</p:tagLst>
</file>

<file path=ppt/slides/tags/tag139.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40.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41.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4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slides/tags/tag143.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44.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45.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46.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47.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48.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49.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50.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51.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52.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53.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54.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55.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56.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5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slides/tags/tag158.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59.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60.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61.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62.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63.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64.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65.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6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slides/tags/tag167.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68.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69.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70.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71.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72.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73.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74.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75.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7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slides/tags/tag177.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78.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79.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80.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81.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82.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83.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84.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85.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86.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87.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88.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89.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90.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91.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92.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93.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94.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95.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96.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97.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98.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99.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0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slides/tags/tag201.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02.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03.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04.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05.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06.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07.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0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slides/tags/tag209.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10.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11.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12.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13.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14.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15.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16.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17.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1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slides/tags/tag219.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20.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21.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22.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23.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24.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25.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26.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27.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28.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29.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30.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31.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32.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33.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34.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35.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36.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37.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38.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39.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4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slides/tags/tag241.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42.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43.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44.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45.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46.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47.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48.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49.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5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slides/tags/tag251.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52.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53.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54.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55.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56.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57.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58.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59.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60.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61.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62.xml><?xml version="1.0" encoding="utf-8"?>
<p:tagLst xmlns:a="http://schemas.openxmlformats.org/drawingml/2006/main" xmlns:r="http://schemas.openxmlformats.org/officeDocument/2006/relationships" xmlns:p="http://schemas.openxmlformats.org/presentationml/2006/main">
  <p:tag name="ADJUSTMENTS" val="25.83803"/>
  <p:tag name="SHADOWSIZE" val="100"/>
  <p:tag name="KSO_WM_BEAUTIFY_FLAG" val=""/>
</p:tagLst>
</file>

<file path=ppt/slides/tags/tag263.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64.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6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docProps/app.xml><?xml version="1.0" encoding="utf-8"?>
<Properties xmlns="http://schemas.openxmlformats.org/officeDocument/2006/extended-properties" xmlns:vt="http://schemas.openxmlformats.org/officeDocument/2006/docPropsVTypes">
  <TotalTime>4</TotalTime>
  <Words>1542</Words>
  <Application>Microsoft Office PowerPoint</Application>
  <PresentationFormat>宽屏</PresentationFormat>
  <Paragraphs>129</Paragraphs>
  <Slides>25</Slides>
  <Notes>2</Notes>
  <HiddenSlides>0</HiddenSlides>
  <MMClips>0</MMClips>
  <ScaleCrop>false</ScaleCrop>
  <HeadingPairs>
    <vt:vector size="6" baseType="variant">
      <vt:variant>
        <vt:lpstr>已用的字体</vt:lpstr>
      </vt:variant>
      <vt:variant>
        <vt:i4>5</vt:i4>
      </vt:variant>
      <vt:variant>
        <vt:lpstr>主题</vt:lpstr>
      </vt:variant>
      <vt:variant>
        <vt:i4>2</vt:i4>
      </vt:variant>
      <vt:variant>
        <vt:lpstr>幻灯片标题</vt:lpstr>
      </vt:variant>
      <vt:variant>
        <vt:i4>25</vt:i4>
      </vt:variant>
    </vt:vector>
  </HeadingPairs>
  <TitlesOfParts>
    <vt:vector size="32" baseType="lpstr">
      <vt:lpstr>阿里巴巴普惠体 Heavy</vt:lpstr>
      <vt:lpstr>思源黑体旧字形 Light</vt:lpstr>
      <vt:lpstr>微软雅黑</vt:lpstr>
      <vt:lpstr>Arial</vt:lpstr>
      <vt:lpstr>Wingdings</vt:lpstr>
      <vt:lpstr>第一PPT，www.1ppt.com​</vt:lpstr>
      <vt:lpstr>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第一PPT</Manager>
  <Company>第一PPT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第一PPT，www.1ppt.com</dc:creator>
  <cp:keywords>www.1ppt.com</cp:keywords>
  <dc:description>第一PPT</dc:description>
  <cp:lastModifiedBy>JP Liu</cp:lastModifiedBy>
  <cp:revision>285</cp:revision>
  <dcterms:created xsi:type="dcterms:W3CDTF">2019-06-19T02:08:00Z</dcterms:created>
  <dcterms:modified xsi:type="dcterms:W3CDTF">2025-04-28T04:05:17Z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2052-11.1.0.14036</vt:lpwstr>
  </property>
  <property fmtid="{D5CDD505-2E9C-101B-9397-08002B2CF9AE}" pid="3" name="KSOSaveFontToCloudKey">
    <vt:lpwstr>212913176_cloud</vt:lpwstr>
  </property>
  <property fmtid="{D5CDD505-2E9C-101B-9397-08002B2CF9AE}" pid="4" name="ICV">
    <vt:lpwstr>34A87A8623BA4D7C8FEEAA3B5DA9FDE1</vt:lpwstr>
  </property>
</Properties>
</file>