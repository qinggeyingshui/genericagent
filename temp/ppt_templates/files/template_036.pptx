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media/image2.bin" ContentType="image/png"/>
  <Override PartName="/ppt/media/image3.bin" ContentType="image/png"/>
  <Override PartName="/ppt/media/image4.bin" ContentType="image/png"/>
  <Override PartName="/ppt/media/image5.bin" ContentType="image/png"/>
  <Override PartName="/ppt/media/image6.bin" ContentType="image/png"/>
  <Override PartName="/ppt/media/image7.bin" ContentType="image/png"/>
  <Override PartName="/ppt/media/image8.bin" ContentType="image/png"/>
  <Override PartName="/ppt/media/image9.bin" ContentType="image/png"/>
  <Override PartName="/ppt/media/image10.bin" ContentType="image/png"/>
  <Override PartName="/ppt/media/image11.bin" ContentType="image/png"/>
  <Override PartName="/ppt/slides/slide2.xml" ContentType="application/vnd.openxmlformats-officedocument.presentationml.slide+xml"/>
  <Override PartName="/ppt/media/image12.bin" ContentType="image/png"/>
  <Override PartName="/ppt/media/image13.bin" ContentType="image/png"/>
  <Override PartName="/ppt/slides/slide3.xml" ContentType="application/vnd.openxmlformats-officedocument.presentationml.slide+xml"/>
  <Override PartName="/ppt/media/image14.bin" ContentType="image/png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media/image15.bin" ContentType="image/png"/>
  <Override PartName="/ppt/media/image17.bin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media/image29.bin" ContentType="image/png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media/image31.bin" ContentType="image/png"/>
  <Override PartName="/ppt/media/image32.bin" ContentType="image/png"/>
  <Override PartName="/ppt/customXML/item.xml" ContentType="application/inkml+xml"/>
  <Override PartName="/ppt/customXML/item2.xml" ContentType="application/inkml+xml"/>
  <Override PartName="/ppt/slides/slide21.xml" ContentType="application/vnd.openxmlformats-officedocument.presentationml.slide+xml"/>
  <Override PartName="/ppt/media/image35.bin" ContentType="image/png"/>
  <Override PartName="/ppt/media/image36.bin" ContentType="image/png"/>
  <Override PartName="/ppt/customXML/item3.xml" ContentType="application/inkml+xml"/>
  <Override PartName="/ppt/customXML/item4.xml" ContentType="application/inkml+xml"/>
  <Override PartName="/ppt/customXML/item5.xml" ContentType="application/inkml+xml"/>
  <Override PartName="/ppt/slides/slide22.xml" ContentType="application/vnd.openxmlformats-officedocument.presentationml.slide+xml"/>
  <Override PartName="/ppt/media/image38.bin" ContentType="image/png"/>
  <Override PartName="/ppt/media/image39.bin" ContentType="image/png"/>
  <Override PartName="/ppt/media/image40.bin" ContentType="image/png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customXML/item9.xml" ContentType="application/inkml+xml"/>
  <Override PartName="/ppt/customXML/item10.xml" ContentType="application/inkml+xml"/>
  <Override PartName="/ppt/slides/slide25.xml" ContentType="application/vnd.openxmlformats-officedocument.presentationml.slide+xml"/>
  <Override PartName="/ppt/customXML/item11.xml" ContentType="application/inkml+xml"/>
  <Override PartName="/ppt/customXML/item12.xml" ContentType="application/inkml+xml"/>
  <Override PartName="/ppt/customXML/item13.xml" ContentType="application/inkml+xml"/>
  <Override PartName="/ppt/slides/slide26.xml" ContentType="application/vnd.openxmlformats-officedocument.presentationml.slide+xml"/>
  <Override PartName="/ppt/customXML/item14.xml" ContentType="application/inkml+xml"/>
  <Override PartName="/ppt/customXML/item15.xml" ContentType="application/inkml+xml"/>
  <Override PartName="/ppt/customXML/item16.xml" ContentType="application/inkml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customXML/item17.xml" ContentType="application/inkml+xml"/>
  <Override PartName="/ppt/customXML/item18.xml" ContentType="application/inkml+xml"/>
  <Override PartName="/ppt/slides/slide29.xml" ContentType="application/vnd.openxmlformats-officedocument.presentationml.slide+xml"/>
  <Override PartName="/ppt/customXML/item19.xml" ContentType="application/inkml+xml"/>
  <Override PartName="/ppt/customXML/item20.xml" ContentType="application/inkml+xml"/>
  <Override PartName="/ppt/customXML/item21.xml" ContentType="application/inkml+xml"/>
  <Override PartName="/ppt/slides/slide30.xml" ContentType="application/vnd.openxmlformats-officedocument.presentationml.slide+xml"/>
  <Override PartName="/ppt/customXML/item22.xml" ContentType="application/inkml+xml"/>
  <Override PartName="/ppt/customXML/item23.xml" ContentType="application/inkml+xml"/>
  <Override PartName="/ppt/customXML/item24.xml" ContentType="application/inkml+xml"/>
  <Override PartName="/ppt/slides/slide3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1bfb6af71524050" /><Relationship Type="http://schemas.openxmlformats.org/package/2006/relationships/metadata/core-properties" Target="/docProps/core.xml" Id="R2879354a5536412d" /><Relationship Type="http://schemas.openxmlformats.org/officeDocument/2006/relationships/extended-properties" Target="/docProps/app.xml" Id="Rdc0495039d384e22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6467a05f6b1e4fe8"/>
  </p:sldMasterIdLst>
  <p:notesMasterIdLst>
    <p:notesMasterId r:id="R0b92b8e14ee94c09"/>
  </p:notesMasterIdLst>
  <p:sldIdLst>
    <p:sldId id="256" r:id="R847f702b35bc4bc0"/>
    <p:sldId id="257" r:id="Re6891819b0a14852"/>
    <p:sldId id="258" r:id="R9e0a43d5491740db"/>
    <p:sldId id="259" r:id="Rcf74ab6808fb4630"/>
    <p:sldId id="260" r:id="Re0c9fdd4610f436a"/>
    <p:sldId id="261" r:id="R921e3964109148db"/>
    <p:sldId id="262" r:id="Red3911a2e0954c01"/>
    <p:sldId id="263" r:id="Re8c8a1dcd42840d6"/>
    <p:sldId id="264" r:id="Rf15188100bf0446b"/>
    <p:sldId id="265" r:id="Reb49b17a5a26450d"/>
    <p:sldId id="266" r:id="R78fde17fd79c4c36"/>
    <p:sldId id="267" r:id="Rd1d032c95c1e47f0"/>
    <p:sldId id="268" r:id="R6c1a8d03b9b7430a"/>
    <p:sldId id="269" r:id="R620cd2863a484bdc"/>
    <p:sldId id="270" r:id="R40045cd8263a4639"/>
    <p:sldId id="271" r:id="R0040baca81714dc9"/>
    <p:sldId id="272" r:id="Re7e1227843df41fc"/>
    <p:sldId id="273" r:id="Ra3b515f3c9614055"/>
    <p:sldId id="274" r:id="R107596e81f024cfd"/>
    <p:sldId id="275" r:id="R3a7de2fb5e764d2f"/>
    <p:sldId id="276" r:id="R1e319a5451d3406a"/>
    <p:sldId id="277" r:id="Rd9f89a7615fa4b03"/>
    <p:sldId id="278" r:id="Re6431146348b4c08"/>
    <p:sldId id="279" r:id="R5388f0793e22433b"/>
    <p:sldId id="280" r:id="Rb142e66b6984479e"/>
    <p:sldId id="281" r:id="R40a6ceb255754ef4"/>
    <p:sldId id="282" r:id="R3309d256bacf4402"/>
    <p:sldId id="283" r:id="Rc0f00f7d1906428d"/>
    <p:sldId id="284" r:id="Rfa757518b46e4a89"/>
    <p:sldId id="285" r:id="Rf919fdf47c614daf"/>
    <p:sldId id="286" r:id="Rc534035a49f247a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4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8A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811" autoAdjust="0"/>
  </p:normalViewPr>
  <p:slideViewPr>
    <p:cSldViewPr snapToGrid="0" showGuides="1">
      <p:cViewPr varScale="1">
        <p:scale>
          <a:sx n="82" d="100"/>
          <a:sy n="82" d="100"/>
        </p:scale>
        <p:origin x="42" y="366"/>
      </p:cViewPr>
      <p:guideLst>
        <p:guide orient="horz" pos="2205"/>
        <p:guide pos="3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1" d="100"/>
          <a:sy n="81" d="100"/>
        </p:scale>
        <p:origin x="3894" y="102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b92b8e14ee94c09" /><Relationship Type="http://schemas.openxmlformats.org/officeDocument/2006/relationships/presProps" Target="/ppt/presProps.xml" Id="Rea894e0ab04a43fe" /><Relationship Type="http://schemas.openxmlformats.org/officeDocument/2006/relationships/viewProps" Target="/ppt/viewProps.xml" Id="Rc9b6d15851634be6" /><Relationship Type="http://schemas.openxmlformats.org/officeDocument/2006/relationships/slideMaster" Target="/ppt/slideMasters/slideMaster1.xml" Id="R6467a05f6b1e4fe8" /><Relationship Type="http://schemas.openxmlformats.org/officeDocument/2006/relationships/theme" Target="/ppt/slideMasters/theme/theme2.xml" Id="Rb490250dad514690" /><Relationship Type="http://schemas.openxmlformats.org/officeDocument/2006/relationships/slide" Target="/ppt/slides/slide1.xml" Id="R847f702b35bc4bc0" /><Relationship Type="http://schemas.openxmlformats.org/officeDocument/2006/relationships/slide" Target="/ppt/slides/slide2.xml" Id="Re6891819b0a14852" /><Relationship Type="http://schemas.openxmlformats.org/officeDocument/2006/relationships/slide" Target="/ppt/slides/slide3.xml" Id="R9e0a43d5491740db" /><Relationship Type="http://schemas.openxmlformats.org/officeDocument/2006/relationships/slide" Target="/ppt/slides/slide4.xml" Id="Rcf74ab6808fb4630" /><Relationship Type="http://schemas.openxmlformats.org/officeDocument/2006/relationships/slide" Target="/ppt/slides/slide5.xml" Id="Re0c9fdd4610f436a" /><Relationship Type="http://schemas.openxmlformats.org/officeDocument/2006/relationships/slide" Target="/ppt/slides/slide6.xml" Id="R921e3964109148db" /><Relationship Type="http://schemas.openxmlformats.org/officeDocument/2006/relationships/slide" Target="/ppt/slides/slide7.xml" Id="Red3911a2e0954c01" /><Relationship Type="http://schemas.openxmlformats.org/officeDocument/2006/relationships/slide" Target="/ppt/slides/slide8.xml" Id="Re8c8a1dcd42840d6" /><Relationship Type="http://schemas.openxmlformats.org/officeDocument/2006/relationships/slide" Target="/ppt/slides/slide9.xml" Id="Rf15188100bf0446b" /><Relationship Type="http://schemas.openxmlformats.org/officeDocument/2006/relationships/slide" Target="/ppt/slides/slide10.xml" Id="Reb49b17a5a26450d" /><Relationship Type="http://schemas.openxmlformats.org/officeDocument/2006/relationships/slide" Target="/ppt/slides/slide11.xml" Id="R78fde17fd79c4c36" /><Relationship Type="http://schemas.openxmlformats.org/officeDocument/2006/relationships/slide" Target="/ppt/slides/slide12.xml" Id="Rd1d032c95c1e47f0" /><Relationship Type="http://schemas.openxmlformats.org/officeDocument/2006/relationships/slide" Target="/ppt/slides/slide13.xml" Id="R6c1a8d03b9b7430a" /><Relationship Type="http://schemas.openxmlformats.org/officeDocument/2006/relationships/slide" Target="/ppt/slides/slide14.xml" Id="R620cd2863a484bdc" /><Relationship Type="http://schemas.openxmlformats.org/officeDocument/2006/relationships/slide" Target="/ppt/slides/slide15.xml" Id="R40045cd8263a4639" /><Relationship Type="http://schemas.openxmlformats.org/officeDocument/2006/relationships/slide" Target="/ppt/slides/slide16.xml" Id="R0040baca81714dc9" /><Relationship Type="http://schemas.openxmlformats.org/officeDocument/2006/relationships/slide" Target="/ppt/slides/slide17.xml" Id="Re7e1227843df41fc" /><Relationship Type="http://schemas.openxmlformats.org/officeDocument/2006/relationships/slide" Target="/ppt/slides/slide18.xml" Id="Ra3b515f3c9614055" /><Relationship Type="http://schemas.openxmlformats.org/officeDocument/2006/relationships/slide" Target="/ppt/slides/slide19.xml" Id="R107596e81f024cfd" /><Relationship Type="http://schemas.openxmlformats.org/officeDocument/2006/relationships/slide" Target="/ppt/slides/slide20.xml" Id="R3a7de2fb5e764d2f" /><Relationship Type="http://schemas.openxmlformats.org/officeDocument/2006/relationships/slide" Target="/ppt/slides/slide21.xml" Id="R1e319a5451d3406a" /><Relationship Type="http://schemas.openxmlformats.org/officeDocument/2006/relationships/slide" Target="/ppt/slides/slide22.xml" Id="Rd9f89a7615fa4b03" /><Relationship Type="http://schemas.openxmlformats.org/officeDocument/2006/relationships/slide" Target="/ppt/slides/slide23.xml" Id="Re6431146348b4c08" /><Relationship Type="http://schemas.openxmlformats.org/officeDocument/2006/relationships/slide" Target="/ppt/slides/slide24.xml" Id="R5388f0793e22433b" /><Relationship Type="http://schemas.openxmlformats.org/officeDocument/2006/relationships/slide" Target="/ppt/slides/slide25.xml" Id="Rb142e66b6984479e" /><Relationship Type="http://schemas.openxmlformats.org/officeDocument/2006/relationships/slide" Target="/ppt/slides/slide26.xml" Id="R40a6ceb255754ef4" /><Relationship Type="http://schemas.openxmlformats.org/officeDocument/2006/relationships/slide" Target="/ppt/slides/slide27.xml" Id="R3309d256bacf4402" /><Relationship Type="http://schemas.openxmlformats.org/officeDocument/2006/relationships/slide" Target="/ppt/slides/slide28.xml" Id="Rc0f00f7d1906428d" /><Relationship Type="http://schemas.openxmlformats.org/officeDocument/2006/relationships/slide" Target="/ppt/slides/slide29.xml" Id="Rfa757518b46e4a89" /><Relationship Type="http://schemas.openxmlformats.org/officeDocument/2006/relationships/slide" Target="/ppt/slides/slide30.xml" Id="Rf919fdf47c614daf" /><Relationship Type="http://schemas.openxmlformats.org/officeDocument/2006/relationships/slide" Target="/ppt/slides/slide31.xml" Id="Rc534035a49f247a0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3628475638ce4880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12EE46-4323-4B0E-8A60-AEFE349D389D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358764-032D-4BD8-BFAB-2FAA702F92FA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555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Masters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3.xml" Id="R3a3000cd8b264483" /><Relationship Type="http://schemas.openxmlformats.org/officeDocument/2006/relationships/notesMaster" Target="/ppt/notesMasters/notesMaster1.xml" Id="R085a6dc2e1134266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模板来自于：XX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358764-032D-4BD8-BFAB-2FAA702F92FA}" type="slidenum">
              <a:rPr lang="zh-CN" altLang="en-US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57333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ec9ce105694d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c338164e3f4c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11277c2ad64f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hyperlink" Target="http://www.1ppt.com/hangye/" TargetMode="External" Id="R9817dc488fbd4b318e281b753dde9382" /><Relationship Type="http://schemas.openxmlformats.org/officeDocument/2006/relationships/slideMaster" Target="/ppt/slideMasters/slideMaster1.xml" Id="Rdd70916050034f4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30b45d64cd44bf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14997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89803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254018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1651940" y="0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latin typeface="微软雅黑" panose="020B0503020204020204" pitchFamily="34" charset="-122"/>
                <a:ea typeface="微软雅黑" panose="020B0503020204020204" pitchFamily="34" charset="-122"/>
                <a:hlinkClick r:id="R9817dc488fbd4b318e281b753dde9382"/>
              </a:rPr>
              <a:t>行业</a:t>
            </a:r>
            <a:r>
              <a:rPr lang="en-US" altLang="zh-CN" sz="100">
                <a:latin typeface="微软雅黑" panose="020B0503020204020204" pitchFamily="34" charset="-122"/>
                <a:ea typeface="微软雅黑" panose="020B0503020204020204" pitchFamily="34" charset="-122"/>
                <a:hlinkClick r:id="R9817dc488fbd4b318e281b753dde9382"/>
              </a:rPr>
              <a:t>PPT</a:t>
            </a:r>
            <a:r>
              <a:rPr lang="zh-CN" altLang="en-US" sz="100">
                <a:latin typeface="微软雅黑" panose="020B0503020204020204" pitchFamily="34" charset="-122"/>
                <a:ea typeface="微软雅黑" panose="020B0503020204020204" pitchFamily="34" charset="-122"/>
                <a:hlinkClick r:id="R9817dc488fbd4b318e281b753dde9382"/>
              </a:rPr>
              <a:t>模板</a:t>
            </a:r>
            <a:r>
              <a:rPr lang="en-US" altLang="zh-CN" sz="10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157569254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5437621"/>
      </p:ext>
    </p:extLst>
  </p:cSld>
  <p:clrMapOvr>
    <a:masterClrMapping/>
  </p:clrMapOvr>
  <p:transition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64f55847b84d0a" /><Relationship Type="http://schemas.openxmlformats.org/officeDocument/2006/relationships/slideLayout" Target="/ppt/slideLayouts/slideLayout1.xml" Id="R00d3780386004a22" /><Relationship Type="http://schemas.openxmlformats.org/officeDocument/2006/relationships/slideLayout" Target="/ppt/slideLayouts/slideLayout2.xml" Id="Rb8394016ad9b4e76" /><Relationship Type="http://schemas.openxmlformats.org/officeDocument/2006/relationships/slideLayout" Target="/ppt/slideLayouts/slideLayout3.xml" Id="Ra95c643a9e1a4ea8" /><Relationship Type="http://schemas.openxmlformats.org/officeDocument/2006/relationships/slideLayout" Target="/ppt/slideLayouts/slideLayout4.xml" Id="Rd370aa944e7343a9" /><Relationship Type="http://schemas.openxmlformats.org/officeDocument/2006/relationships/slideLayout" Target="/ppt/slideLayouts/slideLayout5.xml" Id="R2f9b03e1fbbf4e66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115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a95c643a9e1a4ea8"/>
    <p:sldLayoutId id="2147483650" r:id="Rb8394016ad9b4e76"/>
    <p:sldLayoutId id="2147483649" r:id="R00d3780386004a22"/>
    <p:sldLayoutId id="2147483653" r:id="R2f9b03e1fbbf4e66"/>
    <p:sldLayoutId id="2147483652" r:id="Rd370aa944e7343a9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第一PPT，www.1ppt.com">
  <a:themeElements>
    <a:clrScheme name="自定义 14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8A2A"/>
      </a:accent1>
      <a:accent2>
        <a:srgbClr val="488A2A"/>
      </a:accent2>
      <a:accent3>
        <a:srgbClr val="488A2A"/>
      </a:accent3>
      <a:accent4>
        <a:srgbClr val="488A2A"/>
      </a:accent4>
      <a:accent5>
        <a:srgbClr val="488A2A"/>
      </a:accent5>
      <a:accent6>
        <a:srgbClr val="488A2A"/>
      </a:accent6>
      <a:hlink>
        <a:srgbClr val="0563C1"/>
      </a:hlink>
      <a:folHlink>
        <a:srgbClr val="954F72"/>
      </a:folHlink>
    </a:clrScheme>
    <a:fontScheme name="eotig251">
      <a:majorFont>
        <a:latin typeface="阿里巴巴普惠体"/>
        <a:ea typeface="阿里巴巴普惠体"/>
        <a:cs typeface="Arial"/>
      </a:majorFont>
      <a:minorFont>
        <a:latin typeface="阿里巴巴普惠体"/>
        <a:ea typeface="阿里巴巴普惠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.bin" Id="R0bcee45950284720" /><Relationship Type="http://schemas.openxmlformats.org/officeDocument/2006/relationships/image" Target="/ppt/media/image2.bin" Id="R2865dba7ba8b4b87" /><Relationship Type="http://schemas.openxmlformats.org/officeDocument/2006/relationships/image" Target="/ppt/media/image3.bin" Id="R3bf9a79c31204f86" /><Relationship Type="http://schemas.openxmlformats.org/officeDocument/2006/relationships/image" Target="/ppt/media/image4.bin" Id="Rc39dccf23a18439e" /><Relationship Type="http://schemas.openxmlformats.org/officeDocument/2006/relationships/image" Target="/ppt/media/image5.bin" Id="Rab07fe99e4d0410f" /><Relationship Type="http://schemas.openxmlformats.org/officeDocument/2006/relationships/image" Target="/ppt/media/image6.bin" Id="R7c7334155138409f" /><Relationship Type="http://schemas.openxmlformats.org/officeDocument/2006/relationships/image" Target="/ppt/media/image7.bin" Id="Rdd038442f25549ec" /><Relationship Type="http://schemas.openxmlformats.org/officeDocument/2006/relationships/image" Target="/ppt/media/image8.bin" Id="R8d1d2105c38c41ee" /><Relationship Type="http://schemas.openxmlformats.org/officeDocument/2006/relationships/image" Target="/ppt/media/image9.bin" Id="R16cfe6ae2d324e95" /><Relationship Type="http://schemas.openxmlformats.org/officeDocument/2006/relationships/image" Target="/ppt/media/image10.bin" Id="Red42615f30c842de" /><Relationship Type="http://schemas.openxmlformats.org/officeDocument/2006/relationships/image" Target="/ppt/media/image11.bin" Id="R25daca7d66ad417f" /><Relationship Type="http://schemas.openxmlformats.org/officeDocument/2006/relationships/slideLayout" Target="/ppt/slideLayouts/slideLayout3.xml" Id="R89df278bac0840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.bin" Id="R9f249d6889de4750" /><Relationship Type="http://schemas.openxmlformats.org/officeDocument/2006/relationships/image" Target="/ppt/media/image2.bin" Id="R182967683c8f4c9c" /><Relationship Type="http://schemas.openxmlformats.org/officeDocument/2006/relationships/image" Target="/ppt/media/image3.bin" Id="R4a79631fbf6547a7" /><Relationship Type="http://schemas.openxmlformats.org/officeDocument/2006/relationships/image" Target="/ppt/media/image4.bin" Id="R521dc187e57a4e68" /><Relationship Type="http://schemas.openxmlformats.org/officeDocument/2006/relationships/image" Target="/ppt/media/image12.bin" Id="R9ab5cf804b0b4f30" /><Relationship Type="http://schemas.openxmlformats.org/officeDocument/2006/relationships/image" Target="/ppt/media/image7.bin" Id="Refcb96508fc64679" /><Relationship Type="http://schemas.openxmlformats.org/officeDocument/2006/relationships/image" Target="/ppt/media/image11.bin" Id="R55812e8493524456" /><Relationship Type="http://schemas.openxmlformats.org/officeDocument/2006/relationships/image" Target="/ppt/media/image13.bin" Id="R9e83877232df46e6" /><Relationship Type="http://schemas.openxmlformats.org/officeDocument/2006/relationships/slideLayout" Target="/ppt/slideLayouts/slideLayout2.xml" Id="Rfb8a43a5e22248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.bin" Id="R3e1b901850d2488c" /><Relationship Type="http://schemas.openxmlformats.org/officeDocument/2006/relationships/image" Target="/ppt/media/image2.bin" Id="R6bc51ebeb08a4398" /><Relationship Type="http://schemas.openxmlformats.org/officeDocument/2006/relationships/image" Target="/ppt/media/image3.bin" Id="R4f1e4298b0bb4b6b" /><Relationship Type="http://schemas.openxmlformats.org/officeDocument/2006/relationships/image" Target="/ppt/media/image4.bin" Id="Re8ab74cd691a4eed" /><Relationship Type="http://schemas.openxmlformats.org/officeDocument/2006/relationships/image" Target="/ppt/media/image14.bin" Id="Rd88e8da3bb2c49ca" /><Relationship Type="http://schemas.openxmlformats.org/officeDocument/2006/relationships/image" Target="/ppt/media/image7.bin" Id="Ra81c80a537bd47ce" /><Relationship Type="http://schemas.openxmlformats.org/officeDocument/2006/relationships/image" Target="/ppt/media/image11.bin" Id="R37ec680c1ec74a6e" /><Relationship Type="http://schemas.openxmlformats.org/officeDocument/2006/relationships/image" Target="/ppt/media/image13.bin" Id="R8a629232356447ea" /><Relationship Type="http://schemas.openxmlformats.org/officeDocument/2006/relationships/notesSlide" Target="/ppt/notesSlides/notesSlide1.xml" Id="R2310bcf7778d44fe" /><Relationship Type="http://schemas.openxmlformats.org/officeDocument/2006/relationships/slideLayout" Target="/ppt/slideLayouts/slideLayout1.xml" Id="R84595386432b4d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15.bin" Id="R87ae289bea6b44f8" /><Relationship Type="http://schemas.openxmlformats.org/officeDocument/2006/relationships/image" Target="/ppt/media/image16.bin" Id="R92a1dbf6fe4c4011" /><Relationship Type="http://schemas.openxmlformats.org/officeDocument/2006/relationships/image" Target="/ppt/media/image17.bin" Id="R8291bc85c47c47df" /><Relationship Type="http://schemas.openxmlformats.org/officeDocument/2006/relationships/image" Target="/ppt/media/image18.bin" Id="Rb7468f69928c4290" /><Relationship Type="http://schemas.openxmlformats.org/officeDocument/2006/relationships/slideLayout" Target="/ppt/slideLayouts/slideLayout5.xml" Id="Rfb431ad88b6140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19.bin" Id="R4aa83b07feb149a1" /><Relationship Type="http://schemas.openxmlformats.org/officeDocument/2006/relationships/slideLayout" Target="/ppt/slideLayouts/slideLayout5.xml" Id="Rf46ffceadb2645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.bin" Id="Rc6cdfa76152944ea" /><Relationship Type="http://schemas.openxmlformats.org/officeDocument/2006/relationships/image" Target="/ppt/media/image2.bin" Id="Rf1c20542321a45bc" /><Relationship Type="http://schemas.openxmlformats.org/officeDocument/2006/relationships/image" Target="/ppt/media/image3.bin" Id="R1b58c4a6eb854564" /><Relationship Type="http://schemas.openxmlformats.org/officeDocument/2006/relationships/image" Target="/ppt/media/image4.bin" Id="Rb090ab78579649ca" /><Relationship Type="http://schemas.openxmlformats.org/officeDocument/2006/relationships/image" Target="/ppt/media/image14.bin" Id="R484dccd58f6c4dc0" /><Relationship Type="http://schemas.openxmlformats.org/officeDocument/2006/relationships/image" Target="/ppt/media/image7.bin" Id="Rb8919f0f38484f2b" /><Relationship Type="http://schemas.openxmlformats.org/officeDocument/2006/relationships/image" Target="/ppt/media/image11.bin" Id="Rd5fba8aeca274dc2" /><Relationship Type="http://schemas.openxmlformats.org/officeDocument/2006/relationships/image" Target="/ppt/media/image13.bin" Id="R7613d43021ee45e0" /><Relationship Type="http://schemas.openxmlformats.org/officeDocument/2006/relationships/slideLayout" Target="/ppt/slideLayouts/slideLayout1.xml" Id="Rebc46e4f03ea47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20.bin" Id="R152ca9ea1b7a4b14" /><Relationship Type="http://schemas.openxmlformats.org/officeDocument/2006/relationships/slideLayout" Target="/ppt/slideLayouts/slideLayout5.xml" Id="R83413eb4003142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21.bin" Id="Rbe76189b0bfa429d" /><Relationship Type="http://schemas.openxmlformats.org/officeDocument/2006/relationships/image" Target="/ppt/media/image22.bin" Id="Rea869bbd475446d7" /><Relationship Type="http://schemas.openxmlformats.org/officeDocument/2006/relationships/slideLayout" Target="/ppt/slideLayouts/slideLayout5.xml" Id="Rce4adfe0524f4d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23.bin" Id="Rdc2dee730c574f54" /><Relationship Type="http://schemas.openxmlformats.org/officeDocument/2006/relationships/image" Target="/ppt/media/image24.bin" Id="Ra15f4a57fe174bbf" /><Relationship Type="http://schemas.openxmlformats.org/officeDocument/2006/relationships/slideLayout" Target="/ppt/slideLayouts/slideLayout5.xml" Id="R2306468c47b14c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.bin" Id="Ra765024f5e29433b" /><Relationship Type="http://schemas.openxmlformats.org/officeDocument/2006/relationships/image" Target="/ppt/media/image2.bin" Id="R43f799fb73574cd5" /><Relationship Type="http://schemas.openxmlformats.org/officeDocument/2006/relationships/image" Target="/ppt/media/image3.bin" Id="R0305a23fadc5469f" /><Relationship Type="http://schemas.openxmlformats.org/officeDocument/2006/relationships/image" Target="/ppt/media/image4.bin" Id="R491ceb7d08024510" /><Relationship Type="http://schemas.openxmlformats.org/officeDocument/2006/relationships/image" Target="/ppt/media/image14.bin" Id="R7c357831bfea46b3" /><Relationship Type="http://schemas.openxmlformats.org/officeDocument/2006/relationships/image" Target="/ppt/media/image7.bin" Id="R7c3cafb66cf9434e" /><Relationship Type="http://schemas.openxmlformats.org/officeDocument/2006/relationships/image" Target="/ppt/media/image11.bin" Id="R0eeb58226ffd4412" /><Relationship Type="http://schemas.openxmlformats.org/officeDocument/2006/relationships/image" Target="/ppt/media/image13.bin" Id="Ra6b3d45bece542f7" /><Relationship Type="http://schemas.openxmlformats.org/officeDocument/2006/relationships/slideLayout" Target="/ppt/slideLayouts/slideLayout1.xml" Id="R9ed384f9b67048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25.bin" Id="R06c5fed05fdd4ae7" /><Relationship Type="http://schemas.openxmlformats.org/officeDocument/2006/relationships/slideLayout" Target="/ppt/slideLayouts/slideLayout5.xml" Id="R0cffffbb4dc54a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26.bin" Id="Rc0c154b417dd4395" /><Relationship Type="http://schemas.openxmlformats.org/officeDocument/2006/relationships/slideLayout" Target="/ppt/slideLayouts/slideLayout5.xml" Id="Rf54ab3d616484b4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.bin" Id="Rc99ef42d2d1f4e05" /><Relationship Type="http://schemas.openxmlformats.org/officeDocument/2006/relationships/image" Target="/ppt/media/image2.bin" Id="R9bbd10219ef24f59" /><Relationship Type="http://schemas.openxmlformats.org/officeDocument/2006/relationships/image" Target="/ppt/media/image3.bin" Id="R94408cb63f71420b" /><Relationship Type="http://schemas.openxmlformats.org/officeDocument/2006/relationships/image" Target="/ppt/media/image4.bin" Id="Re66565afbb9a4b73" /><Relationship Type="http://schemas.openxmlformats.org/officeDocument/2006/relationships/image" Target="/ppt/media/image14.bin" Id="R43a92358904a4e0b" /><Relationship Type="http://schemas.openxmlformats.org/officeDocument/2006/relationships/image" Target="/ppt/media/image7.bin" Id="Rd586e5e6d01341f7" /><Relationship Type="http://schemas.openxmlformats.org/officeDocument/2006/relationships/image" Target="/ppt/media/image11.bin" Id="Raf8414e17de44045" /><Relationship Type="http://schemas.openxmlformats.org/officeDocument/2006/relationships/image" Target="/ppt/media/image13.bin" Id="R4589ff19e58448f6" /><Relationship Type="http://schemas.openxmlformats.org/officeDocument/2006/relationships/slideLayout" Target="/ppt/slideLayouts/slideLayout1.xml" Id="Rf77811a1de1c48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27.bin" Id="R5c0f0740f5354a77" /><Relationship Type="http://schemas.openxmlformats.org/officeDocument/2006/relationships/image" Target="/ppt/media/image28.bin" Id="R230dbc5463a2434b" /><Relationship Type="http://schemas.openxmlformats.org/officeDocument/2006/relationships/slideLayout" Target="/ppt/slideLayouts/slideLayout5.xml" Id="Rbaffbc6f3f4149b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13.bin" Id="Rd453be870a314260" /><Relationship Type="http://schemas.openxmlformats.org/officeDocument/2006/relationships/slideLayout" Target="/ppt/slideLayouts/slideLayout5.xml" Id="Rc23ecd09ce4143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.bin" Id="Rd2ff0c66174f446d" /><Relationship Type="http://schemas.openxmlformats.org/officeDocument/2006/relationships/image" Target="/ppt/media/image2.bin" Id="R5d6a01aab5164310" /><Relationship Type="http://schemas.openxmlformats.org/officeDocument/2006/relationships/image" Target="/ppt/media/image3.bin" Id="Rb06ba041e0974482" /><Relationship Type="http://schemas.openxmlformats.org/officeDocument/2006/relationships/image" Target="/ppt/media/image4.bin" Id="R3645e0fd67334f37" /><Relationship Type="http://schemas.openxmlformats.org/officeDocument/2006/relationships/image" Target="/ppt/media/image14.bin" Id="R422ab903763a4098" /><Relationship Type="http://schemas.openxmlformats.org/officeDocument/2006/relationships/image" Target="/ppt/media/image7.bin" Id="Rc494e28acc6b4e25" /><Relationship Type="http://schemas.openxmlformats.org/officeDocument/2006/relationships/image" Target="/ppt/media/image11.bin" Id="R548a825b98ef47be" /><Relationship Type="http://schemas.openxmlformats.org/officeDocument/2006/relationships/image" Target="/ppt/media/image13.bin" Id="Rd9815cc2c6b24708" /><Relationship Type="http://schemas.openxmlformats.org/officeDocument/2006/relationships/slideLayout" Target="/ppt/slideLayouts/slideLayout1.xml" Id="R22b0f2772bd246d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29.bin" Id="R72c41e2366284099" /><Relationship Type="http://schemas.openxmlformats.org/officeDocument/2006/relationships/slideLayout" Target="/ppt/slideLayouts/slideLayout5.xml" Id="R2a9bf4da64d044c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image" Target="/ppt/media/image18.bin" Id="R4157a06a920c4e44" /><Relationship Type="http://schemas.openxmlformats.org/officeDocument/2006/relationships/slideLayout" Target="/ppt/slideLayouts/slideLayout5.xml" Id="R290d1ea4cfbf4e7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image" Target="/ppt/media/image.bin" Id="R869382f4500c49b0" /><Relationship Type="http://schemas.openxmlformats.org/officeDocument/2006/relationships/image" Target="/ppt/media/image2.bin" Id="R09768cae4c78419d" /><Relationship Type="http://schemas.openxmlformats.org/officeDocument/2006/relationships/image" Target="/ppt/media/image3.bin" Id="R0936f3197cb94541" /><Relationship Type="http://schemas.openxmlformats.org/officeDocument/2006/relationships/image" Target="/ppt/media/image4.bin" Id="R037cced0236c4c11" /><Relationship Type="http://schemas.openxmlformats.org/officeDocument/2006/relationships/image" Target="/ppt/media/image5.bin" Id="R352fb3427b5b4923" /><Relationship Type="http://schemas.openxmlformats.org/officeDocument/2006/relationships/image" Target="/ppt/media/image6.bin" Id="R51a62fb6c71e4d2c" /><Relationship Type="http://schemas.openxmlformats.org/officeDocument/2006/relationships/image" Target="/ppt/media/image7.bin" Id="Re711799874e04085" /><Relationship Type="http://schemas.openxmlformats.org/officeDocument/2006/relationships/image" Target="/ppt/media/image8.bin" Id="R6ade066dd2264965" /><Relationship Type="http://schemas.openxmlformats.org/officeDocument/2006/relationships/image" Target="/ppt/media/image9.bin" Id="R11ff89e295ee4a4d" /><Relationship Type="http://schemas.openxmlformats.org/officeDocument/2006/relationships/image" Target="/ppt/media/image10.bin" Id="R51219bf0bb864859" /><Relationship Type="http://schemas.openxmlformats.org/officeDocument/2006/relationships/image" Target="/ppt/media/image11.bin" Id="Raf925046232b4045" /><Relationship Type="http://schemas.openxmlformats.org/officeDocument/2006/relationships/slideLayout" Target="/ppt/slideLayouts/slideLayout5.xml" Id="R38d89d6c10a848f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0c39a8659d424ed7bd3bed18d7f4ce93" /><Relationship Type="http://schemas.openxmlformats.org/officeDocument/2006/relationships/image" Target="/ppt/media/image30.bin" Id="Rd3a8f28b6a8842dc" /><Relationship Type="http://schemas.openxmlformats.org/officeDocument/2006/relationships/image" Target="/ppt/media/image31.bin" Id="Rc230d7cb1a9044fe" /><Relationship Type="http://schemas.openxmlformats.org/officeDocument/2006/relationships/image" Target="/ppt/media/image32.bin" Id="R7ea50b3026c548df" /><Relationship Type="http://schemas.openxmlformats.org/officeDocument/2006/relationships/customXml" Target="/ppt/customXML/item.xml" Id="Red65475b65cc4eb5" /><Relationship Type="http://schemas.openxmlformats.org/officeDocument/2006/relationships/customXml" Target="/ppt/customXML/item2.xml" Id="R9f23e02a8a0c4fa5" /><Relationship Type="http://schemas.openxmlformats.org/officeDocument/2006/relationships/slideLayout" Target="/ppt/slideLayouts/slideLayout2.xml" Id="R8501df05432a41b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c4e08a79cb1d4f9f8a9087d9da1d34b3" /><Relationship Type="http://schemas.openxmlformats.org/officeDocument/2006/relationships/image" Target="/ppt/media/image33.bin" Id="R86a3f9847cca478f" /><Relationship Type="http://schemas.openxmlformats.org/officeDocument/2006/relationships/image" Target="/ppt/media/image34.bin" Id="R09e0c6dee4504761" /><Relationship Type="http://schemas.openxmlformats.org/officeDocument/2006/relationships/image" Target="/ppt/media/image35.bin" Id="Rbdd7e46839514853" /><Relationship Type="http://schemas.openxmlformats.org/officeDocument/2006/relationships/image" Target="/ppt/media/image31.bin" Id="R60889dd415ea4b14" /><Relationship Type="http://schemas.openxmlformats.org/officeDocument/2006/relationships/image" Target="/ppt/media/image36.bin" Id="R1fa79235b34645dd" /><Relationship Type="http://schemas.openxmlformats.org/officeDocument/2006/relationships/image" Target="/ppt/media/image37.bin" Id="R468c702ce3164460" /><Relationship Type="http://schemas.openxmlformats.org/officeDocument/2006/relationships/image" Target="/ppt/media/image32.bin" Id="R7e066d37c1184ccc" /><Relationship Type="http://schemas.openxmlformats.org/officeDocument/2006/relationships/customXml" Target="/ppt/customXML/item3.xml" Id="R282fa54ccabd4c29" /><Relationship Type="http://schemas.openxmlformats.org/officeDocument/2006/relationships/customXml" Target="/ppt/customXML/item4.xml" Id="Re48c9f9810c744c1" /><Relationship Type="http://schemas.openxmlformats.org/officeDocument/2006/relationships/customXml" Target="/ppt/customXML/item5.xml" Id="R115ec53a322f40e5" /><Relationship Type="http://schemas.openxmlformats.org/officeDocument/2006/relationships/slideLayout" Target="/ppt/slideLayouts/slideLayout2.xml" Id="Ra06b762ef0cb412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image" Target="/ppt/media/image38.bin" Id="Ra0522e09d3ab4331" /><Relationship Type="http://schemas.openxmlformats.org/officeDocument/2006/relationships/image" Target="/ppt/media/image39.bin" Id="Rd0c99a3a01774c3c" /><Relationship Type="http://schemas.openxmlformats.org/officeDocument/2006/relationships/image" Target="/ppt/media/image37.bin" Id="R40d4b0c26be64cd7" /><Relationship Type="http://schemas.openxmlformats.org/officeDocument/2006/relationships/image" Target="/ppt/media/image40.bin" Id="Rf994afeff8164b0f" /><Relationship Type="http://schemas.openxmlformats.org/officeDocument/2006/relationships/customXml" Target="/ppt/customXML/item6.xml" Id="Re99e6c706fe6499c" /><Relationship Type="http://schemas.openxmlformats.org/officeDocument/2006/relationships/customXml" Target="/ppt/customXML/item7.xml" Id="R707ffbf53a5046ff" /><Relationship Type="http://schemas.openxmlformats.org/officeDocument/2006/relationships/customXml" Target="/ppt/customXML/item8.xml" Id="R8e44a6e6b1f44e45" /><Relationship Type="http://schemas.openxmlformats.org/officeDocument/2006/relationships/slideLayout" Target="/ppt/slideLayouts/slideLayout3.xml" Id="R28cc513e8d12481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52555bd111264415963a354fc6aad6ac" /><Relationship Type="http://schemas.openxmlformats.org/officeDocument/2006/relationships/hyperlink" Target="https://storyset.com/" TargetMode="External" Id="Rd0a48580601840029c4cfc5cdd41cb4a" /><Relationship Type="http://schemas.openxmlformats.org/officeDocument/2006/relationships/slideLayout" Target="/ppt/slideLayouts/slideLayout2.xml" Id="R7bdce5456ff74d8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2398ff2e3e8c4e99b728160603338add" /><Relationship Type="http://schemas.openxmlformats.org/officeDocument/2006/relationships/image" Target="/ppt/media/image30.bin" Id="R2e8487cdc763454d" /><Relationship Type="http://schemas.openxmlformats.org/officeDocument/2006/relationships/image" Target="/ppt/media/image31.bin" Id="R77ef32a5f1c545e7" /><Relationship Type="http://schemas.openxmlformats.org/officeDocument/2006/relationships/image" Target="/ppt/media/image32.bin" Id="R9df6071ccf0b46d4" /><Relationship Type="http://schemas.openxmlformats.org/officeDocument/2006/relationships/customXml" Target="/ppt/customXML/item9.xml" Id="Rf6dd138de6284285" /><Relationship Type="http://schemas.openxmlformats.org/officeDocument/2006/relationships/customXml" Target="/ppt/customXML/item10.xml" Id="Rdb3d3dbd86e1456c" /><Relationship Type="http://schemas.openxmlformats.org/officeDocument/2006/relationships/slideLayout" Target="/ppt/slideLayouts/slideLayout2.xml" Id="R7bdc96c4464b44d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f770a8abcca3474293d485e20e14381c" /><Relationship Type="http://schemas.openxmlformats.org/officeDocument/2006/relationships/image" Target="/ppt/media/image33.bin" Id="R72a666614d274a0e" /><Relationship Type="http://schemas.openxmlformats.org/officeDocument/2006/relationships/image" Target="/ppt/media/image34.bin" Id="R70b797a0d05d490d" /><Relationship Type="http://schemas.openxmlformats.org/officeDocument/2006/relationships/image" Target="/ppt/media/image35.bin" Id="Rd46c7faae9044970" /><Relationship Type="http://schemas.openxmlformats.org/officeDocument/2006/relationships/image" Target="/ppt/media/image31.bin" Id="Raf1cecbd489845de" /><Relationship Type="http://schemas.openxmlformats.org/officeDocument/2006/relationships/image" Target="/ppt/media/image36.bin" Id="Rd9c3bfc58d3a4c19" /><Relationship Type="http://schemas.openxmlformats.org/officeDocument/2006/relationships/image" Target="/ppt/media/image37.bin" Id="Rbd27db30838640a3" /><Relationship Type="http://schemas.openxmlformats.org/officeDocument/2006/relationships/image" Target="/ppt/media/image32.bin" Id="R48ea128c3897408e" /><Relationship Type="http://schemas.openxmlformats.org/officeDocument/2006/relationships/customXml" Target="/ppt/customXML/item11.xml" Id="R016ca3fe632b403c" /><Relationship Type="http://schemas.openxmlformats.org/officeDocument/2006/relationships/customXml" Target="/ppt/customXML/item12.xml" Id="R1e90a6b0dedf462b" /><Relationship Type="http://schemas.openxmlformats.org/officeDocument/2006/relationships/customXml" Target="/ppt/customXML/item13.xml" Id="Re8f182186d87428b" /><Relationship Type="http://schemas.openxmlformats.org/officeDocument/2006/relationships/slideLayout" Target="/ppt/slideLayouts/slideLayout2.xml" Id="R3a81e19ee4b1426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image" Target="/ppt/media/image38.bin" Id="R70cc4fa2c6be423c" /><Relationship Type="http://schemas.openxmlformats.org/officeDocument/2006/relationships/image" Target="/ppt/media/image39.bin" Id="R1ab3da4491254f16" /><Relationship Type="http://schemas.openxmlformats.org/officeDocument/2006/relationships/image" Target="/ppt/media/image37.bin" Id="Re9acea3c637e4077" /><Relationship Type="http://schemas.openxmlformats.org/officeDocument/2006/relationships/image" Target="/ppt/media/image40.bin" Id="Rbf817149c5be49bd" /><Relationship Type="http://schemas.openxmlformats.org/officeDocument/2006/relationships/customXml" Target="/ppt/customXML/item14.xml" Id="R8fbca96ae9f346ab" /><Relationship Type="http://schemas.openxmlformats.org/officeDocument/2006/relationships/customXml" Target="/ppt/customXML/item15.xml" Id="Rb5d18c20afaf4c87" /><Relationship Type="http://schemas.openxmlformats.org/officeDocument/2006/relationships/customXml" Target="/ppt/customXML/item16.xml" Id="Rca8f5eee49e04e6c" /><Relationship Type="http://schemas.openxmlformats.org/officeDocument/2006/relationships/slideLayout" Target="/ppt/slideLayouts/slideLayout3.xml" Id="Rda4b04f9ae014cb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618a25b09d3f4424b2da27f14e977ba7" /><Relationship Type="http://schemas.openxmlformats.org/officeDocument/2006/relationships/hyperlink" Target="https://storyset.com/" TargetMode="External" Id="Rdc2109f825354a32b2a1384e0f07f005" /><Relationship Type="http://schemas.openxmlformats.org/officeDocument/2006/relationships/slideLayout" Target="/ppt/slideLayouts/slideLayout2.xml" Id="Rf0a5668f7bbc485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a4bd9e6d6c9b4e3d9eef0a8c370e4fe1" /><Relationship Type="http://schemas.openxmlformats.org/officeDocument/2006/relationships/image" Target="/ppt/media/image30.bin" Id="R305b87da9cea458f" /><Relationship Type="http://schemas.openxmlformats.org/officeDocument/2006/relationships/image" Target="/ppt/media/image31.bin" Id="Rb948157a236642b4" /><Relationship Type="http://schemas.openxmlformats.org/officeDocument/2006/relationships/image" Target="/ppt/media/image32.bin" Id="Rf2f28795eb664149" /><Relationship Type="http://schemas.openxmlformats.org/officeDocument/2006/relationships/customXml" Target="/ppt/customXML/item17.xml" Id="R49738bff6bf94482" /><Relationship Type="http://schemas.openxmlformats.org/officeDocument/2006/relationships/customXml" Target="/ppt/customXML/item18.xml" Id="Rffcabf40525345a5" /><Relationship Type="http://schemas.openxmlformats.org/officeDocument/2006/relationships/slideLayout" Target="/ppt/slideLayouts/slideLayout2.xml" Id="Ra1f89dd1de0f493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9d93c2afcb2b4b179679b8219570788f" /><Relationship Type="http://schemas.openxmlformats.org/officeDocument/2006/relationships/image" Target="/ppt/media/image33.bin" Id="Rc5055c57597e4759" /><Relationship Type="http://schemas.openxmlformats.org/officeDocument/2006/relationships/image" Target="/ppt/media/image34.bin" Id="Rc0a44a8dfa6446f1" /><Relationship Type="http://schemas.openxmlformats.org/officeDocument/2006/relationships/image" Target="/ppt/media/image35.bin" Id="Re6fc0c0ff9064755" /><Relationship Type="http://schemas.openxmlformats.org/officeDocument/2006/relationships/image" Target="/ppt/media/image31.bin" Id="R7d71e46e82fb4f8f" /><Relationship Type="http://schemas.openxmlformats.org/officeDocument/2006/relationships/image" Target="/ppt/media/image36.bin" Id="R4ddde16097d74c3f" /><Relationship Type="http://schemas.openxmlformats.org/officeDocument/2006/relationships/image" Target="/ppt/media/image37.bin" Id="Rba747e1558524991" /><Relationship Type="http://schemas.openxmlformats.org/officeDocument/2006/relationships/image" Target="/ppt/media/image32.bin" Id="R295576d9e8a04d7e" /><Relationship Type="http://schemas.openxmlformats.org/officeDocument/2006/relationships/customXml" Target="/ppt/customXML/item19.xml" Id="R0f28fbe22b7747bc" /><Relationship Type="http://schemas.openxmlformats.org/officeDocument/2006/relationships/customXml" Target="/ppt/customXML/item20.xml" Id="Rc56000234e3c4f7f" /><Relationship Type="http://schemas.openxmlformats.org/officeDocument/2006/relationships/customXml" Target="/ppt/customXML/item21.xml" Id="R5d4e9590bcbb49c7" /><Relationship Type="http://schemas.openxmlformats.org/officeDocument/2006/relationships/slideLayout" Target="/ppt/slideLayouts/slideLayout2.xml" Id="R9ebff49d6a3c475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image" Target="/ppt/media/image38.bin" Id="Rb5caad4205c34c93" /><Relationship Type="http://schemas.openxmlformats.org/officeDocument/2006/relationships/image" Target="/ppt/media/image39.bin" Id="Re2aa66cacf0445c0" /><Relationship Type="http://schemas.openxmlformats.org/officeDocument/2006/relationships/image" Target="/ppt/media/image37.bin" Id="R38d9c98542604b3a" /><Relationship Type="http://schemas.openxmlformats.org/officeDocument/2006/relationships/image" Target="/ppt/media/image40.bin" Id="R0dd7c57c03444299" /><Relationship Type="http://schemas.openxmlformats.org/officeDocument/2006/relationships/customXml" Target="/ppt/customXML/item22.xml" Id="Rd5602ef5a3b74353" /><Relationship Type="http://schemas.openxmlformats.org/officeDocument/2006/relationships/customXml" Target="/ppt/customXML/item23.xml" Id="Ra7fef087f4ca4105" /><Relationship Type="http://schemas.openxmlformats.org/officeDocument/2006/relationships/customXml" Target="/ppt/customXML/item24.xml" Id="R8be4fc4ecd664e0b" /><Relationship Type="http://schemas.openxmlformats.org/officeDocument/2006/relationships/slideLayout" Target="/ppt/slideLayouts/slideLayout3.xml" Id="R0cd81fc548c0442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d6cc495b694e4243bd124fa694e3518b" /><Relationship Type="http://schemas.openxmlformats.org/officeDocument/2006/relationships/hyperlink" Target="https://storyset.com/" TargetMode="External" Id="Rd5b48ae1cdc4442c9d2e1cfc64ff4bb0" /><Relationship Type="http://schemas.openxmlformats.org/officeDocument/2006/relationships/slideLayout" Target="/ppt/slideLayouts/slideLayout2.xml" Id="Rbd076f9e025b4913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>
          <a:blip r:embed="R0bcee459502847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6"/>
            <a:ext cx="12192000" cy="685600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CC7792B-5EAA-830D-8DE1-923FB49F2C44}"/>
              </a:ext>
            </a:extLst>
          </p:cNvPr>
          <p:cNvPicPr>
            <a:picLocks noChangeAspect="1"/>
          </p:cNvPicPr>
          <p:nvPr/>
        </p:nvPicPr>
        <p:blipFill>
          <a:blip r:embed="R2865dba7ba8b4b8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712511E-1A39-8B82-100A-14EB9456ABF8}"/>
              </a:ext>
            </a:extLst>
          </p:cNvPr>
          <p:cNvPicPr>
            <a:picLocks noChangeAspect="1"/>
          </p:cNvPicPr>
          <p:nvPr/>
        </p:nvPicPr>
        <p:blipFill>
          <a:blip r:embed="R3bf9a79c31204f8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5914" y="1333501"/>
            <a:ext cx="3106087" cy="596265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6921A5E-8DF6-B3B5-D53D-435AB48ADA8B}"/>
              </a:ext>
            </a:extLst>
          </p:cNvPr>
          <p:cNvPicPr>
            <a:picLocks noChangeAspect="1"/>
          </p:cNvPicPr>
          <p:nvPr/>
        </p:nvPicPr>
        <p:blipFill>
          <a:blip r:embed="Rc39dccf23a18439e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3248720"/>
            <a:ext cx="666751" cy="12520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1FEDD7E-D65B-A187-0965-2A12B7E4A64B}"/>
              </a:ext>
            </a:extLst>
          </p:cNvPr>
          <p:cNvPicPr>
            <a:picLocks noChangeAspect="1"/>
          </p:cNvPicPr>
          <p:nvPr/>
        </p:nvPicPr>
        <p:blipFill>
          <a:blip r:embed="Rab07fe99e4d0410f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2241" y="5243234"/>
            <a:ext cx="1995488" cy="102194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00C2411D-9944-BB9C-8447-34A2DC7A3542}"/>
              </a:ext>
            </a:extLst>
          </p:cNvPr>
          <p:cNvPicPr>
            <a:picLocks noChangeAspect="1"/>
          </p:cNvPicPr>
          <p:nvPr/>
        </p:nvPicPr>
        <p:blipFill>
          <a:blip r:embed="R7c7334155138409f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153321" y="583294"/>
            <a:ext cx="419100" cy="4191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C588926-31F1-917E-0992-CB50A2D2DF59}"/>
              </a:ext>
            </a:extLst>
          </p:cNvPr>
          <p:cNvPicPr>
            <a:picLocks noChangeAspect="1"/>
          </p:cNvPicPr>
          <p:nvPr/>
        </p:nvPicPr>
        <p:blipFill>
          <a:blip r:embed="Rdd038442f25549ec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" y="76200"/>
            <a:ext cx="3049708" cy="11811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ED2CE51D-9865-5439-0284-2B378602A831}"/>
              </a:ext>
            </a:extLst>
          </p:cNvPr>
          <p:cNvPicPr>
            <a:picLocks noChangeAspect="1"/>
          </p:cNvPicPr>
          <p:nvPr/>
        </p:nvPicPr>
        <p:blipFill>
          <a:blip r:embed="R8d1d2105c38c41ee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4952" y="1636500"/>
            <a:ext cx="7135672" cy="173839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582B367-D1A3-795F-C9EE-62789C992384}"/>
              </a:ext>
            </a:extLst>
          </p:cNvPr>
          <p:cNvPicPr>
            <a:picLocks noChangeAspect="1"/>
          </p:cNvPicPr>
          <p:nvPr/>
        </p:nvPicPr>
        <p:blipFill>
          <a:blip r:embed="R16cfe6ae2d324e9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8601" y="906738"/>
            <a:ext cx="1211283" cy="115605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4D3FFD3-5FBF-B575-93AA-53DB2B25FCD2}"/>
              </a:ext>
            </a:extLst>
          </p:cNvPr>
          <p:cNvSpPr txBox="1"/>
          <p:nvPr/>
        </p:nvSpPr>
        <p:spPr>
          <a:xfrm>
            <a:off x="682173" y="478504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rgbClr val="488A2A"/>
                </a:soli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</a:rPr>
              <a:t>LOGO</a:t>
            </a:r>
            <a:endParaRPr lang="zh-CN" altLang="en-US" sz="2800">
              <a:solidFill>
                <a:srgbClr val="488A2A"/>
              </a:solidFill>
              <a:latin typeface="阿里巴巴普惠体 Heavy" pitchFamily="18" charset="-122"/>
              <a:ea typeface="阿里巴巴普惠体 Heavy" pitchFamily="18" charset="-122"/>
              <a:cs typeface="阿里巴巴普惠体 Heavy" pitchFamily="18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A3A6B89-E12C-89F0-C94E-60AA06B5F054}"/>
              </a:ext>
            </a:extLst>
          </p:cNvPr>
          <p:cNvSpPr txBox="1"/>
          <p:nvPr/>
        </p:nvSpPr>
        <p:spPr>
          <a:xfrm>
            <a:off x="9195349" y="580103"/>
            <a:ext cx="1828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www.1ppt.com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5217F33-2CEE-FCE3-2330-3146E1CF0051}"/>
              </a:ext>
            </a:extLst>
          </p:cNvPr>
          <p:cNvPicPr>
            <a:picLocks noChangeAspect="1"/>
          </p:cNvPicPr>
          <p:nvPr/>
        </p:nvPicPr>
        <p:blipFill>
          <a:blip r:embed="Red42615f30c842de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7080" y="3577456"/>
            <a:ext cx="1699205" cy="40776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336D3398-132F-7FF4-CEDE-38A5488ACCF8}"/>
              </a:ext>
            </a:extLst>
          </p:cNvPr>
          <p:cNvSpPr txBox="1"/>
          <p:nvPr/>
        </p:nvSpPr>
        <p:spPr>
          <a:xfrm>
            <a:off x="2278741" y="354924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挥拍艺术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5BDF00CC-DACC-730F-46FD-66E721F25294}"/>
              </a:ext>
            </a:extLst>
          </p:cNvPr>
          <p:cNvPicPr>
            <a:picLocks noChangeAspect="1"/>
          </p:cNvPicPr>
          <p:nvPr/>
        </p:nvPicPr>
        <p:blipFill>
          <a:blip r:embed="Red42615f30c842de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4908" y="3577456"/>
            <a:ext cx="1699205" cy="407763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6DBFDAB8-4593-B6AF-CA6F-87ACE0BE3ECE}"/>
              </a:ext>
            </a:extLst>
          </p:cNvPr>
          <p:cNvSpPr txBox="1"/>
          <p:nvPr/>
        </p:nvSpPr>
        <p:spPr>
          <a:xfrm>
            <a:off x="4136571" y="354924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竞技激情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F8798F6D-F69D-4094-2815-4B4F0BE07D17}"/>
              </a:ext>
            </a:extLst>
          </p:cNvPr>
          <p:cNvPicPr>
            <a:picLocks noChangeAspect="1"/>
          </p:cNvPicPr>
          <p:nvPr/>
        </p:nvPicPr>
        <p:blipFill>
          <a:blip r:embed="Red42615f30c842de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2737" y="3577456"/>
            <a:ext cx="1699205" cy="407763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1586C330-5237-DDD7-4B4E-6F93CFDC221A}"/>
              </a:ext>
            </a:extLst>
          </p:cNvPr>
          <p:cNvSpPr txBox="1"/>
          <p:nvPr/>
        </p:nvSpPr>
        <p:spPr>
          <a:xfrm>
            <a:off x="5994399" y="354924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X球训练</a:t>
            </a:r>
          </a:p>
        </p:txBody>
      </p:sp>
      <p:sp>
        <p:nvSpPr>
          <p:cNvPr id="26" name="TextBox 13">
            <a:extLst>
              <a:ext uri="{FF2B5EF4-FFF2-40B4-BE49-F238E27FC236}">
                <a16:creationId xmlns:a16="http://schemas.microsoft.com/office/drawing/2014/main" id="{E16C4203-4561-8C05-BE42-13977A1A048D}"/>
              </a:ext>
            </a:extLst>
          </p:cNvPr>
          <p:cNvSpPr txBox="1"/>
          <p:nvPr/>
        </p:nvSpPr>
        <p:spPr>
          <a:xfrm>
            <a:off x="1712479" y="4045630"/>
            <a:ext cx="6240619" cy="650178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000">
                <a:solidFill>
                  <a:schemeClr val="bg1">
                    <a:alpha val="86000"/>
                  </a:schemeClr>
                </a:solidFill>
                <a:cs typeface="+mn-ea"/>
                <a:sym typeface="+mn-lt"/>
              </a:rPr>
              <a:t>国际X球联合会（ITF）每年举办四大满贯赛事：澳大利亚X球公开赛、法国X球公开赛、温布尔登X球锦标赛和美国X球公开赛。这些赛事是最高级别的比赛，冠军可以获得高额奖金和积分。</a:t>
            </a:r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B7A484B9-F049-7D19-0CD8-535637CA6EE1}"/>
              </a:ext>
            </a:extLst>
          </p:cNvPr>
          <p:cNvSpPr txBox="1"/>
          <p:nvPr/>
        </p:nvSpPr>
        <p:spPr>
          <a:xfrm>
            <a:off x="3327400" y="4780708"/>
            <a:ext cx="3010776" cy="49013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b="1">
                <a:solidFill>
                  <a:schemeClr val="bg1"/>
                </a:solidFill>
                <a:cs typeface="+mn-ea"/>
                <a:sym typeface="+mn-lt"/>
              </a:rPr>
              <a:t>汇报人：XX</a:t>
            </a:r>
            <a:r>
              <a:rPr lang="en-US" altLang="zh-CN" sz="1200" b="1">
                <a:solidFill>
                  <a:schemeClr val="bg1"/>
                </a:solidFill>
                <a:cs typeface="+mn-ea"/>
                <a:sym typeface="+mn-lt"/>
              </a:rPr>
              <a:t>PPT</a:t>
            </a:r>
            <a:r>
              <a:rPr lang="zh-CN" altLang="en-US" sz="1200" b="1">
                <a:solidFill>
                  <a:schemeClr val="bg1"/>
                </a:solidFill>
                <a:cs typeface="+mn-ea"/>
                <a:sym typeface="+mn-lt"/>
              </a:rPr>
              <a:t>   汇报时间：</a:t>
            </a:r>
            <a:r>
              <a:rPr lang="en-US" altLang="zh-CN" sz="1200" b="1">
                <a:solidFill>
                  <a:schemeClr val="bg1"/>
                </a:solidFill>
                <a:cs typeface="+mn-ea"/>
                <a:sym typeface="+mn-lt"/>
              </a:rPr>
              <a:t>202X</a:t>
            </a:r>
            <a:endParaRPr lang="en-US" sz="1200" b="1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05D83A90-FFA7-D987-4303-F44839E2A85C}"/>
              </a:ext>
            </a:extLst>
          </p:cNvPr>
          <p:cNvPicPr>
            <a:picLocks noChangeAspect="1"/>
          </p:cNvPicPr>
          <p:nvPr/>
        </p:nvPicPr>
        <p:blipFill>
          <a:blip r:embed="R25daca7d66ad417f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2885" y="5470134"/>
            <a:ext cx="833915" cy="79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57401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22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/>
          <p:cNvPicPr>
            <a:picLocks noChangeAspect="1"/>
          </p:cNvPicPr>
          <p:nvPr/>
        </p:nvPicPr>
        <p:blipFill>
          <a:blip r:embed="R9f249d6889de47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6"/>
            <a:ext cx="12192000" cy="685600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AB3C0E8-AF7A-BF19-6BE6-6F8A1B6FE292}"/>
              </a:ext>
            </a:extLst>
          </p:cNvPr>
          <p:cNvPicPr>
            <a:picLocks noChangeAspect="1"/>
          </p:cNvPicPr>
          <p:nvPr/>
        </p:nvPicPr>
        <p:blipFill>
          <a:blip r:embed="R182967683c8f4c9c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CA9CFA9-A643-B97B-7732-46DE7BEA36F7}"/>
              </a:ext>
            </a:extLst>
          </p:cNvPr>
          <p:cNvPicPr>
            <a:picLocks noChangeAspect="1"/>
          </p:cNvPicPr>
          <p:nvPr/>
        </p:nvPicPr>
        <p:blipFill>
          <a:blip r:embed="R4a79631fbf6547a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5914" y="1333501"/>
            <a:ext cx="3106087" cy="596265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61FA7D2-BBE8-4B6A-EBD9-B28EFB31021F}"/>
              </a:ext>
            </a:extLst>
          </p:cNvPr>
          <p:cNvPicPr>
            <a:picLocks noChangeAspect="1"/>
          </p:cNvPicPr>
          <p:nvPr/>
        </p:nvPicPr>
        <p:blipFill>
          <a:blip r:embed="R521dc187e57a4e6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3248720"/>
            <a:ext cx="666751" cy="125200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FF822C4-D267-4DB9-95C8-70EC3E17EB29}"/>
              </a:ext>
            </a:extLst>
          </p:cNvPr>
          <p:cNvPicPr>
            <a:picLocks noChangeAspect="1"/>
          </p:cNvPicPr>
          <p:nvPr/>
        </p:nvPicPr>
        <p:blipFill>
          <a:blip r:embed="R9ab5cf804b0b4f3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1077" y="5476205"/>
            <a:ext cx="1607011" cy="82299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D780F9D-A649-C6C8-4BFD-7DDDD037B9EC}"/>
              </a:ext>
            </a:extLst>
          </p:cNvPr>
          <p:cNvPicPr>
            <a:picLocks noChangeAspect="1"/>
          </p:cNvPicPr>
          <p:nvPr/>
        </p:nvPicPr>
        <p:blipFill>
          <a:blip r:embed="Refcb96508fc6467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" y="76200"/>
            <a:ext cx="3049708" cy="11811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A71EFC2-78A5-676B-5BB4-3A0F89B3D9B5}"/>
              </a:ext>
            </a:extLst>
          </p:cNvPr>
          <p:cNvSpPr txBox="1"/>
          <p:nvPr/>
        </p:nvSpPr>
        <p:spPr>
          <a:xfrm>
            <a:off x="682173" y="478504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rgbClr val="488A2A"/>
                </a:soli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</a:rPr>
              <a:t>LOGO</a:t>
            </a:r>
            <a:endParaRPr lang="zh-CN" altLang="en-US" sz="2800">
              <a:solidFill>
                <a:srgbClr val="488A2A"/>
              </a:solidFill>
              <a:latin typeface="阿里巴巴普惠体 Heavy" pitchFamily="18" charset="-122"/>
              <a:ea typeface="阿里巴巴普惠体 Heavy" pitchFamily="18" charset="-122"/>
              <a:cs typeface="阿里巴巴普惠体 Heavy" pitchFamily="18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751A5CE-EB72-C028-2B54-4BAC65BB6C3C}"/>
              </a:ext>
            </a:extLst>
          </p:cNvPr>
          <p:cNvPicPr>
            <a:picLocks noChangeAspect="1"/>
          </p:cNvPicPr>
          <p:nvPr/>
        </p:nvPicPr>
        <p:blipFill>
          <a:blip r:embed="R55812e849352445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6779" y="593334"/>
            <a:ext cx="833915" cy="795894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C8D7C6E2-AE32-137B-A68A-3799DADDC01C}"/>
              </a:ext>
            </a:extLst>
          </p:cNvPr>
          <p:cNvGrpSpPr/>
          <p:nvPr/>
        </p:nvGrpSpPr>
        <p:grpSpPr>
          <a:xfrm>
            <a:off x="1980565" y="1849756"/>
            <a:ext cx="2515235" cy="890270"/>
            <a:chOff x="2389" y="3753"/>
            <a:chExt cx="3961" cy="1402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9CC87AC0-2FC9-44D7-15B1-EBCC2E14E453}"/>
                </a:ext>
              </a:extLst>
            </p:cNvPr>
            <p:cNvSpPr txBox="1"/>
            <p:nvPr/>
          </p:nvSpPr>
          <p:spPr>
            <a:xfrm>
              <a:off x="2389" y="3753"/>
              <a:ext cx="3566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u="none" strike="noStrike" kern="1200" cap="none" spc="300" normalizeH="0" baseline="0" noProof="0">
                  <a:ln>
                    <a:noFill/>
                  </a:ln>
                  <a:solidFill>
                    <a:schemeClr val="bg1">
                      <a:alpha val="33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FZHei-B01"/>
                  <a:sym typeface="Arial"/>
                </a:rPr>
                <a:t>PART 01</a:t>
              </a:r>
              <a:endParaRPr kumimoji="0" lang="zh-CN" altLang="en-US" sz="2400" b="1" u="none" strike="noStrike" kern="1200" cap="none" spc="300" normalizeH="0" baseline="0" noProof="0">
                <a:ln>
                  <a:noFill/>
                </a:ln>
                <a:solidFill>
                  <a:schemeClr val="bg1">
                    <a:alpha val="33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FZHei-B01"/>
                <a:sym typeface="Arial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410FA60-8FB8-179B-25CB-3F027E6880B2}"/>
                </a:ext>
              </a:extLst>
            </p:cNvPr>
            <p:cNvSpPr/>
            <p:nvPr/>
          </p:nvSpPr>
          <p:spPr>
            <a:xfrm>
              <a:off x="2434" y="4235"/>
              <a:ext cx="3916" cy="8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F097398-3598-8E87-CD53-7FF3141C842F}"/>
                </a:ext>
              </a:extLst>
            </p:cNvPr>
            <p:cNvSpPr txBox="1"/>
            <p:nvPr/>
          </p:nvSpPr>
          <p:spPr>
            <a:xfrm>
              <a:off x="2788" y="4234"/>
              <a:ext cx="2902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rPr>
                <a:t>X球简介</a:t>
              </a:r>
              <a:endParaRPr kumimoji="0" lang="zh-CN" altLang="en-US" sz="3200" b="1" u="none" strike="noStrike" kern="1200" cap="none" spc="30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FZHei-B01"/>
                <a:sym typeface="Arial"/>
              </a:endParaRPr>
            </a:p>
          </p:txBody>
        </p:sp>
        <p:sp>
          <p:nvSpPr>
            <p:cNvPr id="18" name="Freeform 46">
              <a:extLst>
                <a:ext uri="{FF2B5EF4-FFF2-40B4-BE49-F238E27FC236}">
                  <a16:creationId xmlns:a16="http://schemas.microsoft.com/office/drawing/2014/main" id="{EEAA3FAC-E4F4-8E37-8A3A-753CFF6146FD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 flipV="1">
              <a:off x="5937" y="4901"/>
              <a:ext cx="219" cy="119"/>
            </a:xfrm>
            <a:custGeom>
              <a:avLst/>
              <a:gdLst>
                <a:gd name="T0" fmla="*/ 4220 w 4420"/>
                <a:gd name="T1" fmla="*/ 1020 h 2420"/>
                <a:gd name="T2" fmla="*/ 703 w 4420"/>
                <a:gd name="T3" fmla="*/ 1020 h 2420"/>
                <a:gd name="T4" fmla="*/ 1361 w 4420"/>
                <a:gd name="T5" fmla="*/ 361 h 2420"/>
                <a:gd name="T6" fmla="*/ 1361 w 4420"/>
                <a:gd name="T7" fmla="*/ 79 h 2420"/>
                <a:gd name="T8" fmla="*/ 1079 w 4420"/>
                <a:gd name="T9" fmla="*/ 79 h 2420"/>
                <a:gd name="T10" fmla="*/ 79 w 4420"/>
                <a:gd name="T11" fmla="*/ 1079 h 2420"/>
                <a:gd name="T12" fmla="*/ 79 w 4420"/>
                <a:gd name="T13" fmla="*/ 1361 h 2420"/>
                <a:gd name="T14" fmla="*/ 1079 w 4420"/>
                <a:gd name="T15" fmla="*/ 2361 h 2420"/>
                <a:gd name="T16" fmla="*/ 1220 w 4420"/>
                <a:gd name="T17" fmla="*/ 2420 h 2420"/>
                <a:gd name="T18" fmla="*/ 1361 w 4420"/>
                <a:gd name="T19" fmla="*/ 2361 h 2420"/>
                <a:gd name="T20" fmla="*/ 1361 w 4420"/>
                <a:gd name="T21" fmla="*/ 2079 h 2420"/>
                <a:gd name="T22" fmla="*/ 703 w 4420"/>
                <a:gd name="T23" fmla="*/ 1420 h 2420"/>
                <a:gd name="T24" fmla="*/ 4220 w 4420"/>
                <a:gd name="T25" fmla="*/ 1420 h 2420"/>
                <a:gd name="T26" fmla="*/ 4420 w 4420"/>
                <a:gd name="T27" fmla="*/ 1220 h 2420"/>
                <a:gd name="T28" fmla="*/ 4220 w 4420"/>
                <a:gd name="T29" fmla="*/ 1020 h 2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420" h="2420">
                  <a:moveTo>
                    <a:pt x="4220" y="1020"/>
                  </a:moveTo>
                  <a:lnTo>
                    <a:pt x="703" y="1020"/>
                  </a:lnTo>
                  <a:lnTo>
                    <a:pt x="1361" y="361"/>
                  </a:lnTo>
                  <a:cubicBezTo>
                    <a:pt x="1440" y="283"/>
                    <a:pt x="1440" y="157"/>
                    <a:pt x="1361" y="79"/>
                  </a:cubicBezTo>
                  <a:cubicBezTo>
                    <a:pt x="1283" y="0"/>
                    <a:pt x="1157" y="0"/>
                    <a:pt x="1079" y="79"/>
                  </a:cubicBezTo>
                  <a:lnTo>
                    <a:pt x="79" y="1079"/>
                  </a:lnTo>
                  <a:cubicBezTo>
                    <a:pt x="0" y="1157"/>
                    <a:pt x="0" y="1283"/>
                    <a:pt x="79" y="1361"/>
                  </a:cubicBezTo>
                  <a:lnTo>
                    <a:pt x="1079" y="2361"/>
                  </a:lnTo>
                  <a:cubicBezTo>
                    <a:pt x="1118" y="2400"/>
                    <a:pt x="1169" y="2420"/>
                    <a:pt x="1220" y="2420"/>
                  </a:cubicBezTo>
                  <a:cubicBezTo>
                    <a:pt x="1271" y="2420"/>
                    <a:pt x="1322" y="2400"/>
                    <a:pt x="1361" y="2361"/>
                  </a:cubicBezTo>
                  <a:cubicBezTo>
                    <a:pt x="1440" y="2283"/>
                    <a:pt x="1440" y="2157"/>
                    <a:pt x="1361" y="2079"/>
                  </a:cubicBezTo>
                  <a:lnTo>
                    <a:pt x="703" y="1420"/>
                  </a:lnTo>
                  <a:lnTo>
                    <a:pt x="4220" y="1420"/>
                  </a:lnTo>
                  <a:cubicBezTo>
                    <a:pt x="4330" y="1420"/>
                    <a:pt x="4420" y="1330"/>
                    <a:pt x="4420" y="1220"/>
                  </a:cubicBezTo>
                  <a:cubicBezTo>
                    <a:pt x="4420" y="1110"/>
                    <a:pt x="4330" y="1020"/>
                    <a:pt x="4220" y="102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wrap="squar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4374284E-7DA1-F099-62DA-BD10BEEA7D24}"/>
              </a:ext>
            </a:extLst>
          </p:cNvPr>
          <p:cNvSpPr/>
          <p:nvPr/>
        </p:nvSpPr>
        <p:spPr>
          <a:xfrm>
            <a:off x="754667" y="1322864"/>
            <a:ext cx="1015663" cy="4468336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5400" b="1" spc="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润圆-45W" panose="00020600040101010101" charset="-122"/>
                <a:sym typeface="Arial"/>
              </a:rPr>
              <a:t>目录</a:t>
            </a:r>
            <a:r>
              <a:rPr lang="en-US" altLang="zh-CN" sz="3600" b="1" spc="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润圆-45W" panose="00020600040101010101" charset="-122"/>
                <a:sym typeface="Arial"/>
              </a:rPr>
              <a:t>/</a:t>
            </a:r>
            <a:r>
              <a:rPr lang="en-US" altLang="zh-CN" sz="2400" b="1" spc="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润圆-45W" panose="00020600040101010101" charset="-122"/>
                <a:sym typeface="Arial"/>
              </a:rPr>
              <a:t>CONTENT</a:t>
            </a:r>
            <a:endParaRPr lang="zh-CN" altLang="en-US" sz="4400" b="1" spc="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汉仪润圆-45W" panose="00020600040101010101" charset="-122"/>
              <a:sym typeface="Arial"/>
            </a:endParaRP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EB450810-01A9-4ABD-01CD-A349DC108871}"/>
              </a:ext>
            </a:extLst>
          </p:cNvPr>
          <p:cNvPicPr>
            <a:picLocks noChangeAspect="1"/>
          </p:cNvPicPr>
          <p:nvPr/>
        </p:nvPicPr>
        <p:blipFill>
          <a:blip r:embed="R9e83877232df46e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3367"/>
          <a:stretch>
            <a:fillRect/>
          </a:stretch>
        </p:blipFill>
        <p:spPr>
          <a:xfrm>
            <a:off x="6112813" y="0"/>
            <a:ext cx="6079187" cy="6858000"/>
          </a:xfrm>
          <a:prstGeom prst="rect">
            <a:avLst/>
          </a:prstGeom>
        </p:spPr>
      </p:pic>
      <p:grpSp>
        <p:nvGrpSpPr>
          <p:cNvPr id="53" name="组合 52">
            <a:extLst>
              <a:ext uri="{FF2B5EF4-FFF2-40B4-BE49-F238E27FC236}">
                <a16:creationId xmlns:a16="http://schemas.microsoft.com/office/drawing/2014/main" id="{E6E1C63F-9C6F-4D6A-AD85-AFE29C5B9694}"/>
              </a:ext>
            </a:extLst>
          </p:cNvPr>
          <p:cNvGrpSpPr/>
          <p:nvPr/>
        </p:nvGrpSpPr>
        <p:grpSpPr>
          <a:xfrm>
            <a:off x="1980565" y="3002280"/>
            <a:ext cx="2515235" cy="890270"/>
            <a:chOff x="2389" y="3753"/>
            <a:chExt cx="3961" cy="1402"/>
          </a:xfrm>
        </p:grpSpPr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49112AEF-9554-C31D-533B-CF4600B51053}"/>
                </a:ext>
              </a:extLst>
            </p:cNvPr>
            <p:cNvSpPr txBox="1"/>
            <p:nvPr/>
          </p:nvSpPr>
          <p:spPr>
            <a:xfrm>
              <a:off x="2389" y="3753"/>
              <a:ext cx="3566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u="none" strike="noStrike" kern="1200" cap="none" spc="300" normalizeH="0" baseline="0" noProof="0">
                  <a:ln>
                    <a:noFill/>
                  </a:ln>
                  <a:solidFill>
                    <a:schemeClr val="bg1">
                      <a:alpha val="33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FZHei-B01"/>
                  <a:sym typeface="Arial"/>
                </a:rPr>
                <a:t>PART 02</a:t>
              </a:r>
              <a:endParaRPr kumimoji="0" lang="zh-CN" altLang="en-US" sz="2400" b="1" u="none" strike="noStrike" kern="1200" cap="none" spc="300" normalizeH="0" baseline="0" noProof="0">
                <a:ln>
                  <a:noFill/>
                </a:ln>
                <a:solidFill>
                  <a:schemeClr val="bg1">
                    <a:alpha val="33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FZHei-B01"/>
                <a:sym typeface="Arial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62451DC1-6725-6219-4ED9-8F512F4D019B}"/>
                </a:ext>
              </a:extLst>
            </p:cNvPr>
            <p:cNvSpPr/>
            <p:nvPr/>
          </p:nvSpPr>
          <p:spPr>
            <a:xfrm>
              <a:off x="2434" y="4235"/>
              <a:ext cx="3916" cy="8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F4C9499-99AA-3A74-D18C-91EB97EF19EC}"/>
                </a:ext>
              </a:extLst>
            </p:cNvPr>
            <p:cNvSpPr txBox="1"/>
            <p:nvPr/>
          </p:nvSpPr>
          <p:spPr>
            <a:xfrm>
              <a:off x="2788" y="4234"/>
              <a:ext cx="2902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dist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sz="3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>
                  <a:sym typeface="Arial"/>
                </a:rPr>
                <a:t>X球技巧</a:t>
              </a:r>
            </a:p>
          </p:txBody>
        </p:sp>
        <p:sp>
          <p:nvSpPr>
            <p:cNvPr id="57" name="Freeform 46">
              <a:extLst>
                <a:ext uri="{FF2B5EF4-FFF2-40B4-BE49-F238E27FC236}">
                  <a16:creationId xmlns:a16="http://schemas.microsoft.com/office/drawing/2014/main" id="{3A11456D-4BFB-D83F-BBA8-750512C15FD8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 flipV="1">
              <a:off x="5937" y="4901"/>
              <a:ext cx="219" cy="119"/>
            </a:xfrm>
            <a:custGeom>
              <a:avLst/>
              <a:gdLst>
                <a:gd name="T0" fmla="*/ 4220 w 4420"/>
                <a:gd name="T1" fmla="*/ 1020 h 2420"/>
                <a:gd name="T2" fmla="*/ 703 w 4420"/>
                <a:gd name="T3" fmla="*/ 1020 h 2420"/>
                <a:gd name="T4" fmla="*/ 1361 w 4420"/>
                <a:gd name="T5" fmla="*/ 361 h 2420"/>
                <a:gd name="T6" fmla="*/ 1361 w 4420"/>
                <a:gd name="T7" fmla="*/ 79 h 2420"/>
                <a:gd name="T8" fmla="*/ 1079 w 4420"/>
                <a:gd name="T9" fmla="*/ 79 h 2420"/>
                <a:gd name="T10" fmla="*/ 79 w 4420"/>
                <a:gd name="T11" fmla="*/ 1079 h 2420"/>
                <a:gd name="T12" fmla="*/ 79 w 4420"/>
                <a:gd name="T13" fmla="*/ 1361 h 2420"/>
                <a:gd name="T14" fmla="*/ 1079 w 4420"/>
                <a:gd name="T15" fmla="*/ 2361 h 2420"/>
                <a:gd name="T16" fmla="*/ 1220 w 4420"/>
                <a:gd name="T17" fmla="*/ 2420 h 2420"/>
                <a:gd name="T18" fmla="*/ 1361 w 4420"/>
                <a:gd name="T19" fmla="*/ 2361 h 2420"/>
                <a:gd name="T20" fmla="*/ 1361 w 4420"/>
                <a:gd name="T21" fmla="*/ 2079 h 2420"/>
                <a:gd name="T22" fmla="*/ 703 w 4420"/>
                <a:gd name="T23" fmla="*/ 1420 h 2420"/>
                <a:gd name="T24" fmla="*/ 4220 w 4420"/>
                <a:gd name="T25" fmla="*/ 1420 h 2420"/>
                <a:gd name="T26" fmla="*/ 4420 w 4420"/>
                <a:gd name="T27" fmla="*/ 1220 h 2420"/>
                <a:gd name="T28" fmla="*/ 4220 w 4420"/>
                <a:gd name="T29" fmla="*/ 1020 h 2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420" h="2420">
                  <a:moveTo>
                    <a:pt x="4220" y="1020"/>
                  </a:moveTo>
                  <a:lnTo>
                    <a:pt x="703" y="1020"/>
                  </a:lnTo>
                  <a:lnTo>
                    <a:pt x="1361" y="361"/>
                  </a:lnTo>
                  <a:cubicBezTo>
                    <a:pt x="1440" y="283"/>
                    <a:pt x="1440" y="157"/>
                    <a:pt x="1361" y="79"/>
                  </a:cubicBezTo>
                  <a:cubicBezTo>
                    <a:pt x="1283" y="0"/>
                    <a:pt x="1157" y="0"/>
                    <a:pt x="1079" y="79"/>
                  </a:cubicBezTo>
                  <a:lnTo>
                    <a:pt x="79" y="1079"/>
                  </a:lnTo>
                  <a:cubicBezTo>
                    <a:pt x="0" y="1157"/>
                    <a:pt x="0" y="1283"/>
                    <a:pt x="79" y="1361"/>
                  </a:cubicBezTo>
                  <a:lnTo>
                    <a:pt x="1079" y="2361"/>
                  </a:lnTo>
                  <a:cubicBezTo>
                    <a:pt x="1118" y="2400"/>
                    <a:pt x="1169" y="2420"/>
                    <a:pt x="1220" y="2420"/>
                  </a:cubicBezTo>
                  <a:cubicBezTo>
                    <a:pt x="1271" y="2420"/>
                    <a:pt x="1322" y="2400"/>
                    <a:pt x="1361" y="2361"/>
                  </a:cubicBezTo>
                  <a:cubicBezTo>
                    <a:pt x="1440" y="2283"/>
                    <a:pt x="1440" y="2157"/>
                    <a:pt x="1361" y="2079"/>
                  </a:cubicBezTo>
                  <a:lnTo>
                    <a:pt x="703" y="1420"/>
                  </a:lnTo>
                  <a:lnTo>
                    <a:pt x="4220" y="1420"/>
                  </a:lnTo>
                  <a:cubicBezTo>
                    <a:pt x="4330" y="1420"/>
                    <a:pt x="4420" y="1330"/>
                    <a:pt x="4420" y="1220"/>
                  </a:cubicBezTo>
                  <a:cubicBezTo>
                    <a:pt x="4420" y="1110"/>
                    <a:pt x="4330" y="1020"/>
                    <a:pt x="4220" y="102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wrap="squar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endParaRP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675C19FB-F517-E4BF-026D-25F07E33439A}"/>
              </a:ext>
            </a:extLst>
          </p:cNvPr>
          <p:cNvGrpSpPr/>
          <p:nvPr/>
        </p:nvGrpSpPr>
        <p:grpSpPr>
          <a:xfrm>
            <a:off x="1980565" y="4179571"/>
            <a:ext cx="2515235" cy="890270"/>
            <a:chOff x="2389" y="3753"/>
            <a:chExt cx="3961" cy="1402"/>
          </a:xfrm>
        </p:grpSpPr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73F9EFEB-569C-FC25-CD0A-D4C6D9355F9D}"/>
                </a:ext>
              </a:extLst>
            </p:cNvPr>
            <p:cNvSpPr txBox="1"/>
            <p:nvPr/>
          </p:nvSpPr>
          <p:spPr>
            <a:xfrm>
              <a:off x="2389" y="3753"/>
              <a:ext cx="3566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u="none" strike="noStrike" kern="1200" cap="none" spc="300" normalizeH="0" baseline="0" noProof="0">
                  <a:ln>
                    <a:noFill/>
                  </a:ln>
                  <a:solidFill>
                    <a:schemeClr val="bg1">
                      <a:alpha val="33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FZHei-B01"/>
                  <a:sym typeface="Arial"/>
                </a:rPr>
                <a:t>PART 03</a:t>
              </a:r>
              <a:endParaRPr kumimoji="0" lang="zh-CN" altLang="en-US" sz="2400" b="1" u="none" strike="noStrike" kern="1200" cap="none" spc="300" normalizeH="0" baseline="0" noProof="0">
                <a:ln>
                  <a:noFill/>
                </a:ln>
                <a:solidFill>
                  <a:schemeClr val="bg1">
                    <a:alpha val="33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FZHei-B01"/>
                <a:sym typeface="Arial"/>
              </a:endParaRP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E0691682-8DA1-5274-72CE-5CA8545C9590}"/>
                </a:ext>
              </a:extLst>
            </p:cNvPr>
            <p:cNvSpPr/>
            <p:nvPr/>
          </p:nvSpPr>
          <p:spPr>
            <a:xfrm>
              <a:off x="2434" y="4235"/>
              <a:ext cx="3916" cy="8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C7DC31E9-C739-8DE0-BDBE-59FB46C1DD46}"/>
                </a:ext>
              </a:extLst>
            </p:cNvPr>
            <p:cNvSpPr txBox="1"/>
            <p:nvPr/>
          </p:nvSpPr>
          <p:spPr>
            <a:xfrm>
              <a:off x="2788" y="4234"/>
              <a:ext cx="2902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dist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sz="3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>
                  <a:sym typeface="Arial"/>
                </a:rPr>
                <a:t>X球战术</a:t>
              </a:r>
            </a:p>
          </p:txBody>
        </p:sp>
        <p:sp>
          <p:nvSpPr>
            <p:cNvPr id="62" name="Freeform 46">
              <a:extLst>
                <a:ext uri="{FF2B5EF4-FFF2-40B4-BE49-F238E27FC236}">
                  <a16:creationId xmlns:a16="http://schemas.microsoft.com/office/drawing/2014/main" id="{846CBF35-7C92-6FC8-B7B7-7C246E639501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 flipV="1">
              <a:off x="5937" y="4901"/>
              <a:ext cx="219" cy="119"/>
            </a:xfrm>
            <a:custGeom>
              <a:avLst/>
              <a:gdLst>
                <a:gd name="T0" fmla="*/ 4220 w 4420"/>
                <a:gd name="T1" fmla="*/ 1020 h 2420"/>
                <a:gd name="T2" fmla="*/ 703 w 4420"/>
                <a:gd name="T3" fmla="*/ 1020 h 2420"/>
                <a:gd name="T4" fmla="*/ 1361 w 4420"/>
                <a:gd name="T5" fmla="*/ 361 h 2420"/>
                <a:gd name="T6" fmla="*/ 1361 w 4420"/>
                <a:gd name="T7" fmla="*/ 79 h 2420"/>
                <a:gd name="T8" fmla="*/ 1079 w 4420"/>
                <a:gd name="T9" fmla="*/ 79 h 2420"/>
                <a:gd name="T10" fmla="*/ 79 w 4420"/>
                <a:gd name="T11" fmla="*/ 1079 h 2420"/>
                <a:gd name="T12" fmla="*/ 79 w 4420"/>
                <a:gd name="T13" fmla="*/ 1361 h 2420"/>
                <a:gd name="T14" fmla="*/ 1079 w 4420"/>
                <a:gd name="T15" fmla="*/ 2361 h 2420"/>
                <a:gd name="T16" fmla="*/ 1220 w 4420"/>
                <a:gd name="T17" fmla="*/ 2420 h 2420"/>
                <a:gd name="T18" fmla="*/ 1361 w 4420"/>
                <a:gd name="T19" fmla="*/ 2361 h 2420"/>
                <a:gd name="T20" fmla="*/ 1361 w 4420"/>
                <a:gd name="T21" fmla="*/ 2079 h 2420"/>
                <a:gd name="T22" fmla="*/ 703 w 4420"/>
                <a:gd name="T23" fmla="*/ 1420 h 2420"/>
                <a:gd name="T24" fmla="*/ 4220 w 4420"/>
                <a:gd name="T25" fmla="*/ 1420 h 2420"/>
                <a:gd name="T26" fmla="*/ 4420 w 4420"/>
                <a:gd name="T27" fmla="*/ 1220 h 2420"/>
                <a:gd name="T28" fmla="*/ 4220 w 4420"/>
                <a:gd name="T29" fmla="*/ 1020 h 2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420" h="2420">
                  <a:moveTo>
                    <a:pt x="4220" y="1020"/>
                  </a:moveTo>
                  <a:lnTo>
                    <a:pt x="703" y="1020"/>
                  </a:lnTo>
                  <a:lnTo>
                    <a:pt x="1361" y="361"/>
                  </a:lnTo>
                  <a:cubicBezTo>
                    <a:pt x="1440" y="283"/>
                    <a:pt x="1440" y="157"/>
                    <a:pt x="1361" y="79"/>
                  </a:cubicBezTo>
                  <a:cubicBezTo>
                    <a:pt x="1283" y="0"/>
                    <a:pt x="1157" y="0"/>
                    <a:pt x="1079" y="79"/>
                  </a:cubicBezTo>
                  <a:lnTo>
                    <a:pt x="79" y="1079"/>
                  </a:lnTo>
                  <a:cubicBezTo>
                    <a:pt x="0" y="1157"/>
                    <a:pt x="0" y="1283"/>
                    <a:pt x="79" y="1361"/>
                  </a:cubicBezTo>
                  <a:lnTo>
                    <a:pt x="1079" y="2361"/>
                  </a:lnTo>
                  <a:cubicBezTo>
                    <a:pt x="1118" y="2400"/>
                    <a:pt x="1169" y="2420"/>
                    <a:pt x="1220" y="2420"/>
                  </a:cubicBezTo>
                  <a:cubicBezTo>
                    <a:pt x="1271" y="2420"/>
                    <a:pt x="1322" y="2400"/>
                    <a:pt x="1361" y="2361"/>
                  </a:cubicBezTo>
                  <a:cubicBezTo>
                    <a:pt x="1440" y="2283"/>
                    <a:pt x="1440" y="2157"/>
                    <a:pt x="1361" y="2079"/>
                  </a:cubicBezTo>
                  <a:lnTo>
                    <a:pt x="703" y="1420"/>
                  </a:lnTo>
                  <a:lnTo>
                    <a:pt x="4220" y="1420"/>
                  </a:lnTo>
                  <a:cubicBezTo>
                    <a:pt x="4330" y="1420"/>
                    <a:pt x="4420" y="1330"/>
                    <a:pt x="4420" y="1220"/>
                  </a:cubicBezTo>
                  <a:cubicBezTo>
                    <a:pt x="4420" y="1110"/>
                    <a:pt x="4330" y="1020"/>
                    <a:pt x="4220" y="102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wrap="squar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endParaRP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B3332992-AC22-E9D9-2A5A-0A1EADD9719E}"/>
              </a:ext>
            </a:extLst>
          </p:cNvPr>
          <p:cNvGrpSpPr/>
          <p:nvPr/>
        </p:nvGrpSpPr>
        <p:grpSpPr>
          <a:xfrm>
            <a:off x="4914265" y="1849756"/>
            <a:ext cx="2515235" cy="890270"/>
            <a:chOff x="2389" y="3753"/>
            <a:chExt cx="3961" cy="1402"/>
          </a:xfrm>
        </p:grpSpPr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3A502B56-80BB-3AAB-5D52-6750A1F98988}"/>
                </a:ext>
              </a:extLst>
            </p:cNvPr>
            <p:cNvSpPr txBox="1"/>
            <p:nvPr/>
          </p:nvSpPr>
          <p:spPr>
            <a:xfrm>
              <a:off x="2389" y="3753"/>
              <a:ext cx="3566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u="none" strike="noStrike" kern="1200" cap="none" spc="300" normalizeH="0" baseline="0" noProof="0">
                  <a:ln>
                    <a:noFill/>
                  </a:ln>
                  <a:solidFill>
                    <a:schemeClr val="bg1">
                      <a:alpha val="33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FZHei-B01"/>
                  <a:sym typeface="Arial"/>
                </a:rPr>
                <a:t>PART 04</a:t>
              </a:r>
              <a:endParaRPr kumimoji="0" lang="zh-CN" altLang="en-US" sz="2400" b="1" u="none" strike="noStrike" kern="1200" cap="none" spc="300" normalizeH="0" baseline="0" noProof="0">
                <a:ln>
                  <a:noFill/>
                </a:ln>
                <a:solidFill>
                  <a:schemeClr val="bg1">
                    <a:alpha val="33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FZHei-B01"/>
                <a:sym typeface="Arial"/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B2630181-2D2A-A02B-E2D2-BEADB035860A}"/>
                </a:ext>
              </a:extLst>
            </p:cNvPr>
            <p:cNvSpPr/>
            <p:nvPr/>
          </p:nvSpPr>
          <p:spPr>
            <a:xfrm>
              <a:off x="2434" y="4235"/>
              <a:ext cx="3916" cy="8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4D43B5F0-6400-AB85-023E-B11CD05816F1}"/>
                </a:ext>
              </a:extLst>
            </p:cNvPr>
            <p:cNvSpPr txBox="1"/>
            <p:nvPr/>
          </p:nvSpPr>
          <p:spPr>
            <a:xfrm>
              <a:off x="2788" y="4234"/>
              <a:ext cx="2902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dist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sz="3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>
                  <a:sym typeface="Arial"/>
                </a:rPr>
                <a:t>X球训练</a:t>
              </a:r>
            </a:p>
          </p:txBody>
        </p:sp>
        <p:sp>
          <p:nvSpPr>
            <p:cNvPr id="67" name="Freeform 46">
              <a:extLst>
                <a:ext uri="{FF2B5EF4-FFF2-40B4-BE49-F238E27FC236}">
                  <a16:creationId xmlns:a16="http://schemas.microsoft.com/office/drawing/2014/main" id="{C3E1F8A8-31F4-7918-3B18-3908BB80F5C2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 flipV="1">
              <a:off x="5937" y="4901"/>
              <a:ext cx="219" cy="119"/>
            </a:xfrm>
            <a:custGeom>
              <a:avLst/>
              <a:gdLst>
                <a:gd name="T0" fmla="*/ 4220 w 4420"/>
                <a:gd name="T1" fmla="*/ 1020 h 2420"/>
                <a:gd name="T2" fmla="*/ 703 w 4420"/>
                <a:gd name="T3" fmla="*/ 1020 h 2420"/>
                <a:gd name="T4" fmla="*/ 1361 w 4420"/>
                <a:gd name="T5" fmla="*/ 361 h 2420"/>
                <a:gd name="T6" fmla="*/ 1361 w 4420"/>
                <a:gd name="T7" fmla="*/ 79 h 2420"/>
                <a:gd name="T8" fmla="*/ 1079 w 4420"/>
                <a:gd name="T9" fmla="*/ 79 h 2420"/>
                <a:gd name="T10" fmla="*/ 79 w 4420"/>
                <a:gd name="T11" fmla="*/ 1079 h 2420"/>
                <a:gd name="T12" fmla="*/ 79 w 4420"/>
                <a:gd name="T13" fmla="*/ 1361 h 2420"/>
                <a:gd name="T14" fmla="*/ 1079 w 4420"/>
                <a:gd name="T15" fmla="*/ 2361 h 2420"/>
                <a:gd name="T16" fmla="*/ 1220 w 4420"/>
                <a:gd name="T17" fmla="*/ 2420 h 2420"/>
                <a:gd name="T18" fmla="*/ 1361 w 4420"/>
                <a:gd name="T19" fmla="*/ 2361 h 2420"/>
                <a:gd name="T20" fmla="*/ 1361 w 4420"/>
                <a:gd name="T21" fmla="*/ 2079 h 2420"/>
                <a:gd name="T22" fmla="*/ 703 w 4420"/>
                <a:gd name="T23" fmla="*/ 1420 h 2420"/>
                <a:gd name="T24" fmla="*/ 4220 w 4420"/>
                <a:gd name="T25" fmla="*/ 1420 h 2420"/>
                <a:gd name="T26" fmla="*/ 4420 w 4420"/>
                <a:gd name="T27" fmla="*/ 1220 h 2420"/>
                <a:gd name="T28" fmla="*/ 4220 w 4420"/>
                <a:gd name="T29" fmla="*/ 1020 h 2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420" h="2420">
                  <a:moveTo>
                    <a:pt x="4220" y="1020"/>
                  </a:moveTo>
                  <a:lnTo>
                    <a:pt x="703" y="1020"/>
                  </a:lnTo>
                  <a:lnTo>
                    <a:pt x="1361" y="361"/>
                  </a:lnTo>
                  <a:cubicBezTo>
                    <a:pt x="1440" y="283"/>
                    <a:pt x="1440" y="157"/>
                    <a:pt x="1361" y="79"/>
                  </a:cubicBezTo>
                  <a:cubicBezTo>
                    <a:pt x="1283" y="0"/>
                    <a:pt x="1157" y="0"/>
                    <a:pt x="1079" y="79"/>
                  </a:cubicBezTo>
                  <a:lnTo>
                    <a:pt x="79" y="1079"/>
                  </a:lnTo>
                  <a:cubicBezTo>
                    <a:pt x="0" y="1157"/>
                    <a:pt x="0" y="1283"/>
                    <a:pt x="79" y="1361"/>
                  </a:cubicBezTo>
                  <a:lnTo>
                    <a:pt x="1079" y="2361"/>
                  </a:lnTo>
                  <a:cubicBezTo>
                    <a:pt x="1118" y="2400"/>
                    <a:pt x="1169" y="2420"/>
                    <a:pt x="1220" y="2420"/>
                  </a:cubicBezTo>
                  <a:cubicBezTo>
                    <a:pt x="1271" y="2420"/>
                    <a:pt x="1322" y="2400"/>
                    <a:pt x="1361" y="2361"/>
                  </a:cubicBezTo>
                  <a:cubicBezTo>
                    <a:pt x="1440" y="2283"/>
                    <a:pt x="1440" y="2157"/>
                    <a:pt x="1361" y="2079"/>
                  </a:cubicBezTo>
                  <a:lnTo>
                    <a:pt x="703" y="1420"/>
                  </a:lnTo>
                  <a:lnTo>
                    <a:pt x="4220" y="1420"/>
                  </a:lnTo>
                  <a:cubicBezTo>
                    <a:pt x="4330" y="1420"/>
                    <a:pt x="4420" y="1330"/>
                    <a:pt x="4420" y="1220"/>
                  </a:cubicBezTo>
                  <a:cubicBezTo>
                    <a:pt x="4420" y="1110"/>
                    <a:pt x="4330" y="1020"/>
                    <a:pt x="4220" y="102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wrap="squar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endParaRPr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81EBD04C-E4C9-A439-96DE-2C2CF0F654B8}"/>
              </a:ext>
            </a:extLst>
          </p:cNvPr>
          <p:cNvGrpSpPr/>
          <p:nvPr/>
        </p:nvGrpSpPr>
        <p:grpSpPr>
          <a:xfrm>
            <a:off x="4914266" y="3002280"/>
            <a:ext cx="3562351" cy="890270"/>
            <a:chOff x="2389" y="3753"/>
            <a:chExt cx="5610" cy="1402"/>
          </a:xfrm>
        </p:grpSpPr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51751345-932D-3831-3476-4DCBC11A3BFD}"/>
                </a:ext>
              </a:extLst>
            </p:cNvPr>
            <p:cNvSpPr txBox="1"/>
            <p:nvPr/>
          </p:nvSpPr>
          <p:spPr>
            <a:xfrm>
              <a:off x="2389" y="3753"/>
              <a:ext cx="3566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u="none" strike="noStrike" kern="1200" cap="none" spc="300" normalizeH="0" baseline="0" noProof="0">
                  <a:ln>
                    <a:noFill/>
                  </a:ln>
                  <a:solidFill>
                    <a:schemeClr val="bg1">
                      <a:alpha val="33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FZHei-B01"/>
                  <a:sym typeface="Arial"/>
                </a:rPr>
                <a:t>PART 05</a:t>
              </a:r>
              <a:endParaRPr kumimoji="0" lang="zh-CN" altLang="en-US" sz="2400" b="1" u="none" strike="noStrike" kern="1200" cap="none" spc="300" normalizeH="0" baseline="0" noProof="0">
                <a:ln>
                  <a:noFill/>
                </a:ln>
                <a:solidFill>
                  <a:schemeClr val="bg1">
                    <a:alpha val="33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FZHei-B01"/>
                <a:sym typeface="Arial"/>
              </a:endParaRP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C772DFB3-0A04-6E57-49D9-25808897125D}"/>
                </a:ext>
              </a:extLst>
            </p:cNvPr>
            <p:cNvSpPr/>
            <p:nvPr/>
          </p:nvSpPr>
          <p:spPr>
            <a:xfrm>
              <a:off x="2434" y="4235"/>
              <a:ext cx="5565" cy="8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F88DF7E4-A77C-D071-CCF5-CAEA89F22C9B}"/>
                </a:ext>
              </a:extLst>
            </p:cNvPr>
            <p:cNvSpPr txBox="1"/>
            <p:nvPr/>
          </p:nvSpPr>
          <p:spPr>
            <a:xfrm>
              <a:off x="2788" y="4234"/>
              <a:ext cx="4891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dist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sz="3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>
                  <a:sym typeface="Arial"/>
                </a:rPr>
                <a:t>X球赛事和人物</a:t>
              </a:r>
            </a:p>
          </p:txBody>
        </p:sp>
        <p:sp>
          <p:nvSpPr>
            <p:cNvPr id="72" name="Freeform 46">
              <a:extLst>
                <a:ext uri="{FF2B5EF4-FFF2-40B4-BE49-F238E27FC236}">
                  <a16:creationId xmlns:a16="http://schemas.microsoft.com/office/drawing/2014/main" id="{67D9D7B9-2B62-D36C-1DD8-01A107EE3EF4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 flipV="1">
              <a:off x="7653" y="4901"/>
              <a:ext cx="219" cy="119"/>
            </a:xfrm>
            <a:custGeom>
              <a:avLst/>
              <a:gdLst>
                <a:gd name="T0" fmla="*/ 4220 w 4420"/>
                <a:gd name="T1" fmla="*/ 1020 h 2420"/>
                <a:gd name="T2" fmla="*/ 703 w 4420"/>
                <a:gd name="T3" fmla="*/ 1020 h 2420"/>
                <a:gd name="T4" fmla="*/ 1361 w 4420"/>
                <a:gd name="T5" fmla="*/ 361 h 2420"/>
                <a:gd name="T6" fmla="*/ 1361 w 4420"/>
                <a:gd name="T7" fmla="*/ 79 h 2420"/>
                <a:gd name="T8" fmla="*/ 1079 w 4420"/>
                <a:gd name="T9" fmla="*/ 79 h 2420"/>
                <a:gd name="T10" fmla="*/ 79 w 4420"/>
                <a:gd name="T11" fmla="*/ 1079 h 2420"/>
                <a:gd name="T12" fmla="*/ 79 w 4420"/>
                <a:gd name="T13" fmla="*/ 1361 h 2420"/>
                <a:gd name="T14" fmla="*/ 1079 w 4420"/>
                <a:gd name="T15" fmla="*/ 2361 h 2420"/>
                <a:gd name="T16" fmla="*/ 1220 w 4420"/>
                <a:gd name="T17" fmla="*/ 2420 h 2420"/>
                <a:gd name="T18" fmla="*/ 1361 w 4420"/>
                <a:gd name="T19" fmla="*/ 2361 h 2420"/>
                <a:gd name="T20" fmla="*/ 1361 w 4420"/>
                <a:gd name="T21" fmla="*/ 2079 h 2420"/>
                <a:gd name="T22" fmla="*/ 703 w 4420"/>
                <a:gd name="T23" fmla="*/ 1420 h 2420"/>
                <a:gd name="T24" fmla="*/ 4220 w 4420"/>
                <a:gd name="T25" fmla="*/ 1420 h 2420"/>
                <a:gd name="T26" fmla="*/ 4420 w 4420"/>
                <a:gd name="T27" fmla="*/ 1220 h 2420"/>
                <a:gd name="T28" fmla="*/ 4220 w 4420"/>
                <a:gd name="T29" fmla="*/ 1020 h 2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420" h="2420">
                  <a:moveTo>
                    <a:pt x="4220" y="1020"/>
                  </a:moveTo>
                  <a:lnTo>
                    <a:pt x="703" y="1020"/>
                  </a:lnTo>
                  <a:lnTo>
                    <a:pt x="1361" y="361"/>
                  </a:lnTo>
                  <a:cubicBezTo>
                    <a:pt x="1440" y="283"/>
                    <a:pt x="1440" y="157"/>
                    <a:pt x="1361" y="79"/>
                  </a:cubicBezTo>
                  <a:cubicBezTo>
                    <a:pt x="1283" y="0"/>
                    <a:pt x="1157" y="0"/>
                    <a:pt x="1079" y="79"/>
                  </a:cubicBezTo>
                  <a:lnTo>
                    <a:pt x="79" y="1079"/>
                  </a:lnTo>
                  <a:cubicBezTo>
                    <a:pt x="0" y="1157"/>
                    <a:pt x="0" y="1283"/>
                    <a:pt x="79" y="1361"/>
                  </a:cubicBezTo>
                  <a:lnTo>
                    <a:pt x="1079" y="2361"/>
                  </a:lnTo>
                  <a:cubicBezTo>
                    <a:pt x="1118" y="2400"/>
                    <a:pt x="1169" y="2420"/>
                    <a:pt x="1220" y="2420"/>
                  </a:cubicBezTo>
                  <a:cubicBezTo>
                    <a:pt x="1271" y="2420"/>
                    <a:pt x="1322" y="2400"/>
                    <a:pt x="1361" y="2361"/>
                  </a:cubicBezTo>
                  <a:cubicBezTo>
                    <a:pt x="1440" y="2283"/>
                    <a:pt x="1440" y="2157"/>
                    <a:pt x="1361" y="2079"/>
                  </a:cubicBezTo>
                  <a:lnTo>
                    <a:pt x="703" y="1420"/>
                  </a:lnTo>
                  <a:lnTo>
                    <a:pt x="4220" y="1420"/>
                  </a:lnTo>
                  <a:cubicBezTo>
                    <a:pt x="4330" y="1420"/>
                    <a:pt x="4420" y="1330"/>
                    <a:pt x="4420" y="1220"/>
                  </a:cubicBezTo>
                  <a:cubicBezTo>
                    <a:pt x="4420" y="1110"/>
                    <a:pt x="4330" y="1020"/>
                    <a:pt x="4220" y="102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wrap="squar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endParaRPr>
            </a:p>
          </p:txBody>
        </p:sp>
      </p:grpSp>
      <p:sp>
        <p:nvSpPr>
          <p:cNvPr id="39" name="TextBox 4">
            <a:extLst>
              <a:ext uri="{FF2B5EF4-FFF2-40B4-BE49-F238E27FC236}">
                <a16:creationId xmlns:a16="http://schemas.microsoft.com/office/drawing/2014/main" id="{EB684C7E-20A7-9694-F2D4-694B922B40F4}"/>
              </a:ext>
            </a:extLst>
          </p:cNvPr>
          <p:cNvSpPr txBox="1"/>
          <p:nvPr/>
        </p:nvSpPr>
        <p:spPr>
          <a:xfrm>
            <a:off x="-2" y="-19860"/>
            <a:ext cx="45365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291313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:a14="http://schemas.microsoft.com/office/drawing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3e1b901850d2488c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6"/>
            <a:ext cx="12192000" cy="685600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CEA5C3E-E259-5125-7101-F1B9E0668134}"/>
              </a:ext>
            </a:extLst>
          </p:cNvPr>
          <p:cNvPicPr>
            <a:picLocks noChangeAspect="1"/>
          </p:cNvPicPr>
          <p:nvPr/>
        </p:nvPicPr>
        <p:blipFill>
          <a:blip r:embed="R6bc51ebeb08a439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B30E66A-3A0A-C58C-971D-E31B2B33B2C1}"/>
              </a:ext>
            </a:extLst>
          </p:cNvPr>
          <p:cNvPicPr>
            <a:picLocks noChangeAspect="1"/>
          </p:cNvPicPr>
          <p:nvPr/>
        </p:nvPicPr>
        <p:blipFill>
          <a:blip r:embed="R4f1e4298b0bb4b6b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5914" y="1333501"/>
            <a:ext cx="3106087" cy="596265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BC2C602-0547-98F3-EC98-6DD0C1D6A593}"/>
              </a:ext>
            </a:extLst>
          </p:cNvPr>
          <p:cNvPicPr>
            <a:picLocks noChangeAspect="1"/>
          </p:cNvPicPr>
          <p:nvPr/>
        </p:nvPicPr>
        <p:blipFill>
          <a:blip r:embed="Re8ab74cd691a4eed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3248720"/>
            <a:ext cx="666751" cy="125200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3EA1347-B4C1-7434-B954-DE23283D3082}"/>
              </a:ext>
            </a:extLst>
          </p:cNvPr>
          <p:cNvPicPr>
            <a:picLocks noChangeAspect="1"/>
          </p:cNvPicPr>
          <p:nvPr/>
        </p:nvPicPr>
        <p:blipFill>
          <a:blip r:embed="Rd88e8da3bb2c49ca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8665" y="5100358"/>
            <a:ext cx="2330836" cy="119368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D8B0F24-BB77-B53E-20E8-857CD3B802CF}"/>
              </a:ext>
            </a:extLst>
          </p:cNvPr>
          <p:cNvPicPr>
            <a:picLocks noChangeAspect="1"/>
          </p:cNvPicPr>
          <p:nvPr/>
        </p:nvPicPr>
        <p:blipFill>
          <a:blip r:embed="Ra81c80a537bd47ce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" y="76200"/>
            <a:ext cx="3049708" cy="11811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4AA70A1-16DB-54CF-F7F3-44AAA50373D9}"/>
              </a:ext>
            </a:extLst>
          </p:cNvPr>
          <p:cNvSpPr txBox="1"/>
          <p:nvPr/>
        </p:nvSpPr>
        <p:spPr>
          <a:xfrm>
            <a:off x="682173" y="478504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rgbClr val="488A2A"/>
                </a:soli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</a:rPr>
              <a:t>LOGO</a:t>
            </a:r>
            <a:endParaRPr lang="zh-CN" altLang="en-US" sz="2800">
              <a:solidFill>
                <a:srgbClr val="488A2A"/>
              </a:solidFill>
              <a:latin typeface="阿里巴巴普惠体 Heavy" pitchFamily="18" charset="-122"/>
              <a:ea typeface="阿里巴巴普惠体 Heavy" pitchFamily="18" charset="-122"/>
              <a:cs typeface="阿里巴巴普惠体 Heavy" pitchFamily="18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C9AAAA4-470D-D2B5-3506-01965E534637}"/>
              </a:ext>
            </a:extLst>
          </p:cNvPr>
          <p:cNvPicPr>
            <a:picLocks noChangeAspect="1"/>
          </p:cNvPicPr>
          <p:nvPr/>
        </p:nvPicPr>
        <p:blipFill>
          <a:blip r:embed="R37ec680c1ec74a6e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6779" y="593334"/>
            <a:ext cx="833915" cy="795894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0A79F757-E566-BC97-5E63-002E811B87AD}"/>
              </a:ext>
            </a:extLst>
          </p:cNvPr>
          <p:cNvGrpSpPr/>
          <p:nvPr/>
        </p:nvGrpSpPr>
        <p:grpSpPr>
          <a:xfrm>
            <a:off x="1034407" y="1886428"/>
            <a:ext cx="6960252" cy="2257996"/>
            <a:chOff x="2389" y="3840"/>
            <a:chExt cx="3961" cy="1285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664E3E0D-3DB5-68BA-DF3D-B31AD49D3FFE}"/>
                </a:ext>
              </a:extLst>
            </p:cNvPr>
            <p:cNvSpPr txBox="1"/>
            <p:nvPr/>
          </p:nvSpPr>
          <p:spPr>
            <a:xfrm>
              <a:off x="2389" y="3840"/>
              <a:ext cx="3566" cy="5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u="none" strike="noStrike" kern="1200" cap="none" spc="-300" normalizeH="0" baseline="0" noProof="0">
                  <a:ln>
                    <a:noFill/>
                  </a:ln>
                  <a:solidFill>
                    <a:schemeClr val="bg1">
                      <a:alpha val="33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FZHei-B01"/>
                  <a:sym typeface="Arial"/>
                </a:rPr>
                <a:t>PART 01</a:t>
              </a:r>
              <a:endParaRPr kumimoji="0" lang="zh-CN" altLang="en-US" sz="6000" b="1" u="none" strike="noStrike" kern="1200" cap="none" spc="-300" normalizeH="0" baseline="0" noProof="0">
                <a:ln>
                  <a:noFill/>
                </a:ln>
                <a:solidFill>
                  <a:schemeClr val="bg1">
                    <a:alpha val="33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FZHei-B01"/>
                <a:sym typeface="Arial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E8C3544-B169-4B28-9347-04BA8E25B7A0}"/>
                </a:ext>
              </a:extLst>
            </p:cNvPr>
            <p:cNvSpPr/>
            <p:nvPr/>
          </p:nvSpPr>
          <p:spPr>
            <a:xfrm>
              <a:off x="2434" y="4235"/>
              <a:ext cx="3916" cy="8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5400" b="1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5472A946-BBFC-635C-85F8-47F645DC3073}"/>
                </a:ext>
              </a:extLst>
            </p:cNvPr>
            <p:cNvSpPr txBox="1"/>
            <p:nvPr/>
          </p:nvSpPr>
          <p:spPr>
            <a:xfrm>
              <a:off x="2788" y="4212"/>
              <a:ext cx="2902" cy="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9600">
                  <a:solidFill>
                    <a:schemeClr val="bg1"/>
                  </a:solidFill>
                  <a:latin typeface="时尚中黑简体" pitchFamily="2" charset="-122"/>
                  <a:ea typeface="时尚中黑简体" pitchFamily="2" charset="-122"/>
                  <a:sym typeface="Arial"/>
                </a:rPr>
                <a:t>X球简介</a:t>
              </a:r>
              <a:endParaRPr kumimoji="0" lang="zh-CN" altLang="en-US" sz="9600" u="none" strike="noStrike" kern="1200" cap="none" spc="30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时尚中黑简体" pitchFamily="2" charset="-122"/>
                <a:ea typeface="时尚中黑简体" pitchFamily="2" charset="-122"/>
                <a:cs typeface="FZHei-B01"/>
                <a:sym typeface="Arial"/>
              </a:endParaRPr>
            </a:p>
          </p:txBody>
        </p:sp>
        <p:sp>
          <p:nvSpPr>
            <p:cNvPr id="16" name="Freeform 46">
              <a:extLst>
                <a:ext uri="{FF2B5EF4-FFF2-40B4-BE49-F238E27FC236}">
                  <a16:creationId xmlns:a16="http://schemas.microsoft.com/office/drawing/2014/main" id="{45BC04CC-3522-EBE9-B17E-CDC0AF2AF838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 flipV="1">
              <a:off x="5937" y="4901"/>
              <a:ext cx="219" cy="119"/>
            </a:xfrm>
            <a:custGeom>
              <a:avLst/>
              <a:gdLst>
                <a:gd name="T0" fmla="*/ 4220 w 4420"/>
                <a:gd name="T1" fmla="*/ 1020 h 2420"/>
                <a:gd name="T2" fmla="*/ 703 w 4420"/>
                <a:gd name="T3" fmla="*/ 1020 h 2420"/>
                <a:gd name="T4" fmla="*/ 1361 w 4420"/>
                <a:gd name="T5" fmla="*/ 361 h 2420"/>
                <a:gd name="T6" fmla="*/ 1361 w 4420"/>
                <a:gd name="T7" fmla="*/ 79 h 2420"/>
                <a:gd name="T8" fmla="*/ 1079 w 4420"/>
                <a:gd name="T9" fmla="*/ 79 h 2420"/>
                <a:gd name="T10" fmla="*/ 79 w 4420"/>
                <a:gd name="T11" fmla="*/ 1079 h 2420"/>
                <a:gd name="T12" fmla="*/ 79 w 4420"/>
                <a:gd name="T13" fmla="*/ 1361 h 2420"/>
                <a:gd name="T14" fmla="*/ 1079 w 4420"/>
                <a:gd name="T15" fmla="*/ 2361 h 2420"/>
                <a:gd name="T16" fmla="*/ 1220 w 4420"/>
                <a:gd name="T17" fmla="*/ 2420 h 2420"/>
                <a:gd name="T18" fmla="*/ 1361 w 4420"/>
                <a:gd name="T19" fmla="*/ 2361 h 2420"/>
                <a:gd name="T20" fmla="*/ 1361 w 4420"/>
                <a:gd name="T21" fmla="*/ 2079 h 2420"/>
                <a:gd name="T22" fmla="*/ 703 w 4420"/>
                <a:gd name="T23" fmla="*/ 1420 h 2420"/>
                <a:gd name="T24" fmla="*/ 4220 w 4420"/>
                <a:gd name="T25" fmla="*/ 1420 h 2420"/>
                <a:gd name="T26" fmla="*/ 4420 w 4420"/>
                <a:gd name="T27" fmla="*/ 1220 h 2420"/>
                <a:gd name="T28" fmla="*/ 4220 w 4420"/>
                <a:gd name="T29" fmla="*/ 1020 h 2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420" h="2420">
                  <a:moveTo>
                    <a:pt x="4220" y="1020"/>
                  </a:moveTo>
                  <a:lnTo>
                    <a:pt x="703" y="1020"/>
                  </a:lnTo>
                  <a:lnTo>
                    <a:pt x="1361" y="361"/>
                  </a:lnTo>
                  <a:cubicBezTo>
                    <a:pt x="1440" y="283"/>
                    <a:pt x="1440" y="157"/>
                    <a:pt x="1361" y="79"/>
                  </a:cubicBezTo>
                  <a:cubicBezTo>
                    <a:pt x="1283" y="0"/>
                    <a:pt x="1157" y="0"/>
                    <a:pt x="1079" y="79"/>
                  </a:cubicBezTo>
                  <a:lnTo>
                    <a:pt x="79" y="1079"/>
                  </a:lnTo>
                  <a:cubicBezTo>
                    <a:pt x="0" y="1157"/>
                    <a:pt x="0" y="1283"/>
                    <a:pt x="79" y="1361"/>
                  </a:cubicBezTo>
                  <a:lnTo>
                    <a:pt x="1079" y="2361"/>
                  </a:lnTo>
                  <a:cubicBezTo>
                    <a:pt x="1118" y="2400"/>
                    <a:pt x="1169" y="2420"/>
                    <a:pt x="1220" y="2420"/>
                  </a:cubicBezTo>
                  <a:cubicBezTo>
                    <a:pt x="1271" y="2420"/>
                    <a:pt x="1322" y="2400"/>
                    <a:pt x="1361" y="2361"/>
                  </a:cubicBezTo>
                  <a:cubicBezTo>
                    <a:pt x="1440" y="2283"/>
                    <a:pt x="1440" y="2157"/>
                    <a:pt x="1361" y="2079"/>
                  </a:cubicBezTo>
                  <a:lnTo>
                    <a:pt x="703" y="1420"/>
                  </a:lnTo>
                  <a:lnTo>
                    <a:pt x="4220" y="1420"/>
                  </a:lnTo>
                  <a:cubicBezTo>
                    <a:pt x="4330" y="1420"/>
                    <a:pt x="4420" y="1330"/>
                    <a:pt x="4420" y="1220"/>
                  </a:cubicBezTo>
                  <a:cubicBezTo>
                    <a:pt x="4420" y="1110"/>
                    <a:pt x="4330" y="1020"/>
                    <a:pt x="4220" y="102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wrap="squar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5400" b="1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endParaRPr>
            </a:p>
          </p:txBody>
        </p:sp>
      </p:grpSp>
      <p:pic>
        <p:nvPicPr>
          <p:cNvPr id="39" name="图片 38">
            <a:extLst>
              <a:ext uri="{FF2B5EF4-FFF2-40B4-BE49-F238E27FC236}">
                <a16:creationId xmlns:a16="http://schemas.microsoft.com/office/drawing/2014/main" id="{478FE088-04A1-3232-72AC-B0F0E973FA51}"/>
              </a:ext>
            </a:extLst>
          </p:cNvPr>
          <p:cNvPicPr>
            <a:picLocks noChangeAspect="1"/>
          </p:cNvPicPr>
          <p:nvPr/>
        </p:nvPicPr>
        <p:blipFill>
          <a:blip r:embed="R8a629232356447ea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18085"/>
          <a:stretch>
            <a:fillRect/>
          </a:stretch>
        </p:blipFill>
        <p:spPr>
          <a:xfrm>
            <a:off x="5693714" y="0"/>
            <a:ext cx="6498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9912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4">
            <a:extLst>
              <a:ext uri="{FF2B5EF4-FFF2-40B4-BE49-F238E27FC236}">
                <a16:creationId xmlns:a16="http://schemas.microsoft.com/office/drawing/2014/main" id="{E43D4E60-B2E3-8488-59CF-20B6C6BFB7DC}"/>
              </a:ext>
            </a:extLst>
          </p:cNvPr>
          <p:cNvSpPr txBox="1"/>
          <p:nvPr/>
        </p:nvSpPr>
        <p:spPr>
          <a:xfrm>
            <a:off x="5080339" y="359250"/>
            <a:ext cx="2031325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3600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X球简介</a:t>
            </a:r>
            <a:endParaRPr lang="en-US" altLang="zh-CN" sz="3600">
              <a:solidFill>
                <a:schemeClr val="accent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2E08BB4-B293-A321-C9BD-7AB95457743B}"/>
              </a:ext>
            </a:extLst>
          </p:cNvPr>
          <p:cNvSpPr/>
          <p:nvPr/>
        </p:nvSpPr>
        <p:spPr>
          <a:xfrm>
            <a:off x="4889103" y="1075760"/>
            <a:ext cx="241379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E40707-5701-9B96-086D-FDB61027BE71}"/>
              </a:ext>
            </a:extLst>
          </p:cNvPr>
          <p:cNvSpPr/>
          <p:nvPr/>
        </p:nvSpPr>
        <p:spPr>
          <a:xfrm>
            <a:off x="0" y="1755140"/>
            <a:ext cx="2128520" cy="2014220"/>
          </a:xfrm>
          <a:prstGeom prst="rect">
            <a:avLst/>
          </a:prstGeom>
          <a:blipFill dpi="0" rotWithShape="1">
            <a:blip r:embed="R87ae289bea6b44f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E1DE64-6910-3702-7581-A8032BE490A8}"/>
              </a:ext>
            </a:extLst>
          </p:cNvPr>
          <p:cNvSpPr/>
          <p:nvPr/>
        </p:nvSpPr>
        <p:spPr>
          <a:xfrm>
            <a:off x="2209800" y="1755775"/>
            <a:ext cx="2128520" cy="2014220"/>
          </a:xfrm>
          <a:prstGeom prst="rect">
            <a:avLst/>
          </a:prstGeom>
          <a:blipFill dpi="0" rotWithShape="1">
            <a:blip r:embed="R92a1dbf6fe4c4011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FF96FF-FF56-E594-3DA9-553D62657630}"/>
              </a:ext>
            </a:extLst>
          </p:cNvPr>
          <p:cNvSpPr/>
          <p:nvPr/>
        </p:nvSpPr>
        <p:spPr>
          <a:xfrm>
            <a:off x="2210435" y="3870960"/>
            <a:ext cx="2128520" cy="2014220"/>
          </a:xfrm>
          <a:prstGeom prst="rect">
            <a:avLst/>
          </a:prstGeom>
          <a:blipFill dpi="0" rotWithShape="1">
            <a:blip r:embed="R8291bc85c47c47df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9DCB834-AC34-17F2-E160-35700F6E701C}"/>
              </a:ext>
            </a:extLst>
          </p:cNvPr>
          <p:cNvSpPr/>
          <p:nvPr/>
        </p:nvSpPr>
        <p:spPr>
          <a:xfrm>
            <a:off x="4420235" y="3871595"/>
            <a:ext cx="2128520" cy="2014220"/>
          </a:xfrm>
          <a:prstGeom prst="rect">
            <a:avLst/>
          </a:prstGeom>
          <a:blipFill dpi="0" rotWithShape="1">
            <a:blip r:embed="Rb7468f69928c4290"/>
            <a:stretch>
              <a:fillRect l="-10000" r="-40000"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B06843-6D0E-3B83-382B-13FF139521F1}"/>
              </a:ext>
            </a:extLst>
          </p:cNvPr>
          <p:cNvSpPr txBox="1"/>
          <p:nvPr/>
        </p:nvSpPr>
        <p:spPr>
          <a:xfrm>
            <a:off x="5495682" y="1913346"/>
            <a:ext cx="5540413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err="1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X球的规则和设备</a:t>
            </a:r>
            <a:endParaRPr lang="zh-CN" altLang="en-US" sz="2000" b="1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EB270E5-1CE7-91E1-2163-41B83E56E8BA}"/>
              </a:ext>
            </a:extLst>
          </p:cNvPr>
          <p:cNvSpPr txBox="1"/>
          <p:nvPr/>
        </p:nvSpPr>
        <p:spPr>
          <a:xfrm>
            <a:off x="4987669" y="2335673"/>
            <a:ext cx="6556439" cy="121264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X球比赛通常在室内或室外的硬地球场上进行，场地长78英尺（23.77米），宽36英尺（10.97米）。X球拍通常由木质、碳纤维或玻璃纤维制成，长度不超过68英寸（170厘米），拍面大X在8-10平方英寸（572-706平方厘米）之间。X球通常由橡胶或乳胶制成，直径在2.5-2.8厘米之间，重量在56-59克之间</a:t>
            </a:r>
            <a:endParaRPr lang="zh-CN" altLang="en-US" sz="1400">
              <a:ln cmpd="sng"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lt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16FE80D-0AAA-F77C-1C24-0603076BCB3A}"/>
              </a:ext>
            </a:extLst>
          </p:cNvPr>
          <p:cNvGrpSpPr/>
          <p:nvPr/>
        </p:nvGrpSpPr>
        <p:grpSpPr>
          <a:xfrm>
            <a:off x="6654800" y="3868420"/>
            <a:ext cx="5537200" cy="2016760"/>
            <a:chOff x="6654800" y="3868420"/>
            <a:chExt cx="5537200" cy="2016760"/>
          </a:xfrm>
          <a:effectLst/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F6BC1F9-7376-AA08-FB1A-E6205CBEE610}"/>
                </a:ext>
              </a:extLst>
            </p:cNvPr>
            <p:cNvSpPr/>
            <p:nvPr/>
          </p:nvSpPr>
          <p:spPr>
            <a:xfrm>
              <a:off x="6654800" y="3868420"/>
              <a:ext cx="5537200" cy="20167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01ECA31F-0F4D-B05F-9DB9-7F2292242C2C}"/>
                </a:ext>
              </a:extLst>
            </p:cNvPr>
            <p:cNvSpPr txBox="1"/>
            <p:nvPr/>
          </p:nvSpPr>
          <p:spPr>
            <a:xfrm>
              <a:off x="7113731" y="4171016"/>
              <a:ext cx="4619340" cy="14927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30000"/>
                </a:lnSpc>
              </a:pPr>
              <a:r>
                <a:rPr lang="en-US" altLang="zh-CN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X球起源于12-13世纪的法国，当时被称为“掌击球”，是当时上层社会的一种娱乐活动。1875年，XX届男子单打草地X球锦标赛在英国伦敦举行，标志着现代X球的诞生。X球运动在全球范围内得到了广泛的传播和普及，成为一项备受欢迎的体育运动。</a:t>
              </a:r>
            </a:p>
          </p:txBody>
        </p: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6B5D1341-F4B1-97CC-2F1E-B5457F882B0B}"/>
              </a:ext>
            </a:extLst>
          </p:cNvPr>
          <p:cNvSpPr/>
          <p:nvPr/>
        </p:nvSpPr>
        <p:spPr>
          <a:xfrm>
            <a:off x="0" y="3868420"/>
            <a:ext cx="2123440" cy="201676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19" name="标题 8">
            <a:extLst>
              <a:ext uri="{FF2B5EF4-FFF2-40B4-BE49-F238E27FC236}">
                <a16:creationId xmlns:a16="http://schemas.microsoft.com/office/drawing/2014/main" id="{0E21B3F3-C67A-0F38-E4B4-AE3628813F77}"/>
              </a:ext>
            </a:extLst>
          </p:cNvPr>
          <p:cNvSpPr>
            <a:spLocks noGrp="1"/>
          </p:cNvSpPr>
          <p:nvPr/>
        </p:nvSpPr>
        <p:spPr>
          <a:xfrm>
            <a:off x="375014" y="4320268"/>
            <a:ext cx="1432735" cy="996950"/>
          </a:xfrm>
          <a:prstGeom prst="rect">
            <a:avLst/>
          </a:prstGeom>
          <a:effectLst/>
        </p:spPr>
        <p:txBody>
          <a:bodyPr vert="horz" lIns="91440" tIns="45720" rIns="91440" bIns="4572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400" b="1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X球</a:t>
            </a:r>
            <a:endParaRPr lang="zh-CN" sz="4400" b="1">
              <a:solidFill>
                <a:schemeClr val="bg1"/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lt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3" grpId="0"/>
      <p:bldP spid="14" grpId="0"/>
      <p:bldP spid="18" grpId="0" animBg="1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4">
            <a:extLst>
              <a:ext uri="{FF2B5EF4-FFF2-40B4-BE49-F238E27FC236}">
                <a16:creationId xmlns:a16="http://schemas.microsoft.com/office/drawing/2014/main" id="{D5D702C8-6F8B-F4F0-576A-957CD7F6CB83}"/>
              </a:ext>
            </a:extLst>
          </p:cNvPr>
          <p:cNvSpPr txBox="1"/>
          <p:nvPr/>
        </p:nvSpPr>
        <p:spPr>
          <a:xfrm>
            <a:off x="5080339" y="359250"/>
            <a:ext cx="2031325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3600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X球简介</a:t>
            </a:r>
            <a:endParaRPr lang="en-US" altLang="zh-CN" sz="3600">
              <a:solidFill>
                <a:schemeClr val="accent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C777351-5B13-C8B4-E5D5-59FF7579B573}"/>
              </a:ext>
            </a:extLst>
          </p:cNvPr>
          <p:cNvSpPr/>
          <p:nvPr/>
        </p:nvSpPr>
        <p:spPr>
          <a:xfrm>
            <a:off x="4889103" y="1075760"/>
            <a:ext cx="241379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58F2CE3-9361-C5AE-F346-091876D17E68}"/>
              </a:ext>
            </a:extLst>
          </p:cNvPr>
          <p:cNvPicPr>
            <a:picLocks noChangeAspect="1"/>
          </p:cNvPicPr>
          <p:nvPr/>
        </p:nvPicPr>
        <p:blipFill>
          <a:blip r:embed="R4aa83b07feb149a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" y="-1"/>
            <a:ext cx="12192003" cy="6858001"/>
          </a:xfrm>
          <a:prstGeom prst="rect">
            <a:avLst/>
          </a:prstGeom>
        </p:spPr>
      </p:pic>
      <p:sp>
        <p:nvSpPr>
          <p:cNvPr id="8" name="TextBox 454">
            <a:extLst>
              <a:ext uri="{FF2B5EF4-FFF2-40B4-BE49-F238E27FC236}">
                <a16:creationId xmlns:a16="http://schemas.microsoft.com/office/drawing/2014/main" id="{ABA6A2B8-211F-D7BF-581B-28C439854FF0}"/>
              </a:ext>
            </a:extLst>
          </p:cNvPr>
          <p:cNvSpPr txBox="1"/>
          <p:nvPr/>
        </p:nvSpPr>
        <p:spPr>
          <a:xfrm>
            <a:off x="965911" y="5630500"/>
            <a:ext cx="1181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- Paul Rand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88B2DEC-2F2B-65AB-0621-FBC2BE66C71D}"/>
              </a:ext>
            </a:extLst>
          </p:cNvPr>
          <p:cNvSpPr/>
          <p:nvPr/>
        </p:nvSpPr>
        <p:spPr>
          <a:xfrm>
            <a:off x="5471885" y="1258454"/>
            <a:ext cx="6720115" cy="488393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453">
            <a:extLst>
              <a:ext uri="{FF2B5EF4-FFF2-40B4-BE49-F238E27FC236}">
                <a16:creationId xmlns:a16="http://schemas.microsoft.com/office/drawing/2014/main" id="{868A9719-23C5-7AAB-B1FF-13A0F42D8651}"/>
              </a:ext>
            </a:extLst>
          </p:cNvPr>
          <p:cNvSpPr txBox="1"/>
          <p:nvPr/>
        </p:nvSpPr>
        <p:spPr>
          <a:xfrm>
            <a:off x="6804742" y="2622461"/>
            <a:ext cx="4663359" cy="2613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err="1">
                <a:solidFill>
                  <a:schemeClr val="bg1"/>
                </a:solidFill>
                <a:cs typeface="+mn-ea"/>
                <a:sym typeface="+mn-lt"/>
              </a:rPr>
              <a:t>X球的分类和级别</a:t>
            </a:r>
            <a:r>
              <a:rPr lang="zh-CN" altLang="en-US">
                <a:solidFill>
                  <a:schemeClr val="bg1"/>
                </a:solidFill>
                <a:cs typeface="+mn-ea"/>
                <a:sym typeface="+mn-lt"/>
              </a:rPr>
              <a:t>：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X球比赛有多种分类，包括男子单打、女子单打、男子双打、女子双打和混合双打等。国际X球联合会（ITF）每年举办四大满贯赛事：澳大利亚X球公开赛、法国X球公开赛、温布尔登X球锦标赛和美国X球公开赛。这些赛事是最高级别的比赛，冠军可以获得高额奖金和积分。</a:t>
            </a:r>
          </a:p>
        </p:txBody>
      </p:sp>
      <p:grpSp>
        <p:nvGrpSpPr>
          <p:cNvPr id="9" name="Group 455">
            <a:extLst>
              <a:ext uri="{FF2B5EF4-FFF2-40B4-BE49-F238E27FC236}">
                <a16:creationId xmlns:a16="http://schemas.microsoft.com/office/drawing/2014/main" id="{4D3C1C95-CDC2-13E9-E0EA-6CB805B25420}"/>
              </a:ext>
            </a:extLst>
          </p:cNvPr>
          <p:cNvGrpSpPr/>
          <p:nvPr/>
        </p:nvGrpSpPr>
        <p:grpSpPr>
          <a:xfrm>
            <a:off x="6230344" y="1918853"/>
            <a:ext cx="513357" cy="444620"/>
            <a:chOff x="7905751" y="1551235"/>
            <a:chExt cx="2646455" cy="2292103"/>
          </a:xfrm>
          <a:solidFill>
            <a:schemeClr val="bg1"/>
          </a:solidFill>
        </p:grpSpPr>
        <p:sp>
          <p:nvSpPr>
            <p:cNvPr id="10" name="Freeform 622">
              <a:extLst>
                <a:ext uri="{FF2B5EF4-FFF2-40B4-BE49-F238E27FC236}">
                  <a16:creationId xmlns:a16="http://schemas.microsoft.com/office/drawing/2014/main" id="{14FB2079-464C-17E0-0279-25D20AB0D0C5}"/>
                </a:ext>
              </a:extLst>
            </p:cNvPr>
            <p:cNvSpPr/>
            <p:nvPr/>
          </p:nvSpPr>
          <p:spPr bwMode="auto">
            <a:xfrm>
              <a:off x="7905751" y="1551235"/>
              <a:ext cx="1024031" cy="2292103"/>
            </a:xfrm>
            <a:custGeom>
              <a:avLst/>
              <a:gdLst>
                <a:gd name="T0" fmla="*/ 1110 w 1110"/>
                <a:gd name="T1" fmla="*/ 373 h 2493"/>
                <a:gd name="T2" fmla="*/ 935 w 1110"/>
                <a:gd name="T3" fmla="*/ 0 h 2493"/>
                <a:gd name="T4" fmla="*/ 216 w 1110"/>
                <a:gd name="T5" fmla="*/ 419 h 2493"/>
                <a:gd name="T6" fmla="*/ 0 w 1110"/>
                <a:gd name="T7" fmla="*/ 1580 h 2493"/>
                <a:gd name="T8" fmla="*/ 0 w 1110"/>
                <a:gd name="T9" fmla="*/ 2493 h 2493"/>
                <a:gd name="T10" fmla="*/ 1101 w 1110"/>
                <a:gd name="T11" fmla="*/ 2493 h 2493"/>
                <a:gd name="T12" fmla="*/ 1101 w 1110"/>
                <a:gd name="T13" fmla="*/ 1433 h 2493"/>
                <a:gd name="T14" fmla="*/ 604 w 1110"/>
                <a:gd name="T15" fmla="*/ 1433 h 2493"/>
                <a:gd name="T16" fmla="*/ 714 w 1110"/>
                <a:gd name="T17" fmla="*/ 640 h 2493"/>
                <a:gd name="T18" fmla="*/ 1110 w 1110"/>
                <a:gd name="T19" fmla="*/ 373 h 2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10" h="2493">
                  <a:moveTo>
                    <a:pt x="1110" y="373"/>
                  </a:moveTo>
                  <a:cubicBezTo>
                    <a:pt x="935" y="0"/>
                    <a:pt x="935" y="0"/>
                    <a:pt x="935" y="0"/>
                  </a:cubicBezTo>
                  <a:cubicBezTo>
                    <a:pt x="600" y="15"/>
                    <a:pt x="361" y="155"/>
                    <a:pt x="216" y="419"/>
                  </a:cubicBezTo>
                  <a:cubicBezTo>
                    <a:pt x="72" y="683"/>
                    <a:pt x="0" y="1070"/>
                    <a:pt x="0" y="1580"/>
                  </a:cubicBezTo>
                  <a:cubicBezTo>
                    <a:pt x="0" y="2493"/>
                    <a:pt x="0" y="2493"/>
                    <a:pt x="0" y="2493"/>
                  </a:cubicBezTo>
                  <a:cubicBezTo>
                    <a:pt x="1101" y="2493"/>
                    <a:pt x="1101" y="2493"/>
                    <a:pt x="1101" y="2493"/>
                  </a:cubicBezTo>
                  <a:cubicBezTo>
                    <a:pt x="1101" y="1433"/>
                    <a:pt x="1101" y="1433"/>
                    <a:pt x="1101" y="1433"/>
                  </a:cubicBezTo>
                  <a:cubicBezTo>
                    <a:pt x="604" y="1433"/>
                    <a:pt x="604" y="1433"/>
                    <a:pt x="604" y="1433"/>
                  </a:cubicBezTo>
                  <a:cubicBezTo>
                    <a:pt x="604" y="1067"/>
                    <a:pt x="640" y="803"/>
                    <a:pt x="714" y="640"/>
                  </a:cubicBezTo>
                  <a:cubicBezTo>
                    <a:pt x="788" y="477"/>
                    <a:pt x="920" y="388"/>
                    <a:pt x="1110" y="3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1" name="Freeform 623">
              <a:extLst>
                <a:ext uri="{FF2B5EF4-FFF2-40B4-BE49-F238E27FC236}">
                  <a16:creationId xmlns:a16="http://schemas.microsoft.com/office/drawing/2014/main" id="{57F81594-35C2-E582-0F8F-F3CE14014C0A}"/>
                </a:ext>
              </a:extLst>
            </p:cNvPr>
            <p:cNvSpPr/>
            <p:nvPr/>
          </p:nvSpPr>
          <p:spPr bwMode="auto">
            <a:xfrm>
              <a:off x="9528175" y="1551235"/>
              <a:ext cx="1024031" cy="2292103"/>
            </a:xfrm>
            <a:custGeom>
              <a:avLst/>
              <a:gdLst>
                <a:gd name="T0" fmla="*/ 714 w 1111"/>
                <a:gd name="T1" fmla="*/ 640 h 2493"/>
                <a:gd name="T2" fmla="*/ 1111 w 1111"/>
                <a:gd name="T3" fmla="*/ 373 h 2493"/>
                <a:gd name="T4" fmla="*/ 935 w 1111"/>
                <a:gd name="T5" fmla="*/ 0 h 2493"/>
                <a:gd name="T6" fmla="*/ 217 w 1111"/>
                <a:gd name="T7" fmla="*/ 419 h 2493"/>
                <a:gd name="T8" fmla="*/ 0 w 1111"/>
                <a:gd name="T9" fmla="*/ 1580 h 2493"/>
                <a:gd name="T10" fmla="*/ 0 w 1111"/>
                <a:gd name="T11" fmla="*/ 2493 h 2493"/>
                <a:gd name="T12" fmla="*/ 1101 w 1111"/>
                <a:gd name="T13" fmla="*/ 2493 h 2493"/>
                <a:gd name="T14" fmla="*/ 1101 w 1111"/>
                <a:gd name="T15" fmla="*/ 1433 h 2493"/>
                <a:gd name="T16" fmla="*/ 604 w 1111"/>
                <a:gd name="T17" fmla="*/ 1433 h 2493"/>
                <a:gd name="T18" fmla="*/ 714 w 1111"/>
                <a:gd name="T19" fmla="*/ 640 h 2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11" h="2493">
                  <a:moveTo>
                    <a:pt x="714" y="640"/>
                  </a:moveTo>
                  <a:cubicBezTo>
                    <a:pt x="788" y="477"/>
                    <a:pt x="920" y="388"/>
                    <a:pt x="1111" y="373"/>
                  </a:cubicBezTo>
                  <a:cubicBezTo>
                    <a:pt x="935" y="0"/>
                    <a:pt x="935" y="0"/>
                    <a:pt x="935" y="0"/>
                  </a:cubicBezTo>
                  <a:cubicBezTo>
                    <a:pt x="601" y="15"/>
                    <a:pt x="361" y="155"/>
                    <a:pt x="217" y="419"/>
                  </a:cubicBezTo>
                  <a:cubicBezTo>
                    <a:pt x="72" y="683"/>
                    <a:pt x="0" y="1070"/>
                    <a:pt x="0" y="1580"/>
                  </a:cubicBezTo>
                  <a:cubicBezTo>
                    <a:pt x="0" y="2493"/>
                    <a:pt x="0" y="2493"/>
                    <a:pt x="0" y="2493"/>
                  </a:cubicBezTo>
                  <a:cubicBezTo>
                    <a:pt x="1101" y="2493"/>
                    <a:pt x="1101" y="2493"/>
                    <a:pt x="1101" y="2493"/>
                  </a:cubicBezTo>
                  <a:cubicBezTo>
                    <a:pt x="1101" y="1433"/>
                    <a:pt x="1101" y="1433"/>
                    <a:pt x="1101" y="1433"/>
                  </a:cubicBezTo>
                  <a:cubicBezTo>
                    <a:pt x="604" y="1433"/>
                    <a:pt x="604" y="1433"/>
                    <a:pt x="604" y="1433"/>
                  </a:cubicBezTo>
                  <a:cubicBezTo>
                    <a:pt x="604" y="1067"/>
                    <a:pt x="641" y="803"/>
                    <a:pt x="714" y="6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c6cdfa76152944ea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6"/>
            <a:ext cx="12192000" cy="685600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CC88E71-87AA-DCD7-16DB-DD475F1ED314}"/>
              </a:ext>
            </a:extLst>
          </p:cNvPr>
          <p:cNvPicPr>
            <a:picLocks noChangeAspect="1"/>
          </p:cNvPicPr>
          <p:nvPr/>
        </p:nvPicPr>
        <p:blipFill>
          <a:blip r:embed="Rf1c20542321a45bc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5DE23BC-9E1D-A13C-937A-7ABCCE7747F4}"/>
              </a:ext>
            </a:extLst>
          </p:cNvPr>
          <p:cNvPicPr>
            <a:picLocks noChangeAspect="1"/>
          </p:cNvPicPr>
          <p:nvPr/>
        </p:nvPicPr>
        <p:blipFill>
          <a:blip r:embed="R1b58c4a6eb85456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5914" y="1333501"/>
            <a:ext cx="3106087" cy="596265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B6BCEBE-D186-838E-8E38-2C3E7B3330FE}"/>
              </a:ext>
            </a:extLst>
          </p:cNvPr>
          <p:cNvPicPr>
            <a:picLocks noChangeAspect="1"/>
          </p:cNvPicPr>
          <p:nvPr/>
        </p:nvPicPr>
        <p:blipFill>
          <a:blip r:embed="Rb090ab78579649ca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3248720"/>
            <a:ext cx="666751" cy="125200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255E141-B9D5-5402-50C7-2F886C5545C4}"/>
              </a:ext>
            </a:extLst>
          </p:cNvPr>
          <p:cNvPicPr>
            <a:picLocks noChangeAspect="1"/>
          </p:cNvPicPr>
          <p:nvPr/>
        </p:nvPicPr>
        <p:blipFill>
          <a:blip r:embed="R484dccd58f6c4dc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8665" y="5100358"/>
            <a:ext cx="2330836" cy="119368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0DB1931-6753-4374-6188-5413E3B79848}"/>
              </a:ext>
            </a:extLst>
          </p:cNvPr>
          <p:cNvPicPr>
            <a:picLocks noChangeAspect="1"/>
          </p:cNvPicPr>
          <p:nvPr/>
        </p:nvPicPr>
        <p:blipFill>
          <a:blip r:embed="Rb8919f0f38484f2b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" y="76200"/>
            <a:ext cx="3049708" cy="11811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3E57A3C-5A1E-AE90-3A5B-CE78486DB7F0}"/>
              </a:ext>
            </a:extLst>
          </p:cNvPr>
          <p:cNvSpPr txBox="1"/>
          <p:nvPr/>
        </p:nvSpPr>
        <p:spPr>
          <a:xfrm>
            <a:off x="682173" y="478504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rgbClr val="488A2A"/>
                </a:soli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</a:rPr>
              <a:t>LOGO</a:t>
            </a:r>
            <a:endParaRPr lang="zh-CN" altLang="en-US" sz="2800">
              <a:solidFill>
                <a:srgbClr val="488A2A"/>
              </a:solidFill>
              <a:latin typeface="阿里巴巴普惠体 Heavy" pitchFamily="18" charset="-122"/>
              <a:ea typeface="阿里巴巴普惠体 Heavy" pitchFamily="18" charset="-122"/>
              <a:cs typeface="阿里巴巴普惠体 Heavy" pitchFamily="18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00B7D73-30D3-BC4E-577D-E4C4BB0E7505}"/>
              </a:ext>
            </a:extLst>
          </p:cNvPr>
          <p:cNvPicPr>
            <a:picLocks noChangeAspect="1"/>
          </p:cNvPicPr>
          <p:nvPr/>
        </p:nvPicPr>
        <p:blipFill>
          <a:blip r:embed="Rd5fba8aeca274dc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6779" y="593334"/>
            <a:ext cx="833915" cy="795894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AA3A09F9-85EA-13DF-763A-E1160E62E701}"/>
              </a:ext>
            </a:extLst>
          </p:cNvPr>
          <p:cNvGrpSpPr/>
          <p:nvPr/>
        </p:nvGrpSpPr>
        <p:grpSpPr>
          <a:xfrm>
            <a:off x="1034407" y="1886428"/>
            <a:ext cx="6960252" cy="2257996"/>
            <a:chOff x="2389" y="3840"/>
            <a:chExt cx="3961" cy="1285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8CF31F8D-2ED4-F283-53E3-4757887F43C4}"/>
                </a:ext>
              </a:extLst>
            </p:cNvPr>
            <p:cNvSpPr txBox="1"/>
            <p:nvPr/>
          </p:nvSpPr>
          <p:spPr>
            <a:xfrm>
              <a:off x="2389" y="3840"/>
              <a:ext cx="3566" cy="5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u="none" strike="noStrike" kern="1200" cap="none" spc="-300" normalizeH="0" baseline="0" noProof="0">
                  <a:ln>
                    <a:noFill/>
                  </a:ln>
                  <a:solidFill>
                    <a:schemeClr val="bg1">
                      <a:alpha val="33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FZHei-B01"/>
                  <a:sym typeface="Arial"/>
                </a:rPr>
                <a:t>PART 02</a:t>
              </a:r>
              <a:endParaRPr kumimoji="0" lang="zh-CN" altLang="en-US" sz="6000" b="1" u="none" strike="noStrike" kern="1200" cap="none" spc="-300" normalizeH="0" baseline="0" noProof="0">
                <a:ln>
                  <a:noFill/>
                </a:ln>
                <a:solidFill>
                  <a:schemeClr val="bg1">
                    <a:alpha val="33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FZHei-B01"/>
                <a:sym typeface="Arial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81AF5ED3-22D8-BF6C-AC65-3CBD5D012BBB}"/>
                </a:ext>
              </a:extLst>
            </p:cNvPr>
            <p:cNvSpPr/>
            <p:nvPr/>
          </p:nvSpPr>
          <p:spPr>
            <a:xfrm>
              <a:off x="2434" y="4235"/>
              <a:ext cx="3916" cy="8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5400" b="1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2AFFE51-D782-982E-53BE-978DFE3E8559}"/>
                </a:ext>
              </a:extLst>
            </p:cNvPr>
            <p:cNvSpPr txBox="1"/>
            <p:nvPr/>
          </p:nvSpPr>
          <p:spPr>
            <a:xfrm>
              <a:off x="2788" y="4212"/>
              <a:ext cx="2902" cy="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dist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sz="9600">
                  <a:solidFill>
                    <a:schemeClr val="bg1"/>
                  </a:solidFill>
                  <a:latin typeface="时尚中黑简体" pitchFamily="2" charset="-122"/>
                  <a:ea typeface="时尚中黑简体" pitchFamily="2" charset="-122"/>
                </a:defRPr>
              </a:lvl1pPr>
            </a:lstStyle>
            <a:p>
              <a:r>
                <a:rPr lang="zh-CN" altLang="en-US">
                  <a:sym typeface="Arial"/>
                </a:rPr>
                <a:t>X球技巧</a:t>
              </a:r>
            </a:p>
          </p:txBody>
        </p:sp>
        <p:sp>
          <p:nvSpPr>
            <p:cNvPr id="16" name="Freeform 46">
              <a:extLst>
                <a:ext uri="{FF2B5EF4-FFF2-40B4-BE49-F238E27FC236}">
                  <a16:creationId xmlns:a16="http://schemas.microsoft.com/office/drawing/2014/main" id="{3D5DF2D1-E7DD-916B-6987-2F0B5380586A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 flipV="1">
              <a:off x="5937" y="4901"/>
              <a:ext cx="219" cy="119"/>
            </a:xfrm>
            <a:custGeom>
              <a:avLst/>
              <a:gdLst>
                <a:gd name="T0" fmla="*/ 4220 w 4420"/>
                <a:gd name="T1" fmla="*/ 1020 h 2420"/>
                <a:gd name="T2" fmla="*/ 703 w 4420"/>
                <a:gd name="T3" fmla="*/ 1020 h 2420"/>
                <a:gd name="T4" fmla="*/ 1361 w 4420"/>
                <a:gd name="T5" fmla="*/ 361 h 2420"/>
                <a:gd name="T6" fmla="*/ 1361 w 4420"/>
                <a:gd name="T7" fmla="*/ 79 h 2420"/>
                <a:gd name="T8" fmla="*/ 1079 w 4420"/>
                <a:gd name="T9" fmla="*/ 79 h 2420"/>
                <a:gd name="T10" fmla="*/ 79 w 4420"/>
                <a:gd name="T11" fmla="*/ 1079 h 2420"/>
                <a:gd name="T12" fmla="*/ 79 w 4420"/>
                <a:gd name="T13" fmla="*/ 1361 h 2420"/>
                <a:gd name="T14" fmla="*/ 1079 w 4420"/>
                <a:gd name="T15" fmla="*/ 2361 h 2420"/>
                <a:gd name="T16" fmla="*/ 1220 w 4420"/>
                <a:gd name="T17" fmla="*/ 2420 h 2420"/>
                <a:gd name="T18" fmla="*/ 1361 w 4420"/>
                <a:gd name="T19" fmla="*/ 2361 h 2420"/>
                <a:gd name="T20" fmla="*/ 1361 w 4420"/>
                <a:gd name="T21" fmla="*/ 2079 h 2420"/>
                <a:gd name="T22" fmla="*/ 703 w 4420"/>
                <a:gd name="T23" fmla="*/ 1420 h 2420"/>
                <a:gd name="T24" fmla="*/ 4220 w 4420"/>
                <a:gd name="T25" fmla="*/ 1420 h 2420"/>
                <a:gd name="T26" fmla="*/ 4420 w 4420"/>
                <a:gd name="T27" fmla="*/ 1220 h 2420"/>
                <a:gd name="T28" fmla="*/ 4220 w 4420"/>
                <a:gd name="T29" fmla="*/ 1020 h 2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420" h="2420">
                  <a:moveTo>
                    <a:pt x="4220" y="1020"/>
                  </a:moveTo>
                  <a:lnTo>
                    <a:pt x="703" y="1020"/>
                  </a:lnTo>
                  <a:lnTo>
                    <a:pt x="1361" y="361"/>
                  </a:lnTo>
                  <a:cubicBezTo>
                    <a:pt x="1440" y="283"/>
                    <a:pt x="1440" y="157"/>
                    <a:pt x="1361" y="79"/>
                  </a:cubicBezTo>
                  <a:cubicBezTo>
                    <a:pt x="1283" y="0"/>
                    <a:pt x="1157" y="0"/>
                    <a:pt x="1079" y="79"/>
                  </a:cubicBezTo>
                  <a:lnTo>
                    <a:pt x="79" y="1079"/>
                  </a:lnTo>
                  <a:cubicBezTo>
                    <a:pt x="0" y="1157"/>
                    <a:pt x="0" y="1283"/>
                    <a:pt x="79" y="1361"/>
                  </a:cubicBezTo>
                  <a:lnTo>
                    <a:pt x="1079" y="2361"/>
                  </a:lnTo>
                  <a:cubicBezTo>
                    <a:pt x="1118" y="2400"/>
                    <a:pt x="1169" y="2420"/>
                    <a:pt x="1220" y="2420"/>
                  </a:cubicBezTo>
                  <a:cubicBezTo>
                    <a:pt x="1271" y="2420"/>
                    <a:pt x="1322" y="2400"/>
                    <a:pt x="1361" y="2361"/>
                  </a:cubicBezTo>
                  <a:cubicBezTo>
                    <a:pt x="1440" y="2283"/>
                    <a:pt x="1440" y="2157"/>
                    <a:pt x="1361" y="2079"/>
                  </a:cubicBezTo>
                  <a:lnTo>
                    <a:pt x="703" y="1420"/>
                  </a:lnTo>
                  <a:lnTo>
                    <a:pt x="4220" y="1420"/>
                  </a:lnTo>
                  <a:cubicBezTo>
                    <a:pt x="4330" y="1420"/>
                    <a:pt x="4420" y="1330"/>
                    <a:pt x="4420" y="1220"/>
                  </a:cubicBezTo>
                  <a:cubicBezTo>
                    <a:pt x="4420" y="1110"/>
                    <a:pt x="4330" y="1020"/>
                    <a:pt x="4220" y="102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wrap="squar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5400" b="1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endParaRPr>
            </a:p>
          </p:txBody>
        </p: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002024AA-9018-021E-EE4D-E1B704FCDF75}"/>
              </a:ext>
            </a:extLst>
          </p:cNvPr>
          <p:cNvPicPr>
            <a:picLocks noChangeAspect="1"/>
          </p:cNvPicPr>
          <p:nvPr/>
        </p:nvPicPr>
        <p:blipFill>
          <a:blip r:embed="R7613d43021ee45e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18085"/>
          <a:stretch>
            <a:fillRect/>
          </a:stretch>
        </p:blipFill>
        <p:spPr>
          <a:xfrm>
            <a:off x="5693714" y="0"/>
            <a:ext cx="6498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634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:p15="http://schemas.microsoft.com/office/powerpoint/2012/main" xmlns:a16="http://schemas.microsoft.com/office/drawing/2014/main" xmlns:a14="http://schemas.microsoft.com/office/drawing/2010/main"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HOTO (41).jpg">
            <a:extLst>
              <a:ext uri="{FF2B5EF4-FFF2-40B4-BE49-F238E27FC236}">
                <a16:creationId xmlns:a16="http://schemas.microsoft.com/office/drawing/2014/main" id="{46CB7BA2-CCC4-4017-F48A-C08A830B065B}"/>
              </a:ext>
            </a:extLst>
          </p:cNvPr>
          <p:cNvPicPr>
            <a:picLocks noChangeAspect="1"/>
          </p:cNvPicPr>
          <p:nvPr/>
        </p:nvPicPr>
        <p:blipFill>
          <a:blip r:embed="R152ca9ea1b7a4b1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2971" y="0"/>
            <a:ext cx="5109029" cy="68580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CCF76A5F-8078-E0B4-D680-D2581D0A4556}"/>
              </a:ext>
            </a:extLst>
          </p:cNvPr>
          <p:cNvGrpSpPr/>
          <p:nvPr/>
        </p:nvGrpSpPr>
        <p:grpSpPr>
          <a:xfrm>
            <a:off x="611187" y="1730361"/>
            <a:ext cx="5830348" cy="1807828"/>
            <a:chOff x="1711323" y="3936970"/>
            <a:chExt cx="11660695" cy="3615656"/>
          </a:xfrm>
        </p:grpSpPr>
        <p:sp>
          <p:nvSpPr>
            <p:cNvPr id="30" name="Shape 1495">
              <a:extLst>
                <a:ext uri="{FF2B5EF4-FFF2-40B4-BE49-F238E27FC236}">
                  <a16:creationId xmlns:a16="http://schemas.microsoft.com/office/drawing/2014/main" id="{E033C8F7-B703-61D5-CDDD-A59FF16ECB59}"/>
                </a:ext>
              </a:extLst>
            </p:cNvPr>
            <p:cNvSpPr/>
            <p:nvPr/>
          </p:nvSpPr>
          <p:spPr>
            <a:xfrm>
              <a:off x="3244465" y="4772314"/>
              <a:ext cx="10127553" cy="2780312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54372" tIns="54372" rIns="54372" bIns="54372">
              <a:spAutoFit/>
            </a:bodyPr>
            <a:lstStyle>
              <a:lvl1pPr defTabSz="1087755">
                <a:lnSpc>
                  <a:spcPts val="4000"/>
                </a:lnSpc>
                <a:spcBef>
                  <a:spcPts val="600"/>
                </a:spcBef>
                <a:defRPr sz="2600">
                  <a:latin typeface="+mj-lt"/>
                  <a:ea typeface="+mj-ea"/>
                  <a:cs typeface="+mj-cs"/>
                  <a:sym typeface="Lato Light"/>
                </a:defRPr>
              </a:lvl1pPr>
            </a:lstStyle>
            <a:p>
              <a:pPr algn="just">
                <a:lnSpc>
                  <a:spcPct val="130000"/>
                </a:lnSpc>
              </a:pPr>
              <a:r>
                <a:rPr lang="en-US" altLang="zh-CN" sz="16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握拍方式</a:t>
              </a:r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：</a:t>
              </a:r>
              <a:r>
                <a:rPr lang="en-US" altLang="zh-CN" sz="16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东方式、大陆式、西方式等，根据个人习惯和打法选择合适的握拍方式。拍面角度</a:t>
              </a:r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：</a:t>
              </a:r>
              <a:r>
                <a:rPr lang="en-US" altLang="zh-CN" sz="16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调整拍面角度，以适应不同的击球方式和球路。手指力量</a:t>
              </a:r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：</a:t>
              </a:r>
              <a:r>
                <a:rPr lang="en-US" altLang="zh-CN" sz="16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保持手指紧握球拍，但不过度用力，以保持灵活性和控制力。</a:t>
              </a:r>
            </a:p>
          </p:txBody>
        </p:sp>
        <p:sp>
          <p:nvSpPr>
            <p:cNvPr id="31" name="Shape 1496">
              <a:extLst>
                <a:ext uri="{FF2B5EF4-FFF2-40B4-BE49-F238E27FC236}">
                  <a16:creationId xmlns:a16="http://schemas.microsoft.com/office/drawing/2014/main" id="{FDA74216-50DC-2FCE-E6A6-A1AE31666821}"/>
                </a:ext>
              </a:extLst>
            </p:cNvPr>
            <p:cNvSpPr/>
            <p:nvPr/>
          </p:nvSpPr>
          <p:spPr>
            <a:xfrm>
              <a:off x="3238057" y="3936970"/>
              <a:ext cx="2118528" cy="984886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2860" rIns="22860" anchor="ctr">
              <a:spAutoFit/>
            </a:bodyPr>
            <a:lstStyle>
              <a:lvl1pPr>
                <a:defRPr sz="2200">
                  <a:solidFill>
                    <a:srgbClr val="A0A0A3"/>
                  </a:solidFill>
                  <a:latin typeface="Lato Bold"/>
                  <a:ea typeface="Lato Bold"/>
                  <a:cs typeface="Lato Bold"/>
                  <a:sym typeface="Lato Bold"/>
                </a:defRPr>
              </a:lvl1pPr>
            </a:lstStyle>
            <a:p>
              <a:pPr algn="just">
                <a:lnSpc>
                  <a:spcPct val="130000"/>
                </a:lnSpc>
              </a:pPr>
              <a:r>
                <a:rPr lang="en-US" altLang="zh-CN" sz="2000" b="1" err="1">
                  <a:solidFill>
                    <a:schemeClr val="accent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握拍技巧</a:t>
              </a:r>
            </a:p>
          </p:txBody>
        </p:sp>
        <p:sp>
          <p:nvSpPr>
            <p:cNvPr id="32" name="Shape 1502">
              <a:extLst>
                <a:ext uri="{FF2B5EF4-FFF2-40B4-BE49-F238E27FC236}">
                  <a16:creationId xmlns:a16="http://schemas.microsoft.com/office/drawing/2014/main" id="{A8F906F2-96CA-DD39-D906-D07B2AD5956B}"/>
                </a:ext>
              </a:extLst>
            </p:cNvPr>
            <p:cNvSpPr/>
            <p:nvPr/>
          </p:nvSpPr>
          <p:spPr>
            <a:xfrm>
              <a:off x="1711323" y="4309546"/>
              <a:ext cx="1296000" cy="1296000"/>
            </a:xfrm>
            <a:prstGeom prst="ellipse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22860" rIns="22860" anchor="ctr"/>
            <a:lstStyle/>
            <a:p>
              <a:pPr marL="0" marR="0" lvl="0" indent="0" algn="just" defTabSz="914400" eaLnBrk="1" fontAlgn="auto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>
                  <a:solidFill>
                    <a:srgbClr val="F4F4F4"/>
                  </a:solidFill>
                  <a:latin typeface="+mj-lt"/>
                  <a:ea typeface="+mj-ea"/>
                  <a:cs typeface="+mj-cs"/>
                  <a:sym typeface="Lato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/>
              </a:endParaRPr>
            </a:p>
          </p:txBody>
        </p:sp>
        <p:sp>
          <p:nvSpPr>
            <p:cNvPr id="33" name="Shape 1503">
              <a:extLst>
                <a:ext uri="{FF2B5EF4-FFF2-40B4-BE49-F238E27FC236}">
                  <a16:creationId xmlns:a16="http://schemas.microsoft.com/office/drawing/2014/main" id="{9BA24067-D0C3-653F-E12F-1F13F0734DFF}"/>
                </a:ext>
              </a:extLst>
            </p:cNvPr>
            <p:cNvSpPr/>
            <p:nvPr/>
          </p:nvSpPr>
          <p:spPr>
            <a:xfrm>
              <a:off x="2079995" y="4678218"/>
              <a:ext cx="558656" cy="5586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55" y="16200"/>
                  </a:moveTo>
                  <a:lnTo>
                    <a:pt x="15709" y="16200"/>
                  </a:lnTo>
                  <a:lnTo>
                    <a:pt x="15709" y="14727"/>
                  </a:lnTo>
                  <a:lnTo>
                    <a:pt x="18655" y="14727"/>
                  </a:lnTo>
                  <a:cubicBezTo>
                    <a:pt x="18655" y="14727"/>
                    <a:pt x="18655" y="16200"/>
                    <a:pt x="18655" y="16200"/>
                  </a:cubicBezTo>
                  <a:close/>
                  <a:moveTo>
                    <a:pt x="18655" y="18655"/>
                  </a:moveTo>
                  <a:lnTo>
                    <a:pt x="15709" y="18655"/>
                  </a:lnTo>
                  <a:lnTo>
                    <a:pt x="15709" y="17182"/>
                  </a:lnTo>
                  <a:lnTo>
                    <a:pt x="18655" y="17182"/>
                  </a:lnTo>
                  <a:cubicBezTo>
                    <a:pt x="18655" y="17182"/>
                    <a:pt x="18655" y="18655"/>
                    <a:pt x="18655" y="18655"/>
                  </a:cubicBezTo>
                  <a:close/>
                  <a:moveTo>
                    <a:pt x="17182" y="20618"/>
                  </a:moveTo>
                  <a:cubicBezTo>
                    <a:pt x="16542" y="20618"/>
                    <a:pt x="16002" y="20207"/>
                    <a:pt x="15799" y="19636"/>
                  </a:cubicBezTo>
                  <a:lnTo>
                    <a:pt x="18564" y="19636"/>
                  </a:lnTo>
                  <a:cubicBezTo>
                    <a:pt x="18361" y="20207"/>
                    <a:pt x="17822" y="20618"/>
                    <a:pt x="17182" y="20618"/>
                  </a:cubicBezTo>
                  <a:moveTo>
                    <a:pt x="17182" y="12764"/>
                  </a:moveTo>
                  <a:cubicBezTo>
                    <a:pt x="17822" y="12764"/>
                    <a:pt x="18361" y="13175"/>
                    <a:pt x="18564" y="13745"/>
                  </a:cubicBezTo>
                  <a:lnTo>
                    <a:pt x="15799" y="13745"/>
                  </a:lnTo>
                  <a:cubicBezTo>
                    <a:pt x="16002" y="13175"/>
                    <a:pt x="16542" y="12764"/>
                    <a:pt x="17182" y="12764"/>
                  </a:cubicBezTo>
                  <a:moveTo>
                    <a:pt x="5891" y="16200"/>
                  </a:moveTo>
                  <a:lnTo>
                    <a:pt x="2945" y="16200"/>
                  </a:lnTo>
                  <a:lnTo>
                    <a:pt x="2945" y="14727"/>
                  </a:lnTo>
                  <a:lnTo>
                    <a:pt x="5891" y="14727"/>
                  </a:lnTo>
                  <a:cubicBezTo>
                    <a:pt x="5891" y="14727"/>
                    <a:pt x="5891" y="16200"/>
                    <a:pt x="5891" y="16200"/>
                  </a:cubicBezTo>
                  <a:close/>
                  <a:moveTo>
                    <a:pt x="4418" y="12764"/>
                  </a:moveTo>
                  <a:cubicBezTo>
                    <a:pt x="5058" y="12764"/>
                    <a:pt x="5598" y="13175"/>
                    <a:pt x="5801" y="13745"/>
                  </a:cubicBezTo>
                  <a:lnTo>
                    <a:pt x="3036" y="13745"/>
                  </a:lnTo>
                  <a:cubicBezTo>
                    <a:pt x="3239" y="13175"/>
                    <a:pt x="3778" y="12764"/>
                    <a:pt x="4418" y="12764"/>
                  </a:cubicBezTo>
                  <a:moveTo>
                    <a:pt x="5891" y="18655"/>
                  </a:moveTo>
                  <a:lnTo>
                    <a:pt x="2945" y="18655"/>
                  </a:lnTo>
                  <a:lnTo>
                    <a:pt x="2945" y="17182"/>
                  </a:lnTo>
                  <a:lnTo>
                    <a:pt x="5891" y="17182"/>
                  </a:lnTo>
                  <a:cubicBezTo>
                    <a:pt x="5891" y="17182"/>
                    <a:pt x="5891" y="18655"/>
                    <a:pt x="5891" y="18655"/>
                  </a:cubicBezTo>
                  <a:close/>
                  <a:moveTo>
                    <a:pt x="4418" y="20618"/>
                  </a:moveTo>
                  <a:cubicBezTo>
                    <a:pt x="3778" y="20618"/>
                    <a:pt x="3239" y="20207"/>
                    <a:pt x="3036" y="19636"/>
                  </a:cubicBezTo>
                  <a:lnTo>
                    <a:pt x="5801" y="19636"/>
                  </a:lnTo>
                  <a:cubicBezTo>
                    <a:pt x="5598" y="20207"/>
                    <a:pt x="5058" y="20618"/>
                    <a:pt x="4418" y="20618"/>
                  </a:cubicBezTo>
                  <a:moveTo>
                    <a:pt x="19636" y="13745"/>
                  </a:moveTo>
                  <a:lnTo>
                    <a:pt x="19636" y="8836"/>
                  </a:lnTo>
                  <a:cubicBezTo>
                    <a:pt x="19636" y="3956"/>
                    <a:pt x="15680" y="0"/>
                    <a:pt x="10800" y="0"/>
                  </a:cubicBezTo>
                  <a:cubicBezTo>
                    <a:pt x="5920" y="0"/>
                    <a:pt x="1964" y="3956"/>
                    <a:pt x="1964" y="8836"/>
                  </a:cubicBezTo>
                  <a:lnTo>
                    <a:pt x="1964" y="13745"/>
                  </a:lnTo>
                  <a:cubicBezTo>
                    <a:pt x="879" y="13745"/>
                    <a:pt x="0" y="14625"/>
                    <a:pt x="0" y="15709"/>
                  </a:cubicBezTo>
                  <a:lnTo>
                    <a:pt x="0" y="17673"/>
                  </a:lnTo>
                  <a:cubicBezTo>
                    <a:pt x="0" y="18757"/>
                    <a:pt x="879" y="19636"/>
                    <a:pt x="1964" y="19636"/>
                  </a:cubicBezTo>
                  <a:lnTo>
                    <a:pt x="2013" y="19636"/>
                  </a:lnTo>
                  <a:cubicBezTo>
                    <a:pt x="2241" y="20757"/>
                    <a:pt x="3231" y="21600"/>
                    <a:pt x="4418" y="21600"/>
                  </a:cubicBezTo>
                  <a:cubicBezTo>
                    <a:pt x="5774" y="21600"/>
                    <a:pt x="6873" y="20501"/>
                    <a:pt x="6873" y="19145"/>
                  </a:cubicBezTo>
                  <a:lnTo>
                    <a:pt x="6873" y="14236"/>
                  </a:lnTo>
                  <a:cubicBezTo>
                    <a:pt x="6873" y="12881"/>
                    <a:pt x="5774" y="11782"/>
                    <a:pt x="4418" y="11782"/>
                  </a:cubicBezTo>
                  <a:cubicBezTo>
                    <a:pt x="3864" y="11782"/>
                    <a:pt x="3356" y="11971"/>
                    <a:pt x="2945" y="12282"/>
                  </a:cubicBezTo>
                  <a:lnTo>
                    <a:pt x="2945" y="8836"/>
                  </a:lnTo>
                  <a:cubicBezTo>
                    <a:pt x="2945" y="4499"/>
                    <a:pt x="6462" y="982"/>
                    <a:pt x="10800" y="982"/>
                  </a:cubicBezTo>
                  <a:cubicBezTo>
                    <a:pt x="15138" y="982"/>
                    <a:pt x="18655" y="4499"/>
                    <a:pt x="18655" y="8836"/>
                  </a:cubicBezTo>
                  <a:lnTo>
                    <a:pt x="18655" y="12282"/>
                  </a:lnTo>
                  <a:cubicBezTo>
                    <a:pt x="18244" y="11971"/>
                    <a:pt x="17736" y="11782"/>
                    <a:pt x="17182" y="11782"/>
                  </a:cubicBezTo>
                  <a:cubicBezTo>
                    <a:pt x="15826" y="11782"/>
                    <a:pt x="14727" y="12881"/>
                    <a:pt x="14727" y="14236"/>
                  </a:cubicBezTo>
                  <a:lnTo>
                    <a:pt x="14727" y="19145"/>
                  </a:lnTo>
                  <a:cubicBezTo>
                    <a:pt x="14727" y="20501"/>
                    <a:pt x="15826" y="21600"/>
                    <a:pt x="17182" y="21600"/>
                  </a:cubicBezTo>
                  <a:cubicBezTo>
                    <a:pt x="18369" y="21600"/>
                    <a:pt x="19360" y="20757"/>
                    <a:pt x="19587" y="19636"/>
                  </a:cubicBezTo>
                  <a:lnTo>
                    <a:pt x="19636" y="19636"/>
                  </a:lnTo>
                  <a:cubicBezTo>
                    <a:pt x="20721" y="19636"/>
                    <a:pt x="21600" y="18757"/>
                    <a:pt x="21600" y="17673"/>
                  </a:cubicBezTo>
                  <a:lnTo>
                    <a:pt x="21600" y="15709"/>
                  </a:lnTo>
                  <a:cubicBezTo>
                    <a:pt x="21600" y="14625"/>
                    <a:pt x="20721" y="13745"/>
                    <a:pt x="19636" y="13745"/>
                  </a:cubicBezTo>
                </a:path>
              </a:pathLst>
            </a:custGeom>
            <a:solidFill>
              <a:srgbClr val="F4F4F4"/>
            </a:solidFill>
            <a:ln w="12700">
              <a:miter lim="400000"/>
            </a:ln>
          </p:spPr>
          <p:txBody>
            <a:bodyPr lIns="22860" rIns="22860" anchor="ctr"/>
            <a:lstStyle/>
            <a:p>
              <a:pPr marL="0" marR="0" lvl="0" indent="0" algn="just" defTabSz="228600" eaLnBrk="1" fontAlgn="auto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sz="29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Lato Regular"/>
                  <a:ea typeface="Lato Regular"/>
                  <a:cs typeface="Lato Regular"/>
                  <a:sym typeface="Lato Regular"/>
                </a:defRPr>
              </a:pPr>
              <a:endParaRPr kumimoji="0" sz="145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C0793C12-B465-74E5-2210-4CB6E3152DD5}"/>
              </a:ext>
            </a:extLst>
          </p:cNvPr>
          <p:cNvGrpSpPr/>
          <p:nvPr/>
        </p:nvGrpSpPr>
        <p:grpSpPr>
          <a:xfrm>
            <a:off x="611187" y="4076548"/>
            <a:ext cx="5830349" cy="1868717"/>
            <a:chOff x="1711323" y="6442928"/>
            <a:chExt cx="11660697" cy="3737434"/>
          </a:xfrm>
        </p:grpSpPr>
        <p:sp>
          <p:nvSpPr>
            <p:cNvPr id="35" name="Shape 1499">
              <a:extLst>
                <a:ext uri="{FF2B5EF4-FFF2-40B4-BE49-F238E27FC236}">
                  <a16:creationId xmlns:a16="http://schemas.microsoft.com/office/drawing/2014/main" id="{96E52935-AF86-A70C-0CC9-665408790B4D}"/>
                </a:ext>
              </a:extLst>
            </p:cNvPr>
            <p:cNvSpPr/>
            <p:nvPr/>
          </p:nvSpPr>
          <p:spPr>
            <a:xfrm>
              <a:off x="3244467" y="7400050"/>
              <a:ext cx="10127553" cy="2780312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54372" tIns="54372" rIns="54372" bIns="54372">
              <a:spAutoFit/>
            </a:bodyPr>
            <a:lstStyle>
              <a:lvl1pPr defTabSz="1087755">
                <a:lnSpc>
                  <a:spcPts val="4000"/>
                </a:lnSpc>
                <a:spcBef>
                  <a:spcPts val="600"/>
                </a:spcBef>
                <a:defRPr sz="2600">
                  <a:latin typeface="+mj-lt"/>
                  <a:ea typeface="+mj-ea"/>
                  <a:cs typeface="+mj-cs"/>
                  <a:sym typeface="Lato Light"/>
                </a:defRPr>
              </a:lvl1pPr>
            </a:lstStyle>
            <a:p>
              <a:pPr algn="just">
                <a:lnSpc>
                  <a:spcPct val="130000"/>
                </a:lnSpc>
              </a:pPr>
              <a:r>
                <a:rPr lang="en-US" altLang="zh-CN" sz="16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准备姿势</a:t>
              </a:r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：</a:t>
              </a:r>
              <a:r>
                <a:rPr lang="en-US" altLang="zh-CN" sz="16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双脚分开与肩同宽，膝盖微微弯曲，上身放松，保持平衡。抛球</a:t>
              </a:r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：</a:t>
              </a:r>
              <a:r>
                <a:rPr lang="en-US" altLang="zh-CN" sz="16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稳定抛球，高度适中，以便有足够的时间准备击球。击球</a:t>
              </a:r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：</a:t>
              </a:r>
              <a:r>
                <a:rPr lang="en-US" altLang="zh-CN" sz="16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利用转体动作，将力量传递到球上，控制球的路线和速度。</a:t>
              </a:r>
            </a:p>
          </p:txBody>
        </p:sp>
        <p:sp>
          <p:nvSpPr>
            <p:cNvPr id="36" name="Shape 1500">
              <a:extLst>
                <a:ext uri="{FF2B5EF4-FFF2-40B4-BE49-F238E27FC236}">
                  <a16:creationId xmlns:a16="http://schemas.microsoft.com/office/drawing/2014/main" id="{95282A75-4B0E-07E9-C791-A8CA7EB4CAD5}"/>
                </a:ext>
              </a:extLst>
            </p:cNvPr>
            <p:cNvSpPr/>
            <p:nvPr/>
          </p:nvSpPr>
          <p:spPr>
            <a:xfrm>
              <a:off x="3366365" y="6442928"/>
              <a:ext cx="2118528" cy="984886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2860" rIns="22860" anchor="ctr">
              <a:spAutoFit/>
            </a:bodyPr>
            <a:lstStyle>
              <a:lvl1pPr>
                <a:defRPr sz="2200">
                  <a:solidFill>
                    <a:srgbClr val="A0A0A3"/>
                  </a:solidFill>
                  <a:latin typeface="Lato Bold"/>
                  <a:ea typeface="Lato Bold"/>
                  <a:cs typeface="Lato Bold"/>
                  <a:sym typeface="Lato Bold"/>
                </a:defRPr>
              </a:lvl1pPr>
            </a:lstStyle>
            <a:p>
              <a:pPr algn="just">
                <a:lnSpc>
                  <a:spcPct val="130000"/>
                </a:lnSpc>
              </a:pPr>
              <a:r>
                <a:rPr lang="en-US" altLang="zh-CN" sz="2000" b="1" err="1">
                  <a:solidFill>
                    <a:schemeClr val="accent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发球技巧</a:t>
              </a:r>
            </a:p>
          </p:txBody>
        </p:sp>
        <p:sp>
          <p:nvSpPr>
            <p:cNvPr id="37" name="Shape 1501">
              <a:extLst>
                <a:ext uri="{FF2B5EF4-FFF2-40B4-BE49-F238E27FC236}">
                  <a16:creationId xmlns:a16="http://schemas.microsoft.com/office/drawing/2014/main" id="{764D1D82-811F-98F7-584F-A5D98A0B3F51}"/>
                </a:ext>
              </a:extLst>
            </p:cNvPr>
            <p:cNvSpPr/>
            <p:nvPr/>
          </p:nvSpPr>
          <p:spPr>
            <a:xfrm>
              <a:off x="1711323" y="6752050"/>
              <a:ext cx="1296000" cy="1295999"/>
            </a:xfrm>
            <a:prstGeom prst="ellipse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22860" rIns="22860" anchor="ctr"/>
            <a:lstStyle/>
            <a:p>
              <a:pPr marL="0" marR="0" lvl="0" indent="0" algn="just" defTabSz="914400" eaLnBrk="1" fontAlgn="auto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>
                  <a:solidFill>
                    <a:srgbClr val="F4F4F4"/>
                  </a:solidFill>
                  <a:latin typeface="+mj-lt"/>
                  <a:ea typeface="+mj-ea"/>
                  <a:cs typeface="+mj-cs"/>
                  <a:sym typeface="Lato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/>
              </a:endParaRPr>
            </a:p>
          </p:txBody>
        </p:sp>
        <p:sp>
          <p:nvSpPr>
            <p:cNvPr id="38" name="Shape 1504">
              <a:extLst>
                <a:ext uri="{FF2B5EF4-FFF2-40B4-BE49-F238E27FC236}">
                  <a16:creationId xmlns:a16="http://schemas.microsoft.com/office/drawing/2014/main" id="{DA4F1E6B-1266-487F-8037-ED911F29AC11}"/>
                </a:ext>
              </a:extLst>
            </p:cNvPr>
            <p:cNvSpPr/>
            <p:nvPr/>
          </p:nvSpPr>
          <p:spPr>
            <a:xfrm>
              <a:off x="2079995" y="7158812"/>
              <a:ext cx="558656" cy="4824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5855"/>
                  </a:moveTo>
                  <a:lnTo>
                    <a:pt x="1633" y="10800"/>
                  </a:lnTo>
                  <a:lnTo>
                    <a:pt x="4615" y="9156"/>
                  </a:lnTo>
                  <a:lnTo>
                    <a:pt x="10589" y="12450"/>
                  </a:lnTo>
                  <a:lnTo>
                    <a:pt x="10591" y="12446"/>
                  </a:lnTo>
                  <a:cubicBezTo>
                    <a:pt x="10654" y="12482"/>
                    <a:pt x="10724" y="12505"/>
                    <a:pt x="10800" y="12505"/>
                  </a:cubicBezTo>
                  <a:cubicBezTo>
                    <a:pt x="10876" y="12505"/>
                    <a:pt x="10946" y="12482"/>
                    <a:pt x="11009" y="12446"/>
                  </a:cubicBezTo>
                  <a:lnTo>
                    <a:pt x="11011" y="12450"/>
                  </a:lnTo>
                  <a:lnTo>
                    <a:pt x="16985" y="9156"/>
                  </a:lnTo>
                  <a:lnTo>
                    <a:pt x="19967" y="10800"/>
                  </a:lnTo>
                  <a:cubicBezTo>
                    <a:pt x="19967" y="10800"/>
                    <a:pt x="10800" y="15855"/>
                    <a:pt x="10800" y="15855"/>
                  </a:cubicBezTo>
                  <a:close/>
                  <a:moveTo>
                    <a:pt x="19967" y="15347"/>
                  </a:moveTo>
                  <a:lnTo>
                    <a:pt x="10800" y="20402"/>
                  </a:lnTo>
                  <a:lnTo>
                    <a:pt x="1633" y="15347"/>
                  </a:lnTo>
                  <a:lnTo>
                    <a:pt x="4615" y="13703"/>
                  </a:lnTo>
                  <a:lnTo>
                    <a:pt x="10589" y="16997"/>
                  </a:lnTo>
                  <a:lnTo>
                    <a:pt x="10591" y="16994"/>
                  </a:lnTo>
                  <a:cubicBezTo>
                    <a:pt x="10654" y="17029"/>
                    <a:pt x="10724" y="17053"/>
                    <a:pt x="10800" y="17053"/>
                  </a:cubicBezTo>
                  <a:cubicBezTo>
                    <a:pt x="10876" y="17053"/>
                    <a:pt x="10946" y="17029"/>
                    <a:pt x="11009" y="16994"/>
                  </a:cubicBezTo>
                  <a:lnTo>
                    <a:pt x="11011" y="16997"/>
                  </a:lnTo>
                  <a:lnTo>
                    <a:pt x="16985" y="13703"/>
                  </a:lnTo>
                  <a:cubicBezTo>
                    <a:pt x="16985" y="13703"/>
                    <a:pt x="19967" y="15347"/>
                    <a:pt x="19967" y="15347"/>
                  </a:cubicBezTo>
                  <a:close/>
                  <a:moveTo>
                    <a:pt x="1633" y="6253"/>
                  </a:moveTo>
                  <a:lnTo>
                    <a:pt x="10800" y="1198"/>
                  </a:lnTo>
                  <a:lnTo>
                    <a:pt x="19967" y="6253"/>
                  </a:lnTo>
                  <a:lnTo>
                    <a:pt x="10800" y="11307"/>
                  </a:lnTo>
                  <a:cubicBezTo>
                    <a:pt x="10800" y="11307"/>
                    <a:pt x="1633" y="6253"/>
                    <a:pt x="1633" y="6253"/>
                  </a:cubicBezTo>
                  <a:close/>
                  <a:moveTo>
                    <a:pt x="21600" y="10800"/>
                  </a:moveTo>
                  <a:cubicBezTo>
                    <a:pt x="21600" y="10574"/>
                    <a:pt x="21484" y="10383"/>
                    <a:pt x="21319" y="10290"/>
                  </a:cubicBezTo>
                  <a:lnTo>
                    <a:pt x="21320" y="10287"/>
                  </a:lnTo>
                  <a:lnTo>
                    <a:pt x="18127" y="8526"/>
                  </a:lnTo>
                  <a:lnTo>
                    <a:pt x="21320" y="6766"/>
                  </a:lnTo>
                  <a:lnTo>
                    <a:pt x="21319" y="6762"/>
                  </a:lnTo>
                  <a:cubicBezTo>
                    <a:pt x="21484" y="6671"/>
                    <a:pt x="21600" y="6479"/>
                    <a:pt x="21600" y="6253"/>
                  </a:cubicBezTo>
                  <a:cubicBezTo>
                    <a:pt x="21600" y="6027"/>
                    <a:pt x="21484" y="5835"/>
                    <a:pt x="21319" y="5743"/>
                  </a:cubicBezTo>
                  <a:lnTo>
                    <a:pt x="21320" y="5740"/>
                  </a:lnTo>
                  <a:lnTo>
                    <a:pt x="11011" y="56"/>
                  </a:lnTo>
                  <a:lnTo>
                    <a:pt x="11009" y="59"/>
                  </a:lnTo>
                  <a:cubicBezTo>
                    <a:pt x="10946" y="23"/>
                    <a:pt x="10876" y="0"/>
                    <a:pt x="10800" y="0"/>
                  </a:cubicBezTo>
                  <a:cubicBezTo>
                    <a:pt x="10724" y="0"/>
                    <a:pt x="10654" y="23"/>
                    <a:pt x="10591" y="59"/>
                  </a:cubicBezTo>
                  <a:lnTo>
                    <a:pt x="10589" y="56"/>
                  </a:lnTo>
                  <a:lnTo>
                    <a:pt x="280" y="5740"/>
                  </a:lnTo>
                  <a:lnTo>
                    <a:pt x="281" y="5743"/>
                  </a:lnTo>
                  <a:cubicBezTo>
                    <a:pt x="116" y="5835"/>
                    <a:pt x="0" y="6027"/>
                    <a:pt x="0" y="6253"/>
                  </a:cubicBezTo>
                  <a:cubicBezTo>
                    <a:pt x="0" y="6479"/>
                    <a:pt x="116" y="6671"/>
                    <a:pt x="281" y="6762"/>
                  </a:cubicBezTo>
                  <a:lnTo>
                    <a:pt x="280" y="6766"/>
                  </a:lnTo>
                  <a:lnTo>
                    <a:pt x="3473" y="8526"/>
                  </a:lnTo>
                  <a:lnTo>
                    <a:pt x="280" y="10287"/>
                  </a:lnTo>
                  <a:lnTo>
                    <a:pt x="281" y="10290"/>
                  </a:lnTo>
                  <a:cubicBezTo>
                    <a:pt x="116" y="10383"/>
                    <a:pt x="0" y="10574"/>
                    <a:pt x="0" y="10800"/>
                  </a:cubicBezTo>
                  <a:cubicBezTo>
                    <a:pt x="0" y="11026"/>
                    <a:pt x="116" y="11218"/>
                    <a:pt x="281" y="11310"/>
                  </a:cubicBezTo>
                  <a:lnTo>
                    <a:pt x="280" y="11313"/>
                  </a:lnTo>
                  <a:lnTo>
                    <a:pt x="3473" y="13074"/>
                  </a:lnTo>
                  <a:lnTo>
                    <a:pt x="280" y="14834"/>
                  </a:lnTo>
                  <a:lnTo>
                    <a:pt x="281" y="14838"/>
                  </a:lnTo>
                  <a:cubicBezTo>
                    <a:pt x="116" y="14930"/>
                    <a:pt x="0" y="15121"/>
                    <a:pt x="0" y="15347"/>
                  </a:cubicBezTo>
                  <a:cubicBezTo>
                    <a:pt x="0" y="15574"/>
                    <a:pt x="116" y="15765"/>
                    <a:pt x="281" y="15857"/>
                  </a:cubicBezTo>
                  <a:lnTo>
                    <a:pt x="280" y="15860"/>
                  </a:lnTo>
                  <a:lnTo>
                    <a:pt x="10589" y="21544"/>
                  </a:lnTo>
                  <a:lnTo>
                    <a:pt x="10591" y="21541"/>
                  </a:lnTo>
                  <a:cubicBezTo>
                    <a:pt x="10654" y="21577"/>
                    <a:pt x="10724" y="21600"/>
                    <a:pt x="10800" y="21600"/>
                  </a:cubicBezTo>
                  <a:cubicBezTo>
                    <a:pt x="10876" y="21600"/>
                    <a:pt x="10946" y="21577"/>
                    <a:pt x="11009" y="21541"/>
                  </a:cubicBezTo>
                  <a:lnTo>
                    <a:pt x="11011" y="21544"/>
                  </a:lnTo>
                  <a:lnTo>
                    <a:pt x="21320" y="15860"/>
                  </a:lnTo>
                  <a:lnTo>
                    <a:pt x="21319" y="15857"/>
                  </a:lnTo>
                  <a:cubicBezTo>
                    <a:pt x="21484" y="15765"/>
                    <a:pt x="21600" y="15574"/>
                    <a:pt x="21600" y="15347"/>
                  </a:cubicBezTo>
                  <a:cubicBezTo>
                    <a:pt x="21600" y="15121"/>
                    <a:pt x="21484" y="14930"/>
                    <a:pt x="21319" y="14838"/>
                  </a:cubicBezTo>
                  <a:lnTo>
                    <a:pt x="21320" y="14834"/>
                  </a:lnTo>
                  <a:lnTo>
                    <a:pt x="18127" y="13074"/>
                  </a:lnTo>
                  <a:lnTo>
                    <a:pt x="21320" y="11313"/>
                  </a:lnTo>
                  <a:lnTo>
                    <a:pt x="21319" y="11310"/>
                  </a:lnTo>
                  <a:cubicBezTo>
                    <a:pt x="21484" y="11218"/>
                    <a:pt x="21600" y="11026"/>
                    <a:pt x="21600" y="10800"/>
                  </a:cubicBezTo>
                </a:path>
              </a:pathLst>
            </a:custGeom>
            <a:solidFill>
              <a:srgbClr val="F4F4F4"/>
            </a:solidFill>
            <a:ln w="12700">
              <a:miter lim="400000"/>
            </a:ln>
          </p:spPr>
          <p:txBody>
            <a:bodyPr lIns="22860" rIns="22860" anchor="ctr"/>
            <a:lstStyle/>
            <a:p>
              <a:pPr marL="0" marR="0" lvl="0" indent="0" algn="just" defTabSz="228600" eaLnBrk="1" fontAlgn="auto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sz="29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Lato Regular"/>
                  <a:ea typeface="Lato Regular"/>
                  <a:cs typeface="Lato Regular"/>
                  <a:sym typeface="Lato Regular"/>
                </a:defRPr>
              </a:pPr>
              <a:endParaRPr kumimoji="0" sz="145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/>
              </a:endParaRPr>
            </a:p>
          </p:txBody>
        </p:sp>
      </p:grpSp>
      <p:sp>
        <p:nvSpPr>
          <p:cNvPr id="6" name="TextBox 34">
            <a:extLst>
              <a:ext uri="{FF2B5EF4-FFF2-40B4-BE49-F238E27FC236}">
                <a16:creationId xmlns:a16="http://schemas.microsoft.com/office/drawing/2014/main" id="{740CC6FC-4331-C60A-4CB8-9E21A75D801D}"/>
              </a:ext>
            </a:extLst>
          </p:cNvPr>
          <p:cNvSpPr txBox="1"/>
          <p:nvPr/>
        </p:nvSpPr>
        <p:spPr>
          <a:xfrm>
            <a:off x="5080339" y="359250"/>
            <a:ext cx="2031325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3600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X球技巧</a:t>
            </a:r>
            <a:endParaRPr lang="en-US" altLang="zh-CN" sz="3600">
              <a:solidFill>
                <a:schemeClr val="accent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CE815BA-17F7-D9BE-2144-F6AB00E2D752}"/>
              </a:ext>
            </a:extLst>
          </p:cNvPr>
          <p:cNvSpPr/>
          <p:nvPr/>
        </p:nvSpPr>
        <p:spPr>
          <a:xfrm>
            <a:off x="4889103" y="1075760"/>
            <a:ext cx="2413795" cy="45719"/>
          </a:xfrm>
          <a:prstGeom prst="roundRect">
            <a:avLst>
              <a:gd name="adj" fmla="val 50000"/>
            </a:avLst>
          </a:prstGeom>
          <a:gradFill>
            <a:gsLst>
              <a:gs pos="90000">
                <a:schemeClr val="bg1"/>
              </a:gs>
              <a:gs pos="88000">
                <a:schemeClr val="accent1">
                  <a:lumMod val="7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80000" decel="2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37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4">
            <a:extLst>
              <a:ext uri="{FF2B5EF4-FFF2-40B4-BE49-F238E27FC236}">
                <a16:creationId xmlns:a16="http://schemas.microsoft.com/office/drawing/2014/main" id="{3BE70AF8-9CF7-6843-13B6-3DAE49B5DE93}"/>
              </a:ext>
            </a:extLst>
          </p:cNvPr>
          <p:cNvSpPr txBox="1"/>
          <p:nvPr/>
        </p:nvSpPr>
        <p:spPr>
          <a:xfrm>
            <a:off x="5080339" y="359250"/>
            <a:ext cx="2031325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3600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X球技巧</a:t>
            </a:r>
            <a:endParaRPr lang="en-US" altLang="zh-CN" sz="3600">
              <a:solidFill>
                <a:schemeClr val="accent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4C13A35-23DA-9AB2-FC7E-54B60E9EE7B2}"/>
              </a:ext>
            </a:extLst>
          </p:cNvPr>
          <p:cNvSpPr/>
          <p:nvPr/>
        </p:nvSpPr>
        <p:spPr>
          <a:xfrm>
            <a:off x="4889103" y="1075760"/>
            <a:ext cx="241379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2A29EBA-8BF4-7B09-84A3-C2A8A85937FB}"/>
              </a:ext>
            </a:extLst>
          </p:cNvPr>
          <p:cNvGrpSpPr/>
          <p:nvPr/>
        </p:nvGrpSpPr>
        <p:grpSpPr>
          <a:xfrm>
            <a:off x="497683" y="1628131"/>
            <a:ext cx="11196636" cy="4429765"/>
            <a:chOff x="497682" y="1628129"/>
            <a:chExt cx="11196636" cy="442976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518852F-6B68-CE77-17F3-D9C245E84FC9}"/>
                </a:ext>
              </a:extLst>
            </p:cNvPr>
            <p:cNvSpPr/>
            <p:nvPr/>
          </p:nvSpPr>
          <p:spPr>
            <a:xfrm>
              <a:off x="509590" y="1628129"/>
              <a:ext cx="11172822" cy="4429765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206E87DF-3327-20F7-2B8C-279514D1812C}"/>
                </a:ext>
              </a:extLst>
            </p:cNvPr>
            <p:cNvCxnSpPr/>
            <p:nvPr/>
          </p:nvCxnSpPr>
          <p:spPr>
            <a:xfrm>
              <a:off x="497682" y="6057894"/>
              <a:ext cx="11196636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B49F90C-3380-4AB4-C99E-678DE004ADEC}"/>
              </a:ext>
            </a:extLst>
          </p:cNvPr>
          <p:cNvCxnSpPr/>
          <p:nvPr/>
        </p:nvCxnSpPr>
        <p:spPr>
          <a:xfrm>
            <a:off x="931241" y="3058682"/>
            <a:ext cx="458079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101F4E74-5446-A6A1-DE47-98CC6F46A383}"/>
              </a:ext>
            </a:extLst>
          </p:cNvPr>
          <p:cNvSpPr txBox="1"/>
          <p:nvPr/>
        </p:nvSpPr>
        <p:spPr>
          <a:xfrm>
            <a:off x="931241" y="2337058"/>
            <a:ext cx="2637459" cy="5601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err="1">
                <a:solidFill>
                  <a:schemeClr val="accent1"/>
                </a:solidFill>
                <a:cs typeface="+mn-ea"/>
                <a:sym typeface="+mn-lt"/>
              </a:rPr>
              <a:t>击球技巧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5393EB56-39EB-84B2-BBFF-03994E8C4405}"/>
              </a:ext>
            </a:extLst>
          </p:cNvPr>
          <p:cNvPicPr/>
          <p:nvPr/>
        </p:nvPicPr>
        <p:blipFill>
          <a:blip r:embed="Rbe76189b0bfa429d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12115" y="2173135"/>
            <a:ext cx="5120288" cy="3423920"/>
          </a:xfrm>
          <a:prstGeom prst="rect">
            <a:avLst/>
          </a:prstGeom>
          <a:blipFill>
            <a:blip r:embed="Rea869bbd475446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9525">
            <a:noFill/>
          </a:ln>
          <a:effectLst/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2ACD0548-CFFA-17E4-7DA1-6D24E63FC088}"/>
              </a:ext>
            </a:extLst>
          </p:cNvPr>
          <p:cNvSpPr txBox="1"/>
          <p:nvPr/>
        </p:nvSpPr>
        <p:spPr>
          <a:xfrm>
            <a:off x="942886" y="3243648"/>
            <a:ext cx="4569151" cy="256070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just">
              <a:lnSpc>
                <a:spcPct val="130000"/>
              </a:lnSpc>
            </a:pPr>
            <a:r>
              <a:rPr lang="en-US" altLang="zh-CN" sz="160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击球点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：</a:t>
            </a:r>
            <a:r>
              <a:rPr lang="en-US" altLang="zh-CN" sz="160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选择合适的击球点，包括球的上升期、最高点和下降期，以适应不同的球路和对手的位置。身体协调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：</a:t>
            </a:r>
            <a:r>
              <a:rPr lang="en-US" altLang="zh-CN" sz="160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保持身体协调一致，充分利用转体和腿部力量，提高击球的准确性和威力。击球力度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：</a:t>
            </a:r>
            <a:r>
              <a:rPr lang="en-US" altLang="zh-CN" sz="160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根据需要调整击球力度，包括平击、上旋和下旋等，以控制球的弹跳和方向。</a:t>
            </a:r>
          </a:p>
          <a:p>
            <a:pPr algn="just">
              <a:lnSpc>
                <a:spcPct val="130000"/>
              </a:lnSpc>
            </a:pP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lt"/>
            </a:endParaRPr>
          </a:p>
          <a:p>
            <a:pPr algn="just">
              <a:lnSpc>
                <a:spcPct val="130000"/>
              </a:lnSpc>
            </a:pP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lt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808710" y="-1878584"/>
            <a:ext cx="10287383" cy="107567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TextBox 34">
            <a:extLst>
              <a:ext uri="{FF2B5EF4-FFF2-40B4-BE49-F238E27FC236}">
                <a16:creationId xmlns:a16="http://schemas.microsoft.com/office/drawing/2014/main" id="{634EF3F3-D948-EB1D-DB53-681FF2F85D6D}"/>
              </a:ext>
            </a:extLst>
          </p:cNvPr>
          <p:cNvSpPr txBox="1"/>
          <p:nvPr/>
        </p:nvSpPr>
        <p:spPr>
          <a:xfrm>
            <a:off x="5080339" y="359250"/>
            <a:ext cx="2031325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3600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X球技巧</a:t>
            </a:r>
            <a:endParaRPr lang="en-US" altLang="zh-CN" sz="3600">
              <a:solidFill>
                <a:schemeClr val="accent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009423C-442F-92DE-A926-DBA4C6C238DC}"/>
              </a:ext>
            </a:extLst>
          </p:cNvPr>
          <p:cNvSpPr/>
          <p:nvPr/>
        </p:nvSpPr>
        <p:spPr>
          <a:xfrm>
            <a:off x="4889103" y="1075760"/>
            <a:ext cx="241379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32D6E59-7E97-0CE6-0B6C-038C8810EA3E}"/>
              </a:ext>
            </a:extLst>
          </p:cNvPr>
          <p:cNvSpPr/>
          <p:nvPr/>
        </p:nvSpPr>
        <p:spPr>
          <a:xfrm>
            <a:off x="3412491" y="2049145"/>
            <a:ext cx="8750300" cy="3296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>
              <a:latin typeface="Arial"/>
              <a:ea typeface="微软雅黑"/>
              <a:sym typeface="Arial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700D2E6-64A0-9373-4767-84FE64AA32E6}"/>
              </a:ext>
            </a:extLst>
          </p:cNvPr>
          <p:cNvSpPr txBox="1"/>
          <p:nvPr/>
        </p:nvSpPr>
        <p:spPr>
          <a:xfrm>
            <a:off x="5838553" y="2850333"/>
            <a:ext cx="551161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 err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移动技巧</a:t>
            </a:r>
            <a:r>
              <a:rPr lang="zh-CN" altLang="en-US" sz="160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：</a:t>
            </a:r>
            <a:r>
              <a:rPr lang="en-US" altLang="zh-CN" sz="1600" err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脚步移动</a:t>
            </a:r>
            <a:r>
              <a:rPr lang="zh-CN" altLang="en-US" sz="160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：</a:t>
            </a:r>
            <a:r>
              <a:rPr lang="en-US" altLang="zh-CN" sz="1600" err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根据球的位置和角度，快速、准确地移动脚步，以便在最佳位置击球。侧身击球</a:t>
            </a:r>
            <a:r>
              <a:rPr lang="zh-CN" altLang="en-US" sz="160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：</a:t>
            </a:r>
            <a:r>
              <a:rPr lang="en-US" altLang="zh-CN" sz="1600" err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养成侧身击球的习惯，以便更好地利用身体力量和控制球的路线。随挥动作</a:t>
            </a:r>
            <a:r>
              <a:rPr lang="zh-CN" altLang="en-US" sz="160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：</a:t>
            </a:r>
            <a:r>
              <a:rPr lang="en-US" altLang="zh-CN" sz="1600" err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完成随挥动作，保持身体平衡和连贯性，提高击球的稳定性和质量。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21A7670-CC1E-ABEB-A609-2D446F505CC0}"/>
              </a:ext>
            </a:extLst>
          </p:cNvPr>
          <p:cNvPicPr>
            <a:picLocks noChangeAspect="1"/>
          </p:cNvPicPr>
          <p:nvPr/>
        </p:nvPicPr>
        <p:blipFill>
          <a:blip r:embed="Rdc2dee730c574f5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3015" y="3942355"/>
            <a:ext cx="4253231" cy="2298791"/>
          </a:xfrm>
          <a:prstGeom prst="rect">
            <a:avLst/>
          </a:prstGeom>
        </p:spPr>
      </p:pic>
      <p:pic>
        <p:nvPicPr>
          <p:cNvPr id="16" name="图片占位符 37">
            <a:extLst>
              <a:ext uri="{FF2B5EF4-FFF2-40B4-BE49-F238E27FC236}">
                <a16:creationId xmlns:a16="http://schemas.microsoft.com/office/drawing/2014/main" id="{6B474228-A184-2CD6-80A4-E04A5035A09D}"/>
              </a:ext>
            </a:extLst>
          </p:cNvPr>
          <p:cNvPicPr>
            <a:picLocks noChangeAspect="1"/>
          </p:cNvPicPr>
          <p:nvPr/>
        </p:nvPicPr>
        <p:blipFill>
          <a:blip r:embed="Ra15f4a57fe174bbf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561" y="1551307"/>
            <a:ext cx="3894727" cy="2201545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/>
      <p:bldP spid="9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a765024f5e29433b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6"/>
            <a:ext cx="12192000" cy="685600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183AE42-9011-2343-5927-182E7FFD01C6}"/>
              </a:ext>
            </a:extLst>
          </p:cNvPr>
          <p:cNvPicPr>
            <a:picLocks noChangeAspect="1"/>
          </p:cNvPicPr>
          <p:nvPr/>
        </p:nvPicPr>
        <p:blipFill>
          <a:blip r:embed="R43f799fb73574c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A684688-BB61-62B5-8CC5-96816260A4AC}"/>
              </a:ext>
            </a:extLst>
          </p:cNvPr>
          <p:cNvPicPr>
            <a:picLocks noChangeAspect="1"/>
          </p:cNvPicPr>
          <p:nvPr/>
        </p:nvPicPr>
        <p:blipFill>
          <a:blip r:embed="R0305a23fadc5469f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5914" y="1333501"/>
            <a:ext cx="3106087" cy="596265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8151E63-9B3D-1F8E-B6B9-58CCD654E2A1}"/>
              </a:ext>
            </a:extLst>
          </p:cNvPr>
          <p:cNvPicPr>
            <a:picLocks noChangeAspect="1"/>
          </p:cNvPicPr>
          <p:nvPr/>
        </p:nvPicPr>
        <p:blipFill>
          <a:blip r:embed="R491ceb7d080245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3248720"/>
            <a:ext cx="666751" cy="125200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40DDE53-6C2D-122B-92EA-8E4A94F9DCE5}"/>
              </a:ext>
            </a:extLst>
          </p:cNvPr>
          <p:cNvPicPr>
            <a:picLocks noChangeAspect="1"/>
          </p:cNvPicPr>
          <p:nvPr/>
        </p:nvPicPr>
        <p:blipFill>
          <a:blip r:embed="R7c357831bfea46b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8665" y="5100358"/>
            <a:ext cx="2330836" cy="119368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CB2EA19-7BC4-CBAE-2D49-4363AE54FAE2}"/>
              </a:ext>
            </a:extLst>
          </p:cNvPr>
          <p:cNvPicPr>
            <a:picLocks noChangeAspect="1"/>
          </p:cNvPicPr>
          <p:nvPr/>
        </p:nvPicPr>
        <p:blipFill>
          <a:blip r:embed="R7c3cafb66cf9434e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" y="76200"/>
            <a:ext cx="3049708" cy="11811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237BBC3-E7B3-C218-B6D8-E5CC3640190F}"/>
              </a:ext>
            </a:extLst>
          </p:cNvPr>
          <p:cNvSpPr txBox="1"/>
          <p:nvPr/>
        </p:nvSpPr>
        <p:spPr>
          <a:xfrm>
            <a:off x="682173" y="478504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rgbClr val="488A2A"/>
                </a:soli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</a:rPr>
              <a:t>LOGO</a:t>
            </a:r>
            <a:endParaRPr lang="zh-CN" altLang="en-US" sz="2800">
              <a:solidFill>
                <a:srgbClr val="488A2A"/>
              </a:solidFill>
              <a:latin typeface="阿里巴巴普惠体 Heavy" pitchFamily="18" charset="-122"/>
              <a:ea typeface="阿里巴巴普惠体 Heavy" pitchFamily="18" charset="-122"/>
              <a:cs typeface="阿里巴巴普惠体 Heavy" pitchFamily="18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F5052F7-082D-9ABE-D792-302F3420B123}"/>
              </a:ext>
            </a:extLst>
          </p:cNvPr>
          <p:cNvPicPr>
            <a:picLocks noChangeAspect="1"/>
          </p:cNvPicPr>
          <p:nvPr/>
        </p:nvPicPr>
        <p:blipFill>
          <a:blip r:embed="R0eeb58226ffd441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6779" y="593334"/>
            <a:ext cx="833915" cy="795894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D0CE8A-986F-2C4D-75BB-1B4716569E56}"/>
              </a:ext>
            </a:extLst>
          </p:cNvPr>
          <p:cNvGrpSpPr/>
          <p:nvPr/>
        </p:nvGrpSpPr>
        <p:grpSpPr>
          <a:xfrm>
            <a:off x="1034407" y="1886428"/>
            <a:ext cx="6960252" cy="2257996"/>
            <a:chOff x="2389" y="3840"/>
            <a:chExt cx="3961" cy="1285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6C1C56A-3E0D-3A9F-3FA6-BA162BEC3010}"/>
                </a:ext>
              </a:extLst>
            </p:cNvPr>
            <p:cNvSpPr txBox="1"/>
            <p:nvPr/>
          </p:nvSpPr>
          <p:spPr>
            <a:xfrm>
              <a:off x="2389" y="3840"/>
              <a:ext cx="3566" cy="5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u="none" strike="noStrike" kern="1200" cap="none" spc="-300" normalizeH="0" baseline="0" noProof="0">
                  <a:ln>
                    <a:noFill/>
                  </a:ln>
                  <a:solidFill>
                    <a:schemeClr val="bg1">
                      <a:alpha val="33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FZHei-B01"/>
                  <a:sym typeface="Arial"/>
                </a:rPr>
                <a:t>PART 03</a:t>
              </a:r>
              <a:endParaRPr kumimoji="0" lang="zh-CN" altLang="en-US" sz="6000" b="1" u="none" strike="noStrike" kern="1200" cap="none" spc="-300" normalizeH="0" baseline="0" noProof="0">
                <a:ln>
                  <a:noFill/>
                </a:ln>
                <a:solidFill>
                  <a:schemeClr val="bg1">
                    <a:alpha val="33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FZHei-B01"/>
                <a:sym typeface="Arial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BFC1F5D-9AF2-2F38-A088-22664A768A03}"/>
                </a:ext>
              </a:extLst>
            </p:cNvPr>
            <p:cNvSpPr/>
            <p:nvPr/>
          </p:nvSpPr>
          <p:spPr>
            <a:xfrm>
              <a:off x="2434" y="4235"/>
              <a:ext cx="3916" cy="8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5400" b="1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D4DD175-CCB4-A853-0DE8-8A9745176F51}"/>
                </a:ext>
              </a:extLst>
            </p:cNvPr>
            <p:cNvSpPr txBox="1"/>
            <p:nvPr/>
          </p:nvSpPr>
          <p:spPr>
            <a:xfrm>
              <a:off x="2788" y="4212"/>
              <a:ext cx="2902" cy="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dist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sz="9600">
                  <a:solidFill>
                    <a:schemeClr val="bg1"/>
                  </a:solidFill>
                  <a:latin typeface="时尚中黑简体" pitchFamily="2" charset="-122"/>
                  <a:ea typeface="时尚中黑简体" pitchFamily="2" charset="-122"/>
                </a:defRPr>
              </a:lvl1pPr>
            </a:lstStyle>
            <a:p>
              <a:r>
                <a:rPr lang="zh-CN" altLang="en-US">
                  <a:sym typeface="Arial"/>
                </a:rPr>
                <a:t>X球战术</a:t>
              </a:r>
            </a:p>
          </p:txBody>
        </p:sp>
        <p:sp>
          <p:nvSpPr>
            <p:cNvPr id="16" name="Freeform 46">
              <a:extLst>
                <a:ext uri="{FF2B5EF4-FFF2-40B4-BE49-F238E27FC236}">
                  <a16:creationId xmlns:a16="http://schemas.microsoft.com/office/drawing/2014/main" id="{B0EF2862-D53F-76F0-FAF5-B1CB269B55CA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 flipV="1">
              <a:off x="5937" y="4901"/>
              <a:ext cx="219" cy="119"/>
            </a:xfrm>
            <a:custGeom>
              <a:avLst/>
              <a:gdLst>
                <a:gd name="T0" fmla="*/ 4220 w 4420"/>
                <a:gd name="T1" fmla="*/ 1020 h 2420"/>
                <a:gd name="T2" fmla="*/ 703 w 4420"/>
                <a:gd name="T3" fmla="*/ 1020 h 2420"/>
                <a:gd name="T4" fmla="*/ 1361 w 4420"/>
                <a:gd name="T5" fmla="*/ 361 h 2420"/>
                <a:gd name="T6" fmla="*/ 1361 w 4420"/>
                <a:gd name="T7" fmla="*/ 79 h 2420"/>
                <a:gd name="T8" fmla="*/ 1079 w 4420"/>
                <a:gd name="T9" fmla="*/ 79 h 2420"/>
                <a:gd name="T10" fmla="*/ 79 w 4420"/>
                <a:gd name="T11" fmla="*/ 1079 h 2420"/>
                <a:gd name="T12" fmla="*/ 79 w 4420"/>
                <a:gd name="T13" fmla="*/ 1361 h 2420"/>
                <a:gd name="T14" fmla="*/ 1079 w 4420"/>
                <a:gd name="T15" fmla="*/ 2361 h 2420"/>
                <a:gd name="T16" fmla="*/ 1220 w 4420"/>
                <a:gd name="T17" fmla="*/ 2420 h 2420"/>
                <a:gd name="T18" fmla="*/ 1361 w 4420"/>
                <a:gd name="T19" fmla="*/ 2361 h 2420"/>
                <a:gd name="T20" fmla="*/ 1361 w 4420"/>
                <a:gd name="T21" fmla="*/ 2079 h 2420"/>
                <a:gd name="T22" fmla="*/ 703 w 4420"/>
                <a:gd name="T23" fmla="*/ 1420 h 2420"/>
                <a:gd name="T24" fmla="*/ 4220 w 4420"/>
                <a:gd name="T25" fmla="*/ 1420 h 2420"/>
                <a:gd name="T26" fmla="*/ 4420 w 4420"/>
                <a:gd name="T27" fmla="*/ 1220 h 2420"/>
                <a:gd name="T28" fmla="*/ 4220 w 4420"/>
                <a:gd name="T29" fmla="*/ 1020 h 2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420" h="2420">
                  <a:moveTo>
                    <a:pt x="4220" y="1020"/>
                  </a:moveTo>
                  <a:lnTo>
                    <a:pt x="703" y="1020"/>
                  </a:lnTo>
                  <a:lnTo>
                    <a:pt x="1361" y="361"/>
                  </a:lnTo>
                  <a:cubicBezTo>
                    <a:pt x="1440" y="283"/>
                    <a:pt x="1440" y="157"/>
                    <a:pt x="1361" y="79"/>
                  </a:cubicBezTo>
                  <a:cubicBezTo>
                    <a:pt x="1283" y="0"/>
                    <a:pt x="1157" y="0"/>
                    <a:pt x="1079" y="79"/>
                  </a:cubicBezTo>
                  <a:lnTo>
                    <a:pt x="79" y="1079"/>
                  </a:lnTo>
                  <a:cubicBezTo>
                    <a:pt x="0" y="1157"/>
                    <a:pt x="0" y="1283"/>
                    <a:pt x="79" y="1361"/>
                  </a:cubicBezTo>
                  <a:lnTo>
                    <a:pt x="1079" y="2361"/>
                  </a:lnTo>
                  <a:cubicBezTo>
                    <a:pt x="1118" y="2400"/>
                    <a:pt x="1169" y="2420"/>
                    <a:pt x="1220" y="2420"/>
                  </a:cubicBezTo>
                  <a:cubicBezTo>
                    <a:pt x="1271" y="2420"/>
                    <a:pt x="1322" y="2400"/>
                    <a:pt x="1361" y="2361"/>
                  </a:cubicBezTo>
                  <a:cubicBezTo>
                    <a:pt x="1440" y="2283"/>
                    <a:pt x="1440" y="2157"/>
                    <a:pt x="1361" y="2079"/>
                  </a:cubicBezTo>
                  <a:lnTo>
                    <a:pt x="703" y="1420"/>
                  </a:lnTo>
                  <a:lnTo>
                    <a:pt x="4220" y="1420"/>
                  </a:lnTo>
                  <a:cubicBezTo>
                    <a:pt x="4330" y="1420"/>
                    <a:pt x="4420" y="1330"/>
                    <a:pt x="4420" y="1220"/>
                  </a:cubicBezTo>
                  <a:cubicBezTo>
                    <a:pt x="4420" y="1110"/>
                    <a:pt x="4330" y="1020"/>
                    <a:pt x="4220" y="102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wrap="squar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5400" b="1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endParaRPr>
            </a:p>
          </p:txBody>
        </p: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F1621E54-92D6-8BE6-3D1C-7946F79B4D3D}"/>
              </a:ext>
            </a:extLst>
          </p:cNvPr>
          <p:cNvPicPr>
            <a:picLocks noChangeAspect="1"/>
          </p:cNvPicPr>
          <p:nvPr/>
        </p:nvPicPr>
        <p:blipFill>
          <a:blip r:embed="Ra6b3d45bece542f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18085"/>
          <a:stretch>
            <a:fillRect/>
          </a:stretch>
        </p:blipFill>
        <p:spPr>
          <a:xfrm>
            <a:off x="5693714" y="0"/>
            <a:ext cx="6498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255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:p15="http://schemas.microsoft.com/office/powerpoint/2012/main" xmlns:a16="http://schemas.microsoft.com/office/drawing/2014/main"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>
            <a:extLst>
              <a:ext uri="{FF2B5EF4-FFF2-40B4-BE49-F238E27FC236}">
                <a16:creationId xmlns:a16="http://schemas.microsoft.com/office/drawing/2014/main" id="{9F2C7E3D-D819-D37C-44C1-E979E8976A51}"/>
              </a:ext>
            </a:extLst>
          </p:cNvPr>
          <p:cNvPicPr>
            <a:picLocks noChangeAspect="1"/>
          </p:cNvPicPr>
          <p:nvPr/>
        </p:nvPicPr>
        <p:blipFill>
          <a:blip r:embed="R06c5fed05fdd4ae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6343" y="3712329"/>
            <a:ext cx="5425659" cy="3145673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709209" y="-1664490"/>
            <a:ext cx="7820367" cy="370409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>
              <a:lnSpc>
                <a:spcPct val="130000"/>
              </a:lnSpc>
              <a:defRPr/>
            </a:pP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TextBox 34">
            <a:extLst>
              <a:ext uri="{FF2B5EF4-FFF2-40B4-BE49-F238E27FC236}">
                <a16:creationId xmlns:a16="http://schemas.microsoft.com/office/drawing/2014/main" id="{D48B4539-6756-F940-FA75-27A4877FC5E6}"/>
              </a:ext>
            </a:extLst>
          </p:cNvPr>
          <p:cNvSpPr txBox="1"/>
          <p:nvPr/>
        </p:nvSpPr>
        <p:spPr>
          <a:xfrm>
            <a:off x="5080339" y="359250"/>
            <a:ext cx="2031325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3600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X球战术</a:t>
            </a:r>
            <a:endParaRPr lang="en-US" altLang="zh-CN" sz="3600">
              <a:solidFill>
                <a:schemeClr val="accent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AEF3FA6-4AD5-0D95-31A3-9D51F424BA59}"/>
              </a:ext>
            </a:extLst>
          </p:cNvPr>
          <p:cNvSpPr/>
          <p:nvPr/>
        </p:nvSpPr>
        <p:spPr>
          <a:xfrm>
            <a:off x="4889103" y="1075760"/>
            <a:ext cx="241379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ADFF47E3-9541-7FBF-3700-B89E374BA3D3}"/>
              </a:ext>
            </a:extLst>
          </p:cNvPr>
          <p:cNvSpPr/>
          <p:nvPr/>
        </p:nvSpPr>
        <p:spPr>
          <a:xfrm>
            <a:off x="806108" y="5020128"/>
            <a:ext cx="4445001" cy="50800"/>
          </a:xfrm>
          <a:prstGeom prst="rect">
            <a:avLst/>
          </a:prstGeom>
          <a:solidFill>
            <a:srgbClr val="1C1F25">
              <a:alpha val="1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200">
              <a:solidFill>
                <a:schemeClr val="bg2">
                  <a:lumMod val="1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2D32F54E-C23F-8B97-D0B0-936501CC374D}"/>
              </a:ext>
            </a:extLst>
          </p:cNvPr>
          <p:cNvSpPr/>
          <p:nvPr/>
        </p:nvSpPr>
        <p:spPr>
          <a:xfrm>
            <a:off x="806108" y="5020128"/>
            <a:ext cx="3810001" cy="508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200">
              <a:solidFill>
                <a:schemeClr val="bg2">
                  <a:lumMod val="1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10" name="Marketing">
            <a:extLst>
              <a:ext uri="{FF2B5EF4-FFF2-40B4-BE49-F238E27FC236}">
                <a16:creationId xmlns:a16="http://schemas.microsoft.com/office/drawing/2014/main" id="{95C1F23A-5CE6-49DA-F698-56289FCD34A7}"/>
              </a:ext>
            </a:extLst>
          </p:cNvPr>
          <p:cNvSpPr txBox="1"/>
          <p:nvPr/>
        </p:nvSpPr>
        <p:spPr>
          <a:xfrm>
            <a:off x="806105" y="4730457"/>
            <a:ext cx="176330" cy="27699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l">
              <a:lnSpc>
                <a:spcPct val="150000"/>
              </a:lnSpc>
              <a:defRPr sz="22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r>
              <a:rPr lang="en-US" altLang="zh-CN" sz="1200">
                <a:solidFill>
                  <a:schemeClr val="bg2">
                    <a:lumMod val="1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02</a:t>
            </a:r>
            <a:endParaRPr lang="zh-CN" altLang="en-US" sz="1200">
              <a:solidFill>
                <a:schemeClr val="bg2">
                  <a:lumMod val="1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11" name="80%">
            <a:extLst>
              <a:ext uri="{FF2B5EF4-FFF2-40B4-BE49-F238E27FC236}">
                <a16:creationId xmlns:a16="http://schemas.microsoft.com/office/drawing/2014/main" id="{A8FC8A79-6600-AE57-50D3-0485DC9180C4}"/>
              </a:ext>
            </a:extLst>
          </p:cNvPr>
          <p:cNvSpPr txBox="1"/>
          <p:nvPr/>
        </p:nvSpPr>
        <p:spPr>
          <a:xfrm>
            <a:off x="5096569" y="4730457"/>
            <a:ext cx="302967" cy="27699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lnSpc>
                <a:spcPct val="150000"/>
              </a:lnSpc>
              <a:defRPr sz="22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r>
              <a:rPr sz="1200">
                <a:solidFill>
                  <a:schemeClr val="bg2">
                    <a:lumMod val="1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80%</a:t>
            </a: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F049845F-9FE4-C264-7468-425F25F4AEAB}"/>
              </a:ext>
            </a:extLst>
          </p:cNvPr>
          <p:cNvSpPr/>
          <p:nvPr/>
        </p:nvSpPr>
        <p:spPr>
          <a:xfrm>
            <a:off x="806108" y="5845828"/>
            <a:ext cx="4445001" cy="50801"/>
          </a:xfrm>
          <a:prstGeom prst="rect">
            <a:avLst/>
          </a:prstGeom>
          <a:solidFill>
            <a:srgbClr val="1C1F25">
              <a:alpha val="1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200">
              <a:solidFill>
                <a:schemeClr val="bg2">
                  <a:lumMod val="1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13" name="Rectangle">
            <a:extLst>
              <a:ext uri="{FF2B5EF4-FFF2-40B4-BE49-F238E27FC236}">
                <a16:creationId xmlns:a16="http://schemas.microsoft.com/office/drawing/2014/main" id="{30BB67D4-D48B-0076-2E68-B95B164400CB}"/>
              </a:ext>
            </a:extLst>
          </p:cNvPr>
          <p:cNvSpPr/>
          <p:nvPr/>
        </p:nvSpPr>
        <p:spPr>
          <a:xfrm>
            <a:off x="806107" y="5845828"/>
            <a:ext cx="4127501" cy="50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200">
              <a:solidFill>
                <a:schemeClr val="bg2">
                  <a:lumMod val="1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14" name="Design">
            <a:extLst>
              <a:ext uri="{FF2B5EF4-FFF2-40B4-BE49-F238E27FC236}">
                <a16:creationId xmlns:a16="http://schemas.microsoft.com/office/drawing/2014/main" id="{4174BBEC-E33F-F08C-D72F-7E94A87238C6}"/>
              </a:ext>
            </a:extLst>
          </p:cNvPr>
          <p:cNvSpPr txBox="1"/>
          <p:nvPr/>
        </p:nvSpPr>
        <p:spPr>
          <a:xfrm>
            <a:off x="806105" y="5556155"/>
            <a:ext cx="176330" cy="27699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l">
              <a:lnSpc>
                <a:spcPct val="150000"/>
              </a:lnSpc>
              <a:defRPr sz="22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r>
              <a:rPr lang="en-US" altLang="zh-CN" sz="1200">
                <a:solidFill>
                  <a:schemeClr val="bg2">
                    <a:lumMod val="1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03</a:t>
            </a:r>
            <a:endParaRPr lang="zh-CN" altLang="en-US" sz="1200">
              <a:solidFill>
                <a:schemeClr val="bg2">
                  <a:lumMod val="1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15" name="90%">
            <a:extLst>
              <a:ext uri="{FF2B5EF4-FFF2-40B4-BE49-F238E27FC236}">
                <a16:creationId xmlns:a16="http://schemas.microsoft.com/office/drawing/2014/main" id="{42D7DF1F-6584-8DF4-2043-91A909BBB126}"/>
              </a:ext>
            </a:extLst>
          </p:cNvPr>
          <p:cNvSpPr txBox="1"/>
          <p:nvPr/>
        </p:nvSpPr>
        <p:spPr>
          <a:xfrm>
            <a:off x="5096569" y="5556155"/>
            <a:ext cx="302967" cy="27699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lnSpc>
                <a:spcPct val="150000"/>
              </a:lnSpc>
              <a:defRPr sz="22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r>
              <a:rPr sz="1200">
                <a:solidFill>
                  <a:schemeClr val="bg2">
                    <a:lumMod val="1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90%</a:t>
            </a:r>
          </a:p>
        </p:txBody>
      </p:sp>
      <p:sp>
        <p:nvSpPr>
          <p:cNvPr id="16" name="Rectangle">
            <a:extLst>
              <a:ext uri="{FF2B5EF4-FFF2-40B4-BE49-F238E27FC236}">
                <a16:creationId xmlns:a16="http://schemas.microsoft.com/office/drawing/2014/main" id="{6FE7A02B-2798-2FF0-ACBA-1679DB8C0F07}"/>
              </a:ext>
            </a:extLst>
          </p:cNvPr>
          <p:cNvSpPr/>
          <p:nvPr/>
        </p:nvSpPr>
        <p:spPr>
          <a:xfrm>
            <a:off x="806108" y="4194432"/>
            <a:ext cx="4445001" cy="50801"/>
          </a:xfrm>
          <a:prstGeom prst="rect">
            <a:avLst/>
          </a:prstGeom>
          <a:solidFill>
            <a:srgbClr val="1C1F25">
              <a:alpha val="1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200">
              <a:solidFill>
                <a:schemeClr val="bg2">
                  <a:lumMod val="1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17" name="Rectangle">
            <a:extLst>
              <a:ext uri="{FF2B5EF4-FFF2-40B4-BE49-F238E27FC236}">
                <a16:creationId xmlns:a16="http://schemas.microsoft.com/office/drawing/2014/main" id="{1E7FA550-32BC-F66A-7D2B-27C9E8049431}"/>
              </a:ext>
            </a:extLst>
          </p:cNvPr>
          <p:cNvSpPr/>
          <p:nvPr/>
        </p:nvSpPr>
        <p:spPr>
          <a:xfrm>
            <a:off x="806108" y="4194432"/>
            <a:ext cx="3175001" cy="50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200">
              <a:solidFill>
                <a:schemeClr val="bg2">
                  <a:lumMod val="1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18" name="Consulting">
            <a:extLst>
              <a:ext uri="{FF2B5EF4-FFF2-40B4-BE49-F238E27FC236}">
                <a16:creationId xmlns:a16="http://schemas.microsoft.com/office/drawing/2014/main" id="{F35BDC16-EDED-CFCA-F28F-4F4247232D05}"/>
              </a:ext>
            </a:extLst>
          </p:cNvPr>
          <p:cNvSpPr txBox="1"/>
          <p:nvPr/>
        </p:nvSpPr>
        <p:spPr>
          <a:xfrm>
            <a:off x="806105" y="3904758"/>
            <a:ext cx="176330" cy="27699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l">
              <a:lnSpc>
                <a:spcPct val="150000"/>
              </a:lnSpc>
              <a:defRPr sz="22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r>
              <a:rPr lang="en-US" altLang="zh-CN" sz="1200">
                <a:solidFill>
                  <a:schemeClr val="bg2">
                    <a:lumMod val="1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01</a:t>
            </a:r>
            <a:endParaRPr lang="zh-CN" altLang="en-US" sz="1200">
              <a:solidFill>
                <a:schemeClr val="bg2">
                  <a:lumMod val="1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19" name="60%">
            <a:extLst>
              <a:ext uri="{FF2B5EF4-FFF2-40B4-BE49-F238E27FC236}">
                <a16:creationId xmlns:a16="http://schemas.microsoft.com/office/drawing/2014/main" id="{EBDB99FF-DD9B-3ED2-CE1E-90C50F07832E}"/>
              </a:ext>
            </a:extLst>
          </p:cNvPr>
          <p:cNvSpPr txBox="1"/>
          <p:nvPr/>
        </p:nvSpPr>
        <p:spPr>
          <a:xfrm>
            <a:off x="5096569" y="3904758"/>
            <a:ext cx="302967" cy="27699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lnSpc>
                <a:spcPct val="150000"/>
              </a:lnSpc>
              <a:defRPr sz="22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r>
              <a:rPr sz="1200">
                <a:solidFill>
                  <a:schemeClr val="bg2">
                    <a:lumMod val="1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60%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030BA12-554D-84F2-75A6-4B88A8989F97}"/>
              </a:ext>
            </a:extLst>
          </p:cNvPr>
          <p:cNvSpPr/>
          <p:nvPr/>
        </p:nvSpPr>
        <p:spPr>
          <a:xfrm>
            <a:off x="654514" y="1698356"/>
            <a:ext cx="4904457" cy="1772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  <a:defRPr/>
            </a:pPr>
            <a:r>
              <a:rPr lang="en-US" altLang="zh-CN" sz="140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单打战术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：</a:t>
            </a:r>
            <a:r>
              <a:rPr lang="en-US" altLang="zh-CN" sz="140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底线进攻战术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：</a:t>
            </a:r>
            <a:r>
              <a:rPr lang="en-US" altLang="zh-CN" sz="140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通过精准的底线击球，控制球路和节奏，压制对手并寻找机会进攻。X前战术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：</a:t>
            </a:r>
            <a:r>
              <a:rPr lang="en-US" altLang="zh-CN" sz="140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利用X前X球、截击和高压球等技术，占据X前优势，限制对手的进攻并创造机会。防守反击战术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：</a:t>
            </a:r>
            <a:r>
              <a:rPr lang="en-US" altLang="zh-CN" sz="140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以防守为主，通过准确的回球和防守反击，消耗对手的体力并寻找破绽。变幻球路战术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：</a:t>
            </a:r>
            <a:r>
              <a:rPr lang="en-US" altLang="zh-CN" sz="140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通过不断变化球路、速度和角度，使对手难以适应，从而创造进攻机会。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FF4278A-D81C-4631-F569-A1A4F7F90FC2}"/>
              </a:ext>
            </a:extLst>
          </p:cNvPr>
          <p:cNvGrpSpPr/>
          <p:nvPr/>
        </p:nvGrpSpPr>
        <p:grpSpPr>
          <a:xfrm>
            <a:off x="6204085" y="1601901"/>
            <a:ext cx="5232649" cy="3369573"/>
            <a:chOff x="6204084" y="2060501"/>
            <a:chExt cx="5232649" cy="3369573"/>
          </a:xfrm>
        </p:grpSpPr>
        <p:cxnSp>
          <p:nvCxnSpPr>
            <p:cNvPr id="23" name="işḷîḋé">
              <a:extLst>
                <a:ext uri="{FF2B5EF4-FFF2-40B4-BE49-F238E27FC236}">
                  <a16:creationId xmlns:a16="http://schemas.microsoft.com/office/drawing/2014/main" id="{E61657A1-4706-F63F-B93B-077AC86905D2}"/>
                </a:ext>
              </a:extLst>
            </p:cNvPr>
            <p:cNvCxnSpPr/>
            <p:nvPr/>
          </p:nvCxnSpPr>
          <p:spPr>
            <a:xfrm>
              <a:off x="6204084" y="2678620"/>
              <a:ext cx="5232649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i$ḻîḓè">
              <a:extLst>
                <a:ext uri="{FF2B5EF4-FFF2-40B4-BE49-F238E27FC236}">
                  <a16:creationId xmlns:a16="http://schemas.microsoft.com/office/drawing/2014/main" id="{61FFF20D-D6A8-CF25-3E92-52669EF0321B}"/>
                </a:ext>
              </a:extLst>
            </p:cNvPr>
            <p:cNvCxnSpPr/>
            <p:nvPr/>
          </p:nvCxnSpPr>
          <p:spPr>
            <a:xfrm flipH="1" flipV="1">
              <a:off x="8010732" y="4874449"/>
              <a:ext cx="6985" cy="555625"/>
            </a:xfrm>
            <a:prstGeom prst="line">
              <a:avLst/>
            </a:prstGeom>
            <a:ln w="3175" cap="rnd">
              <a:solidFill>
                <a:schemeClr val="bg1">
                  <a:lumMod val="95000"/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iṥľiḓê">
              <a:extLst>
                <a:ext uri="{FF2B5EF4-FFF2-40B4-BE49-F238E27FC236}">
                  <a16:creationId xmlns:a16="http://schemas.microsoft.com/office/drawing/2014/main" id="{8DEE329E-B76A-745F-AF47-669CF6CB9A8D}"/>
                </a:ext>
              </a:extLst>
            </p:cNvPr>
            <p:cNvCxnSpPr/>
            <p:nvPr/>
          </p:nvCxnSpPr>
          <p:spPr>
            <a:xfrm flipH="1" flipV="1">
              <a:off x="9453324" y="4874449"/>
              <a:ext cx="6985" cy="555625"/>
            </a:xfrm>
            <a:prstGeom prst="line">
              <a:avLst/>
            </a:prstGeom>
            <a:ln w="3175" cap="rnd">
              <a:solidFill>
                <a:schemeClr val="bg1">
                  <a:lumMod val="95000"/>
                  <a:alpha val="70000"/>
                </a:schemeClr>
              </a:solidFill>
              <a:round/>
            </a:ln>
            <a:effectLst>
              <a:outerShdw blurRad="330200" dist="38100" dir="2700000" sx="102000" sy="102000" algn="tl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矩形 13">
              <a:extLst>
                <a:ext uri="{FF2B5EF4-FFF2-40B4-BE49-F238E27FC236}">
                  <a16:creationId xmlns:a16="http://schemas.microsoft.com/office/drawing/2014/main" id="{EA354DA1-BE86-8DB4-5199-2CD0E34AB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1971" y="2867819"/>
              <a:ext cx="4972088" cy="1772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sz="1400" err="1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配合与协同防守</a:t>
              </a:r>
              <a:r>
                <a:rPr lang="zh-CN" altLang="en-US" sz="1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：</a:t>
              </a:r>
              <a:r>
                <a:rPr lang="en-US" altLang="zh-CN" sz="1400" err="1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两名球员需密切配合，协同防守，利用X前和底线的组合，限制对手的进攻。轮转换位</a:t>
              </a:r>
              <a:r>
                <a:rPr lang="zh-CN" altLang="en-US" sz="1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：</a:t>
              </a:r>
              <a:r>
                <a:rPr lang="en-US" altLang="zh-CN" sz="1400" err="1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根据对手的位置和球路，适时进行轮转换位，保持最佳的防守和进攻位置。抢X战术</a:t>
              </a:r>
              <a:r>
                <a:rPr lang="zh-CN" altLang="en-US" sz="1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：</a:t>
              </a:r>
              <a:r>
                <a:rPr lang="en-US" altLang="zh-CN" sz="1400" err="1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通过快速抢X、拦截和高压球，打破对手的进攻节奏，创造机会。双底线战术</a:t>
              </a:r>
              <a:r>
                <a:rPr lang="zh-CN" altLang="en-US" sz="14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：</a:t>
              </a:r>
              <a:r>
                <a:rPr lang="en-US" altLang="zh-CN" sz="1400" err="1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两名球员同时守在底线附近，通过合作防守和反击，限制对手的进攻。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5BC12A81-5671-122D-FC07-3F57F0BD3E0D}"/>
                </a:ext>
              </a:extLst>
            </p:cNvPr>
            <p:cNvSpPr txBox="1"/>
            <p:nvPr/>
          </p:nvSpPr>
          <p:spPr>
            <a:xfrm flipH="1">
              <a:off x="7539823" y="2060501"/>
              <a:ext cx="2409693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sz="2000" b="1" err="1">
                  <a:solidFill>
                    <a:schemeClr val="accent1">
                      <a:alpha val="100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双打战术</a:t>
              </a: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20"/>
          <p:cNvSpPr/>
          <p:nvPr/>
        </p:nvSpPr>
        <p:spPr>
          <a:xfrm>
            <a:off x="6556237" y="-788379"/>
            <a:ext cx="2552700" cy="933977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>
              <a:lnSpc>
                <a:spcPct val="130000"/>
              </a:lnSpc>
              <a:defRPr/>
            </a:pPr>
            <a:endParaRPr lang="en-US" sz="11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TextBox 34">
            <a:extLst>
              <a:ext uri="{FF2B5EF4-FFF2-40B4-BE49-F238E27FC236}">
                <a16:creationId xmlns:a16="http://schemas.microsoft.com/office/drawing/2014/main" id="{D9EE7858-B7E4-7929-C7E1-5DCDBFB7C9DC}"/>
              </a:ext>
            </a:extLst>
          </p:cNvPr>
          <p:cNvSpPr txBox="1"/>
          <p:nvPr/>
        </p:nvSpPr>
        <p:spPr>
          <a:xfrm>
            <a:off x="5080339" y="359250"/>
            <a:ext cx="2031325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3600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X球战术</a:t>
            </a:r>
            <a:endParaRPr lang="en-US" altLang="zh-CN" sz="3600">
              <a:solidFill>
                <a:schemeClr val="accent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5AE33B8-7E3E-856E-C899-201830D18223}"/>
              </a:ext>
            </a:extLst>
          </p:cNvPr>
          <p:cNvSpPr/>
          <p:nvPr/>
        </p:nvSpPr>
        <p:spPr>
          <a:xfrm>
            <a:off x="4889103" y="1075760"/>
            <a:ext cx="241379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EC2B57-C644-BC8F-339E-BC9678BD7D88}"/>
              </a:ext>
            </a:extLst>
          </p:cNvPr>
          <p:cNvSpPr/>
          <p:nvPr/>
        </p:nvSpPr>
        <p:spPr>
          <a:xfrm>
            <a:off x="838201" y="2171700"/>
            <a:ext cx="10496551" cy="43243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B84E4B-516D-F23E-41BB-EB44BF9E2850}"/>
              </a:ext>
            </a:extLst>
          </p:cNvPr>
          <p:cNvSpPr/>
          <p:nvPr/>
        </p:nvSpPr>
        <p:spPr>
          <a:xfrm>
            <a:off x="2213610" y="1565332"/>
            <a:ext cx="9978391" cy="4658939"/>
          </a:xfrm>
          <a:prstGeom prst="rect">
            <a:avLst/>
          </a:prstGeom>
          <a:blipFill dpi="0" rotWithShape="1">
            <a:blip r:embed="Rc0c154b417dd439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AB7D22F-F6B9-67E5-5822-352F3DF79AEB}"/>
              </a:ext>
            </a:extLst>
          </p:cNvPr>
          <p:cNvSpPr/>
          <p:nvPr/>
        </p:nvSpPr>
        <p:spPr>
          <a:xfrm>
            <a:off x="2213812" y="4769520"/>
            <a:ext cx="9978189" cy="14675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>
              <a:cs typeface="+mn-ea"/>
              <a:sym typeface="+mn-lt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73D7C66-265D-AC76-AF6F-FAF270224E6F}"/>
              </a:ext>
            </a:extLst>
          </p:cNvPr>
          <p:cNvSpPr txBox="1"/>
          <p:nvPr/>
        </p:nvSpPr>
        <p:spPr>
          <a:xfrm>
            <a:off x="2627448" y="5042175"/>
            <a:ext cx="9209405" cy="606425"/>
          </a:xfrm>
          <a:prstGeom prst="rect">
            <a:avLst/>
          </a:prstGeom>
          <a:effectLst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  <a:defRPr/>
            </a:pPr>
            <a:r>
              <a:rPr lang="en-US" altLang="zh-CN" sz="1400" err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比赛策略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400" err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赛前准备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400" err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了解对手的技术特点、战术习惯和心理状态，制定针对性的比赛策略。调整节奏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400" err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根据比赛进程和对手状态，适时调整自己的节奏，保持主动。保持冷静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400" err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在比赛中保持冷静的头脑，不受对手的情绪影响，合理调整战术和心态。重视每一分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400" err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每一分都很重要，全力以赴对待每一分，不放弃任何机会。</a:t>
            </a:r>
          </a:p>
          <a:p>
            <a:pPr marL="0" indent="0">
              <a:lnSpc>
                <a:spcPct val="130000"/>
              </a:lnSpc>
              <a:buNone/>
              <a:defRPr/>
            </a:pP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 marL="0" indent="0">
              <a:lnSpc>
                <a:spcPct val="130000"/>
              </a:lnSpc>
              <a:buNone/>
              <a:defRPr/>
            </a:pP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bldLvl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c99ef42d2d1f4e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6"/>
            <a:ext cx="12192000" cy="685600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D272139-CE24-1E88-A672-05013970B63D}"/>
              </a:ext>
            </a:extLst>
          </p:cNvPr>
          <p:cNvPicPr>
            <a:picLocks noChangeAspect="1"/>
          </p:cNvPicPr>
          <p:nvPr/>
        </p:nvPicPr>
        <p:blipFill>
          <a:blip r:embed="R9bbd10219ef24f5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4E06139-27A0-3816-9C83-44DE0426AD69}"/>
              </a:ext>
            </a:extLst>
          </p:cNvPr>
          <p:cNvPicPr>
            <a:picLocks noChangeAspect="1"/>
          </p:cNvPicPr>
          <p:nvPr/>
        </p:nvPicPr>
        <p:blipFill>
          <a:blip r:embed="R94408cb63f71420b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5914" y="1333501"/>
            <a:ext cx="3106087" cy="596265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39EB410-C7E1-3792-0214-BBFE8E13621F}"/>
              </a:ext>
            </a:extLst>
          </p:cNvPr>
          <p:cNvPicPr>
            <a:picLocks noChangeAspect="1"/>
          </p:cNvPicPr>
          <p:nvPr/>
        </p:nvPicPr>
        <p:blipFill>
          <a:blip r:embed="Re66565afbb9a4b7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3248720"/>
            <a:ext cx="666751" cy="125200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DD6F57D-6F04-9C99-B259-F129BB6E8332}"/>
              </a:ext>
            </a:extLst>
          </p:cNvPr>
          <p:cNvPicPr>
            <a:picLocks noChangeAspect="1"/>
          </p:cNvPicPr>
          <p:nvPr/>
        </p:nvPicPr>
        <p:blipFill>
          <a:blip r:embed="R43a92358904a4e0b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8665" y="5100358"/>
            <a:ext cx="2330836" cy="119368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5150814-5ABE-4AE6-C706-392EBAE3C11D}"/>
              </a:ext>
            </a:extLst>
          </p:cNvPr>
          <p:cNvPicPr>
            <a:picLocks noChangeAspect="1"/>
          </p:cNvPicPr>
          <p:nvPr/>
        </p:nvPicPr>
        <p:blipFill>
          <a:blip r:embed="Rd586e5e6d01341f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" y="76200"/>
            <a:ext cx="3049708" cy="11811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8BFD08A-2D17-3448-10A8-F632EB02CFF3}"/>
              </a:ext>
            </a:extLst>
          </p:cNvPr>
          <p:cNvSpPr txBox="1"/>
          <p:nvPr/>
        </p:nvSpPr>
        <p:spPr>
          <a:xfrm>
            <a:off x="682173" y="478504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rgbClr val="488A2A"/>
                </a:soli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</a:rPr>
              <a:t>LOGO</a:t>
            </a:r>
            <a:endParaRPr lang="zh-CN" altLang="en-US" sz="2800">
              <a:solidFill>
                <a:srgbClr val="488A2A"/>
              </a:solidFill>
              <a:latin typeface="阿里巴巴普惠体 Heavy" pitchFamily="18" charset="-122"/>
              <a:ea typeface="阿里巴巴普惠体 Heavy" pitchFamily="18" charset="-122"/>
              <a:cs typeface="阿里巴巴普惠体 Heavy" pitchFamily="18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B4CE4DE-A4E8-F33B-E9CD-A955B251B0EA}"/>
              </a:ext>
            </a:extLst>
          </p:cNvPr>
          <p:cNvPicPr>
            <a:picLocks noChangeAspect="1"/>
          </p:cNvPicPr>
          <p:nvPr/>
        </p:nvPicPr>
        <p:blipFill>
          <a:blip r:embed="Raf8414e17de4404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6779" y="593334"/>
            <a:ext cx="833915" cy="795894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CFC66689-8362-EEAB-B668-5B22C5225D52}"/>
              </a:ext>
            </a:extLst>
          </p:cNvPr>
          <p:cNvGrpSpPr/>
          <p:nvPr/>
        </p:nvGrpSpPr>
        <p:grpSpPr>
          <a:xfrm>
            <a:off x="1034407" y="1886428"/>
            <a:ext cx="6960252" cy="2257996"/>
            <a:chOff x="2389" y="3840"/>
            <a:chExt cx="3961" cy="1285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EEA15A6-0781-225E-C393-59AD49A7E707}"/>
                </a:ext>
              </a:extLst>
            </p:cNvPr>
            <p:cNvSpPr txBox="1"/>
            <p:nvPr/>
          </p:nvSpPr>
          <p:spPr>
            <a:xfrm>
              <a:off x="2389" y="3840"/>
              <a:ext cx="3566" cy="5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u="none" strike="noStrike" kern="1200" cap="none" spc="-300" normalizeH="0" baseline="0" noProof="0">
                  <a:ln>
                    <a:noFill/>
                  </a:ln>
                  <a:solidFill>
                    <a:schemeClr val="bg1">
                      <a:alpha val="33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FZHei-B01"/>
                  <a:sym typeface="Arial"/>
                </a:rPr>
                <a:t>PART 04</a:t>
              </a:r>
              <a:endParaRPr kumimoji="0" lang="zh-CN" altLang="en-US" sz="6000" b="1" u="none" strike="noStrike" kern="1200" cap="none" spc="-300" normalizeH="0" baseline="0" noProof="0">
                <a:ln>
                  <a:noFill/>
                </a:ln>
                <a:solidFill>
                  <a:schemeClr val="bg1">
                    <a:alpha val="33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FZHei-B01"/>
                <a:sym typeface="Arial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58AB93F-1911-937F-6B90-2DB3AF5C1C29}"/>
                </a:ext>
              </a:extLst>
            </p:cNvPr>
            <p:cNvSpPr/>
            <p:nvPr/>
          </p:nvSpPr>
          <p:spPr>
            <a:xfrm>
              <a:off x="2434" y="4235"/>
              <a:ext cx="3916" cy="8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5400" b="1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D2917A3-3B58-C43D-8AB5-7970C8462555}"/>
                </a:ext>
              </a:extLst>
            </p:cNvPr>
            <p:cNvSpPr txBox="1"/>
            <p:nvPr/>
          </p:nvSpPr>
          <p:spPr>
            <a:xfrm>
              <a:off x="2788" y="4212"/>
              <a:ext cx="2902" cy="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dist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sz="9600">
                  <a:solidFill>
                    <a:schemeClr val="bg1"/>
                  </a:solidFill>
                  <a:latin typeface="时尚中黑简体" pitchFamily="2" charset="-122"/>
                  <a:ea typeface="时尚中黑简体" pitchFamily="2" charset="-122"/>
                </a:defRPr>
              </a:lvl1pPr>
            </a:lstStyle>
            <a:p>
              <a:r>
                <a:rPr lang="zh-CN" altLang="en-US">
                  <a:sym typeface="Arial"/>
                </a:rPr>
                <a:t>X球训练</a:t>
              </a:r>
            </a:p>
          </p:txBody>
        </p:sp>
        <p:sp>
          <p:nvSpPr>
            <p:cNvPr id="16" name="Freeform 46">
              <a:extLst>
                <a:ext uri="{FF2B5EF4-FFF2-40B4-BE49-F238E27FC236}">
                  <a16:creationId xmlns:a16="http://schemas.microsoft.com/office/drawing/2014/main" id="{7084B412-5BDA-F351-28BB-5CE0B0599C19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 flipV="1">
              <a:off x="5937" y="4901"/>
              <a:ext cx="219" cy="119"/>
            </a:xfrm>
            <a:custGeom>
              <a:avLst/>
              <a:gdLst>
                <a:gd name="T0" fmla="*/ 4220 w 4420"/>
                <a:gd name="T1" fmla="*/ 1020 h 2420"/>
                <a:gd name="T2" fmla="*/ 703 w 4420"/>
                <a:gd name="T3" fmla="*/ 1020 h 2420"/>
                <a:gd name="T4" fmla="*/ 1361 w 4420"/>
                <a:gd name="T5" fmla="*/ 361 h 2420"/>
                <a:gd name="T6" fmla="*/ 1361 w 4420"/>
                <a:gd name="T7" fmla="*/ 79 h 2420"/>
                <a:gd name="T8" fmla="*/ 1079 w 4420"/>
                <a:gd name="T9" fmla="*/ 79 h 2420"/>
                <a:gd name="T10" fmla="*/ 79 w 4420"/>
                <a:gd name="T11" fmla="*/ 1079 h 2420"/>
                <a:gd name="T12" fmla="*/ 79 w 4420"/>
                <a:gd name="T13" fmla="*/ 1361 h 2420"/>
                <a:gd name="T14" fmla="*/ 1079 w 4420"/>
                <a:gd name="T15" fmla="*/ 2361 h 2420"/>
                <a:gd name="T16" fmla="*/ 1220 w 4420"/>
                <a:gd name="T17" fmla="*/ 2420 h 2420"/>
                <a:gd name="T18" fmla="*/ 1361 w 4420"/>
                <a:gd name="T19" fmla="*/ 2361 h 2420"/>
                <a:gd name="T20" fmla="*/ 1361 w 4420"/>
                <a:gd name="T21" fmla="*/ 2079 h 2420"/>
                <a:gd name="T22" fmla="*/ 703 w 4420"/>
                <a:gd name="T23" fmla="*/ 1420 h 2420"/>
                <a:gd name="T24" fmla="*/ 4220 w 4420"/>
                <a:gd name="T25" fmla="*/ 1420 h 2420"/>
                <a:gd name="T26" fmla="*/ 4420 w 4420"/>
                <a:gd name="T27" fmla="*/ 1220 h 2420"/>
                <a:gd name="T28" fmla="*/ 4220 w 4420"/>
                <a:gd name="T29" fmla="*/ 1020 h 2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420" h="2420">
                  <a:moveTo>
                    <a:pt x="4220" y="1020"/>
                  </a:moveTo>
                  <a:lnTo>
                    <a:pt x="703" y="1020"/>
                  </a:lnTo>
                  <a:lnTo>
                    <a:pt x="1361" y="361"/>
                  </a:lnTo>
                  <a:cubicBezTo>
                    <a:pt x="1440" y="283"/>
                    <a:pt x="1440" y="157"/>
                    <a:pt x="1361" y="79"/>
                  </a:cubicBezTo>
                  <a:cubicBezTo>
                    <a:pt x="1283" y="0"/>
                    <a:pt x="1157" y="0"/>
                    <a:pt x="1079" y="79"/>
                  </a:cubicBezTo>
                  <a:lnTo>
                    <a:pt x="79" y="1079"/>
                  </a:lnTo>
                  <a:cubicBezTo>
                    <a:pt x="0" y="1157"/>
                    <a:pt x="0" y="1283"/>
                    <a:pt x="79" y="1361"/>
                  </a:cubicBezTo>
                  <a:lnTo>
                    <a:pt x="1079" y="2361"/>
                  </a:lnTo>
                  <a:cubicBezTo>
                    <a:pt x="1118" y="2400"/>
                    <a:pt x="1169" y="2420"/>
                    <a:pt x="1220" y="2420"/>
                  </a:cubicBezTo>
                  <a:cubicBezTo>
                    <a:pt x="1271" y="2420"/>
                    <a:pt x="1322" y="2400"/>
                    <a:pt x="1361" y="2361"/>
                  </a:cubicBezTo>
                  <a:cubicBezTo>
                    <a:pt x="1440" y="2283"/>
                    <a:pt x="1440" y="2157"/>
                    <a:pt x="1361" y="2079"/>
                  </a:cubicBezTo>
                  <a:lnTo>
                    <a:pt x="703" y="1420"/>
                  </a:lnTo>
                  <a:lnTo>
                    <a:pt x="4220" y="1420"/>
                  </a:lnTo>
                  <a:cubicBezTo>
                    <a:pt x="4330" y="1420"/>
                    <a:pt x="4420" y="1330"/>
                    <a:pt x="4420" y="1220"/>
                  </a:cubicBezTo>
                  <a:cubicBezTo>
                    <a:pt x="4420" y="1110"/>
                    <a:pt x="4330" y="1020"/>
                    <a:pt x="4220" y="102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wrap="squar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5400" b="1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endParaRPr>
            </a:p>
          </p:txBody>
        </p: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56D53304-7875-5D52-1E5B-1965BEE113ED}"/>
              </a:ext>
            </a:extLst>
          </p:cNvPr>
          <p:cNvPicPr>
            <a:picLocks noChangeAspect="1"/>
          </p:cNvPicPr>
          <p:nvPr/>
        </p:nvPicPr>
        <p:blipFill>
          <a:blip r:embed="R4589ff19e58448f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18085"/>
          <a:stretch>
            <a:fillRect/>
          </a:stretch>
        </p:blipFill>
        <p:spPr>
          <a:xfrm>
            <a:off x="5693714" y="0"/>
            <a:ext cx="6498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30056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5365390" y="1608799"/>
            <a:ext cx="4521095" cy="937882"/>
            <a:chOff x="7606701" y="1608799"/>
            <a:chExt cx="4521094" cy="937882"/>
          </a:xfrm>
        </p:grpSpPr>
        <p:sp>
          <p:nvSpPr>
            <p:cNvPr id="10" name="TextBox 10"/>
            <p:cNvSpPr txBox="1"/>
            <p:nvPr/>
          </p:nvSpPr>
          <p:spPr>
            <a:xfrm>
              <a:off x="8027972" y="2131183"/>
              <a:ext cx="3905833" cy="415498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sz="1500">
                <a:solidFill>
                  <a:schemeClr val="dk1">
                    <a:alpha val="10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06701" y="1608799"/>
              <a:ext cx="4521094" cy="580544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sz="2325" b="1">
                <a:solidFill>
                  <a:schemeClr val="accent1">
                    <a:alpha val="10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4385" y="4380912"/>
            <a:ext cx="4521095" cy="937881"/>
            <a:chOff x="24384" y="4380910"/>
            <a:chExt cx="4521094" cy="937881"/>
          </a:xfrm>
        </p:grpSpPr>
        <p:sp>
          <p:nvSpPr>
            <p:cNvPr id="15" name="TextBox 15"/>
            <p:cNvSpPr txBox="1"/>
            <p:nvPr/>
          </p:nvSpPr>
          <p:spPr>
            <a:xfrm>
              <a:off x="196211" y="4903293"/>
              <a:ext cx="3905833" cy="415498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sz="1500">
                <a:solidFill>
                  <a:schemeClr val="dk1">
                    <a:alpha val="10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384" y="4380910"/>
              <a:ext cx="4521094" cy="580544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sz="2325" b="1">
                <a:solidFill>
                  <a:schemeClr val="accent1">
                    <a:alpha val="10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65390" y="4380912"/>
            <a:ext cx="4521095" cy="937881"/>
            <a:chOff x="7606701" y="4380910"/>
            <a:chExt cx="4521094" cy="937881"/>
          </a:xfrm>
        </p:grpSpPr>
        <p:sp>
          <p:nvSpPr>
            <p:cNvPr id="20" name="TextBox 20"/>
            <p:cNvSpPr txBox="1"/>
            <p:nvPr/>
          </p:nvSpPr>
          <p:spPr>
            <a:xfrm>
              <a:off x="8027972" y="4903293"/>
              <a:ext cx="3905833" cy="415498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sz="1500">
                <a:solidFill>
                  <a:schemeClr val="dk1">
                    <a:alpha val="10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6701" y="4380910"/>
              <a:ext cx="4521094" cy="580544"/>
            </a:xfrm>
            <a:prstGeom prst="rect">
              <a:avLst/>
            </a:prstGeom>
          </p:spPr>
          <p:txBody>
            <a:bodyPr vert="horz" wrap="square" lIns="114300" tIns="57150" rIns="114300" bIns="57150" rtlCol="0" anchor="t" anchorCtr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sz="2325" b="1">
                <a:solidFill>
                  <a:schemeClr val="accent1">
                    <a:alpha val="10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2" name="TextBox 34">
            <a:extLst>
              <a:ext uri="{FF2B5EF4-FFF2-40B4-BE49-F238E27FC236}">
                <a16:creationId xmlns:a16="http://schemas.microsoft.com/office/drawing/2014/main" id="{19E693D2-2E91-8851-FBAB-2E4A1F47E6D5}"/>
              </a:ext>
            </a:extLst>
          </p:cNvPr>
          <p:cNvSpPr txBox="1"/>
          <p:nvPr/>
        </p:nvSpPr>
        <p:spPr>
          <a:xfrm>
            <a:off x="5080339" y="359250"/>
            <a:ext cx="2031325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3600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X球训练</a:t>
            </a:r>
            <a:endParaRPr lang="en-US" altLang="zh-CN" sz="3600">
              <a:solidFill>
                <a:schemeClr val="accent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E3F1E62-60FE-BC2E-4ADF-5B17783240D5}"/>
              </a:ext>
            </a:extLst>
          </p:cNvPr>
          <p:cNvSpPr/>
          <p:nvPr/>
        </p:nvSpPr>
        <p:spPr>
          <a:xfrm>
            <a:off x="4889103" y="1075760"/>
            <a:ext cx="241379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7" name="图片占位符 1">
            <a:extLst>
              <a:ext uri="{FF2B5EF4-FFF2-40B4-BE49-F238E27FC236}">
                <a16:creationId xmlns:a16="http://schemas.microsoft.com/office/drawing/2014/main" id="{38DA693E-A8C3-32CF-AD42-75802739C134}"/>
              </a:ext>
            </a:extLst>
          </p:cNvPr>
          <p:cNvPicPr>
            <a:picLocks noChangeAspect="1"/>
          </p:cNvPicPr>
          <p:nvPr/>
        </p:nvPicPr>
        <p:blipFill>
          <a:blip r:embed="R5c0f0740f5354a7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3897" y="1838750"/>
            <a:ext cx="6428105" cy="4285403"/>
          </a:xfrm>
          <a:prstGeom prst="rect">
            <a:avLst/>
          </a:prstGeom>
          <a:blipFill dpi="0" rotWithShape="1">
            <a:blip r:embed="R230dbc5463a2434b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CF65B7CE-59E1-9AA3-98E0-35971FA0020E}"/>
              </a:ext>
            </a:extLst>
          </p:cNvPr>
          <p:cNvSpPr/>
          <p:nvPr/>
        </p:nvSpPr>
        <p:spPr>
          <a:xfrm>
            <a:off x="637" y="1838594"/>
            <a:ext cx="6428671" cy="31405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>
              <a:latin typeface="Arial"/>
              <a:ea typeface="微软雅黑"/>
              <a:sym typeface="Arial"/>
            </a:endParaRPr>
          </a:p>
        </p:txBody>
      </p:sp>
      <p:sp>
        <p:nvSpPr>
          <p:cNvPr id="12" name="TextBox 40">
            <a:extLst>
              <a:ext uri="{FF2B5EF4-FFF2-40B4-BE49-F238E27FC236}">
                <a16:creationId xmlns:a16="http://schemas.microsoft.com/office/drawing/2014/main" id="{513A6C26-59FE-7B37-94AC-ECA4E7567FE6}"/>
              </a:ext>
            </a:extLst>
          </p:cNvPr>
          <p:cNvSpPr txBox="1"/>
          <p:nvPr/>
        </p:nvSpPr>
        <p:spPr>
          <a:xfrm>
            <a:off x="554562" y="5513228"/>
            <a:ext cx="5515831" cy="5601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err="1">
                <a:solidFill>
                  <a:schemeClr val="accent1"/>
                </a:solidFill>
                <a:cs typeface="+mn-ea"/>
                <a:sym typeface="+mn-lt"/>
              </a:rPr>
              <a:t>身体素质训练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9EE2D54-17A4-DF05-73D7-E8BDAA48124B}"/>
              </a:ext>
            </a:extLst>
          </p:cNvPr>
          <p:cNvSpPr txBox="1"/>
          <p:nvPr/>
        </p:nvSpPr>
        <p:spPr>
          <a:xfrm>
            <a:off x="372746" y="2415540"/>
            <a:ext cx="5775865" cy="225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err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力量训练</a:t>
            </a:r>
            <a:r>
              <a:rPr lang="zh-CN" altLang="en-US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：</a:t>
            </a:r>
            <a:r>
              <a:rPr lang="en-US" altLang="zh-CN" err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通过重量训练增强肌肉力量和耐力，提高发球和击球的力量。速度训练</a:t>
            </a:r>
            <a:r>
              <a:rPr lang="zh-CN" altLang="en-US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：</a:t>
            </a:r>
            <a:r>
              <a:rPr lang="en-US" altLang="zh-CN" err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通过短跑、冲刺和敏捷性训练提高移动速度和反应时间。柔韧性训练</a:t>
            </a:r>
            <a:r>
              <a:rPr lang="zh-CN" altLang="en-US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：</a:t>
            </a:r>
            <a:r>
              <a:rPr lang="en-US" altLang="zh-CN" err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通过伸展和瑜伽等练习提高身体的柔韧性和灵活性，减少运动损伤风险。耐力训练</a:t>
            </a:r>
            <a:r>
              <a:rPr lang="zh-CN" altLang="en-US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：</a:t>
            </a:r>
            <a:r>
              <a:rPr lang="en-US" altLang="zh-CN" err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通过有氧运动（如跑步、游泳）提高心肺功能和持久力。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2" grpId="0"/>
      <p:bldP spid="12" grpId="1"/>
      <p:bldP spid="17" grpId="0"/>
      <p:bldP spid="17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4">
            <a:extLst>
              <a:ext uri="{FF2B5EF4-FFF2-40B4-BE49-F238E27FC236}">
                <a16:creationId xmlns:a16="http://schemas.microsoft.com/office/drawing/2014/main" id="{5A644ED9-A6CC-F15B-5692-93FB1278BC21}"/>
              </a:ext>
            </a:extLst>
          </p:cNvPr>
          <p:cNvSpPr txBox="1"/>
          <p:nvPr/>
        </p:nvSpPr>
        <p:spPr>
          <a:xfrm>
            <a:off x="5080339" y="359250"/>
            <a:ext cx="2031325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3600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X球训练</a:t>
            </a:r>
            <a:endParaRPr lang="en-US" altLang="zh-CN" sz="3600">
              <a:solidFill>
                <a:schemeClr val="accent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17BB17CE-B72A-01CF-4E0A-C90F22D7BE12}"/>
              </a:ext>
            </a:extLst>
          </p:cNvPr>
          <p:cNvSpPr/>
          <p:nvPr/>
        </p:nvSpPr>
        <p:spPr>
          <a:xfrm>
            <a:off x="4889103" y="1075760"/>
            <a:ext cx="241379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11075D7-68AC-82E4-DA17-7C70B0DC753B}"/>
              </a:ext>
            </a:extLst>
          </p:cNvPr>
          <p:cNvGrpSpPr/>
          <p:nvPr/>
        </p:nvGrpSpPr>
        <p:grpSpPr>
          <a:xfrm>
            <a:off x="1122058" y="1376855"/>
            <a:ext cx="10369213" cy="5024567"/>
            <a:chOff x="1122058" y="1376855"/>
            <a:chExt cx="10369213" cy="5024567"/>
          </a:xfrm>
        </p:grpSpPr>
        <p:sp>
          <p:nvSpPr>
            <p:cNvPr id="7" name="Freeform 62">
              <a:extLst>
                <a:ext uri="{FF2B5EF4-FFF2-40B4-BE49-F238E27FC236}">
                  <a16:creationId xmlns:a16="http://schemas.microsoft.com/office/drawing/2014/main" id="{0EBF7EE6-4AD1-DBB2-1EDC-CFA0F8FFD186}"/>
                </a:ext>
              </a:extLst>
            </p:cNvPr>
            <p:cNvSpPr/>
            <p:nvPr/>
          </p:nvSpPr>
          <p:spPr bwMode="auto">
            <a:xfrm>
              <a:off x="4952245" y="2810422"/>
              <a:ext cx="2371648" cy="2181384"/>
            </a:xfrm>
            <a:custGeom>
              <a:avLst/>
              <a:gdLst>
                <a:gd name="T0" fmla="*/ 340 w 681"/>
                <a:gd name="T1" fmla="*/ 0 h 626"/>
                <a:gd name="T2" fmla="*/ 0 w 681"/>
                <a:gd name="T3" fmla="*/ 341 h 626"/>
                <a:gd name="T4" fmla="*/ 30 w 681"/>
                <a:gd name="T5" fmla="*/ 481 h 626"/>
                <a:gd name="T6" fmla="*/ 58 w 681"/>
                <a:gd name="T7" fmla="*/ 469 h 626"/>
                <a:gd name="T8" fmla="*/ 30 w 681"/>
                <a:gd name="T9" fmla="*/ 341 h 626"/>
                <a:gd name="T10" fmla="*/ 340 w 681"/>
                <a:gd name="T11" fmla="*/ 30 h 626"/>
                <a:gd name="T12" fmla="*/ 651 w 681"/>
                <a:gd name="T13" fmla="*/ 341 h 626"/>
                <a:gd name="T14" fmla="*/ 509 w 681"/>
                <a:gd name="T15" fmla="*/ 601 h 626"/>
                <a:gd name="T16" fmla="*/ 525 w 681"/>
                <a:gd name="T17" fmla="*/ 626 h 626"/>
                <a:gd name="T18" fmla="*/ 681 w 681"/>
                <a:gd name="T19" fmla="*/ 341 h 626"/>
                <a:gd name="T20" fmla="*/ 340 w 681"/>
                <a:gd name="T21" fmla="*/ 0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1" h="626">
                  <a:moveTo>
                    <a:pt x="340" y="0"/>
                  </a:moveTo>
                  <a:cubicBezTo>
                    <a:pt x="152" y="0"/>
                    <a:pt x="0" y="153"/>
                    <a:pt x="0" y="341"/>
                  </a:cubicBezTo>
                  <a:cubicBezTo>
                    <a:pt x="0" y="391"/>
                    <a:pt x="11" y="438"/>
                    <a:pt x="30" y="481"/>
                  </a:cubicBezTo>
                  <a:cubicBezTo>
                    <a:pt x="58" y="469"/>
                    <a:pt x="58" y="469"/>
                    <a:pt x="58" y="469"/>
                  </a:cubicBezTo>
                  <a:cubicBezTo>
                    <a:pt x="40" y="429"/>
                    <a:pt x="30" y="386"/>
                    <a:pt x="30" y="341"/>
                  </a:cubicBezTo>
                  <a:cubicBezTo>
                    <a:pt x="30" y="169"/>
                    <a:pt x="169" y="30"/>
                    <a:pt x="340" y="30"/>
                  </a:cubicBezTo>
                  <a:cubicBezTo>
                    <a:pt x="512" y="30"/>
                    <a:pt x="651" y="169"/>
                    <a:pt x="651" y="341"/>
                  </a:cubicBezTo>
                  <a:cubicBezTo>
                    <a:pt x="651" y="450"/>
                    <a:pt x="594" y="546"/>
                    <a:pt x="509" y="601"/>
                  </a:cubicBezTo>
                  <a:cubicBezTo>
                    <a:pt x="525" y="626"/>
                    <a:pt x="525" y="626"/>
                    <a:pt x="525" y="626"/>
                  </a:cubicBezTo>
                  <a:cubicBezTo>
                    <a:pt x="619" y="566"/>
                    <a:pt x="681" y="460"/>
                    <a:pt x="681" y="341"/>
                  </a:cubicBezTo>
                  <a:cubicBezTo>
                    <a:pt x="681" y="153"/>
                    <a:pt x="528" y="0"/>
                    <a:pt x="3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" name="Freeform 63">
              <a:extLst>
                <a:ext uri="{FF2B5EF4-FFF2-40B4-BE49-F238E27FC236}">
                  <a16:creationId xmlns:a16="http://schemas.microsoft.com/office/drawing/2014/main" id="{F99166CC-40E8-ABE9-3C4E-B27FB34E68C1}"/>
                </a:ext>
              </a:extLst>
            </p:cNvPr>
            <p:cNvSpPr/>
            <p:nvPr/>
          </p:nvSpPr>
          <p:spPr bwMode="auto">
            <a:xfrm>
              <a:off x="4807345" y="2528720"/>
              <a:ext cx="2809090" cy="2951164"/>
            </a:xfrm>
            <a:custGeom>
              <a:avLst/>
              <a:gdLst>
                <a:gd name="T0" fmla="*/ 365 w 770"/>
                <a:gd name="T1" fmla="*/ 0 h 809"/>
                <a:gd name="T2" fmla="*/ 0 w 770"/>
                <a:gd name="T3" fmla="*/ 230 h 809"/>
                <a:gd name="T4" fmla="*/ 45 w 770"/>
                <a:gd name="T5" fmla="*/ 248 h 809"/>
                <a:gd name="T6" fmla="*/ 365 w 770"/>
                <a:gd name="T7" fmla="*/ 48 h 809"/>
                <a:gd name="T8" fmla="*/ 722 w 770"/>
                <a:gd name="T9" fmla="*/ 405 h 809"/>
                <a:gd name="T10" fmla="*/ 365 w 770"/>
                <a:gd name="T11" fmla="*/ 761 h 809"/>
                <a:gd name="T12" fmla="*/ 132 w 770"/>
                <a:gd name="T13" fmla="*/ 674 h 809"/>
                <a:gd name="T14" fmla="*/ 102 w 770"/>
                <a:gd name="T15" fmla="*/ 712 h 809"/>
                <a:gd name="T16" fmla="*/ 365 w 770"/>
                <a:gd name="T17" fmla="*/ 809 h 809"/>
                <a:gd name="T18" fmla="*/ 770 w 770"/>
                <a:gd name="T19" fmla="*/ 405 h 809"/>
                <a:gd name="T20" fmla="*/ 365 w 770"/>
                <a:gd name="T21" fmla="*/ 0 h 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70" h="809">
                  <a:moveTo>
                    <a:pt x="365" y="0"/>
                  </a:moveTo>
                  <a:cubicBezTo>
                    <a:pt x="204" y="0"/>
                    <a:pt x="65" y="94"/>
                    <a:pt x="0" y="230"/>
                  </a:cubicBezTo>
                  <a:cubicBezTo>
                    <a:pt x="45" y="248"/>
                    <a:pt x="45" y="248"/>
                    <a:pt x="45" y="248"/>
                  </a:cubicBezTo>
                  <a:cubicBezTo>
                    <a:pt x="103" y="130"/>
                    <a:pt x="224" y="48"/>
                    <a:pt x="365" y="48"/>
                  </a:cubicBezTo>
                  <a:cubicBezTo>
                    <a:pt x="562" y="48"/>
                    <a:pt x="722" y="208"/>
                    <a:pt x="722" y="405"/>
                  </a:cubicBezTo>
                  <a:cubicBezTo>
                    <a:pt x="722" y="602"/>
                    <a:pt x="562" y="761"/>
                    <a:pt x="365" y="761"/>
                  </a:cubicBezTo>
                  <a:cubicBezTo>
                    <a:pt x="276" y="761"/>
                    <a:pt x="194" y="728"/>
                    <a:pt x="132" y="674"/>
                  </a:cubicBezTo>
                  <a:cubicBezTo>
                    <a:pt x="102" y="712"/>
                    <a:pt x="102" y="712"/>
                    <a:pt x="102" y="712"/>
                  </a:cubicBezTo>
                  <a:cubicBezTo>
                    <a:pt x="173" y="772"/>
                    <a:pt x="265" y="809"/>
                    <a:pt x="365" y="809"/>
                  </a:cubicBezTo>
                  <a:cubicBezTo>
                    <a:pt x="589" y="809"/>
                    <a:pt x="770" y="628"/>
                    <a:pt x="770" y="405"/>
                  </a:cubicBezTo>
                  <a:cubicBezTo>
                    <a:pt x="770" y="181"/>
                    <a:pt x="589" y="0"/>
                    <a:pt x="365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" name="Freeform 64">
              <a:extLst>
                <a:ext uri="{FF2B5EF4-FFF2-40B4-BE49-F238E27FC236}">
                  <a16:creationId xmlns:a16="http://schemas.microsoft.com/office/drawing/2014/main" id="{FDBB9EBC-E93D-FC30-7C6A-00E0A53021DF}"/>
                </a:ext>
              </a:extLst>
            </p:cNvPr>
            <p:cNvSpPr/>
            <p:nvPr/>
          </p:nvSpPr>
          <p:spPr bwMode="auto">
            <a:xfrm>
              <a:off x="4399758" y="2266782"/>
              <a:ext cx="3476625" cy="3476625"/>
            </a:xfrm>
            <a:custGeom>
              <a:avLst/>
              <a:gdLst>
                <a:gd name="T0" fmla="*/ 463 w 927"/>
                <a:gd name="T1" fmla="*/ 0 h 927"/>
                <a:gd name="T2" fmla="*/ 259 w 927"/>
                <a:gd name="T3" fmla="*/ 48 h 927"/>
                <a:gd name="T4" fmla="*/ 279 w 927"/>
                <a:gd name="T5" fmla="*/ 87 h 927"/>
                <a:gd name="T6" fmla="*/ 463 w 927"/>
                <a:gd name="T7" fmla="*/ 45 h 927"/>
                <a:gd name="T8" fmla="*/ 882 w 927"/>
                <a:gd name="T9" fmla="*/ 464 h 927"/>
                <a:gd name="T10" fmla="*/ 463 w 927"/>
                <a:gd name="T11" fmla="*/ 883 h 927"/>
                <a:gd name="T12" fmla="*/ 44 w 927"/>
                <a:gd name="T13" fmla="*/ 464 h 927"/>
                <a:gd name="T14" fmla="*/ 48 w 927"/>
                <a:gd name="T15" fmla="*/ 411 h 927"/>
                <a:gd name="T16" fmla="*/ 3 w 927"/>
                <a:gd name="T17" fmla="*/ 409 h 927"/>
                <a:gd name="T18" fmla="*/ 0 w 927"/>
                <a:gd name="T19" fmla="*/ 464 h 927"/>
                <a:gd name="T20" fmla="*/ 463 w 927"/>
                <a:gd name="T21" fmla="*/ 927 h 927"/>
                <a:gd name="T22" fmla="*/ 927 w 927"/>
                <a:gd name="T23" fmla="*/ 464 h 927"/>
                <a:gd name="T24" fmla="*/ 463 w 927"/>
                <a:gd name="T25" fmla="*/ 0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6" h="926">
                  <a:moveTo>
                    <a:pt x="463" y="0"/>
                  </a:moveTo>
                  <a:cubicBezTo>
                    <a:pt x="390" y="0"/>
                    <a:pt x="321" y="17"/>
                    <a:pt x="259" y="48"/>
                  </a:cubicBezTo>
                  <a:cubicBezTo>
                    <a:pt x="279" y="87"/>
                    <a:pt x="279" y="87"/>
                    <a:pt x="279" y="87"/>
                  </a:cubicBezTo>
                  <a:cubicBezTo>
                    <a:pt x="335" y="60"/>
                    <a:pt x="397" y="45"/>
                    <a:pt x="463" y="45"/>
                  </a:cubicBezTo>
                  <a:cubicBezTo>
                    <a:pt x="695" y="45"/>
                    <a:pt x="882" y="232"/>
                    <a:pt x="882" y="464"/>
                  </a:cubicBezTo>
                  <a:cubicBezTo>
                    <a:pt x="882" y="695"/>
                    <a:pt x="695" y="883"/>
                    <a:pt x="463" y="883"/>
                  </a:cubicBezTo>
                  <a:cubicBezTo>
                    <a:pt x="232" y="883"/>
                    <a:pt x="44" y="695"/>
                    <a:pt x="44" y="464"/>
                  </a:cubicBezTo>
                  <a:cubicBezTo>
                    <a:pt x="44" y="446"/>
                    <a:pt x="46" y="428"/>
                    <a:pt x="48" y="411"/>
                  </a:cubicBezTo>
                  <a:cubicBezTo>
                    <a:pt x="3" y="409"/>
                    <a:pt x="3" y="409"/>
                    <a:pt x="3" y="409"/>
                  </a:cubicBezTo>
                  <a:cubicBezTo>
                    <a:pt x="1" y="427"/>
                    <a:pt x="0" y="445"/>
                    <a:pt x="0" y="464"/>
                  </a:cubicBezTo>
                  <a:cubicBezTo>
                    <a:pt x="0" y="720"/>
                    <a:pt x="207" y="927"/>
                    <a:pt x="463" y="927"/>
                  </a:cubicBezTo>
                  <a:cubicBezTo>
                    <a:pt x="719" y="927"/>
                    <a:pt x="927" y="720"/>
                    <a:pt x="927" y="464"/>
                  </a:cubicBezTo>
                  <a:cubicBezTo>
                    <a:pt x="927" y="208"/>
                    <a:pt x="719" y="0"/>
                    <a:pt x="4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" name="Freeform 65">
              <a:extLst>
                <a:ext uri="{FF2B5EF4-FFF2-40B4-BE49-F238E27FC236}">
                  <a16:creationId xmlns:a16="http://schemas.microsoft.com/office/drawing/2014/main" id="{2B20D2E2-166C-656E-731C-F46CB93BD7C3}"/>
                </a:ext>
              </a:extLst>
            </p:cNvPr>
            <p:cNvSpPr/>
            <p:nvPr/>
          </p:nvSpPr>
          <p:spPr bwMode="auto">
            <a:xfrm>
              <a:off x="7119145" y="2325519"/>
              <a:ext cx="944563" cy="357188"/>
            </a:xfrm>
            <a:custGeom>
              <a:avLst/>
              <a:gdLst>
                <a:gd name="T0" fmla="*/ 0 w 595"/>
                <a:gd name="T1" fmla="*/ 225 h 225"/>
                <a:gd name="T2" fmla="*/ 208 w 595"/>
                <a:gd name="T3" fmla="*/ 0 h 225"/>
                <a:gd name="T4" fmla="*/ 595 w 595"/>
                <a:gd name="T5" fmla="*/ 0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5" h="225">
                  <a:moveTo>
                    <a:pt x="0" y="225"/>
                  </a:moveTo>
                  <a:lnTo>
                    <a:pt x="208" y="0"/>
                  </a:lnTo>
                  <a:lnTo>
                    <a:pt x="595" y="0"/>
                  </a:lnTo>
                </a:path>
              </a:pathLst>
            </a:custGeom>
            <a:noFill/>
            <a:ln w="5" cap="flat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3" name="Line 66">
              <a:extLst>
                <a:ext uri="{FF2B5EF4-FFF2-40B4-BE49-F238E27FC236}">
                  <a16:creationId xmlns:a16="http://schemas.microsoft.com/office/drawing/2014/main" id="{9B6B73A0-9E8A-2862-1DC5-30BF965D85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12882" y="3863806"/>
              <a:ext cx="401638" cy="0"/>
            </a:xfrm>
            <a:prstGeom prst="line">
              <a:avLst/>
            </a:prstGeom>
            <a:noFill/>
            <a:ln w="5" cap="flat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Freeform 67">
              <a:extLst>
                <a:ext uri="{FF2B5EF4-FFF2-40B4-BE49-F238E27FC236}">
                  <a16:creationId xmlns:a16="http://schemas.microsoft.com/office/drawing/2014/main" id="{7F2C432C-395F-0EF9-132E-200BF7DA8E3C}"/>
                </a:ext>
              </a:extLst>
            </p:cNvPr>
            <p:cNvSpPr/>
            <p:nvPr/>
          </p:nvSpPr>
          <p:spPr bwMode="auto">
            <a:xfrm>
              <a:off x="6860382" y="4984581"/>
              <a:ext cx="1079500" cy="706438"/>
            </a:xfrm>
            <a:custGeom>
              <a:avLst/>
              <a:gdLst>
                <a:gd name="T0" fmla="*/ 0 w 288"/>
                <a:gd name="T1" fmla="*/ 0 h 188"/>
                <a:gd name="T2" fmla="*/ 193 w 288"/>
                <a:gd name="T3" fmla="*/ 188 h 188"/>
                <a:gd name="T4" fmla="*/ 288 w 288"/>
                <a:gd name="T5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8" h="188">
                  <a:moveTo>
                    <a:pt x="0" y="0"/>
                  </a:moveTo>
                  <a:cubicBezTo>
                    <a:pt x="4" y="5"/>
                    <a:pt x="193" y="188"/>
                    <a:pt x="193" y="188"/>
                  </a:cubicBezTo>
                  <a:cubicBezTo>
                    <a:pt x="288" y="188"/>
                    <a:pt x="288" y="188"/>
                    <a:pt x="288" y="188"/>
                  </a:cubicBezTo>
                </a:path>
              </a:pathLst>
            </a:custGeom>
            <a:noFill/>
            <a:ln w="5" cap="flat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9" name="Freeform 68">
              <a:extLst>
                <a:ext uri="{FF2B5EF4-FFF2-40B4-BE49-F238E27FC236}">
                  <a16:creationId xmlns:a16="http://schemas.microsoft.com/office/drawing/2014/main" id="{DB86257E-923F-DD22-26C4-7FE0957755FC}"/>
                </a:ext>
              </a:extLst>
            </p:cNvPr>
            <p:cNvSpPr/>
            <p:nvPr/>
          </p:nvSpPr>
          <p:spPr bwMode="auto">
            <a:xfrm>
              <a:off x="4196557" y="5116344"/>
              <a:ext cx="1081088" cy="604838"/>
            </a:xfrm>
            <a:custGeom>
              <a:avLst/>
              <a:gdLst>
                <a:gd name="T0" fmla="*/ 681 w 681"/>
                <a:gd name="T1" fmla="*/ 0 h 381"/>
                <a:gd name="T2" fmla="*/ 277 w 681"/>
                <a:gd name="T3" fmla="*/ 381 h 381"/>
                <a:gd name="T4" fmla="*/ 0 w 681"/>
                <a:gd name="T5" fmla="*/ 381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1" h="381">
                  <a:moveTo>
                    <a:pt x="681" y="0"/>
                  </a:moveTo>
                  <a:lnTo>
                    <a:pt x="277" y="381"/>
                  </a:lnTo>
                  <a:lnTo>
                    <a:pt x="0" y="381"/>
                  </a:lnTo>
                </a:path>
              </a:pathLst>
            </a:custGeom>
            <a:noFill/>
            <a:ln w="5" cap="flat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0" name="Freeform 71">
              <a:extLst>
                <a:ext uri="{FF2B5EF4-FFF2-40B4-BE49-F238E27FC236}">
                  <a16:creationId xmlns:a16="http://schemas.microsoft.com/office/drawing/2014/main" id="{59B1AAE2-94DD-8BC2-9C27-11A22A5B413A}"/>
                </a:ext>
              </a:extLst>
            </p:cNvPr>
            <p:cNvSpPr/>
            <p:nvPr/>
          </p:nvSpPr>
          <p:spPr bwMode="auto">
            <a:xfrm>
              <a:off x="4164033" y="2918390"/>
              <a:ext cx="696913" cy="404813"/>
            </a:xfrm>
            <a:custGeom>
              <a:avLst/>
              <a:gdLst>
                <a:gd name="T0" fmla="*/ 439 w 439"/>
                <a:gd name="T1" fmla="*/ 255 h 255"/>
                <a:gd name="T2" fmla="*/ 267 w 439"/>
                <a:gd name="T3" fmla="*/ 0 h 255"/>
                <a:gd name="T4" fmla="*/ 0 w 439"/>
                <a:gd name="T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9" h="255">
                  <a:moveTo>
                    <a:pt x="439" y="255"/>
                  </a:moveTo>
                  <a:lnTo>
                    <a:pt x="267" y="0"/>
                  </a:lnTo>
                  <a:lnTo>
                    <a:pt x="0" y="0"/>
                  </a:lnTo>
                </a:path>
              </a:pathLst>
            </a:custGeom>
            <a:noFill/>
            <a:ln w="5" cap="flat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1" name="Line 72">
              <a:extLst>
                <a:ext uri="{FF2B5EF4-FFF2-40B4-BE49-F238E27FC236}">
                  <a16:creationId xmlns:a16="http://schemas.microsoft.com/office/drawing/2014/main" id="{6486CCBB-4718-FCE2-83C2-EE51FEA4AD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112545" y="2154069"/>
              <a:ext cx="366713" cy="374650"/>
            </a:xfrm>
            <a:prstGeom prst="line">
              <a:avLst/>
            </a:prstGeom>
            <a:noFill/>
            <a:ln w="5" cap="flat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" name="TextBox 12">
              <a:extLst>
                <a:ext uri="{FF2B5EF4-FFF2-40B4-BE49-F238E27FC236}">
                  <a16:creationId xmlns:a16="http://schemas.microsoft.com/office/drawing/2014/main" id="{D3261594-EC36-B656-B1A0-A9D2BB23A0B7}"/>
                </a:ext>
              </a:extLst>
            </p:cNvPr>
            <p:cNvSpPr txBox="1"/>
            <p:nvPr/>
          </p:nvSpPr>
          <p:spPr>
            <a:xfrm>
              <a:off x="2438491" y="1376855"/>
              <a:ext cx="2433621" cy="111825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 fontAlgn="auto">
                <a:lnSpc>
                  <a:spcPts val="2000"/>
                </a:lnSpc>
              </a:pPr>
              <a:r>
                <a:rPr lang="en-US" altLang="zh-CN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正手击球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：</a:t>
              </a:r>
              <a:r>
                <a:rPr lang="en-US" altLang="zh-CN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掌握正确的姿势、步伐和挥拍动作，提高击球准确性和力量。反手击球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：</a:t>
              </a:r>
              <a:r>
                <a:rPr lang="en-US" altLang="zh-CN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强化反手技术</a:t>
              </a: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endParaRPr>
            </a:p>
          </p:txBody>
        </p:sp>
        <p:sp>
          <p:nvSpPr>
            <p:cNvPr id="24" name="TextBox 13">
              <a:extLst>
                <a:ext uri="{FF2B5EF4-FFF2-40B4-BE49-F238E27FC236}">
                  <a16:creationId xmlns:a16="http://schemas.microsoft.com/office/drawing/2014/main" id="{6B0C8D80-6C46-74AC-2A2D-B5DA244E730C}"/>
                </a:ext>
              </a:extLst>
            </p:cNvPr>
            <p:cNvSpPr txBox="1"/>
            <p:nvPr/>
          </p:nvSpPr>
          <p:spPr>
            <a:xfrm>
              <a:off x="1808255" y="1505733"/>
              <a:ext cx="598241" cy="52322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/>
              <a:r>
                <a:rPr lang="en-US" altLang="zh-CN" sz="2800" b="1">
                  <a:solidFill>
                    <a:schemeClr val="accent1"/>
                  </a:solidFill>
                  <a:cs typeface="+mn-ea"/>
                  <a:sym typeface="+mn-lt"/>
                </a:rPr>
                <a:t>01</a:t>
              </a:r>
            </a:p>
          </p:txBody>
        </p:sp>
        <p:sp>
          <p:nvSpPr>
            <p:cNvPr id="26" name="TextBox 15">
              <a:extLst>
                <a:ext uri="{FF2B5EF4-FFF2-40B4-BE49-F238E27FC236}">
                  <a16:creationId xmlns:a16="http://schemas.microsoft.com/office/drawing/2014/main" id="{5697EF08-F85E-6561-5EB5-9EFB29CF98A8}"/>
                </a:ext>
              </a:extLst>
            </p:cNvPr>
            <p:cNvSpPr txBox="1"/>
            <p:nvPr/>
          </p:nvSpPr>
          <p:spPr>
            <a:xfrm>
              <a:off x="8858494" y="1952919"/>
              <a:ext cx="2433621" cy="111825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just">
                <a:lnSpc>
                  <a:spcPts val="2000"/>
                </a:lnSpc>
                <a:buClrTx/>
                <a:buSzTx/>
                <a:buFontTx/>
              </a:pPr>
              <a:r>
                <a:rPr lang="en-US" altLang="zh-CN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战术训练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：</a:t>
              </a:r>
              <a:r>
                <a:rPr lang="en-US" altLang="zh-CN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比赛策略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：</a:t>
              </a:r>
              <a:r>
                <a:rPr lang="en-US" altLang="zh-CN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根据对手的特点制定比赛策略，包括进攻、防守和转换策略。场地适应性</a:t>
              </a: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endParaRPr>
            </a:p>
          </p:txBody>
        </p:sp>
        <p:sp>
          <p:nvSpPr>
            <p:cNvPr id="27" name="TextBox 16">
              <a:extLst>
                <a:ext uri="{FF2B5EF4-FFF2-40B4-BE49-F238E27FC236}">
                  <a16:creationId xmlns:a16="http://schemas.microsoft.com/office/drawing/2014/main" id="{D66B904C-33B9-31BA-6D9B-48CC49FB6716}"/>
                </a:ext>
              </a:extLst>
            </p:cNvPr>
            <p:cNvSpPr txBox="1"/>
            <p:nvPr/>
          </p:nvSpPr>
          <p:spPr>
            <a:xfrm>
              <a:off x="8261129" y="2079936"/>
              <a:ext cx="598241" cy="52322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/>
              <a:r>
                <a:rPr lang="en-US" altLang="zh-CN" sz="2800" b="1">
                  <a:solidFill>
                    <a:schemeClr val="accent1"/>
                  </a:solidFill>
                  <a:cs typeface="+mn-ea"/>
                  <a:sym typeface="+mn-lt"/>
                </a:rPr>
                <a:t>04</a:t>
              </a:r>
            </a:p>
          </p:txBody>
        </p:sp>
        <p:sp>
          <p:nvSpPr>
            <p:cNvPr id="29" name="TextBox 18">
              <a:extLst>
                <a:ext uri="{FF2B5EF4-FFF2-40B4-BE49-F238E27FC236}">
                  <a16:creationId xmlns:a16="http://schemas.microsoft.com/office/drawing/2014/main" id="{B723FCA1-46BD-BD02-099F-1AE61BB67592}"/>
                </a:ext>
              </a:extLst>
            </p:cNvPr>
            <p:cNvSpPr txBox="1"/>
            <p:nvPr/>
          </p:nvSpPr>
          <p:spPr>
            <a:xfrm>
              <a:off x="9057650" y="3493260"/>
              <a:ext cx="2433621" cy="111825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just">
                <a:lnSpc>
                  <a:spcPts val="2000"/>
                </a:lnSpc>
                <a:buClrTx/>
                <a:buSzTx/>
                <a:buFontTx/>
              </a:pPr>
              <a:r>
                <a:rPr lang="en-US" altLang="zh-CN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了解不同场地的特性和最佳打法，包括草地、红土和硬地球场。对手分析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：</a:t>
              </a:r>
              <a:r>
                <a:rPr lang="en-US" altLang="zh-CN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通过分析对手的技术</a:t>
              </a: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endParaRPr>
            </a:p>
          </p:txBody>
        </p:sp>
        <p:sp>
          <p:nvSpPr>
            <p:cNvPr id="30" name="TextBox 19">
              <a:extLst>
                <a:ext uri="{FF2B5EF4-FFF2-40B4-BE49-F238E27FC236}">
                  <a16:creationId xmlns:a16="http://schemas.microsoft.com/office/drawing/2014/main" id="{B086D438-4EC7-D5B2-C618-E45DAE7DA9B3}"/>
                </a:ext>
              </a:extLst>
            </p:cNvPr>
            <p:cNvSpPr txBox="1"/>
            <p:nvPr/>
          </p:nvSpPr>
          <p:spPr>
            <a:xfrm>
              <a:off x="8460283" y="3620277"/>
              <a:ext cx="598241" cy="52322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/>
              <a:r>
                <a:rPr lang="en-US" altLang="zh-CN" sz="2800" b="1">
                  <a:solidFill>
                    <a:schemeClr val="accent1"/>
                  </a:solidFill>
                  <a:cs typeface="+mn-ea"/>
                  <a:sym typeface="+mn-lt"/>
                </a:rPr>
                <a:t>05</a:t>
              </a:r>
            </a:p>
          </p:txBody>
        </p:sp>
        <p:sp>
          <p:nvSpPr>
            <p:cNvPr id="32" name="TextBox 21">
              <a:extLst>
                <a:ext uri="{FF2B5EF4-FFF2-40B4-BE49-F238E27FC236}">
                  <a16:creationId xmlns:a16="http://schemas.microsoft.com/office/drawing/2014/main" id="{8F181B93-12EE-2D66-14DC-D806A034C0FB}"/>
                </a:ext>
              </a:extLst>
            </p:cNvPr>
            <p:cNvSpPr txBox="1"/>
            <p:nvPr/>
          </p:nvSpPr>
          <p:spPr>
            <a:xfrm>
              <a:off x="8875718" y="5283167"/>
              <a:ext cx="2433621" cy="111825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just">
                <a:lnSpc>
                  <a:spcPts val="2000"/>
                </a:lnSpc>
                <a:buClrTx/>
                <a:buSzTx/>
                <a:buFontTx/>
              </a:pPr>
              <a:r>
                <a:rPr lang="en-US" altLang="zh-CN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战术和心理特点，制定相应的比赛计划。调整能力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：</a:t>
              </a:r>
              <a:r>
                <a:rPr lang="en-US" altLang="zh-CN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根据比赛情况及时调整战术和心态，保持比赛的主动权</a:t>
              </a: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endParaRPr>
            </a:p>
          </p:txBody>
        </p:sp>
        <p:sp>
          <p:nvSpPr>
            <p:cNvPr id="33" name="TextBox 22">
              <a:extLst>
                <a:ext uri="{FF2B5EF4-FFF2-40B4-BE49-F238E27FC236}">
                  <a16:creationId xmlns:a16="http://schemas.microsoft.com/office/drawing/2014/main" id="{1F373246-917D-FD64-D637-32265A301498}"/>
                </a:ext>
              </a:extLst>
            </p:cNvPr>
            <p:cNvSpPr txBox="1"/>
            <p:nvPr/>
          </p:nvSpPr>
          <p:spPr>
            <a:xfrm>
              <a:off x="8177509" y="5410184"/>
              <a:ext cx="598241" cy="52322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/>
              <a:r>
                <a:rPr lang="en-US" altLang="zh-CN" sz="2800" b="1">
                  <a:solidFill>
                    <a:schemeClr val="accent1"/>
                  </a:solidFill>
                  <a:cs typeface="+mn-ea"/>
                  <a:sym typeface="+mn-lt"/>
                </a:rPr>
                <a:t>06</a:t>
              </a:r>
            </a:p>
          </p:txBody>
        </p:sp>
        <p:sp>
          <p:nvSpPr>
            <p:cNvPr id="35" name="TextBox 24">
              <a:extLst>
                <a:ext uri="{FF2B5EF4-FFF2-40B4-BE49-F238E27FC236}">
                  <a16:creationId xmlns:a16="http://schemas.microsoft.com/office/drawing/2014/main" id="{A2BECAF7-54F4-11B0-DFD2-641C66BDE59A}"/>
                </a:ext>
              </a:extLst>
            </p:cNvPr>
            <p:cNvSpPr txBox="1"/>
            <p:nvPr/>
          </p:nvSpPr>
          <p:spPr>
            <a:xfrm>
              <a:off x="1746926" y="4865005"/>
              <a:ext cx="2433621" cy="121264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30000"/>
                </a:lnSpc>
              </a:pPr>
              <a:r>
                <a:rPr lang="en-US" altLang="zh-CN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准确性和接发球的预判能力。截击球和高压球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：</a:t>
              </a:r>
              <a:r>
                <a:rPr lang="en-US" altLang="zh-CN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掌握截击球和高压球的技巧，提高X前技术和控制能力。</a:t>
              </a:r>
            </a:p>
          </p:txBody>
        </p:sp>
        <p:sp>
          <p:nvSpPr>
            <p:cNvPr id="36" name="TextBox 25">
              <a:extLst>
                <a:ext uri="{FF2B5EF4-FFF2-40B4-BE49-F238E27FC236}">
                  <a16:creationId xmlns:a16="http://schemas.microsoft.com/office/drawing/2014/main" id="{EB0BF6C8-511D-06F6-9020-2F3D5CE8FEF5}"/>
                </a:ext>
              </a:extLst>
            </p:cNvPr>
            <p:cNvSpPr txBox="1"/>
            <p:nvPr/>
          </p:nvSpPr>
          <p:spPr>
            <a:xfrm>
              <a:off x="1122058" y="4992022"/>
              <a:ext cx="598241" cy="52322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/>
              <a:r>
                <a:rPr lang="en-US" altLang="zh-CN" sz="2800" b="1">
                  <a:solidFill>
                    <a:schemeClr val="accent1"/>
                  </a:solidFill>
                  <a:cs typeface="+mn-ea"/>
                  <a:sym typeface="+mn-lt"/>
                </a:rPr>
                <a:t>03</a:t>
              </a:r>
            </a:p>
          </p:txBody>
        </p:sp>
        <p:sp>
          <p:nvSpPr>
            <p:cNvPr id="38" name="TextBox 27">
              <a:extLst>
                <a:ext uri="{FF2B5EF4-FFF2-40B4-BE49-F238E27FC236}">
                  <a16:creationId xmlns:a16="http://schemas.microsoft.com/office/drawing/2014/main" id="{086CD476-6083-4E06-61BF-9C716DCD7208}"/>
                </a:ext>
              </a:extLst>
            </p:cNvPr>
            <p:cNvSpPr txBox="1"/>
            <p:nvPr/>
          </p:nvSpPr>
          <p:spPr>
            <a:xfrm>
              <a:off x="1746926" y="2817015"/>
              <a:ext cx="2433621" cy="111825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just">
                <a:lnSpc>
                  <a:spcPts val="2000"/>
                </a:lnSpc>
                <a:buClrTx/>
                <a:buSzTx/>
                <a:buFontTx/>
              </a:pPr>
              <a:r>
                <a:rPr lang="en-US" altLang="zh-CN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提高反手击球的稳定性和攻击性。发球和接发球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：</a:t>
              </a:r>
              <a:r>
                <a:rPr lang="en-US" altLang="zh-CN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培养发球和接发球的技巧，提高发球速度</a:t>
              </a: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endParaRPr>
            </a:p>
          </p:txBody>
        </p:sp>
        <p:sp>
          <p:nvSpPr>
            <p:cNvPr id="39" name="TextBox 28">
              <a:extLst>
                <a:ext uri="{FF2B5EF4-FFF2-40B4-BE49-F238E27FC236}">
                  <a16:creationId xmlns:a16="http://schemas.microsoft.com/office/drawing/2014/main" id="{D3C455D3-B5B2-2693-F332-C8704EE4A2A5}"/>
                </a:ext>
              </a:extLst>
            </p:cNvPr>
            <p:cNvSpPr txBox="1"/>
            <p:nvPr/>
          </p:nvSpPr>
          <p:spPr>
            <a:xfrm>
              <a:off x="1149559" y="2944032"/>
              <a:ext cx="598241" cy="52322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/>
              <a:r>
                <a:rPr lang="en-US" altLang="zh-CN" sz="2800" b="1">
                  <a:solidFill>
                    <a:schemeClr val="accent1"/>
                  </a:solidFill>
                  <a:cs typeface="+mn-ea"/>
                  <a:sym typeface="+mn-lt"/>
                </a:rPr>
                <a:t>02</a:t>
              </a:r>
            </a:p>
          </p:txBody>
        </p:sp>
      </p:grpSp>
      <p:pic>
        <p:nvPicPr>
          <p:cNvPr id="40" name="图片 39">
            <a:extLst>
              <a:ext uri="{FF2B5EF4-FFF2-40B4-BE49-F238E27FC236}">
                <a16:creationId xmlns:a16="http://schemas.microsoft.com/office/drawing/2014/main" id="{76408465-056D-B2D7-FD4D-9C42871B70B0}"/>
              </a:ext>
            </a:extLst>
          </p:cNvPr>
          <p:cNvPicPr>
            <a:picLocks noChangeAspect="1"/>
          </p:cNvPicPr>
          <p:nvPr/>
        </p:nvPicPr>
        <p:blipFill>
          <a:blip r:embed="Rd453be870a31426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8655" y="1549401"/>
            <a:ext cx="4470520" cy="3864766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d2ff0c66174f446d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6"/>
            <a:ext cx="12192000" cy="685600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76769CF-382F-4D6B-0D40-EF4CC331BB67}"/>
              </a:ext>
            </a:extLst>
          </p:cNvPr>
          <p:cNvPicPr>
            <a:picLocks noChangeAspect="1"/>
          </p:cNvPicPr>
          <p:nvPr/>
        </p:nvPicPr>
        <p:blipFill>
          <a:blip r:embed="R5d6a01aab51643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2F6F304-DADE-161C-D8BC-B22ED18C98E0}"/>
              </a:ext>
            </a:extLst>
          </p:cNvPr>
          <p:cNvPicPr>
            <a:picLocks noChangeAspect="1"/>
          </p:cNvPicPr>
          <p:nvPr/>
        </p:nvPicPr>
        <p:blipFill>
          <a:blip r:embed="Rb06ba041e097448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5914" y="1333501"/>
            <a:ext cx="3106087" cy="596265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5D94DBD-370F-64F3-0B17-031F4EBDF71D}"/>
              </a:ext>
            </a:extLst>
          </p:cNvPr>
          <p:cNvPicPr>
            <a:picLocks noChangeAspect="1"/>
          </p:cNvPicPr>
          <p:nvPr/>
        </p:nvPicPr>
        <p:blipFill>
          <a:blip r:embed="R3645e0fd67334f3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3248720"/>
            <a:ext cx="666751" cy="125200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7C32CB6-6E22-224D-14EA-D682580A95EE}"/>
              </a:ext>
            </a:extLst>
          </p:cNvPr>
          <p:cNvPicPr>
            <a:picLocks noChangeAspect="1"/>
          </p:cNvPicPr>
          <p:nvPr/>
        </p:nvPicPr>
        <p:blipFill>
          <a:blip r:embed="R422ab903763a409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8665" y="5100358"/>
            <a:ext cx="2330836" cy="119368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EBD57A6-B314-8CA3-95A7-1B02B663DE78}"/>
              </a:ext>
            </a:extLst>
          </p:cNvPr>
          <p:cNvPicPr>
            <a:picLocks noChangeAspect="1"/>
          </p:cNvPicPr>
          <p:nvPr/>
        </p:nvPicPr>
        <p:blipFill>
          <a:blip r:embed="Rc494e28acc6b4e2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" y="76200"/>
            <a:ext cx="3049708" cy="11811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0A7C7EB-288D-7E30-DDA5-2F4623CA3B45}"/>
              </a:ext>
            </a:extLst>
          </p:cNvPr>
          <p:cNvSpPr txBox="1"/>
          <p:nvPr/>
        </p:nvSpPr>
        <p:spPr>
          <a:xfrm>
            <a:off x="682173" y="478504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rgbClr val="488A2A"/>
                </a:soli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</a:rPr>
              <a:t>LOGO</a:t>
            </a:r>
            <a:endParaRPr lang="zh-CN" altLang="en-US" sz="2800">
              <a:solidFill>
                <a:srgbClr val="488A2A"/>
              </a:solidFill>
              <a:latin typeface="阿里巴巴普惠体 Heavy" pitchFamily="18" charset="-122"/>
              <a:ea typeface="阿里巴巴普惠体 Heavy" pitchFamily="18" charset="-122"/>
              <a:cs typeface="阿里巴巴普惠体 Heavy" pitchFamily="18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59749E5-72CE-5FE1-1836-251AF92E49AF}"/>
              </a:ext>
            </a:extLst>
          </p:cNvPr>
          <p:cNvPicPr>
            <a:picLocks noChangeAspect="1"/>
          </p:cNvPicPr>
          <p:nvPr/>
        </p:nvPicPr>
        <p:blipFill>
          <a:blip r:embed="R548a825b98ef47be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6779" y="593334"/>
            <a:ext cx="833915" cy="795894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52C716FF-2680-F663-FA70-26C82885FB66}"/>
              </a:ext>
            </a:extLst>
          </p:cNvPr>
          <p:cNvGrpSpPr/>
          <p:nvPr/>
        </p:nvGrpSpPr>
        <p:grpSpPr>
          <a:xfrm>
            <a:off x="882008" y="1886427"/>
            <a:ext cx="7842363" cy="2257996"/>
            <a:chOff x="2389" y="3840"/>
            <a:chExt cx="4463" cy="1285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7DA9795-4CD7-6EB5-7301-113F9F0F00D5}"/>
                </a:ext>
              </a:extLst>
            </p:cNvPr>
            <p:cNvSpPr txBox="1"/>
            <p:nvPr/>
          </p:nvSpPr>
          <p:spPr>
            <a:xfrm>
              <a:off x="2389" y="3840"/>
              <a:ext cx="3566" cy="5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u="none" strike="noStrike" kern="1200" cap="none" spc="-300" normalizeH="0" baseline="0" noProof="0">
                  <a:ln>
                    <a:noFill/>
                  </a:ln>
                  <a:solidFill>
                    <a:schemeClr val="bg1">
                      <a:alpha val="33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FZHei-B01"/>
                  <a:sym typeface="Arial"/>
                </a:rPr>
                <a:t>PART 05</a:t>
              </a:r>
              <a:endParaRPr kumimoji="0" lang="zh-CN" altLang="en-US" sz="6000" b="1" u="none" strike="noStrike" kern="1200" cap="none" spc="-300" normalizeH="0" baseline="0" noProof="0">
                <a:ln>
                  <a:noFill/>
                </a:ln>
                <a:solidFill>
                  <a:schemeClr val="bg1">
                    <a:alpha val="33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FZHei-B01"/>
                <a:sym typeface="Arial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B02AABA-3DE2-72CE-1E65-DB343FE3C061}"/>
                </a:ext>
              </a:extLst>
            </p:cNvPr>
            <p:cNvSpPr/>
            <p:nvPr/>
          </p:nvSpPr>
          <p:spPr>
            <a:xfrm>
              <a:off x="2434" y="4235"/>
              <a:ext cx="4418" cy="8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5400" b="1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78429518-3958-679E-4052-E21EA6916F3C}"/>
                </a:ext>
              </a:extLst>
            </p:cNvPr>
            <p:cNvSpPr txBox="1"/>
            <p:nvPr/>
          </p:nvSpPr>
          <p:spPr>
            <a:xfrm>
              <a:off x="2644" y="4288"/>
              <a:ext cx="4035" cy="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8000" spc="-300">
                  <a:solidFill>
                    <a:schemeClr val="bg1"/>
                  </a:solidFill>
                  <a:latin typeface="时尚中黑简体" pitchFamily="2" charset="-122"/>
                  <a:ea typeface="时尚中黑简体" pitchFamily="2" charset="-122"/>
                  <a:sym typeface="Arial"/>
                </a:rPr>
                <a:t>X球赛事和人物</a:t>
              </a:r>
              <a:endParaRPr kumimoji="0" lang="zh-CN" altLang="en-US" sz="8000" u="none" strike="noStrike" kern="1200" cap="none" spc="-30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时尚中黑简体" pitchFamily="2" charset="-122"/>
                <a:ea typeface="时尚中黑简体" pitchFamily="2" charset="-122"/>
                <a:cs typeface="FZHei-B01"/>
                <a:sym typeface="Arial"/>
              </a:endParaRPr>
            </a:p>
          </p:txBody>
        </p:sp>
        <p:sp>
          <p:nvSpPr>
            <p:cNvPr id="16" name="Freeform 46">
              <a:extLst>
                <a:ext uri="{FF2B5EF4-FFF2-40B4-BE49-F238E27FC236}">
                  <a16:creationId xmlns:a16="http://schemas.microsoft.com/office/drawing/2014/main" id="{956338AE-53A0-8371-23E7-AA665B967691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 flipV="1">
              <a:off x="5937" y="4901"/>
              <a:ext cx="219" cy="119"/>
            </a:xfrm>
            <a:custGeom>
              <a:avLst/>
              <a:gdLst>
                <a:gd name="T0" fmla="*/ 4220 w 4420"/>
                <a:gd name="T1" fmla="*/ 1020 h 2420"/>
                <a:gd name="T2" fmla="*/ 703 w 4420"/>
                <a:gd name="T3" fmla="*/ 1020 h 2420"/>
                <a:gd name="T4" fmla="*/ 1361 w 4420"/>
                <a:gd name="T5" fmla="*/ 361 h 2420"/>
                <a:gd name="T6" fmla="*/ 1361 w 4420"/>
                <a:gd name="T7" fmla="*/ 79 h 2420"/>
                <a:gd name="T8" fmla="*/ 1079 w 4420"/>
                <a:gd name="T9" fmla="*/ 79 h 2420"/>
                <a:gd name="T10" fmla="*/ 79 w 4420"/>
                <a:gd name="T11" fmla="*/ 1079 h 2420"/>
                <a:gd name="T12" fmla="*/ 79 w 4420"/>
                <a:gd name="T13" fmla="*/ 1361 h 2420"/>
                <a:gd name="T14" fmla="*/ 1079 w 4420"/>
                <a:gd name="T15" fmla="*/ 2361 h 2420"/>
                <a:gd name="T16" fmla="*/ 1220 w 4420"/>
                <a:gd name="T17" fmla="*/ 2420 h 2420"/>
                <a:gd name="T18" fmla="*/ 1361 w 4420"/>
                <a:gd name="T19" fmla="*/ 2361 h 2420"/>
                <a:gd name="T20" fmla="*/ 1361 w 4420"/>
                <a:gd name="T21" fmla="*/ 2079 h 2420"/>
                <a:gd name="T22" fmla="*/ 703 w 4420"/>
                <a:gd name="T23" fmla="*/ 1420 h 2420"/>
                <a:gd name="T24" fmla="*/ 4220 w 4420"/>
                <a:gd name="T25" fmla="*/ 1420 h 2420"/>
                <a:gd name="T26" fmla="*/ 4420 w 4420"/>
                <a:gd name="T27" fmla="*/ 1220 h 2420"/>
                <a:gd name="T28" fmla="*/ 4220 w 4420"/>
                <a:gd name="T29" fmla="*/ 1020 h 2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420" h="2420">
                  <a:moveTo>
                    <a:pt x="4220" y="1020"/>
                  </a:moveTo>
                  <a:lnTo>
                    <a:pt x="703" y="1020"/>
                  </a:lnTo>
                  <a:lnTo>
                    <a:pt x="1361" y="361"/>
                  </a:lnTo>
                  <a:cubicBezTo>
                    <a:pt x="1440" y="283"/>
                    <a:pt x="1440" y="157"/>
                    <a:pt x="1361" y="79"/>
                  </a:cubicBezTo>
                  <a:cubicBezTo>
                    <a:pt x="1283" y="0"/>
                    <a:pt x="1157" y="0"/>
                    <a:pt x="1079" y="79"/>
                  </a:cubicBezTo>
                  <a:lnTo>
                    <a:pt x="79" y="1079"/>
                  </a:lnTo>
                  <a:cubicBezTo>
                    <a:pt x="0" y="1157"/>
                    <a:pt x="0" y="1283"/>
                    <a:pt x="79" y="1361"/>
                  </a:cubicBezTo>
                  <a:lnTo>
                    <a:pt x="1079" y="2361"/>
                  </a:lnTo>
                  <a:cubicBezTo>
                    <a:pt x="1118" y="2400"/>
                    <a:pt x="1169" y="2420"/>
                    <a:pt x="1220" y="2420"/>
                  </a:cubicBezTo>
                  <a:cubicBezTo>
                    <a:pt x="1271" y="2420"/>
                    <a:pt x="1322" y="2400"/>
                    <a:pt x="1361" y="2361"/>
                  </a:cubicBezTo>
                  <a:cubicBezTo>
                    <a:pt x="1440" y="2283"/>
                    <a:pt x="1440" y="2157"/>
                    <a:pt x="1361" y="2079"/>
                  </a:cubicBezTo>
                  <a:lnTo>
                    <a:pt x="703" y="1420"/>
                  </a:lnTo>
                  <a:lnTo>
                    <a:pt x="4220" y="1420"/>
                  </a:lnTo>
                  <a:cubicBezTo>
                    <a:pt x="4330" y="1420"/>
                    <a:pt x="4420" y="1330"/>
                    <a:pt x="4420" y="1220"/>
                  </a:cubicBezTo>
                  <a:cubicBezTo>
                    <a:pt x="4420" y="1110"/>
                    <a:pt x="4330" y="1020"/>
                    <a:pt x="4220" y="102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wrap="squar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5400" b="1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endParaRPr>
            </a:p>
          </p:txBody>
        </p: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90000675-5113-A570-F214-FEFE61924773}"/>
              </a:ext>
            </a:extLst>
          </p:cNvPr>
          <p:cNvPicPr>
            <a:picLocks noChangeAspect="1"/>
          </p:cNvPicPr>
          <p:nvPr/>
        </p:nvPicPr>
        <p:blipFill>
          <a:blip r:embed="Rd9815cc2c6b2470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18085"/>
          <a:stretch>
            <a:fillRect/>
          </a:stretch>
        </p:blipFill>
        <p:spPr>
          <a:xfrm>
            <a:off x="6436665" y="0"/>
            <a:ext cx="6498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87751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椭圆 43">
            <a:extLst>
              <a:ext uri="{FF2B5EF4-FFF2-40B4-BE49-F238E27FC236}">
                <a16:creationId xmlns:a16="http://schemas.microsoft.com/office/drawing/2014/main" id="{42189AD5-517E-6D51-7FCB-69624C8788D9}"/>
              </a:ext>
            </a:extLst>
          </p:cNvPr>
          <p:cNvSpPr/>
          <p:nvPr/>
        </p:nvSpPr>
        <p:spPr>
          <a:xfrm>
            <a:off x="8760542" y="3510116"/>
            <a:ext cx="5397911" cy="539791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34">
            <a:extLst>
              <a:ext uri="{FF2B5EF4-FFF2-40B4-BE49-F238E27FC236}">
                <a16:creationId xmlns:a16="http://schemas.microsoft.com/office/drawing/2014/main" id="{95325C4C-8E44-9A16-0E53-B5C8C68C379B}"/>
              </a:ext>
            </a:extLst>
          </p:cNvPr>
          <p:cNvSpPr txBox="1"/>
          <p:nvPr/>
        </p:nvSpPr>
        <p:spPr>
          <a:xfrm>
            <a:off x="4387840" y="359250"/>
            <a:ext cx="3416320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3600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X球赛事和人物</a:t>
            </a:r>
            <a:endParaRPr lang="en-US" altLang="zh-CN" sz="3600">
              <a:solidFill>
                <a:schemeClr val="accent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1543945-D189-2801-4B43-C6032AC95709}"/>
              </a:ext>
            </a:extLst>
          </p:cNvPr>
          <p:cNvSpPr/>
          <p:nvPr/>
        </p:nvSpPr>
        <p:spPr>
          <a:xfrm>
            <a:off x="4889103" y="1075760"/>
            <a:ext cx="241379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D49AA3E-7CD3-3C65-0E9A-CD540A554C63}"/>
              </a:ext>
            </a:extLst>
          </p:cNvPr>
          <p:cNvGrpSpPr/>
          <p:nvPr/>
        </p:nvGrpSpPr>
        <p:grpSpPr>
          <a:xfrm>
            <a:off x="657233" y="1885951"/>
            <a:ext cx="7010392" cy="3873572"/>
            <a:chOff x="657233" y="1885951"/>
            <a:chExt cx="7010392" cy="3873572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1FDBEBD9-048D-17C3-6F68-2F8A55A066D1}"/>
                </a:ext>
              </a:extLst>
            </p:cNvPr>
            <p:cNvCxnSpPr/>
            <p:nvPr/>
          </p:nvCxnSpPr>
          <p:spPr>
            <a:xfrm>
              <a:off x="657233" y="3808431"/>
              <a:ext cx="6298598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56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F7681A8B-8F03-0D11-3A98-0691FB024E32}"/>
                </a:ext>
              </a:extLst>
            </p:cNvPr>
            <p:cNvGrpSpPr/>
            <p:nvPr/>
          </p:nvGrpSpPr>
          <p:grpSpPr>
            <a:xfrm>
              <a:off x="3028660" y="1885951"/>
              <a:ext cx="2514600" cy="3873572"/>
              <a:chOff x="7462210" y="2608545"/>
              <a:chExt cx="2514600" cy="2428383"/>
            </a:xfrm>
          </p:grpSpPr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E012ECB7-0571-2DA3-CA94-B28B10A379C7}"/>
                  </a:ext>
                </a:extLst>
              </p:cNvPr>
              <p:cNvCxnSpPr/>
              <p:nvPr/>
            </p:nvCxnSpPr>
            <p:spPr>
              <a:xfrm rot="5400000">
                <a:off x="6248018" y="3822737"/>
                <a:ext cx="2428383" cy="0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5600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F2ED42E8-74DD-D809-7CE1-857703CD93EB}"/>
                  </a:ext>
                </a:extLst>
              </p:cNvPr>
              <p:cNvCxnSpPr/>
              <p:nvPr/>
            </p:nvCxnSpPr>
            <p:spPr>
              <a:xfrm rot="5400000">
                <a:off x="8762618" y="3822737"/>
                <a:ext cx="2428383" cy="0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5600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9DE978F-2937-48B0-AF7D-87299E4B6C81}"/>
                </a:ext>
              </a:extLst>
            </p:cNvPr>
            <p:cNvSpPr txBox="1"/>
            <p:nvPr/>
          </p:nvSpPr>
          <p:spPr>
            <a:xfrm>
              <a:off x="833765" y="2562643"/>
              <a:ext cx="1686383" cy="452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 sz="2400">
                  <a:gradFill flip="none" rotWithShape="1">
                    <a:gsLst>
                      <a:gs pos="0">
                        <a:srgbClr val="0976C2"/>
                      </a:gs>
                      <a:gs pos="74000">
                        <a:srgbClr val="014693"/>
                      </a:gs>
                    </a:gsLst>
                    <a:lin ang="5400000" scaled="1"/>
                  </a:gradFill>
                  <a:effectLst>
                    <a:outerShdw blurRad="50800" dist="38100" dir="2700000" algn="tl" rotWithShape="0">
                      <a:srgbClr val="014693">
                        <a:alpha val="18000"/>
                      </a:srgbClr>
                    </a:outerShdw>
                  </a:effectLst>
                  <a:latin typeface="思源黑体 CN Normal" panose="020B0400000000000000" pitchFamily="34" charset="-122"/>
                  <a:ea typeface="思源黑体 CN Medium" panose="020B0600000000000000" pitchFamily="34" charset="-122"/>
                </a:defRPr>
              </a:lvl1pPr>
            </a:lstStyle>
            <a:p>
              <a:pPr algn="l">
                <a:lnSpc>
                  <a:spcPct val="130000"/>
                </a:lnSpc>
              </a:pPr>
              <a:r>
                <a:rPr lang="en-US" altLang="zh-CN" sz="1800" b="1" err="1">
                  <a:solidFill>
                    <a:schemeClr val="accent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X球赛事介绍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3E64844-D03B-A938-B2CC-EA8512351E77}"/>
                </a:ext>
              </a:extLst>
            </p:cNvPr>
            <p:cNvSpPr txBox="1"/>
            <p:nvPr/>
          </p:nvSpPr>
          <p:spPr>
            <a:xfrm>
              <a:off x="943533" y="2962753"/>
              <a:ext cx="1804578" cy="542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noAutofit/>
            </a:bodyPr>
            <a:lstStyle/>
            <a:p>
              <a:pPr algn="just">
                <a:lnSpc>
                  <a:spcPct val="130000"/>
                </a:lnSpc>
              </a:pPr>
              <a:r>
                <a:rPr lang="en-US" altLang="zh-CN" sz="12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X球赛事包括大满贯、奥运会、大师赛等，每个赛事都有不同的特点和历史背景。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BA16CAA-36BC-5EC1-906C-7FD65D3C2432}"/>
                </a:ext>
              </a:extLst>
            </p:cNvPr>
            <p:cNvSpPr txBox="1"/>
            <p:nvPr/>
          </p:nvSpPr>
          <p:spPr>
            <a:xfrm>
              <a:off x="3208542" y="2562643"/>
              <a:ext cx="1309115" cy="452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 sz="2400">
                  <a:gradFill flip="none" rotWithShape="1">
                    <a:gsLst>
                      <a:gs pos="0">
                        <a:srgbClr val="0976C2"/>
                      </a:gs>
                      <a:gs pos="74000">
                        <a:srgbClr val="014693"/>
                      </a:gs>
                    </a:gsLst>
                    <a:lin ang="5400000" scaled="1"/>
                  </a:gradFill>
                  <a:effectLst>
                    <a:outerShdw blurRad="50800" dist="38100" dir="2700000" algn="tl" rotWithShape="0">
                      <a:srgbClr val="014693">
                        <a:alpha val="18000"/>
                      </a:srgbClr>
                    </a:outerShdw>
                  </a:effectLst>
                  <a:latin typeface="思源黑体 CN Normal" panose="020B0400000000000000" pitchFamily="34" charset="-122"/>
                  <a:ea typeface="思源黑体 CN Medium" panose="020B0600000000000000" pitchFamily="34" charset="-122"/>
                </a:defRPr>
              </a:lvl1pPr>
            </a:lstStyle>
            <a:p>
              <a:pPr algn="l">
                <a:lnSpc>
                  <a:spcPct val="130000"/>
                </a:lnSpc>
              </a:pPr>
              <a:r>
                <a:rPr lang="en-US" altLang="zh-CN" sz="1800" b="1" err="1">
                  <a:solidFill>
                    <a:schemeClr val="accent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赛事分类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2F3B0F1-BD62-174D-0B42-61C77A2E2313}"/>
                </a:ext>
              </a:extLst>
            </p:cNvPr>
            <p:cNvSpPr txBox="1"/>
            <p:nvPr/>
          </p:nvSpPr>
          <p:spPr>
            <a:xfrm>
              <a:off x="3318311" y="2962753"/>
              <a:ext cx="1804578" cy="542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noAutofit/>
            </a:bodyPr>
            <a:lstStyle/>
            <a:p>
              <a:pPr algn="just">
                <a:lnSpc>
                  <a:spcPct val="130000"/>
                </a:lnSpc>
              </a:pPr>
              <a:r>
                <a:rPr lang="en-US" altLang="zh-CN" sz="12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X球赛事可以分为男子赛事和女子赛事，每个赛事的级别和奖金额度都有所不同。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8923F7C-1503-9CBA-BDD1-F4FDDB5515F0}"/>
                </a:ext>
              </a:extLst>
            </p:cNvPr>
            <p:cNvSpPr txBox="1"/>
            <p:nvPr/>
          </p:nvSpPr>
          <p:spPr>
            <a:xfrm>
              <a:off x="5775545" y="2562643"/>
              <a:ext cx="1309115" cy="452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 sz="2400">
                  <a:gradFill flip="none" rotWithShape="1">
                    <a:gsLst>
                      <a:gs pos="0">
                        <a:srgbClr val="0976C2"/>
                      </a:gs>
                      <a:gs pos="74000">
                        <a:srgbClr val="014693"/>
                      </a:gs>
                    </a:gsLst>
                    <a:lin ang="5400000" scaled="1"/>
                  </a:gradFill>
                  <a:effectLst>
                    <a:outerShdw blurRad="50800" dist="38100" dir="2700000" algn="tl" rotWithShape="0">
                      <a:srgbClr val="014693">
                        <a:alpha val="18000"/>
                      </a:srgbClr>
                    </a:outerShdw>
                  </a:effectLst>
                  <a:latin typeface="思源黑体 CN Normal" panose="020B0400000000000000" pitchFamily="34" charset="-122"/>
                  <a:ea typeface="思源黑体 CN Medium" panose="020B0600000000000000" pitchFamily="34" charset="-122"/>
                </a:defRPr>
              </a:lvl1pPr>
            </a:lstStyle>
            <a:p>
              <a:pPr algn="l">
                <a:lnSpc>
                  <a:spcPct val="130000"/>
                </a:lnSpc>
              </a:pPr>
              <a:r>
                <a:rPr lang="en-US" altLang="zh-CN" sz="1800" b="1" err="1">
                  <a:solidFill>
                    <a:schemeClr val="accent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赛事时间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FD72B036-D475-ABCC-8A1D-DFA966897FCE}"/>
                </a:ext>
              </a:extLst>
            </p:cNvPr>
            <p:cNvSpPr txBox="1"/>
            <p:nvPr/>
          </p:nvSpPr>
          <p:spPr>
            <a:xfrm>
              <a:off x="5863047" y="2962753"/>
              <a:ext cx="1804578" cy="542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noAutofit/>
            </a:bodyPr>
            <a:lstStyle/>
            <a:p>
              <a:pPr algn="just">
                <a:lnSpc>
                  <a:spcPct val="130000"/>
                </a:lnSpc>
              </a:pPr>
              <a:r>
                <a:rPr lang="en-US" altLang="zh-CN" sz="12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X球赛事通常在每年的春季和秋季举行，每个赛事的举办时间和地点也有所不同。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3668E87-D7F3-571C-BE2E-CDF388B9FDCC}"/>
                </a:ext>
              </a:extLst>
            </p:cNvPr>
            <p:cNvSpPr txBox="1"/>
            <p:nvPr/>
          </p:nvSpPr>
          <p:spPr>
            <a:xfrm>
              <a:off x="856032" y="4595126"/>
              <a:ext cx="1309115" cy="452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 sz="2400">
                  <a:gradFill flip="none" rotWithShape="1">
                    <a:gsLst>
                      <a:gs pos="0">
                        <a:srgbClr val="0976C2"/>
                      </a:gs>
                      <a:gs pos="74000">
                        <a:srgbClr val="014693"/>
                      </a:gs>
                    </a:gsLst>
                    <a:lin ang="5400000" scaled="1"/>
                  </a:gradFill>
                  <a:effectLst>
                    <a:outerShdw blurRad="50800" dist="38100" dir="2700000" algn="tl" rotWithShape="0">
                      <a:srgbClr val="014693">
                        <a:alpha val="18000"/>
                      </a:srgbClr>
                    </a:outerShdw>
                  </a:effectLst>
                  <a:latin typeface="思源黑体 CN Normal" panose="020B0400000000000000" pitchFamily="34" charset="-122"/>
                  <a:ea typeface="思源黑体 CN Medium" panose="020B0600000000000000" pitchFamily="34" charset="-122"/>
                </a:defRPr>
              </a:lvl1pPr>
            </a:lstStyle>
            <a:p>
              <a:pPr algn="l">
                <a:lnSpc>
                  <a:spcPct val="130000"/>
                </a:lnSpc>
              </a:pPr>
              <a:r>
                <a:rPr lang="en-US" altLang="zh-CN" sz="1800" b="1" err="1">
                  <a:solidFill>
                    <a:schemeClr val="accent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穿着得体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A5ED64EF-144E-1832-7365-EA020948978D}"/>
                </a:ext>
              </a:extLst>
            </p:cNvPr>
            <p:cNvSpPr txBox="1"/>
            <p:nvPr/>
          </p:nvSpPr>
          <p:spPr>
            <a:xfrm>
              <a:off x="943533" y="4995236"/>
              <a:ext cx="1804578" cy="542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在观看X球赛事时，观众应该穿着得体的服装，不要穿过于随便或暴露的衣服。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C5E9A903-0680-7631-CADE-20626A4A5003}"/>
                </a:ext>
              </a:extLst>
            </p:cNvPr>
            <p:cNvSpPr txBox="1"/>
            <p:nvPr/>
          </p:nvSpPr>
          <p:spPr>
            <a:xfrm>
              <a:off x="3230809" y="4595126"/>
              <a:ext cx="1309115" cy="452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 sz="2400">
                  <a:gradFill flip="none" rotWithShape="1">
                    <a:gsLst>
                      <a:gs pos="0">
                        <a:srgbClr val="0976C2"/>
                      </a:gs>
                      <a:gs pos="74000">
                        <a:srgbClr val="014693"/>
                      </a:gs>
                    </a:gsLst>
                    <a:lin ang="5400000" scaled="1"/>
                  </a:gradFill>
                  <a:effectLst>
                    <a:outerShdw blurRad="50800" dist="38100" dir="2700000" algn="tl" rotWithShape="0">
                      <a:srgbClr val="014693">
                        <a:alpha val="18000"/>
                      </a:srgbClr>
                    </a:outerShdw>
                  </a:effectLst>
                  <a:latin typeface="思源黑体 CN Normal" panose="020B0400000000000000" pitchFamily="34" charset="-122"/>
                  <a:ea typeface="思源黑体 CN Medium" panose="020B0600000000000000" pitchFamily="34" charset="-122"/>
                </a:defRPr>
              </a:lvl1pPr>
            </a:lstStyle>
            <a:p>
              <a:pPr algn="l">
                <a:lnSpc>
                  <a:spcPct val="130000"/>
                </a:lnSpc>
              </a:pPr>
              <a:r>
                <a:rPr lang="en-US" altLang="zh-CN" sz="1800" b="1" err="1">
                  <a:solidFill>
                    <a:schemeClr val="accent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保持安静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8340B8E-78FD-3972-8597-6E0C3000D33A}"/>
                </a:ext>
              </a:extLst>
            </p:cNvPr>
            <p:cNvSpPr txBox="1"/>
            <p:nvPr/>
          </p:nvSpPr>
          <p:spPr>
            <a:xfrm>
              <a:off x="3318311" y="4995236"/>
              <a:ext cx="1804578" cy="542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在比赛过程中，观众应该保持安静，不要大声喧哗或使用带有噪音的电子设备。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EC4B5325-5D67-2641-08E4-727354724EC0}"/>
                </a:ext>
              </a:extLst>
            </p:cNvPr>
            <p:cNvSpPr txBox="1"/>
            <p:nvPr/>
          </p:nvSpPr>
          <p:spPr>
            <a:xfrm>
              <a:off x="5775545" y="4595126"/>
              <a:ext cx="1309115" cy="452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 sz="2400">
                  <a:gradFill flip="none" rotWithShape="1">
                    <a:gsLst>
                      <a:gs pos="0">
                        <a:srgbClr val="0976C2"/>
                      </a:gs>
                      <a:gs pos="74000">
                        <a:srgbClr val="014693"/>
                      </a:gs>
                    </a:gsLst>
                    <a:lin ang="5400000" scaled="1"/>
                  </a:gradFill>
                  <a:effectLst>
                    <a:outerShdw blurRad="50800" dist="38100" dir="2700000" algn="tl" rotWithShape="0">
                      <a:srgbClr val="014693">
                        <a:alpha val="18000"/>
                      </a:srgbClr>
                    </a:outerShdw>
                  </a:effectLst>
                  <a:latin typeface="思源黑体 CN Normal" panose="020B0400000000000000" pitchFamily="34" charset="-122"/>
                  <a:ea typeface="思源黑体 CN Medium" panose="020B0600000000000000" pitchFamily="34" charset="-122"/>
                </a:defRPr>
              </a:lvl1pPr>
            </a:lstStyle>
            <a:p>
              <a:pPr algn="l">
                <a:lnSpc>
                  <a:spcPct val="130000"/>
                </a:lnSpc>
              </a:pPr>
              <a:r>
                <a:rPr lang="en-US" altLang="zh-CN" sz="1800" b="1" err="1">
                  <a:solidFill>
                    <a:schemeClr val="accent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尊重选手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7A82DAA2-47EF-8FC2-2210-8B94C905BD5B}"/>
                </a:ext>
              </a:extLst>
            </p:cNvPr>
            <p:cNvSpPr txBox="1"/>
            <p:nvPr/>
          </p:nvSpPr>
          <p:spPr>
            <a:xfrm>
              <a:off x="5863047" y="4995236"/>
              <a:ext cx="1804578" cy="542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观众应该尊重选手，不要使用带有攻击性或歧视性的言辞或行为。</a:t>
              </a:r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51AF9B4-60E7-D26B-E5DD-8430B71276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3805" y="2045053"/>
              <a:ext cx="282403" cy="296702"/>
            </a:xfrm>
            <a:custGeom>
              <a:avLst/>
              <a:gdLst>
                <a:gd name="T0" fmla="*/ 139 w 577"/>
                <a:gd name="T1" fmla="*/ 87 h 609"/>
                <a:gd name="T2" fmla="*/ 27 w 577"/>
                <a:gd name="T3" fmla="*/ 87 h 609"/>
                <a:gd name="T4" fmla="*/ 27 w 577"/>
                <a:gd name="T5" fmla="*/ 48 h 609"/>
                <a:gd name="T6" fmla="*/ 139 w 577"/>
                <a:gd name="T7" fmla="*/ 48 h 609"/>
                <a:gd name="T8" fmla="*/ 139 w 577"/>
                <a:gd name="T9" fmla="*/ 87 h 609"/>
                <a:gd name="T10" fmla="*/ 139 w 577"/>
                <a:gd name="T11" fmla="*/ 179 h 609"/>
                <a:gd name="T12" fmla="*/ 27 w 577"/>
                <a:gd name="T13" fmla="*/ 179 h 609"/>
                <a:gd name="T14" fmla="*/ 27 w 577"/>
                <a:gd name="T15" fmla="*/ 140 h 609"/>
                <a:gd name="T16" fmla="*/ 139 w 577"/>
                <a:gd name="T17" fmla="*/ 140 h 609"/>
                <a:gd name="T18" fmla="*/ 139 w 577"/>
                <a:gd name="T19" fmla="*/ 179 h 609"/>
                <a:gd name="T20" fmla="*/ 139 w 577"/>
                <a:gd name="T21" fmla="*/ 271 h 609"/>
                <a:gd name="T22" fmla="*/ 27 w 577"/>
                <a:gd name="T23" fmla="*/ 271 h 609"/>
                <a:gd name="T24" fmla="*/ 27 w 577"/>
                <a:gd name="T25" fmla="*/ 232 h 609"/>
                <a:gd name="T26" fmla="*/ 139 w 577"/>
                <a:gd name="T27" fmla="*/ 232 h 609"/>
                <a:gd name="T28" fmla="*/ 139 w 577"/>
                <a:gd name="T29" fmla="*/ 271 h 609"/>
                <a:gd name="T30" fmla="*/ 0 w 577"/>
                <a:gd name="T31" fmla="*/ 609 h 609"/>
                <a:gd name="T32" fmla="*/ 166 w 577"/>
                <a:gd name="T33" fmla="*/ 609 h 609"/>
                <a:gd name="T34" fmla="*/ 166 w 577"/>
                <a:gd name="T35" fmla="*/ 0 h 609"/>
                <a:gd name="T36" fmla="*/ 0 w 577"/>
                <a:gd name="T37" fmla="*/ 0 h 609"/>
                <a:gd name="T38" fmla="*/ 0 w 577"/>
                <a:gd name="T39" fmla="*/ 609 h 609"/>
                <a:gd name="T40" fmla="*/ 344 w 577"/>
                <a:gd name="T41" fmla="*/ 87 h 609"/>
                <a:gd name="T42" fmla="*/ 232 w 577"/>
                <a:gd name="T43" fmla="*/ 87 h 609"/>
                <a:gd name="T44" fmla="*/ 232 w 577"/>
                <a:gd name="T45" fmla="*/ 48 h 609"/>
                <a:gd name="T46" fmla="*/ 344 w 577"/>
                <a:gd name="T47" fmla="*/ 48 h 609"/>
                <a:gd name="T48" fmla="*/ 344 w 577"/>
                <a:gd name="T49" fmla="*/ 87 h 609"/>
                <a:gd name="T50" fmla="*/ 344 w 577"/>
                <a:gd name="T51" fmla="*/ 179 h 609"/>
                <a:gd name="T52" fmla="*/ 232 w 577"/>
                <a:gd name="T53" fmla="*/ 179 h 609"/>
                <a:gd name="T54" fmla="*/ 232 w 577"/>
                <a:gd name="T55" fmla="*/ 140 h 609"/>
                <a:gd name="T56" fmla="*/ 344 w 577"/>
                <a:gd name="T57" fmla="*/ 140 h 609"/>
                <a:gd name="T58" fmla="*/ 344 w 577"/>
                <a:gd name="T59" fmla="*/ 179 h 609"/>
                <a:gd name="T60" fmla="*/ 344 w 577"/>
                <a:gd name="T61" fmla="*/ 271 h 609"/>
                <a:gd name="T62" fmla="*/ 232 w 577"/>
                <a:gd name="T63" fmla="*/ 271 h 609"/>
                <a:gd name="T64" fmla="*/ 232 w 577"/>
                <a:gd name="T65" fmla="*/ 232 h 609"/>
                <a:gd name="T66" fmla="*/ 344 w 577"/>
                <a:gd name="T67" fmla="*/ 232 h 609"/>
                <a:gd name="T68" fmla="*/ 344 w 577"/>
                <a:gd name="T69" fmla="*/ 271 h 609"/>
                <a:gd name="T70" fmla="*/ 205 w 577"/>
                <a:gd name="T71" fmla="*/ 609 h 609"/>
                <a:gd name="T72" fmla="*/ 371 w 577"/>
                <a:gd name="T73" fmla="*/ 609 h 609"/>
                <a:gd name="T74" fmla="*/ 371 w 577"/>
                <a:gd name="T75" fmla="*/ 0 h 609"/>
                <a:gd name="T76" fmla="*/ 205 w 577"/>
                <a:gd name="T77" fmla="*/ 0 h 609"/>
                <a:gd name="T78" fmla="*/ 205 w 577"/>
                <a:gd name="T79" fmla="*/ 609 h 609"/>
                <a:gd name="T80" fmla="*/ 549 w 577"/>
                <a:gd name="T81" fmla="*/ 87 h 609"/>
                <a:gd name="T82" fmla="*/ 437 w 577"/>
                <a:gd name="T83" fmla="*/ 87 h 609"/>
                <a:gd name="T84" fmla="*/ 437 w 577"/>
                <a:gd name="T85" fmla="*/ 48 h 609"/>
                <a:gd name="T86" fmla="*/ 549 w 577"/>
                <a:gd name="T87" fmla="*/ 48 h 609"/>
                <a:gd name="T88" fmla="*/ 549 w 577"/>
                <a:gd name="T89" fmla="*/ 87 h 609"/>
                <a:gd name="T90" fmla="*/ 549 w 577"/>
                <a:gd name="T91" fmla="*/ 179 h 609"/>
                <a:gd name="T92" fmla="*/ 437 w 577"/>
                <a:gd name="T93" fmla="*/ 179 h 609"/>
                <a:gd name="T94" fmla="*/ 437 w 577"/>
                <a:gd name="T95" fmla="*/ 140 h 609"/>
                <a:gd name="T96" fmla="*/ 549 w 577"/>
                <a:gd name="T97" fmla="*/ 140 h 609"/>
                <a:gd name="T98" fmla="*/ 549 w 577"/>
                <a:gd name="T99" fmla="*/ 179 h 609"/>
                <a:gd name="T100" fmla="*/ 549 w 577"/>
                <a:gd name="T101" fmla="*/ 271 h 609"/>
                <a:gd name="T102" fmla="*/ 437 w 577"/>
                <a:gd name="T103" fmla="*/ 271 h 609"/>
                <a:gd name="T104" fmla="*/ 437 w 577"/>
                <a:gd name="T105" fmla="*/ 232 h 609"/>
                <a:gd name="T106" fmla="*/ 549 w 577"/>
                <a:gd name="T107" fmla="*/ 232 h 609"/>
                <a:gd name="T108" fmla="*/ 549 w 577"/>
                <a:gd name="T109" fmla="*/ 271 h 609"/>
                <a:gd name="T110" fmla="*/ 410 w 577"/>
                <a:gd name="T111" fmla="*/ 609 h 609"/>
                <a:gd name="T112" fmla="*/ 577 w 577"/>
                <a:gd name="T113" fmla="*/ 609 h 609"/>
                <a:gd name="T114" fmla="*/ 577 w 577"/>
                <a:gd name="T115" fmla="*/ 0 h 609"/>
                <a:gd name="T116" fmla="*/ 410 w 577"/>
                <a:gd name="T117" fmla="*/ 0 h 609"/>
                <a:gd name="T118" fmla="*/ 410 w 577"/>
                <a:gd name="T119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77" h="609">
                  <a:moveTo>
                    <a:pt x="139" y="87"/>
                  </a:moveTo>
                  <a:lnTo>
                    <a:pt x="27" y="87"/>
                  </a:lnTo>
                  <a:lnTo>
                    <a:pt x="27" y="48"/>
                  </a:lnTo>
                  <a:lnTo>
                    <a:pt x="139" y="48"/>
                  </a:lnTo>
                  <a:lnTo>
                    <a:pt x="139" y="87"/>
                  </a:lnTo>
                  <a:close/>
                  <a:moveTo>
                    <a:pt x="139" y="179"/>
                  </a:moveTo>
                  <a:lnTo>
                    <a:pt x="27" y="179"/>
                  </a:lnTo>
                  <a:lnTo>
                    <a:pt x="27" y="140"/>
                  </a:lnTo>
                  <a:lnTo>
                    <a:pt x="139" y="140"/>
                  </a:lnTo>
                  <a:lnTo>
                    <a:pt x="139" y="179"/>
                  </a:lnTo>
                  <a:close/>
                  <a:moveTo>
                    <a:pt x="139" y="271"/>
                  </a:moveTo>
                  <a:lnTo>
                    <a:pt x="27" y="271"/>
                  </a:lnTo>
                  <a:lnTo>
                    <a:pt x="27" y="232"/>
                  </a:lnTo>
                  <a:lnTo>
                    <a:pt x="139" y="232"/>
                  </a:lnTo>
                  <a:lnTo>
                    <a:pt x="139" y="271"/>
                  </a:lnTo>
                  <a:close/>
                  <a:moveTo>
                    <a:pt x="0" y="609"/>
                  </a:moveTo>
                  <a:lnTo>
                    <a:pt x="166" y="609"/>
                  </a:lnTo>
                  <a:lnTo>
                    <a:pt x="166" y="0"/>
                  </a:lnTo>
                  <a:lnTo>
                    <a:pt x="0" y="0"/>
                  </a:lnTo>
                  <a:lnTo>
                    <a:pt x="0" y="609"/>
                  </a:lnTo>
                  <a:close/>
                  <a:moveTo>
                    <a:pt x="344" y="87"/>
                  </a:moveTo>
                  <a:lnTo>
                    <a:pt x="232" y="87"/>
                  </a:lnTo>
                  <a:lnTo>
                    <a:pt x="232" y="48"/>
                  </a:lnTo>
                  <a:lnTo>
                    <a:pt x="344" y="48"/>
                  </a:lnTo>
                  <a:lnTo>
                    <a:pt x="344" y="87"/>
                  </a:lnTo>
                  <a:close/>
                  <a:moveTo>
                    <a:pt x="344" y="179"/>
                  </a:moveTo>
                  <a:lnTo>
                    <a:pt x="232" y="179"/>
                  </a:lnTo>
                  <a:lnTo>
                    <a:pt x="232" y="140"/>
                  </a:lnTo>
                  <a:lnTo>
                    <a:pt x="344" y="140"/>
                  </a:lnTo>
                  <a:lnTo>
                    <a:pt x="344" y="179"/>
                  </a:lnTo>
                  <a:close/>
                  <a:moveTo>
                    <a:pt x="344" y="271"/>
                  </a:moveTo>
                  <a:lnTo>
                    <a:pt x="232" y="271"/>
                  </a:lnTo>
                  <a:lnTo>
                    <a:pt x="232" y="232"/>
                  </a:lnTo>
                  <a:lnTo>
                    <a:pt x="344" y="232"/>
                  </a:lnTo>
                  <a:lnTo>
                    <a:pt x="344" y="271"/>
                  </a:lnTo>
                  <a:close/>
                  <a:moveTo>
                    <a:pt x="205" y="609"/>
                  </a:moveTo>
                  <a:lnTo>
                    <a:pt x="371" y="609"/>
                  </a:lnTo>
                  <a:lnTo>
                    <a:pt x="371" y="0"/>
                  </a:lnTo>
                  <a:lnTo>
                    <a:pt x="205" y="0"/>
                  </a:lnTo>
                  <a:lnTo>
                    <a:pt x="205" y="609"/>
                  </a:lnTo>
                  <a:close/>
                  <a:moveTo>
                    <a:pt x="549" y="87"/>
                  </a:moveTo>
                  <a:lnTo>
                    <a:pt x="437" y="87"/>
                  </a:lnTo>
                  <a:lnTo>
                    <a:pt x="437" y="48"/>
                  </a:lnTo>
                  <a:lnTo>
                    <a:pt x="549" y="48"/>
                  </a:lnTo>
                  <a:lnTo>
                    <a:pt x="549" y="87"/>
                  </a:lnTo>
                  <a:close/>
                  <a:moveTo>
                    <a:pt x="549" y="179"/>
                  </a:moveTo>
                  <a:lnTo>
                    <a:pt x="437" y="179"/>
                  </a:lnTo>
                  <a:lnTo>
                    <a:pt x="437" y="140"/>
                  </a:lnTo>
                  <a:lnTo>
                    <a:pt x="549" y="140"/>
                  </a:lnTo>
                  <a:lnTo>
                    <a:pt x="549" y="179"/>
                  </a:lnTo>
                  <a:close/>
                  <a:moveTo>
                    <a:pt x="549" y="271"/>
                  </a:moveTo>
                  <a:lnTo>
                    <a:pt x="437" y="271"/>
                  </a:lnTo>
                  <a:lnTo>
                    <a:pt x="437" y="232"/>
                  </a:lnTo>
                  <a:lnTo>
                    <a:pt x="549" y="232"/>
                  </a:lnTo>
                  <a:lnTo>
                    <a:pt x="549" y="271"/>
                  </a:lnTo>
                  <a:close/>
                  <a:moveTo>
                    <a:pt x="410" y="609"/>
                  </a:moveTo>
                  <a:lnTo>
                    <a:pt x="577" y="609"/>
                  </a:lnTo>
                  <a:lnTo>
                    <a:pt x="577" y="0"/>
                  </a:lnTo>
                  <a:lnTo>
                    <a:pt x="410" y="0"/>
                  </a:lnTo>
                  <a:lnTo>
                    <a:pt x="410" y="6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endParaRPr>
            </a:p>
          </p:txBody>
        </p:sp>
        <p:sp>
          <p:nvSpPr>
            <p:cNvPr id="27" name="21">
              <a:extLst>
                <a:ext uri="{FF2B5EF4-FFF2-40B4-BE49-F238E27FC236}">
                  <a16:creationId xmlns:a16="http://schemas.microsoft.com/office/drawing/2014/main" id="{FF72F58E-1B0E-F2C0-53C6-F006FC441A3A}"/>
                </a:ext>
              </a:extLst>
            </p:cNvPr>
            <p:cNvSpPr/>
            <p:nvPr/>
          </p:nvSpPr>
          <p:spPr>
            <a:xfrm>
              <a:off x="3220085" y="2065655"/>
              <a:ext cx="406400" cy="328295"/>
            </a:xfrm>
            <a:custGeom>
              <a:avLst/>
              <a:gdLst>
                <a:gd name="connsiteX0" fmla="*/ 355420 w 607568"/>
                <a:gd name="connsiteY0" fmla="*/ 250307 h 491771"/>
                <a:gd name="connsiteX1" fmla="*/ 352312 w 607568"/>
                <a:gd name="connsiteY1" fmla="*/ 251812 h 491771"/>
                <a:gd name="connsiteX2" fmla="*/ 321042 w 607568"/>
                <a:gd name="connsiteY2" fmla="*/ 289814 h 491771"/>
                <a:gd name="connsiteX3" fmla="*/ 321513 w 607568"/>
                <a:gd name="connsiteY3" fmla="*/ 295364 h 491771"/>
                <a:gd name="connsiteX4" fmla="*/ 369736 w 607568"/>
                <a:gd name="connsiteY4" fmla="*/ 338257 h 491771"/>
                <a:gd name="connsiteX5" fmla="*/ 371997 w 607568"/>
                <a:gd name="connsiteY5" fmla="*/ 339104 h 491771"/>
                <a:gd name="connsiteX6" fmla="*/ 373127 w 607568"/>
                <a:gd name="connsiteY6" fmla="*/ 338916 h 491771"/>
                <a:gd name="connsiteX7" fmla="*/ 375293 w 607568"/>
                <a:gd name="connsiteY7" fmla="*/ 336282 h 491771"/>
                <a:gd name="connsiteX8" fmla="*/ 383676 w 607568"/>
                <a:gd name="connsiteY8" fmla="*/ 279467 h 491771"/>
                <a:gd name="connsiteX9" fmla="*/ 376424 w 607568"/>
                <a:gd name="connsiteY9" fmla="*/ 263287 h 491771"/>
                <a:gd name="connsiteX10" fmla="*/ 357681 w 607568"/>
                <a:gd name="connsiteY10" fmla="*/ 250965 h 491771"/>
                <a:gd name="connsiteX11" fmla="*/ 355420 w 607568"/>
                <a:gd name="connsiteY11" fmla="*/ 250307 h 491771"/>
                <a:gd name="connsiteX12" fmla="*/ 258879 w 607568"/>
                <a:gd name="connsiteY12" fmla="*/ 250307 h 491771"/>
                <a:gd name="connsiteX13" fmla="*/ 256712 w 607568"/>
                <a:gd name="connsiteY13" fmla="*/ 250965 h 491771"/>
                <a:gd name="connsiteX14" fmla="*/ 237969 w 607568"/>
                <a:gd name="connsiteY14" fmla="*/ 263287 h 491771"/>
                <a:gd name="connsiteX15" fmla="*/ 230717 w 607568"/>
                <a:gd name="connsiteY15" fmla="*/ 279467 h 491771"/>
                <a:gd name="connsiteX16" fmla="*/ 239100 w 607568"/>
                <a:gd name="connsiteY16" fmla="*/ 336282 h 491771"/>
                <a:gd name="connsiteX17" fmla="*/ 241266 w 607568"/>
                <a:gd name="connsiteY17" fmla="*/ 338916 h 491771"/>
                <a:gd name="connsiteX18" fmla="*/ 242396 w 607568"/>
                <a:gd name="connsiteY18" fmla="*/ 339104 h 491771"/>
                <a:gd name="connsiteX19" fmla="*/ 244657 w 607568"/>
                <a:gd name="connsiteY19" fmla="*/ 338257 h 491771"/>
                <a:gd name="connsiteX20" fmla="*/ 292880 w 607568"/>
                <a:gd name="connsiteY20" fmla="*/ 295364 h 491771"/>
                <a:gd name="connsiteX21" fmla="*/ 293351 w 607568"/>
                <a:gd name="connsiteY21" fmla="*/ 289814 h 491771"/>
                <a:gd name="connsiteX22" fmla="*/ 261987 w 607568"/>
                <a:gd name="connsiteY22" fmla="*/ 251812 h 491771"/>
                <a:gd name="connsiteX23" fmla="*/ 258879 w 607568"/>
                <a:gd name="connsiteY23" fmla="*/ 250307 h 491771"/>
                <a:gd name="connsiteX24" fmla="*/ 500465 w 607568"/>
                <a:gd name="connsiteY24" fmla="*/ 66049 h 491771"/>
                <a:gd name="connsiteX25" fmla="*/ 565743 w 607568"/>
                <a:gd name="connsiteY25" fmla="*/ 130673 h 491771"/>
                <a:gd name="connsiteX26" fmla="*/ 566120 w 607568"/>
                <a:gd name="connsiteY26" fmla="*/ 130673 h 491771"/>
                <a:gd name="connsiteX27" fmla="*/ 580250 w 607568"/>
                <a:gd name="connsiteY27" fmla="*/ 160962 h 491771"/>
                <a:gd name="connsiteX28" fmla="*/ 560939 w 607568"/>
                <a:gd name="connsiteY28" fmla="*/ 182503 h 491771"/>
                <a:gd name="connsiteX29" fmla="*/ 531927 w 607568"/>
                <a:gd name="connsiteY29" fmla="*/ 223799 h 491771"/>
                <a:gd name="connsiteX30" fmla="*/ 528253 w 607568"/>
                <a:gd name="connsiteY30" fmla="*/ 234240 h 491771"/>
                <a:gd name="connsiteX31" fmla="*/ 530797 w 607568"/>
                <a:gd name="connsiteY31" fmla="*/ 246281 h 491771"/>
                <a:gd name="connsiteX32" fmla="*/ 545868 w 607568"/>
                <a:gd name="connsiteY32" fmla="*/ 261143 h 491771"/>
                <a:gd name="connsiteX33" fmla="*/ 558961 w 607568"/>
                <a:gd name="connsiteY33" fmla="*/ 263777 h 491771"/>
                <a:gd name="connsiteX34" fmla="*/ 597299 w 607568"/>
                <a:gd name="connsiteY34" fmla="*/ 301968 h 491771"/>
                <a:gd name="connsiteX35" fmla="*/ 607002 w 607568"/>
                <a:gd name="connsiteY35" fmla="*/ 350788 h 491771"/>
                <a:gd name="connsiteX36" fmla="*/ 601256 w 607568"/>
                <a:gd name="connsiteY36" fmla="*/ 373835 h 491771"/>
                <a:gd name="connsiteX37" fmla="*/ 579685 w 607568"/>
                <a:gd name="connsiteY37" fmla="*/ 384088 h 491771"/>
                <a:gd name="connsiteX38" fmla="*/ 490386 w 607568"/>
                <a:gd name="connsiteY38" fmla="*/ 384088 h 491771"/>
                <a:gd name="connsiteX39" fmla="*/ 467685 w 607568"/>
                <a:gd name="connsiteY39" fmla="*/ 310058 h 491771"/>
                <a:gd name="connsiteX40" fmla="*/ 431702 w 607568"/>
                <a:gd name="connsiteY40" fmla="*/ 267445 h 491771"/>
                <a:gd name="connsiteX41" fmla="*/ 441969 w 607568"/>
                <a:gd name="connsiteY41" fmla="*/ 263777 h 491771"/>
                <a:gd name="connsiteX42" fmla="*/ 455157 w 607568"/>
                <a:gd name="connsiteY42" fmla="*/ 261237 h 491771"/>
                <a:gd name="connsiteX43" fmla="*/ 470228 w 607568"/>
                <a:gd name="connsiteY43" fmla="*/ 246281 h 491771"/>
                <a:gd name="connsiteX44" fmla="*/ 472677 w 607568"/>
                <a:gd name="connsiteY44" fmla="*/ 234240 h 491771"/>
                <a:gd name="connsiteX45" fmla="*/ 469098 w 607568"/>
                <a:gd name="connsiteY45" fmla="*/ 223893 h 491771"/>
                <a:gd name="connsiteX46" fmla="*/ 439991 w 607568"/>
                <a:gd name="connsiteY46" fmla="*/ 182503 h 491771"/>
                <a:gd name="connsiteX47" fmla="*/ 426144 w 607568"/>
                <a:gd name="connsiteY47" fmla="*/ 172720 h 491771"/>
                <a:gd name="connsiteX48" fmla="*/ 441404 w 607568"/>
                <a:gd name="connsiteY48" fmla="*/ 143278 h 491771"/>
                <a:gd name="connsiteX49" fmla="*/ 439708 w 607568"/>
                <a:gd name="connsiteY49" fmla="*/ 107438 h 491771"/>
                <a:gd name="connsiteX50" fmla="*/ 500465 w 607568"/>
                <a:gd name="connsiteY50" fmla="*/ 66049 h 491771"/>
                <a:gd name="connsiteX51" fmla="*/ 107100 w 607568"/>
                <a:gd name="connsiteY51" fmla="*/ 66049 h 491771"/>
                <a:gd name="connsiteX52" fmla="*/ 171341 w 607568"/>
                <a:gd name="connsiteY52" fmla="*/ 123618 h 491771"/>
                <a:gd name="connsiteX53" fmla="*/ 172849 w 607568"/>
                <a:gd name="connsiteY53" fmla="*/ 143278 h 491771"/>
                <a:gd name="connsiteX54" fmla="*/ 184246 w 607568"/>
                <a:gd name="connsiteY54" fmla="*/ 168205 h 491771"/>
                <a:gd name="connsiteX55" fmla="*/ 167574 w 607568"/>
                <a:gd name="connsiteY55" fmla="*/ 182503 h 491771"/>
                <a:gd name="connsiteX56" fmla="*/ 138468 w 607568"/>
                <a:gd name="connsiteY56" fmla="*/ 223799 h 491771"/>
                <a:gd name="connsiteX57" fmla="*/ 134794 w 607568"/>
                <a:gd name="connsiteY57" fmla="*/ 234240 h 491771"/>
                <a:gd name="connsiteX58" fmla="*/ 137337 w 607568"/>
                <a:gd name="connsiteY58" fmla="*/ 246281 h 491771"/>
                <a:gd name="connsiteX59" fmla="*/ 152408 w 607568"/>
                <a:gd name="connsiteY59" fmla="*/ 261143 h 491771"/>
                <a:gd name="connsiteX60" fmla="*/ 165596 w 607568"/>
                <a:gd name="connsiteY60" fmla="*/ 263777 h 491771"/>
                <a:gd name="connsiteX61" fmla="*/ 179442 w 607568"/>
                <a:gd name="connsiteY61" fmla="*/ 268856 h 491771"/>
                <a:gd name="connsiteX62" fmla="*/ 146662 w 607568"/>
                <a:gd name="connsiteY62" fmla="*/ 310058 h 491771"/>
                <a:gd name="connsiteX63" fmla="*/ 123867 w 607568"/>
                <a:gd name="connsiteY63" fmla="*/ 384088 h 491771"/>
                <a:gd name="connsiteX64" fmla="*/ 27883 w 607568"/>
                <a:gd name="connsiteY64" fmla="*/ 384088 h 491771"/>
                <a:gd name="connsiteX65" fmla="*/ 6312 w 607568"/>
                <a:gd name="connsiteY65" fmla="*/ 373835 h 491771"/>
                <a:gd name="connsiteX66" fmla="*/ 566 w 607568"/>
                <a:gd name="connsiteY66" fmla="*/ 350788 h 491771"/>
                <a:gd name="connsiteX67" fmla="*/ 10268 w 607568"/>
                <a:gd name="connsiteY67" fmla="*/ 301968 h 491771"/>
                <a:gd name="connsiteX68" fmla="*/ 48606 w 607568"/>
                <a:gd name="connsiteY68" fmla="*/ 263777 h 491771"/>
                <a:gd name="connsiteX69" fmla="*/ 61699 w 607568"/>
                <a:gd name="connsiteY69" fmla="*/ 261237 h 491771"/>
                <a:gd name="connsiteX70" fmla="*/ 76770 w 607568"/>
                <a:gd name="connsiteY70" fmla="*/ 246281 h 491771"/>
                <a:gd name="connsiteX71" fmla="*/ 79313 w 607568"/>
                <a:gd name="connsiteY71" fmla="*/ 234240 h 491771"/>
                <a:gd name="connsiteX72" fmla="*/ 75639 w 607568"/>
                <a:gd name="connsiteY72" fmla="*/ 223893 h 491771"/>
                <a:gd name="connsiteX73" fmla="*/ 46628 w 607568"/>
                <a:gd name="connsiteY73" fmla="*/ 182503 h 491771"/>
                <a:gd name="connsiteX74" fmla="*/ 27318 w 607568"/>
                <a:gd name="connsiteY74" fmla="*/ 160962 h 491771"/>
                <a:gd name="connsiteX75" fmla="*/ 41447 w 607568"/>
                <a:gd name="connsiteY75" fmla="*/ 130673 h 491771"/>
                <a:gd name="connsiteX76" fmla="*/ 41824 w 607568"/>
                <a:gd name="connsiteY76" fmla="*/ 130673 h 491771"/>
                <a:gd name="connsiteX77" fmla="*/ 107100 w 607568"/>
                <a:gd name="connsiteY77" fmla="*/ 66049 h 491771"/>
                <a:gd name="connsiteX78" fmla="*/ 298626 w 607568"/>
                <a:gd name="connsiteY78" fmla="*/ 0 h 491771"/>
                <a:gd name="connsiteX79" fmla="*/ 315956 w 607568"/>
                <a:gd name="connsiteY79" fmla="*/ 0 h 491771"/>
                <a:gd name="connsiteX80" fmla="*/ 401854 w 607568"/>
                <a:gd name="connsiteY80" fmla="*/ 85787 h 491771"/>
                <a:gd name="connsiteX81" fmla="*/ 401854 w 607568"/>
                <a:gd name="connsiteY81" fmla="*/ 95476 h 491771"/>
                <a:gd name="connsiteX82" fmla="*/ 421633 w 607568"/>
                <a:gd name="connsiteY82" fmla="*/ 138840 h 491771"/>
                <a:gd name="connsiteX83" fmla="*/ 417960 w 607568"/>
                <a:gd name="connsiteY83" fmla="*/ 149281 h 491771"/>
                <a:gd name="connsiteX84" fmla="*/ 417112 w 607568"/>
                <a:gd name="connsiteY84" fmla="*/ 151068 h 491771"/>
                <a:gd name="connsiteX85" fmla="*/ 411273 w 607568"/>
                <a:gd name="connsiteY85" fmla="*/ 159534 h 491771"/>
                <a:gd name="connsiteX86" fmla="*/ 410896 w 607568"/>
                <a:gd name="connsiteY86" fmla="*/ 159910 h 491771"/>
                <a:gd name="connsiteX87" fmla="*/ 394037 w 607568"/>
                <a:gd name="connsiteY87" fmla="*/ 169787 h 491771"/>
                <a:gd name="connsiteX88" fmla="*/ 384900 w 607568"/>
                <a:gd name="connsiteY88" fmla="*/ 189541 h 491771"/>
                <a:gd name="connsiteX89" fmla="*/ 384712 w 607568"/>
                <a:gd name="connsiteY89" fmla="*/ 189823 h 491771"/>
                <a:gd name="connsiteX90" fmla="*/ 373316 w 607568"/>
                <a:gd name="connsiteY90" fmla="*/ 207131 h 491771"/>
                <a:gd name="connsiteX91" fmla="*/ 372750 w 607568"/>
                <a:gd name="connsiteY91" fmla="*/ 207789 h 491771"/>
                <a:gd name="connsiteX92" fmla="*/ 359847 w 607568"/>
                <a:gd name="connsiteY92" fmla="*/ 222275 h 491771"/>
                <a:gd name="connsiteX93" fmla="*/ 359188 w 607568"/>
                <a:gd name="connsiteY93" fmla="*/ 222934 h 491771"/>
                <a:gd name="connsiteX94" fmla="*/ 345154 w 607568"/>
                <a:gd name="connsiteY94" fmla="*/ 234598 h 491771"/>
                <a:gd name="connsiteX95" fmla="*/ 345625 w 607568"/>
                <a:gd name="connsiteY95" fmla="*/ 236855 h 491771"/>
                <a:gd name="connsiteX96" fmla="*/ 348639 w 607568"/>
                <a:gd name="connsiteY96" fmla="*/ 235538 h 491771"/>
                <a:gd name="connsiteX97" fmla="*/ 355514 w 607568"/>
                <a:gd name="connsiteY97" fmla="*/ 234033 h 491771"/>
                <a:gd name="connsiteX98" fmla="*/ 366628 w 607568"/>
                <a:gd name="connsiteY98" fmla="*/ 237326 h 491771"/>
                <a:gd name="connsiteX99" fmla="*/ 385371 w 607568"/>
                <a:gd name="connsiteY99" fmla="*/ 249648 h 491771"/>
                <a:gd name="connsiteX100" fmla="*/ 399876 w 607568"/>
                <a:gd name="connsiteY100" fmla="*/ 279373 h 491771"/>
                <a:gd name="connsiteX101" fmla="*/ 430016 w 607568"/>
                <a:gd name="connsiteY101" fmla="*/ 289814 h 491771"/>
                <a:gd name="connsiteX102" fmla="*/ 448382 w 607568"/>
                <a:gd name="connsiteY102" fmla="*/ 316058 h 491771"/>
                <a:gd name="connsiteX103" fmla="*/ 481630 w 607568"/>
                <a:gd name="connsiteY103" fmla="*/ 424515 h 491771"/>
                <a:gd name="connsiteX104" fmla="*/ 483891 w 607568"/>
                <a:gd name="connsiteY104" fmla="*/ 436461 h 491771"/>
                <a:gd name="connsiteX105" fmla="*/ 473718 w 607568"/>
                <a:gd name="connsiteY105" fmla="*/ 470700 h 491771"/>
                <a:gd name="connsiteX106" fmla="*/ 443956 w 607568"/>
                <a:gd name="connsiteY106" fmla="*/ 490360 h 491771"/>
                <a:gd name="connsiteX107" fmla="*/ 431805 w 607568"/>
                <a:gd name="connsiteY107" fmla="*/ 491771 h 491771"/>
                <a:gd name="connsiteX108" fmla="*/ 325375 w 607568"/>
                <a:gd name="connsiteY108" fmla="*/ 491771 h 491771"/>
                <a:gd name="connsiteX109" fmla="*/ 337430 w 607568"/>
                <a:gd name="connsiteY109" fmla="*/ 415296 h 491771"/>
                <a:gd name="connsiteX110" fmla="*/ 334605 w 607568"/>
                <a:gd name="connsiteY110" fmla="*/ 389052 h 491771"/>
                <a:gd name="connsiteX111" fmla="*/ 323962 w 607568"/>
                <a:gd name="connsiteY111" fmla="*/ 360927 h 491771"/>
                <a:gd name="connsiteX112" fmla="*/ 337430 w 607568"/>
                <a:gd name="connsiteY112" fmla="*/ 347476 h 491771"/>
                <a:gd name="connsiteX113" fmla="*/ 307196 w 607568"/>
                <a:gd name="connsiteY113" fmla="*/ 317281 h 491771"/>
                <a:gd name="connsiteX114" fmla="*/ 276868 w 607568"/>
                <a:gd name="connsiteY114" fmla="*/ 347476 h 491771"/>
                <a:gd name="connsiteX115" fmla="*/ 290337 w 607568"/>
                <a:gd name="connsiteY115" fmla="*/ 360927 h 491771"/>
                <a:gd name="connsiteX116" fmla="*/ 279694 w 607568"/>
                <a:gd name="connsiteY116" fmla="*/ 389052 h 491771"/>
                <a:gd name="connsiteX117" fmla="*/ 276963 w 607568"/>
                <a:gd name="connsiteY117" fmla="*/ 415296 h 491771"/>
                <a:gd name="connsiteX118" fmla="*/ 288736 w 607568"/>
                <a:gd name="connsiteY118" fmla="*/ 491771 h 491771"/>
                <a:gd name="connsiteX119" fmla="*/ 182493 w 607568"/>
                <a:gd name="connsiteY119" fmla="*/ 491771 h 491771"/>
                <a:gd name="connsiteX120" fmla="*/ 170437 w 607568"/>
                <a:gd name="connsiteY120" fmla="*/ 490360 h 491771"/>
                <a:gd name="connsiteX121" fmla="*/ 140675 w 607568"/>
                <a:gd name="connsiteY121" fmla="*/ 470700 h 491771"/>
                <a:gd name="connsiteX122" fmla="*/ 132669 w 607568"/>
                <a:gd name="connsiteY122" fmla="*/ 424515 h 491771"/>
                <a:gd name="connsiteX123" fmla="*/ 166011 w 607568"/>
                <a:gd name="connsiteY123" fmla="*/ 316058 h 491771"/>
                <a:gd name="connsiteX124" fmla="*/ 184377 w 607568"/>
                <a:gd name="connsiteY124" fmla="*/ 289814 h 491771"/>
                <a:gd name="connsiteX125" fmla="*/ 214517 w 607568"/>
                <a:gd name="connsiteY125" fmla="*/ 279373 h 491771"/>
                <a:gd name="connsiteX126" fmla="*/ 214517 w 607568"/>
                <a:gd name="connsiteY126" fmla="*/ 279279 h 491771"/>
                <a:gd name="connsiteX127" fmla="*/ 229022 w 607568"/>
                <a:gd name="connsiteY127" fmla="*/ 249648 h 491771"/>
                <a:gd name="connsiteX128" fmla="*/ 247765 w 607568"/>
                <a:gd name="connsiteY128" fmla="*/ 237326 h 491771"/>
                <a:gd name="connsiteX129" fmla="*/ 258879 w 607568"/>
                <a:gd name="connsiteY129" fmla="*/ 234033 h 491771"/>
                <a:gd name="connsiteX130" fmla="*/ 265754 w 607568"/>
                <a:gd name="connsiteY130" fmla="*/ 235538 h 491771"/>
                <a:gd name="connsiteX131" fmla="*/ 268768 w 607568"/>
                <a:gd name="connsiteY131" fmla="*/ 236855 h 491771"/>
                <a:gd name="connsiteX132" fmla="*/ 269239 w 607568"/>
                <a:gd name="connsiteY132" fmla="*/ 234598 h 491771"/>
                <a:gd name="connsiteX133" fmla="*/ 255205 w 607568"/>
                <a:gd name="connsiteY133" fmla="*/ 222934 h 491771"/>
                <a:gd name="connsiteX134" fmla="*/ 254546 w 607568"/>
                <a:gd name="connsiteY134" fmla="*/ 222275 h 491771"/>
                <a:gd name="connsiteX135" fmla="*/ 241548 w 607568"/>
                <a:gd name="connsiteY135" fmla="*/ 207789 h 491771"/>
                <a:gd name="connsiteX136" fmla="*/ 241077 w 607568"/>
                <a:gd name="connsiteY136" fmla="*/ 207225 h 491771"/>
                <a:gd name="connsiteX137" fmla="*/ 229681 w 607568"/>
                <a:gd name="connsiteY137" fmla="*/ 189823 h 491771"/>
                <a:gd name="connsiteX138" fmla="*/ 229493 w 607568"/>
                <a:gd name="connsiteY138" fmla="*/ 189635 h 491771"/>
                <a:gd name="connsiteX139" fmla="*/ 220356 w 607568"/>
                <a:gd name="connsiteY139" fmla="*/ 169787 h 491771"/>
                <a:gd name="connsiteX140" fmla="*/ 203497 w 607568"/>
                <a:gd name="connsiteY140" fmla="*/ 159910 h 491771"/>
                <a:gd name="connsiteX141" fmla="*/ 203120 w 607568"/>
                <a:gd name="connsiteY141" fmla="*/ 159534 h 491771"/>
                <a:gd name="connsiteX142" fmla="*/ 197281 w 607568"/>
                <a:gd name="connsiteY142" fmla="*/ 151068 h 491771"/>
                <a:gd name="connsiteX143" fmla="*/ 196433 w 607568"/>
                <a:gd name="connsiteY143" fmla="*/ 149281 h 491771"/>
                <a:gd name="connsiteX144" fmla="*/ 192666 w 607568"/>
                <a:gd name="connsiteY144" fmla="*/ 138840 h 491771"/>
                <a:gd name="connsiteX145" fmla="*/ 212727 w 607568"/>
                <a:gd name="connsiteY145" fmla="*/ 95476 h 491771"/>
                <a:gd name="connsiteX146" fmla="*/ 212727 w 607568"/>
                <a:gd name="connsiteY146" fmla="*/ 85787 h 491771"/>
                <a:gd name="connsiteX147" fmla="*/ 298626 w 607568"/>
                <a:gd name="connsiteY147" fmla="*/ 0 h 49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</a:cxnLst>
              <a:rect l="l" t="t" r="r" b="b"/>
              <a:pathLst>
                <a:path w="607568" h="491771">
                  <a:moveTo>
                    <a:pt x="355420" y="250307"/>
                  </a:moveTo>
                  <a:cubicBezTo>
                    <a:pt x="354290" y="250307"/>
                    <a:pt x="353160" y="250871"/>
                    <a:pt x="352312" y="251812"/>
                  </a:cubicBezTo>
                  <a:lnTo>
                    <a:pt x="321042" y="289814"/>
                  </a:lnTo>
                  <a:cubicBezTo>
                    <a:pt x="319723" y="291507"/>
                    <a:pt x="319912" y="293953"/>
                    <a:pt x="321513" y="295364"/>
                  </a:cubicBezTo>
                  <a:lnTo>
                    <a:pt x="369736" y="338257"/>
                  </a:lnTo>
                  <a:cubicBezTo>
                    <a:pt x="370396" y="338822"/>
                    <a:pt x="371149" y="339104"/>
                    <a:pt x="371997" y="339104"/>
                  </a:cubicBezTo>
                  <a:cubicBezTo>
                    <a:pt x="372374" y="339104"/>
                    <a:pt x="372750" y="339010"/>
                    <a:pt x="373127" y="338916"/>
                  </a:cubicBezTo>
                  <a:cubicBezTo>
                    <a:pt x="374257" y="338539"/>
                    <a:pt x="375105" y="337505"/>
                    <a:pt x="375293" y="336282"/>
                  </a:cubicBezTo>
                  <a:lnTo>
                    <a:pt x="383676" y="279467"/>
                  </a:lnTo>
                  <a:cubicBezTo>
                    <a:pt x="384618" y="273164"/>
                    <a:pt x="381792" y="266768"/>
                    <a:pt x="376424" y="263287"/>
                  </a:cubicBezTo>
                  <a:lnTo>
                    <a:pt x="357681" y="250965"/>
                  </a:lnTo>
                  <a:cubicBezTo>
                    <a:pt x="357021" y="250495"/>
                    <a:pt x="356174" y="250307"/>
                    <a:pt x="355420" y="250307"/>
                  </a:cubicBezTo>
                  <a:close/>
                  <a:moveTo>
                    <a:pt x="258879" y="250307"/>
                  </a:moveTo>
                  <a:cubicBezTo>
                    <a:pt x="258125" y="250307"/>
                    <a:pt x="257372" y="250495"/>
                    <a:pt x="256712" y="250965"/>
                  </a:cubicBezTo>
                  <a:lnTo>
                    <a:pt x="237969" y="263287"/>
                  </a:lnTo>
                  <a:cubicBezTo>
                    <a:pt x="232601" y="266768"/>
                    <a:pt x="229775" y="273164"/>
                    <a:pt x="230717" y="279467"/>
                  </a:cubicBezTo>
                  <a:lnTo>
                    <a:pt x="239100" y="336282"/>
                  </a:lnTo>
                  <a:cubicBezTo>
                    <a:pt x="239288" y="337505"/>
                    <a:pt x="240136" y="338539"/>
                    <a:pt x="241266" y="338916"/>
                  </a:cubicBezTo>
                  <a:cubicBezTo>
                    <a:pt x="241643" y="339010"/>
                    <a:pt x="242019" y="339104"/>
                    <a:pt x="242396" y="339104"/>
                  </a:cubicBezTo>
                  <a:cubicBezTo>
                    <a:pt x="243244" y="339104"/>
                    <a:pt x="243997" y="338822"/>
                    <a:pt x="244657" y="338257"/>
                  </a:cubicBezTo>
                  <a:lnTo>
                    <a:pt x="292880" y="295364"/>
                  </a:lnTo>
                  <a:cubicBezTo>
                    <a:pt x="294481" y="293953"/>
                    <a:pt x="294670" y="291507"/>
                    <a:pt x="293351" y="289814"/>
                  </a:cubicBezTo>
                  <a:lnTo>
                    <a:pt x="261987" y="251812"/>
                  </a:lnTo>
                  <a:cubicBezTo>
                    <a:pt x="261233" y="250871"/>
                    <a:pt x="260103" y="250307"/>
                    <a:pt x="258879" y="250307"/>
                  </a:cubicBezTo>
                  <a:close/>
                  <a:moveTo>
                    <a:pt x="500465" y="66049"/>
                  </a:moveTo>
                  <a:cubicBezTo>
                    <a:pt x="548129" y="66049"/>
                    <a:pt x="562447" y="93516"/>
                    <a:pt x="565743" y="130673"/>
                  </a:cubicBezTo>
                  <a:cubicBezTo>
                    <a:pt x="565932" y="130673"/>
                    <a:pt x="566026" y="130673"/>
                    <a:pt x="566120" y="130673"/>
                  </a:cubicBezTo>
                  <a:cubicBezTo>
                    <a:pt x="577141" y="133118"/>
                    <a:pt x="583358" y="146664"/>
                    <a:pt x="580250" y="160962"/>
                  </a:cubicBezTo>
                  <a:cubicBezTo>
                    <a:pt x="577706" y="172532"/>
                    <a:pt x="569700" y="180904"/>
                    <a:pt x="560939" y="182503"/>
                  </a:cubicBezTo>
                  <a:cubicBezTo>
                    <a:pt x="554628" y="199529"/>
                    <a:pt x="543796" y="214016"/>
                    <a:pt x="531927" y="223799"/>
                  </a:cubicBezTo>
                  <a:cubicBezTo>
                    <a:pt x="528913" y="226338"/>
                    <a:pt x="527500" y="230383"/>
                    <a:pt x="528253" y="234240"/>
                  </a:cubicBezTo>
                  <a:lnTo>
                    <a:pt x="530797" y="246281"/>
                  </a:lnTo>
                  <a:cubicBezTo>
                    <a:pt x="532304" y="253806"/>
                    <a:pt x="538238" y="259732"/>
                    <a:pt x="545868" y="261143"/>
                  </a:cubicBezTo>
                  <a:lnTo>
                    <a:pt x="558961" y="263777"/>
                  </a:lnTo>
                  <a:cubicBezTo>
                    <a:pt x="578366" y="267634"/>
                    <a:pt x="593437" y="282684"/>
                    <a:pt x="597299" y="301968"/>
                  </a:cubicBezTo>
                  <a:lnTo>
                    <a:pt x="607002" y="350788"/>
                  </a:lnTo>
                  <a:cubicBezTo>
                    <a:pt x="608697" y="358972"/>
                    <a:pt x="606531" y="367438"/>
                    <a:pt x="601256" y="373835"/>
                  </a:cubicBezTo>
                  <a:cubicBezTo>
                    <a:pt x="595981" y="380325"/>
                    <a:pt x="588068" y="384088"/>
                    <a:pt x="579685" y="384088"/>
                  </a:cubicBezTo>
                  <a:lnTo>
                    <a:pt x="490386" y="384088"/>
                  </a:lnTo>
                  <a:lnTo>
                    <a:pt x="467685" y="310058"/>
                  </a:lnTo>
                  <a:cubicBezTo>
                    <a:pt x="461845" y="291150"/>
                    <a:pt x="448563" y="276194"/>
                    <a:pt x="431702" y="267445"/>
                  </a:cubicBezTo>
                  <a:cubicBezTo>
                    <a:pt x="434999" y="265940"/>
                    <a:pt x="438295" y="264529"/>
                    <a:pt x="441969" y="263777"/>
                  </a:cubicBezTo>
                  <a:lnTo>
                    <a:pt x="455157" y="261237"/>
                  </a:lnTo>
                  <a:cubicBezTo>
                    <a:pt x="462692" y="259732"/>
                    <a:pt x="468627" y="253806"/>
                    <a:pt x="470228" y="246281"/>
                  </a:cubicBezTo>
                  <a:lnTo>
                    <a:pt x="472677" y="234240"/>
                  </a:lnTo>
                  <a:cubicBezTo>
                    <a:pt x="473525" y="230383"/>
                    <a:pt x="472112" y="226338"/>
                    <a:pt x="469098" y="223893"/>
                  </a:cubicBezTo>
                  <a:cubicBezTo>
                    <a:pt x="457229" y="214016"/>
                    <a:pt x="446302" y="199529"/>
                    <a:pt x="439991" y="182503"/>
                  </a:cubicBezTo>
                  <a:cubicBezTo>
                    <a:pt x="434716" y="181563"/>
                    <a:pt x="429818" y="177894"/>
                    <a:pt x="426144" y="172720"/>
                  </a:cubicBezTo>
                  <a:cubicBezTo>
                    <a:pt x="433303" y="164725"/>
                    <a:pt x="438861" y="154754"/>
                    <a:pt x="441404" y="143278"/>
                  </a:cubicBezTo>
                  <a:cubicBezTo>
                    <a:pt x="444324" y="130485"/>
                    <a:pt x="443476" y="118068"/>
                    <a:pt x="439708" y="107438"/>
                  </a:cubicBezTo>
                  <a:cubicBezTo>
                    <a:pt x="447244" y="82699"/>
                    <a:pt x="464200" y="66049"/>
                    <a:pt x="500465" y="66049"/>
                  </a:cubicBezTo>
                  <a:close/>
                  <a:moveTo>
                    <a:pt x="107100" y="66049"/>
                  </a:moveTo>
                  <a:cubicBezTo>
                    <a:pt x="151561" y="66049"/>
                    <a:pt x="166820" y="90130"/>
                    <a:pt x="171341" y="123618"/>
                  </a:cubicBezTo>
                  <a:cubicBezTo>
                    <a:pt x="170965" y="129920"/>
                    <a:pt x="171436" y="136505"/>
                    <a:pt x="172849" y="143278"/>
                  </a:cubicBezTo>
                  <a:cubicBezTo>
                    <a:pt x="174921" y="152590"/>
                    <a:pt x="178971" y="161056"/>
                    <a:pt x="184246" y="168205"/>
                  </a:cubicBezTo>
                  <a:cubicBezTo>
                    <a:pt x="180573" y="175919"/>
                    <a:pt x="174356" y="181281"/>
                    <a:pt x="167574" y="182503"/>
                  </a:cubicBezTo>
                  <a:cubicBezTo>
                    <a:pt x="161263" y="199529"/>
                    <a:pt x="150336" y="214016"/>
                    <a:pt x="138468" y="223799"/>
                  </a:cubicBezTo>
                  <a:cubicBezTo>
                    <a:pt x="135453" y="226338"/>
                    <a:pt x="134040" y="230383"/>
                    <a:pt x="134794" y="234240"/>
                  </a:cubicBezTo>
                  <a:lnTo>
                    <a:pt x="137337" y="246281"/>
                  </a:lnTo>
                  <a:cubicBezTo>
                    <a:pt x="138939" y="253806"/>
                    <a:pt x="144873" y="259732"/>
                    <a:pt x="152408" y="261143"/>
                  </a:cubicBezTo>
                  <a:lnTo>
                    <a:pt x="165596" y="263777"/>
                  </a:lnTo>
                  <a:cubicBezTo>
                    <a:pt x="170494" y="264812"/>
                    <a:pt x="175203" y="266505"/>
                    <a:pt x="179442" y="268856"/>
                  </a:cubicBezTo>
                  <a:cubicBezTo>
                    <a:pt x="164088" y="277793"/>
                    <a:pt x="152126" y="292279"/>
                    <a:pt x="146662" y="310058"/>
                  </a:cubicBezTo>
                  <a:lnTo>
                    <a:pt x="123867" y="384088"/>
                  </a:lnTo>
                  <a:lnTo>
                    <a:pt x="27883" y="384088"/>
                  </a:lnTo>
                  <a:cubicBezTo>
                    <a:pt x="19499" y="384088"/>
                    <a:pt x="11587" y="380325"/>
                    <a:pt x="6312" y="373835"/>
                  </a:cubicBezTo>
                  <a:cubicBezTo>
                    <a:pt x="1037" y="367438"/>
                    <a:pt x="-1129" y="358972"/>
                    <a:pt x="566" y="350788"/>
                  </a:cubicBezTo>
                  <a:lnTo>
                    <a:pt x="10268" y="301968"/>
                  </a:lnTo>
                  <a:cubicBezTo>
                    <a:pt x="14130" y="282684"/>
                    <a:pt x="29202" y="267634"/>
                    <a:pt x="48606" y="263777"/>
                  </a:cubicBezTo>
                  <a:lnTo>
                    <a:pt x="61699" y="261237"/>
                  </a:lnTo>
                  <a:cubicBezTo>
                    <a:pt x="69328" y="259732"/>
                    <a:pt x="75263" y="253806"/>
                    <a:pt x="76770" y="246281"/>
                  </a:cubicBezTo>
                  <a:lnTo>
                    <a:pt x="79313" y="234240"/>
                  </a:lnTo>
                  <a:cubicBezTo>
                    <a:pt x="80067" y="230383"/>
                    <a:pt x="78654" y="226338"/>
                    <a:pt x="75639" y="223893"/>
                  </a:cubicBezTo>
                  <a:cubicBezTo>
                    <a:pt x="63771" y="214016"/>
                    <a:pt x="52939" y="199623"/>
                    <a:pt x="46628" y="182503"/>
                  </a:cubicBezTo>
                  <a:cubicBezTo>
                    <a:pt x="37867" y="180904"/>
                    <a:pt x="29861" y="172532"/>
                    <a:pt x="27318" y="160962"/>
                  </a:cubicBezTo>
                  <a:cubicBezTo>
                    <a:pt x="24115" y="146664"/>
                    <a:pt x="30426" y="133118"/>
                    <a:pt x="41447" y="130673"/>
                  </a:cubicBezTo>
                  <a:cubicBezTo>
                    <a:pt x="41541" y="130673"/>
                    <a:pt x="41729" y="130673"/>
                    <a:pt x="41824" y="130673"/>
                  </a:cubicBezTo>
                  <a:cubicBezTo>
                    <a:pt x="45403" y="93516"/>
                    <a:pt x="60192" y="66049"/>
                    <a:pt x="107100" y="66049"/>
                  </a:cubicBezTo>
                  <a:close/>
                  <a:moveTo>
                    <a:pt x="298626" y="0"/>
                  </a:moveTo>
                  <a:lnTo>
                    <a:pt x="315956" y="0"/>
                  </a:lnTo>
                  <a:cubicBezTo>
                    <a:pt x="363426" y="0"/>
                    <a:pt x="401854" y="38378"/>
                    <a:pt x="401854" y="85787"/>
                  </a:cubicBezTo>
                  <a:lnTo>
                    <a:pt x="401854" y="95476"/>
                  </a:lnTo>
                  <a:cubicBezTo>
                    <a:pt x="417301" y="99238"/>
                    <a:pt x="426154" y="118522"/>
                    <a:pt x="421633" y="138840"/>
                  </a:cubicBezTo>
                  <a:cubicBezTo>
                    <a:pt x="420880" y="142602"/>
                    <a:pt x="419467" y="146083"/>
                    <a:pt x="417960" y="149281"/>
                  </a:cubicBezTo>
                  <a:cubicBezTo>
                    <a:pt x="417677" y="149939"/>
                    <a:pt x="417395" y="150504"/>
                    <a:pt x="417112" y="151068"/>
                  </a:cubicBezTo>
                  <a:cubicBezTo>
                    <a:pt x="415417" y="154172"/>
                    <a:pt x="413533" y="157088"/>
                    <a:pt x="411273" y="159534"/>
                  </a:cubicBezTo>
                  <a:cubicBezTo>
                    <a:pt x="411179" y="159628"/>
                    <a:pt x="410990" y="159816"/>
                    <a:pt x="410896" y="159910"/>
                  </a:cubicBezTo>
                  <a:cubicBezTo>
                    <a:pt x="406092" y="165084"/>
                    <a:pt x="400159" y="168658"/>
                    <a:pt x="394037" y="169787"/>
                  </a:cubicBezTo>
                  <a:cubicBezTo>
                    <a:pt x="391494" y="176654"/>
                    <a:pt x="388385" y="183332"/>
                    <a:pt x="384900" y="189541"/>
                  </a:cubicBezTo>
                  <a:cubicBezTo>
                    <a:pt x="384806" y="189635"/>
                    <a:pt x="384806" y="189729"/>
                    <a:pt x="384712" y="189823"/>
                  </a:cubicBezTo>
                  <a:cubicBezTo>
                    <a:pt x="381227" y="196031"/>
                    <a:pt x="377460" y="201769"/>
                    <a:pt x="373316" y="207131"/>
                  </a:cubicBezTo>
                  <a:cubicBezTo>
                    <a:pt x="373127" y="207413"/>
                    <a:pt x="372939" y="207601"/>
                    <a:pt x="372750" y="207789"/>
                  </a:cubicBezTo>
                  <a:cubicBezTo>
                    <a:pt x="368700" y="213057"/>
                    <a:pt x="364368" y="217948"/>
                    <a:pt x="359847" y="222275"/>
                  </a:cubicBezTo>
                  <a:cubicBezTo>
                    <a:pt x="359658" y="222463"/>
                    <a:pt x="359376" y="222651"/>
                    <a:pt x="359188" y="222934"/>
                  </a:cubicBezTo>
                  <a:cubicBezTo>
                    <a:pt x="354667" y="227261"/>
                    <a:pt x="349957" y="231211"/>
                    <a:pt x="345154" y="234598"/>
                  </a:cubicBezTo>
                  <a:lnTo>
                    <a:pt x="345625" y="236855"/>
                  </a:lnTo>
                  <a:cubicBezTo>
                    <a:pt x="346567" y="236385"/>
                    <a:pt x="347603" y="235915"/>
                    <a:pt x="348639" y="235538"/>
                  </a:cubicBezTo>
                  <a:cubicBezTo>
                    <a:pt x="350899" y="234786"/>
                    <a:pt x="353065" y="234033"/>
                    <a:pt x="355514" y="234033"/>
                  </a:cubicBezTo>
                  <a:cubicBezTo>
                    <a:pt x="359470" y="234033"/>
                    <a:pt x="363238" y="235162"/>
                    <a:pt x="366628" y="237326"/>
                  </a:cubicBezTo>
                  <a:cubicBezTo>
                    <a:pt x="366628" y="237326"/>
                    <a:pt x="380756" y="246450"/>
                    <a:pt x="385371" y="249648"/>
                  </a:cubicBezTo>
                  <a:cubicBezTo>
                    <a:pt x="401854" y="261030"/>
                    <a:pt x="399876" y="279373"/>
                    <a:pt x="399876" y="279373"/>
                  </a:cubicBezTo>
                  <a:cubicBezTo>
                    <a:pt x="410990" y="279655"/>
                    <a:pt x="421822" y="283041"/>
                    <a:pt x="430016" y="289814"/>
                  </a:cubicBezTo>
                  <a:cubicBezTo>
                    <a:pt x="445180" y="302324"/>
                    <a:pt x="447535" y="313330"/>
                    <a:pt x="448382" y="316058"/>
                  </a:cubicBezTo>
                  <a:lnTo>
                    <a:pt x="481630" y="424515"/>
                  </a:lnTo>
                  <a:cubicBezTo>
                    <a:pt x="482855" y="428371"/>
                    <a:pt x="483608" y="432416"/>
                    <a:pt x="483891" y="436461"/>
                  </a:cubicBezTo>
                  <a:cubicBezTo>
                    <a:pt x="484644" y="448595"/>
                    <a:pt x="481159" y="460730"/>
                    <a:pt x="473718" y="470700"/>
                  </a:cubicBezTo>
                  <a:cubicBezTo>
                    <a:pt x="466372" y="480671"/>
                    <a:pt x="455823" y="487538"/>
                    <a:pt x="443956" y="490360"/>
                  </a:cubicBezTo>
                  <a:cubicBezTo>
                    <a:pt x="440000" y="491301"/>
                    <a:pt x="435950" y="491771"/>
                    <a:pt x="431805" y="491771"/>
                  </a:cubicBezTo>
                  <a:lnTo>
                    <a:pt x="325375" y="491771"/>
                  </a:lnTo>
                  <a:lnTo>
                    <a:pt x="337430" y="415296"/>
                  </a:lnTo>
                  <a:cubicBezTo>
                    <a:pt x="338749" y="406454"/>
                    <a:pt x="337807" y="397424"/>
                    <a:pt x="334605" y="389052"/>
                  </a:cubicBezTo>
                  <a:lnTo>
                    <a:pt x="323962" y="360927"/>
                  </a:lnTo>
                  <a:lnTo>
                    <a:pt x="337430" y="347476"/>
                  </a:lnTo>
                  <a:lnTo>
                    <a:pt x="307196" y="317281"/>
                  </a:lnTo>
                  <a:lnTo>
                    <a:pt x="276868" y="347476"/>
                  </a:lnTo>
                  <a:lnTo>
                    <a:pt x="290337" y="360927"/>
                  </a:lnTo>
                  <a:lnTo>
                    <a:pt x="279694" y="389052"/>
                  </a:lnTo>
                  <a:cubicBezTo>
                    <a:pt x="276586" y="397424"/>
                    <a:pt x="275644" y="406454"/>
                    <a:pt x="276963" y="415296"/>
                  </a:cubicBezTo>
                  <a:lnTo>
                    <a:pt x="288736" y="491771"/>
                  </a:lnTo>
                  <a:lnTo>
                    <a:pt x="182493" y="491771"/>
                  </a:lnTo>
                  <a:cubicBezTo>
                    <a:pt x="178443" y="491771"/>
                    <a:pt x="174299" y="491301"/>
                    <a:pt x="170437" y="490360"/>
                  </a:cubicBezTo>
                  <a:cubicBezTo>
                    <a:pt x="158570" y="487538"/>
                    <a:pt x="148021" y="480671"/>
                    <a:pt x="140675" y="470700"/>
                  </a:cubicBezTo>
                  <a:cubicBezTo>
                    <a:pt x="130785" y="457343"/>
                    <a:pt x="127865" y="440223"/>
                    <a:pt x="132669" y="424515"/>
                  </a:cubicBezTo>
                  <a:lnTo>
                    <a:pt x="166011" y="316058"/>
                  </a:lnTo>
                  <a:cubicBezTo>
                    <a:pt x="166858" y="313330"/>
                    <a:pt x="170908" y="300631"/>
                    <a:pt x="184377" y="289814"/>
                  </a:cubicBezTo>
                  <a:cubicBezTo>
                    <a:pt x="192666" y="283229"/>
                    <a:pt x="203403" y="279655"/>
                    <a:pt x="214517" y="279373"/>
                  </a:cubicBezTo>
                  <a:lnTo>
                    <a:pt x="214517" y="279279"/>
                  </a:lnTo>
                  <a:cubicBezTo>
                    <a:pt x="214140" y="273447"/>
                    <a:pt x="211880" y="260654"/>
                    <a:pt x="229022" y="249648"/>
                  </a:cubicBezTo>
                  <a:cubicBezTo>
                    <a:pt x="233731" y="246638"/>
                    <a:pt x="247765" y="237326"/>
                    <a:pt x="247765" y="237326"/>
                  </a:cubicBezTo>
                  <a:cubicBezTo>
                    <a:pt x="251061" y="235162"/>
                    <a:pt x="254923" y="234033"/>
                    <a:pt x="258879" y="234033"/>
                  </a:cubicBezTo>
                  <a:cubicBezTo>
                    <a:pt x="261328" y="234033"/>
                    <a:pt x="263494" y="234786"/>
                    <a:pt x="265754" y="235538"/>
                  </a:cubicBezTo>
                  <a:cubicBezTo>
                    <a:pt x="266790" y="236009"/>
                    <a:pt x="267826" y="236385"/>
                    <a:pt x="268768" y="236855"/>
                  </a:cubicBezTo>
                  <a:lnTo>
                    <a:pt x="269239" y="234598"/>
                  </a:lnTo>
                  <a:cubicBezTo>
                    <a:pt x="264436" y="231211"/>
                    <a:pt x="259726" y="227261"/>
                    <a:pt x="255205" y="222934"/>
                  </a:cubicBezTo>
                  <a:cubicBezTo>
                    <a:pt x="254923" y="222651"/>
                    <a:pt x="254735" y="222463"/>
                    <a:pt x="254546" y="222275"/>
                  </a:cubicBezTo>
                  <a:cubicBezTo>
                    <a:pt x="250025" y="217948"/>
                    <a:pt x="245693" y="213057"/>
                    <a:pt x="241548" y="207789"/>
                  </a:cubicBezTo>
                  <a:cubicBezTo>
                    <a:pt x="241454" y="207601"/>
                    <a:pt x="241266" y="207413"/>
                    <a:pt x="241077" y="207225"/>
                  </a:cubicBezTo>
                  <a:cubicBezTo>
                    <a:pt x="236933" y="201769"/>
                    <a:pt x="233072" y="196031"/>
                    <a:pt x="229681" y="189823"/>
                  </a:cubicBezTo>
                  <a:cubicBezTo>
                    <a:pt x="229587" y="189729"/>
                    <a:pt x="229587" y="189635"/>
                    <a:pt x="229493" y="189635"/>
                  </a:cubicBezTo>
                  <a:cubicBezTo>
                    <a:pt x="226008" y="183332"/>
                    <a:pt x="222899" y="176654"/>
                    <a:pt x="220356" y="169787"/>
                  </a:cubicBezTo>
                  <a:cubicBezTo>
                    <a:pt x="214140" y="168658"/>
                    <a:pt x="208301" y="165084"/>
                    <a:pt x="203497" y="159910"/>
                  </a:cubicBezTo>
                  <a:cubicBezTo>
                    <a:pt x="203309" y="159722"/>
                    <a:pt x="203214" y="159628"/>
                    <a:pt x="203120" y="159534"/>
                  </a:cubicBezTo>
                  <a:cubicBezTo>
                    <a:pt x="200860" y="157088"/>
                    <a:pt x="198976" y="154172"/>
                    <a:pt x="197281" y="151068"/>
                  </a:cubicBezTo>
                  <a:cubicBezTo>
                    <a:pt x="196998" y="150504"/>
                    <a:pt x="196716" y="149939"/>
                    <a:pt x="196433" y="149281"/>
                  </a:cubicBezTo>
                  <a:cubicBezTo>
                    <a:pt x="194832" y="146083"/>
                    <a:pt x="193513" y="142602"/>
                    <a:pt x="192666" y="138840"/>
                  </a:cubicBezTo>
                  <a:cubicBezTo>
                    <a:pt x="188145" y="118428"/>
                    <a:pt x="197092" y="99050"/>
                    <a:pt x="212727" y="95476"/>
                  </a:cubicBezTo>
                  <a:lnTo>
                    <a:pt x="212727" y="85787"/>
                  </a:lnTo>
                  <a:cubicBezTo>
                    <a:pt x="212727" y="38378"/>
                    <a:pt x="251155" y="0"/>
                    <a:pt x="2986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endParaRPr>
            </a:p>
          </p:txBody>
        </p:sp>
        <p:sp>
          <p:nvSpPr>
            <p:cNvPr id="28" name="18">
              <a:extLst>
                <a:ext uri="{FF2B5EF4-FFF2-40B4-BE49-F238E27FC236}">
                  <a16:creationId xmlns:a16="http://schemas.microsoft.com/office/drawing/2014/main" id="{EA12FA44-50A2-3994-2B35-9CE0E24426B3}"/>
                </a:ext>
              </a:extLst>
            </p:cNvPr>
            <p:cNvSpPr/>
            <p:nvPr/>
          </p:nvSpPr>
          <p:spPr>
            <a:xfrm>
              <a:off x="943610" y="4046855"/>
              <a:ext cx="355600" cy="309880"/>
            </a:xfrm>
            <a:custGeom>
              <a:avLst/>
              <a:gdLst>
                <a:gd name="connsiteX0" fmla="*/ 424975 w 608697"/>
                <a:gd name="connsiteY0" fmla="*/ 168488 h 531358"/>
                <a:gd name="connsiteX1" fmla="*/ 387604 w 608697"/>
                <a:gd name="connsiteY1" fmla="*/ 205806 h 531358"/>
                <a:gd name="connsiteX2" fmla="*/ 424975 w 608697"/>
                <a:gd name="connsiteY2" fmla="*/ 243124 h 531358"/>
                <a:gd name="connsiteX3" fmla="*/ 462346 w 608697"/>
                <a:gd name="connsiteY3" fmla="*/ 205806 h 531358"/>
                <a:gd name="connsiteX4" fmla="*/ 424975 w 608697"/>
                <a:gd name="connsiteY4" fmla="*/ 168488 h 531358"/>
                <a:gd name="connsiteX5" fmla="*/ 287947 w 608697"/>
                <a:gd name="connsiteY5" fmla="*/ 168488 h 531358"/>
                <a:gd name="connsiteX6" fmla="*/ 250576 w 608697"/>
                <a:gd name="connsiteY6" fmla="*/ 205806 h 531358"/>
                <a:gd name="connsiteX7" fmla="*/ 287947 w 608697"/>
                <a:gd name="connsiteY7" fmla="*/ 243124 h 531358"/>
                <a:gd name="connsiteX8" fmla="*/ 325318 w 608697"/>
                <a:gd name="connsiteY8" fmla="*/ 205806 h 531358"/>
                <a:gd name="connsiteX9" fmla="*/ 287947 w 608697"/>
                <a:gd name="connsiteY9" fmla="*/ 168488 h 531358"/>
                <a:gd name="connsiteX10" fmla="*/ 102356 w 608697"/>
                <a:gd name="connsiteY10" fmla="*/ 121231 h 531358"/>
                <a:gd name="connsiteX11" fmla="*/ 98850 w 608697"/>
                <a:gd name="connsiteY11" fmla="*/ 127711 h 531358"/>
                <a:gd name="connsiteX12" fmla="*/ 76842 w 608697"/>
                <a:gd name="connsiteY12" fmla="*/ 217990 h 531358"/>
                <a:gd name="connsiteX13" fmla="*/ 98850 w 608697"/>
                <a:gd name="connsiteY13" fmla="*/ 308194 h 531358"/>
                <a:gd name="connsiteX14" fmla="*/ 157488 w 608697"/>
                <a:gd name="connsiteY14" fmla="*/ 380223 h 531358"/>
                <a:gd name="connsiteX15" fmla="*/ 344668 w 608697"/>
                <a:gd name="connsiteY15" fmla="*/ 444729 h 531358"/>
                <a:gd name="connsiteX16" fmla="*/ 370257 w 608697"/>
                <a:gd name="connsiteY16" fmla="*/ 443687 h 531358"/>
                <a:gd name="connsiteX17" fmla="*/ 236717 w 608697"/>
                <a:gd name="connsiteY17" fmla="*/ 477876 h 531358"/>
                <a:gd name="connsiteX18" fmla="*/ 198072 w 608697"/>
                <a:gd name="connsiteY18" fmla="*/ 475344 h 531358"/>
                <a:gd name="connsiteX19" fmla="*/ 82437 w 608697"/>
                <a:gd name="connsiteY19" fmla="*/ 531284 h 531358"/>
                <a:gd name="connsiteX20" fmla="*/ 81542 w 608697"/>
                <a:gd name="connsiteY20" fmla="*/ 531358 h 531358"/>
                <a:gd name="connsiteX21" fmla="*/ 75051 w 608697"/>
                <a:gd name="connsiteY21" fmla="*/ 527857 h 531358"/>
                <a:gd name="connsiteX22" fmla="*/ 74753 w 608697"/>
                <a:gd name="connsiteY22" fmla="*/ 519738 h 531358"/>
                <a:gd name="connsiteX23" fmla="*/ 88778 w 608697"/>
                <a:gd name="connsiteY23" fmla="*/ 435046 h 531358"/>
                <a:gd name="connsiteX24" fmla="*/ 0 w 608697"/>
                <a:gd name="connsiteY24" fmla="*/ 282198 h 531358"/>
                <a:gd name="connsiteX25" fmla="*/ 102356 w 608697"/>
                <a:gd name="connsiteY25" fmla="*/ 121231 h 531358"/>
                <a:gd name="connsiteX26" fmla="*/ 356424 w 608697"/>
                <a:gd name="connsiteY26" fmla="*/ 0 h 531358"/>
                <a:gd name="connsiteX27" fmla="*/ 608697 w 608697"/>
                <a:gd name="connsiteY27" fmla="*/ 211244 h 531358"/>
                <a:gd name="connsiteX28" fmla="*/ 518290 w 608697"/>
                <a:gd name="connsiteY28" fmla="*/ 373401 h 531358"/>
                <a:gd name="connsiteX29" fmla="*/ 531941 w 608697"/>
                <a:gd name="connsiteY29" fmla="*/ 441109 h 531358"/>
                <a:gd name="connsiteX30" fmla="*/ 531120 w 608697"/>
                <a:gd name="connsiteY30" fmla="*/ 465391 h 531358"/>
                <a:gd name="connsiteX31" fmla="*/ 511577 w 608697"/>
                <a:gd name="connsiteY31" fmla="*/ 475894 h 531358"/>
                <a:gd name="connsiteX32" fmla="*/ 509041 w 608697"/>
                <a:gd name="connsiteY32" fmla="*/ 475745 h 531358"/>
                <a:gd name="connsiteX33" fmla="*/ 391408 w 608697"/>
                <a:gd name="connsiteY33" fmla="*/ 420476 h 531358"/>
                <a:gd name="connsiteX34" fmla="*/ 356424 w 608697"/>
                <a:gd name="connsiteY34" fmla="*/ 422487 h 531358"/>
                <a:gd name="connsiteX35" fmla="*/ 104225 w 608697"/>
                <a:gd name="connsiteY35" fmla="*/ 211244 h 531358"/>
                <a:gd name="connsiteX36" fmla="*/ 356424 w 608697"/>
                <a:gd name="connsiteY36" fmla="*/ 0 h 53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8697" h="531358">
                  <a:moveTo>
                    <a:pt x="424975" y="168488"/>
                  </a:moveTo>
                  <a:cubicBezTo>
                    <a:pt x="404312" y="168488"/>
                    <a:pt x="387604" y="185248"/>
                    <a:pt x="387604" y="205806"/>
                  </a:cubicBezTo>
                  <a:cubicBezTo>
                    <a:pt x="387604" y="226439"/>
                    <a:pt x="404312" y="243124"/>
                    <a:pt x="424975" y="243124"/>
                  </a:cubicBezTo>
                  <a:cubicBezTo>
                    <a:pt x="445562" y="243124"/>
                    <a:pt x="462346" y="226439"/>
                    <a:pt x="462346" y="205806"/>
                  </a:cubicBezTo>
                  <a:cubicBezTo>
                    <a:pt x="462346" y="185248"/>
                    <a:pt x="445637" y="168488"/>
                    <a:pt x="424975" y="168488"/>
                  </a:cubicBezTo>
                  <a:close/>
                  <a:moveTo>
                    <a:pt x="287947" y="168488"/>
                  </a:moveTo>
                  <a:cubicBezTo>
                    <a:pt x="267285" y="168488"/>
                    <a:pt x="250576" y="185248"/>
                    <a:pt x="250576" y="205806"/>
                  </a:cubicBezTo>
                  <a:cubicBezTo>
                    <a:pt x="250576" y="226439"/>
                    <a:pt x="267285" y="243124"/>
                    <a:pt x="287947" y="243124"/>
                  </a:cubicBezTo>
                  <a:cubicBezTo>
                    <a:pt x="308610" y="243124"/>
                    <a:pt x="325318" y="226439"/>
                    <a:pt x="325318" y="205806"/>
                  </a:cubicBezTo>
                  <a:cubicBezTo>
                    <a:pt x="325318" y="185248"/>
                    <a:pt x="308610" y="168488"/>
                    <a:pt x="287947" y="168488"/>
                  </a:cubicBezTo>
                  <a:close/>
                  <a:moveTo>
                    <a:pt x="102356" y="121231"/>
                  </a:moveTo>
                  <a:cubicBezTo>
                    <a:pt x="101162" y="123317"/>
                    <a:pt x="99969" y="125477"/>
                    <a:pt x="98850" y="127711"/>
                  </a:cubicBezTo>
                  <a:cubicBezTo>
                    <a:pt x="84227" y="156240"/>
                    <a:pt x="76842" y="186631"/>
                    <a:pt x="76842" y="217990"/>
                  </a:cubicBezTo>
                  <a:cubicBezTo>
                    <a:pt x="76842" y="249275"/>
                    <a:pt x="84227" y="279666"/>
                    <a:pt x="98850" y="308194"/>
                  </a:cubicBezTo>
                  <a:cubicBezTo>
                    <a:pt x="112726" y="335308"/>
                    <a:pt x="132496" y="359516"/>
                    <a:pt x="157488" y="380223"/>
                  </a:cubicBezTo>
                  <a:cubicBezTo>
                    <a:pt x="207845" y="421787"/>
                    <a:pt x="274317" y="444729"/>
                    <a:pt x="344668" y="444729"/>
                  </a:cubicBezTo>
                  <a:cubicBezTo>
                    <a:pt x="353173" y="444729"/>
                    <a:pt x="361752" y="444357"/>
                    <a:pt x="370257" y="443687"/>
                  </a:cubicBezTo>
                  <a:cubicBezTo>
                    <a:pt x="332209" y="465288"/>
                    <a:pt x="286254" y="477876"/>
                    <a:pt x="236717" y="477876"/>
                  </a:cubicBezTo>
                  <a:cubicBezTo>
                    <a:pt x="223736" y="477876"/>
                    <a:pt x="210755" y="477057"/>
                    <a:pt x="198072" y="475344"/>
                  </a:cubicBezTo>
                  <a:cubicBezTo>
                    <a:pt x="160397" y="499478"/>
                    <a:pt x="110637" y="528155"/>
                    <a:pt x="82437" y="531284"/>
                  </a:cubicBezTo>
                  <a:cubicBezTo>
                    <a:pt x="82138" y="531358"/>
                    <a:pt x="81840" y="531358"/>
                    <a:pt x="81542" y="531358"/>
                  </a:cubicBezTo>
                  <a:cubicBezTo>
                    <a:pt x="78930" y="531358"/>
                    <a:pt x="76469" y="530017"/>
                    <a:pt x="75051" y="527857"/>
                  </a:cubicBezTo>
                  <a:cubicBezTo>
                    <a:pt x="73410" y="525399"/>
                    <a:pt x="73335" y="522271"/>
                    <a:pt x="74753" y="519738"/>
                  </a:cubicBezTo>
                  <a:cubicBezTo>
                    <a:pt x="75051" y="519291"/>
                    <a:pt x="99223" y="476014"/>
                    <a:pt x="88778" y="435046"/>
                  </a:cubicBezTo>
                  <a:cubicBezTo>
                    <a:pt x="32303" y="397653"/>
                    <a:pt x="0" y="342160"/>
                    <a:pt x="0" y="282198"/>
                  </a:cubicBezTo>
                  <a:cubicBezTo>
                    <a:pt x="0" y="215532"/>
                    <a:pt x="40584" y="156538"/>
                    <a:pt x="102356" y="121231"/>
                  </a:cubicBezTo>
                  <a:close/>
                  <a:moveTo>
                    <a:pt x="356424" y="0"/>
                  </a:moveTo>
                  <a:cubicBezTo>
                    <a:pt x="495540" y="0"/>
                    <a:pt x="608697" y="94747"/>
                    <a:pt x="608697" y="211244"/>
                  </a:cubicBezTo>
                  <a:cubicBezTo>
                    <a:pt x="608697" y="274408"/>
                    <a:pt x="575802" y="333178"/>
                    <a:pt x="518290" y="373401"/>
                  </a:cubicBezTo>
                  <a:cubicBezTo>
                    <a:pt x="512845" y="406324"/>
                    <a:pt x="531717" y="440811"/>
                    <a:pt x="531941" y="441109"/>
                  </a:cubicBezTo>
                  <a:cubicBezTo>
                    <a:pt x="536267" y="448781"/>
                    <a:pt x="535969" y="458092"/>
                    <a:pt x="531120" y="465391"/>
                  </a:cubicBezTo>
                  <a:cubicBezTo>
                    <a:pt x="526794" y="472021"/>
                    <a:pt x="519484" y="475894"/>
                    <a:pt x="511577" y="475894"/>
                  </a:cubicBezTo>
                  <a:cubicBezTo>
                    <a:pt x="510756" y="475894"/>
                    <a:pt x="509936" y="475894"/>
                    <a:pt x="509041" y="475745"/>
                  </a:cubicBezTo>
                  <a:cubicBezTo>
                    <a:pt x="484574" y="473064"/>
                    <a:pt x="444966" y="454442"/>
                    <a:pt x="391408" y="420476"/>
                  </a:cubicBezTo>
                  <a:cubicBezTo>
                    <a:pt x="379920" y="421817"/>
                    <a:pt x="368135" y="422487"/>
                    <a:pt x="356424" y="422487"/>
                  </a:cubicBezTo>
                  <a:cubicBezTo>
                    <a:pt x="217382" y="422487"/>
                    <a:pt x="104225" y="327741"/>
                    <a:pt x="104225" y="211244"/>
                  </a:cubicBezTo>
                  <a:cubicBezTo>
                    <a:pt x="104225" y="94747"/>
                    <a:pt x="217382" y="0"/>
                    <a:pt x="3564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endParaRPr>
            </a:p>
          </p:txBody>
        </p:sp>
        <p:sp>
          <p:nvSpPr>
            <p:cNvPr id="29" name="2">
              <a:extLst>
                <a:ext uri="{FF2B5EF4-FFF2-40B4-BE49-F238E27FC236}">
                  <a16:creationId xmlns:a16="http://schemas.microsoft.com/office/drawing/2014/main" id="{453F059C-B836-E701-E0CD-7F24D24E50E6}"/>
                </a:ext>
              </a:extLst>
            </p:cNvPr>
            <p:cNvSpPr/>
            <p:nvPr/>
          </p:nvSpPr>
          <p:spPr>
            <a:xfrm>
              <a:off x="5862955" y="2051050"/>
              <a:ext cx="406400" cy="359410"/>
            </a:xfrm>
            <a:custGeom>
              <a:avLst/>
              <a:gdLst>
                <a:gd name="T0" fmla="*/ 5423 w 6499"/>
                <a:gd name="T1" fmla="*/ 940 h 5766"/>
                <a:gd name="T2" fmla="*/ 6499 w 6499"/>
                <a:gd name="T3" fmla="*/ 7 h 5766"/>
                <a:gd name="T4" fmla="*/ 4987 w 6499"/>
                <a:gd name="T5" fmla="*/ 792 h 5766"/>
                <a:gd name="T6" fmla="*/ 3216 w 6499"/>
                <a:gd name="T7" fmla="*/ 716 h 5766"/>
                <a:gd name="T8" fmla="*/ 1453 w 6499"/>
                <a:gd name="T9" fmla="*/ 667 h 5766"/>
                <a:gd name="T10" fmla="*/ 0 w 6499"/>
                <a:gd name="T11" fmla="*/ 2664 h 5766"/>
                <a:gd name="T12" fmla="*/ 661 w 6499"/>
                <a:gd name="T13" fmla="*/ 3284 h 5766"/>
                <a:gd name="T14" fmla="*/ 448 w 6499"/>
                <a:gd name="T15" fmla="*/ 4071 h 5766"/>
                <a:gd name="T16" fmla="*/ 844 w 6499"/>
                <a:gd name="T17" fmla="*/ 4279 h 5766"/>
                <a:gd name="T18" fmla="*/ 1080 w 6499"/>
                <a:gd name="T19" fmla="*/ 4576 h 5766"/>
                <a:gd name="T20" fmla="*/ 1583 w 6499"/>
                <a:gd name="T21" fmla="*/ 4775 h 5766"/>
                <a:gd name="T22" fmla="*/ 2017 w 6499"/>
                <a:gd name="T23" fmla="*/ 5327 h 5766"/>
                <a:gd name="T24" fmla="*/ 2405 w 6499"/>
                <a:gd name="T25" fmla="*/ 5234 h 5766"/>
                <a:gd name="T26" fmla="*/ 2535 w 6499"/>
                <a:gd name="T27" fmla="*/ 5395 h 5766"/>
                <a:gd name="T28" fmla="*/ 2876 w 6499"/>
                <a:gd name="T29" fmla="*/ 5576 h 5766"/>
                <a:gd name="T30" fmla="*/ 3165 w 6499"/>
                <a:gd name="T31" fmla="*/ 5494 h 5766"/>
                <a:gd name="T32" fmla="*/ 3701 w 6499"/>
                <a:gd name="T33" fmla="*/ 5660 h 5766"/>
                <a:gd name="T34" fmla="*/ 3832 w 6499"/>
                <a:gd name="T35" fmla="*/ 5267 h 5766"/>
                <a:gd name="T36" fmla="*/ 4495 w 6499"/>
                <a:gd name="T37" fmla="*/ 4970 h 5766"/>
                <a:gd name="T38" fmla="*/ 4988 w 6499"/>
                <a:gd name="T39" fmla="*/ 5020 h 5766"/>
                <a:gd name="T40" fmla="*/ 5597 w 6499"/>
                <a:gd name="T41" fmla="*/ 4588 h 5766"/>
                <a:gd name="T42" fmla="*/ 5503 w 6499"/>
                <a:gd name="T43" fmla="*/ 3760 h 5766"/>
                <a:gd name="T44" fmla="*/ 6296 w 6499"/>
                <a:gd name="T45" fmla="*/ 2963 h 5766"/>
                <a:gd name="T46" fmla="*/ 6499 w 6499"/>
                <a:gd name="T47" fmla="*/ 2528 h 5766"/>
                <a:gd name="T48" fmla="*/ 5795 w 6499"/>
                <a:gd name="T49" fmla="*/ 3035 h 5766"/>
                <a:gd name="T50" fmla="*/ 4857 w 6499"/>
                <a:gd name="T51" fmla="*/ 3514 h 5766"/>
                <a:gd name="T52" fmla="*/ 4769 w 6499"/>
                <a:gd name="T53" fmla="*/ 4088 h 5766"/>
                <a:gd name="T54" fmla="*/ 4331 w 6499"/>
                <a:gd name="T55" fmla="*/ 4082 h 5766"/>
                <a:gd name="T56" fmla="*/ 4173 w 6499"/>
                <a:gd name="T57" fmla="*/ 4456 h 5766"/>
                <a:gd name="T58" fmla="*/ 3747 w 6499"/>
                <a:gd name="T59" fmla="*/ 4507 h 5766"/>
                <a:gd name="T60" fmla="*/ 3473 w 6499"/>
                <a:gd name="T61" fmla="*/ 4915 h 5766"/>
                <a:gd name="T62" fmla="*/ 3065 w 6499"/>
                <a:gd name="T63" fmla="*/ 5251 h 5766"/>
                <a:gd name="T64" fmla="*/ 2867 w 6499"/>
                <a:gd name="T65" fmla="*/ 5322 h 5766"/>
                <a:gd name="T66" fmla="*/ 2707 w 6499"/>
                <a:gd name="T67" fmla="*/ 5102 h 5766"/>
                <a:gd name="T68" fmla="*/ 3423 w 6499"/>
                <a:gd name="T69" fmla="*/ 4496 h 5766"/>
                <a:gd name="T70" fmla="*/ 3345 w 6499"/>
                <a:gd name="T71" fmla="*/ 4266 h 5766"/>
                <a:gd name="T72" fmla="*/ 2255 w 6499"/>
                <a:gd name="T73" fmla="*/ 5022 h 5766"/>
                <a:gd name="T74" fmla="*/ 1884 w 6499"/>
                <a:gd name="T75" fmla="*/ 4962 h 5766"/>
                <a:gd name="T76" fmla="*/ 3155 w 6499"/>
                <a:gd name="T77" fmla="*/ 3735 h 5766"/>
                <a:gd name="T78" fmla="*/ 3075 w 6499"/>
                <a:gd name="T79" fmla="*/ 3503 h 5766"/>
                <a:gd name="T80" fmla="*/ 1791 w 6499"/>
                <a:gd name="T81" fmla="*/ 4404 h 5766"/>
                <a:gd name="T82" fmla="*/ 1285 w 6499"/>
                <a:gd name="T83" fmla="*/ 4435 h 5766"/>
                <a:gd name="T84" fmla="*/ 1439 w 6499"/>
                <a:gd name="T85" fmla="*/ 4004 h 5766"/>
                <a:gd name="T86" fmla="*/ 2809 w 6499"/>
                <a:gd name="T87" fmla="*/ 3011 h 5766"/>
                <a:gd name="T88" fmla="*/ 2612 w 6499"/>
                <a:gd name="T89" fmla="*/ 2895 h 5766"/>
                <a:gd name="T90" fmla="*/ 1167 w 6499"/>
                <a:gd name="T91" fmla="*/ 3884 h 5766"/>
                <a:gd name="T92" fmla="*/ 668 w 6499"/>
                <a:gd name="T93" fmla="*/ 3923 h 5766"/>
                <a:gd name="T94" fmla="*/ 3388 w 6499"/>
                <a:gd name="T95" fmla="*/ 1602 h 5766"/>
                <a:gd name="T96" fmla="*/ 4543 w 6499"/>
                <a:gd name="T97" fmla="*/ 2706 h 5766"/>
                <a:gd name="T98" fmla="*/ 4492 w 6499"/>
                <a:gd name="T99" fmla="*/ 1496 h 5766"/>
                <a:gd name="T100" fmla="*/ 4777 w 6499"/>
                <a:gd name="T101" fmla="*/ 1048 h 5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499" h="5766">
                  <a:moveTo>
                    <a:pt x="5048" y="1043"/>
                  </a:moveTo>
                  <a:cubicBezTo>
                    <a:pt x="5180" y="1043"/>
                    <a:pt x="5309" y="1008"/>
                    <a:pt x="5423" y="940"/>
                  </a:cubicBezTo>
                  <a:lnTo>
                    <a:pt x="6499" y="304"/>
                  </a:lnTo>
                  <a:lnTo>
                    <a:pt x="6499" y="7"/>
                  </a:lnTo>
                  <a:lnTo>
                    <a:pt x="5288" y="712"/>
                  </a:lnTo>
                  <a:cubicBezTo>
                    <a:pt x="5196" y="766"/>
                    <a:pt x="5092" y="794"/>
                    <a:pt x="4987" y="792"/>
                  </a:cubicBezTo>
                  <a:lnTo>
                    <a:pt x="3384" y="774"/>
                  </a:lnTo>
                  <a:cubicBezTo>
                    <a:pt x="3304" y="744"/>
                    <a:pt x="3240" y="726"/>
                    <a:pt x="3216" y="716"/>
                  </a:cubicBezTo>
                  <a:cubicBezTo>
                    <a:pt x="2715" y="604"/>
                    <a:pt x="2323" y="648"/>
                    <a:pt x="2056" y="720"/>
                  </a:cubicBezTo>
                  <a:cubicBezTo>
                    <a:pt x="1856" y="774"/>
                    <a:pt x="1643" y="754"/>
                    <a:pt x="1453" y="667"/>
                  </a:cubicBezTo>
                  <a:lnTo>
                    <a:pt x="0" y="0"/>
                  </a:lnTo>
                  <a:lnTo>
                    <a:pt x="0" y="2664"/>
                  </a:lnTo>
                  <a:lnTo>
                    <a:pt x="151" y="2747"/>
                  </a:lnTo>
                  <a:cubicBezTo>
                    <a:pt x="373" y="2868"/>
                    <a:pt x="551" y="3056"/>
                    <a:pt x="661" y="3284"/>
                  </a:cubicBezTo>
                  <a:lnTo>
                    <a:pt x="576" y="3354"/>
                  </a:lnTo>
                  <a:cubicBezTo>
                    <a:pt x="347" y="3520"/>
                    <a:pt x="297" y="3843"/>
                    <a:pt x="448" y="4071"/>
                  </a:cubicBezTo>
                  <a:cubicBezTo>
                    <a:pt x="532" y="4182"/>
                    <a:pt x="651" y="4252"/>
                    <a:pt x="787" y="4276"/>
                  </a:cubicBezTo>
                  <a:cubicBezTo>
                    <a:pt x="803" y="4278"/>
                    <a:pt x="827" y="4279"/>
                    <a:pt x="844" y="4279"/>
                  </a:cubicBezTo>
                  <a:cubicBezTo>
                    <a:pt x="893" y="4282"/>
                    <a:pt x="941" y="4276"/>
                    <a:pt x="983" y="4270"/>
                  </a:cubicBezTo>
                  <a:cubicBezTo>
                    <a:pt x="985" y="4384"/>
                    <a:pt x="1012" y="4483"/>
                    <a:pt x="1080" y="4576"/>
                  </a:cubicBezTo>
                  <a:cubicBezTo>
                    <a:pt x="1171" y="4703"/>
                    <a:pt x="1315" y="4760"/>
                    <a:pt x="1469" y="4768"/>
                  </a:cubicBezTo>
                  <a:cubicBezTo>
                    <a:pt x="1509" y="4771"/>
                    <a:pt x="1551" y="4772"/>
                    <a:pt x="1583" y="4775"/>
                  </a:cubicBezTo>
                  <a:cubicBezTo>
                    <a:pt x="1568" y="4896"/>
                    <a:pt x="1603" y="5020"/>
                    <a:pt x="1679" y="5122"/>
                  </a:cubicBezTo>
                  <a:cubicBezTo>
                    <a:pt x="1763" y="5232"/>
                    <a:pt x="1881" y="5303"/>
                    <a:pt x="2017" y="5327"/>
                  </a:cubicBezTo>
                  <a:cubicBezTo>
                    <a:pt x="2033" y="5328"/>
                    <a:pt x="2057" y="5330"/>
                    <a:pt x="2075" y="5330"/>
                  </a:cubicBezTo>
                  <a:cubicBezTo>
                    <a:pt x="2196" y="5336"/>
                    <a:pt x="2312" y="5302"/>
                    <a:pt x="2405" y="5234"/>
                  </a:cubicBezTo>
                  <a:lnTo>
                    <a:pt x="2456" y="5195"/>
                  </a:lnTo>
                  <a:cubicBezTo>
                    <a:pt x="2468" y="5268"/>
                    <a:pt x="2489" y="5335"/>
                    <a:pt x="2535" y="5395"/>
                  </a:cubicBezTo>
                  <a:cubicBezTo>
                    <a:pt x="2603" y="5488"/>
                    <a:pt x="2705" y="5551"/>
                    <a:pt x="2827" y="5574"/>
                  </a:cubicBezTo>
                  <a:cubicBezTo>
                    <a:pt x="2843" y="5575"/>
                    <a:pt x="2859" y="5575"/>
                    <a:pt x="2876" y="5576"/>
                  </a:cubicBezTo>
                  <a:cubicBezTo>
                    <a:pt x="2973" y="5582"/>
                    <a:pt x="3072" y="5554"/>
                    <a:pt x="3157" y="5494"/>
                  </a:cubicBezTo>
                  <a:lnTo>
                    <a:pt x="3165" y="5494"/>
                  </a:lnTo>
                  <a:lnTo>
                    <a:pt x="3225" y="5578"/>
                  </a:lnTo>
                  <a:cubicBezTo>
                    <a:pt x="3331" y="5730"/>
                    <a:pt x="3549" y="5766"/>
                    <a:pt x="3701" y="5660"/>
                  </a:cubicBezTo>
                  <a:cubicBezTo>
                    <a:pt x="3828" y="5570"/>
                    <a:pt x="3879" y="5392"/>
                    <a:pt x="3821" y="5251"/>
                  </a:cubicBezTo>
                  <a:lnTo>
                    <a:pt x="3832" y="5267"/>
                  </a:lnTo>
                  <a:cubicBezTo>
                    <a:pt x="3932" y="5415"/>
                    <a:pt x="4121" y="5479"/>
                    <a:pt x="4287" y="5411"/>
                  </a:cubicBezTo>
                  <a:cubicBezTo>
                    <a:pt x="4469" y="5336"/>
                    <a:pt x="4543" y="5139"/>
                    <a:pt x="4495" y="4970"/>
                  </a:cubicBezTo>
                  <a:cubicBezTo>
                    <a:pt x="4617" y="5107"/>
                    <a:pt x="4828" y="5134"/>
                    <a:pt x="4980" y="5028"/>
                  </a:cubicBezTo>
                  <a:lnTo>
                    <a:pt x="4988" y="5020"/>
                  </a:lnTo>
                  <a:cubicBezTo>
                    <a:pt x="5140" y="4915"/>
                    <a:pt x="5184" y="4714"/>
                    <a:pt x="5103" y="4554"/>
                  </a:cubicBezTo>
                  <a:cubicBezTo>
                    <a:pt x="5235" y="4675"/>
                    <a:pt x="5445" y="4694"/>
                    <a:pt x="5597" y="4588"/>
                  </a:cubicBezTo>
                  <a:cubicBezTo>
                    <a:pt x="5775" y="4459"/>
                    <a:pt x="5821" y="4210"/>
                    <a:pt x="5692" y="4031"/>
                  </a:cubicBezTo>
                  <a:lnTo>
                    <a:pt x="5503" y="3760"/>
                  </a:lnTo>
                  <a:lnTo>
                    <a:pt x="5915" y="3280"/>
                  </a:lnTo>
                  <a:cubicBezTo>
                    <a:pt x="6023" y="3154"/>
                    <a:pt x="6152" y="3047"/>
                    <a:pt x="6296" y="2963"/>
                  </a:cubicBezTo>
                  <a:lnTo>
                    <a:pt x="6499" y="2846"/>
                  </a:lnTo>
                  <a:lnTo>
                    <a:pt x="6499" y="2528"/>
                  </a:lnTo>
                  <a:lnTo>
                    <a:pt x="6219" y="2687"/>
                  </a:lnTo>
                  <a:cubicBezTo>
                    <a:pt x="6059" y="2778"/>
                    <a:pt x="5915" y="2895"/>
                    <a:pt x="5795" y="3035"/>
                  </a:cubicBezTo>
                  <a:lnTo>
                    <a:pt x="5352" y="3548"/>
                  </a:lnTo>
                  <a:cubicBezTo>
                    <a:pt x="5220" y="3427"/>
                    <a:pt x="5009" y="3408"/>
                    <a:pt x="4857" y="3514"/>
                  </a:cubicBezTo>
                  <a:cubicBezTo>
                    <a:pt x="4680" y="3643"/>
                    <a:pt x="4633" y="3892"/>
                    <a:pt x="4763" y="4071"/>
                  </a:cubicBezTo>
                  <a:lnTo>
                    <a:pt x="4769" y="4088"/>
                  </a:lnTo>
                  <a:lnTo>
                    <a:pt x="4761" y="4088"/>
                  </a:lnTo>
                  <a:cubicBezTo>
                    <a:pt x="4636" y="4000"/>
                    <a:pt x="4465" y="3991"/>
                    <a:pt x="4331" y="4082"/>
                  </a:cubicBezTo>
                  <a:lnTo>
                    <a:pt x="4323" y="4090"/>
                  </a:lnTo>
                  <a:cubicBezTo>
                    <a:pt x="4204" y="4172"/>
                    <a:pt x="4148" y="4316"/>
                    <a:pt x="4173" y="4456"/>
                  </a:cubicBezTo>
                  <a:lnTo>
                    <a:pt x="4131" y="4487"/>
                  </a:lnTo>
                  <a:cubicBezTo>
                    <a:pt x="4012" y="4424"/>
                    <a:pt x="3865" y="4424"/>
                    <a:pt x="3747" y="4507"/>
                  </a:cubicBezTo>
                  <a:cubicBezTo>
                    <a:pt x="3637" y="4583"/>
                    <a:pt x="3581" y="4718"/>
                    <a:pt x="3591" y="4840"/>
                  </a:cubicBezTo>
                  <a:lnTo>
                    <a:pt x="3473" y="4915"/>
                  </a:lnTo>
                  <a:cubicBezTo>
                    <a:pt x="3385" y="4894"/>
                    <a:pt x="3287" y="4914"/>
                    <a:pt x="3211" y="4966"/>
                  </a:cubicBezTo>
                  <a:cubicBezTo>
                    <a:pt x="3117" y="5034"/>
                    <a:pt x="3063" y="5146"/>
                    <a:pt x="3065" y="5251"/>
                  </a:cubicBezTo>
                  <a:lnTo>
                    <a:pt x="3007" y="5288"/>
                  </a:lnTo>
                  <a:cubicBezTo>
                    <a:pt x="2972" y="5319"/>
                    <a:pt x="2915" y="5332"/>
                    <a:pt x="2867" y="5322"/>
                  </a:cubicBezTo>
                  <a:cubicBezTo>
                    <a:pt x="2819" y="5311"/>
                    <a:pt x="2771" y="5284"/>
                    <a:pt x="2740" y="5242"/>
                  </a:cubicBezTo>
                  <a:cubicBezTo>
                    <a:pt x="2709" y="5207"/>
                    <a:pt x="2696" y="5150"/>
                    <a:pt x="2707" y="5102"/>
                  </a:cubicBezTo>
                  <a:cubicBezTo>
                    <a:pt x="2717" y="5054"/>
                    <a:pt x="2744" y="5006"/>
                    <a:pt x="2787" y="4975"/>
                  </a:cubicBezTo>
                  <a:lnTo>
                    <a:pt x="3423" y="4496"/>
                  </a:lnTo>
                  <a:cubicBezTo>
                    <a:pt x="3456" y="4474"/>
                    <a:pt x="3475" y="4442"/>
                    <a:pt x="3476" y="4402"/>
                  </a:cubicBezTo>
                  <a:cubicBezTo>
                    <a:pt x="3480" y="4328"/>
                    <a:pt x="3417" y="4266"/>
                    <a:pt x="3345" y="4266"/>
                  </a:cubicBezTo>
                  <a:cubicBezTo>
                    <a:pt x="3317" y="4266"/>
                    <a:pt x="3295" y="4272"/>
                    <a:pt x="3271" y="4286"/>
                  </a:cubicBezTo>
                  <a:lnTo>
                    <a:pt x="2255" y="5022"/>
                  </a:lnTo>
                  <a:cubicBezTo>
                    <a:pt x="2196" y="5059"/>
                    <a:pt x="2129" y="5080"/>
                    <a:pt x="2057" y="5068"/>
                  </a:cubicBezTo>
                  <a:cubicBezTo>
                    <a:pt x="1985" y="5056"/>
                    <a:pt x="1921" y="5020"/>
                    <a:pt x="1884" y="4962"/>
                  </a:cubicBezTo>
                  <a:cubicBezTo>
                    <a:pt x="1800" y="4851"/>
                    <a:pt x="1825" y="4682"/>
                    <a:pt x="1944" y="4599"/>
                  </a:cubicBezTo>
                  <a:lnTo>
                    <a:pt x="3155" y="3735"/>
                  </a:lnTo>
                  <a:cubicBezTo>
                    <a:pt x="3181" y="3711"/>
                    <a:pt x="3200" y="3678"/>
                    <a:pt x="3200" y="3634"/>
                  </a:cubicBezTo>
                  <a:cubicBezTo>
                    <a:pt x="3201" y="3564"/>
                    <a:pt x="3144" y="3506"/>
                    <a:pt x="3075" y="3503"/>
                  </a:cubicBezTo>
                  <a:cubicBezTo>
                    <a:pt x="3035" y="3502"/>
                    <a:pt x="3003" y="3516"/>
                    <a:pt x="2976" y="3547"/>
                  </a:cubicBezTo>
                  <a:lnTo>
                    <a:pt x="1791" y="4404"/>
                  </a:lnTo>
                  <a:cubicBezTo>
                    <a:pt x="1757" y="4419"/>
                    <a:pt x="1740" y="4443"/>
                    <a:pt x="1715" y="4466"/>
                  </a:cubicBezTo>
                  <a:cubicBezTo>
                    <a:pt x="1572" y="4556"/>
                    <a:pt x="1361" y="4536"/>
                    <a:pt x="1285" y="4435"/>
                  </a:cubicBezTo>
                  <a:cubicBezTo>
                    <a:pt x="1209" y="4326"/>
                    <a:pt x="1225" y="4179"/>
                    <a:pt x="1320" y="4087"/>
                  </a:cubicBezTo>
                  <a:lnTo>
                    <a:pt x="1439" y="4004"/>
                  </a:lnTo>
                  <a:lnTo>
                    <a:pt x="2756" y="3106"/>
                  </a:lnTo>
                  <a:cubicBezTo>
                    <a:pt x="2789" y="3083"/>
                    <a:pt x="2808" y="3051"/>
                    <a:pt x="2809" y="3011"/>
                  </a:cubicBezTo>
                  <a:cubicBezTo>
                    <a:pt x="2812" y="2967"/>
                    <a:pt x="2791" y="2926"/>
                    <a:pt x="2755" y="2900"/>
                  </a:cubicBezTo>
                  <a:cubicBezTo>
                    <a:pt x="2708" y="2867"/>
                    <a:pt x="2661" y="2866"/>
                    <a:pt x="2612" y="2895"/>
                  </a:cubicBezTo>
                  <a:lnTo>
                    <a:pt x="1201" y="3854"/>
                  </a:lnTo>
                  <a:cubicBezTo>
                    <a:pt x="1192" y="3870"/>
                    <a:pt x="1176" y="3876"/>
                    <a:pt x="1167" y="3884"/>
                  </a:cubicBezTo>
                  <a:lnTo>
                    <a:pt x="1031" y="3983"/>
                  </a:lnTo>
                  <a:cubicBezTo>
                    <a:pt x="920" y="4067"/>
                    <a:pt x="751" y="4042"/>
                    <a:pt x="668" y="3923"/>
                  </a:cubicBezTo>
                  <a:cubicBezTo>
                    <a:pt x="584" y="3812"/>
                    <a:pt x="609" y="3643"/>
                    <a:pt x="728" y="3560"/>
                  </a:cubicBezTo>
                  <a:lnTo>
                    <a:pt x="3388" y="1602"/>
                  </a:lnTo>
                  <a:cubicBezTo>
                    <a:pt x="3601" y="1727"/>
                    <a:pt x="3759" y="1979"/>
                    <a:pt x="3759" y="1979"/>
                  </a:cubicBezTo>
                  <a:cubicBezTo>
                    <a:pt x="4020" y="2798"/>
                    <a:pt x="4345" y="2804"/>
                    <a:pt x="4543" y="2706"/>
                  </a:cubicBezTo>
                  <a:cubicBezTo>
                    <a:pt x="4645" y="2655"/>
                    <a:pt x="4692" y="2534"/>
                    <a:pt x="4656" y="2424"/>
                  </a:cubicBezTo>
                  <a:cubicBezTo>
                    <a:pt x="4552" y="2108"/>
                    <a:pt x="4492" y="1496"/>
                    <a:pt x="4492" y="1496"/>
                  </a:cubicBezTo>
                  <a:cubicBezTo>
                    <a:pt x="4419" y="1338"/>
                    <a:pt x="4184" y="1171"/>
                    <a:pt x="3923" y="1035"/>
                  </a:cubicBezTo>
                  <a:lnTo>
                    <a:pt x="4777" y="1048"/>
                  </a:lnTo>
                  <a:lnTo>
                    <a:pt x="5048" y="10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endParaRPr>
            </a:p>
          </p:txBody>
        </p:sp>
        <p:sp>
          <p:nvSpPr>
            <p:cNvPr id="30" name="1">
              <a:extLst>
                <a:ext uri="{FF2B5EF4-FFF2-40B4-BE49-F238E27FC236}">
                  <a16:creationId xmlns:a16="http://schemas.microsoft.com/office/drawing/2014/main" id="{25469442-45C8-7C2D-2155-5CF24277E16C}"/>
                </a:ext>
              </a:extLst>
            </p:cNvPr>
            <p:cNvSpPr/>
            <p:nvPr/>
          </p:nvSpPr>
          <p:spPr>
            <a:xfrm>
              <a:off x="3288030" y="4039870"/>
              <a:ext cx="296545" cy="323850"/>
            </a:xfrm>
            <a:custGeom>
              <a:avLst/>
              <a:gdLst>
                <a:gd name="connsiteX0" fmla="*/ 243589 w 557114"/>
                <a:gd name="connsiteY0" fmla="*/ 355438 h 608062"/>
                <a:gd name="connsiteX1" fmla="*/ 277656 w 557114"/>
                <a:gd name="connsiteY1" fmla="*/ 355438 h 608062"/>
                <a:gd name="connsiteX2" fmla="*/ 277940 w 557114"/>
                <a:gd name="connsiteY2" fmla="*/ 355438 h 608062"/>
                <a:gd name="connsiteX3" fmla="*/ 278604 w 557114"/>
                <a:gd name="connsiteY3" fmla="*/ 355438 h 608062"/>
                <a:gd name="connsiteX4" fmla="*/ 279174 w 557114"/>
                <a:gd name="connsiteY4" fmla="*/ 355438 h 608062"/>
                <a:gd name="connsiteX5" fmla="*/ 279458 w 557114"/>
                <a:gd name="connsiteY5" fmla="*/ 355438 h 608062"/>
                <a:gd name="connsiteX6" fmla="*/ 279553 w 557114"/>
                <a:gd name="connsiteY6" fmla="*/ 355438 h 608062"/>
                <a:gd name="connsiteX7" fmla="*/ 313620 w 557114"/>
                <a:gd name="connsiteY7" fmla="*/ 355438 h 608062"/>
                <a:gd name="connsiteX8" fmla="*/ 324438 w 557114"/>
                <a:gd name="connsiteY8" fmla="*/ 375432 h 608062"/>
                <a:gd name="connsiteX9" fmla="*/ 298152 w 557114"/>
                <a:gd name="connsiteY9" fmla="*/ 430202 h 608062"/>
                <a:gd name="connsiteX10" fmla="*/ 301948 w 557114"/>
                <a:gd name="connsiteY10" fmla="*/ 510272 h 608062"/>
                <a:gd name="connsiteX11" fmla="*/ 356891 w 557114"/>
                <a:gd name="connsiteY11" fmla="*/ 389172 h 608062"/>
                <a:gd name="connsiteX12" fmla="*/ 356986 w 557114"/>
                <a:gd name="connsiteY12" fmla="*/ 389172 h 608062"/>
                <a:gd name="connsiteX13" fmla="*/ 376628 w 557114"/>
                <a:gd name="connsiteY13" fmla="*/ 375337 h 608062"/>
                <a:gd name="connsiteX14" fmla="*/ 383556 w 557114"/>
                <a:gd name="connsiteY14" fmla="*/ 376474 h 608062"/>
                <a:gd name="connsiteX15" fmla="*/ 383745 w 557114"/>
                <a:gd name="connsiteY15" fmla="*/ 376569 h 608062"/>
                <a:gd name="connsiteX16" fmla="*/ 518588 w 557114"/>
                <a:gd name="connsiteY16" fmla="*/ 438920 h 608062"/>
                <a:gd name="connsiteX17" fmla="*/ 557114 w 557114"/>
                <a:gd name="connsiteY17" fmla="*/ 482224 h 608062"/>
                <a:gd name="connsiteX18" fmla="*/ 557114 w 557114"/>
                <a:gd name="connsiteY18" fmla="*/ 608062 h 608062"/>
                <a:gd name="connsiteX19" fmla="*/ 279743 w 557114"/>
                <a:gd name="connsiteY19" fmla="*/ 608062 h 608062"/>
                <a:gd name="connsiteX20" fmla="*/ 279458 w 557114"/>
                <a:gd name="connsiteY20" fmla="*/ 608062 h 608062"/>
                <a:gd name="connsiteX21" fmla="*/ 279364 w 557114"/>
                <a:gd name="connsiteY21" fmla="*/ 608062 h 608062"/>
                <a:gd name="connsiteX22" fmla="*/ 279174 w 557114"/>
                <a:gd name="connsiteY22" fmla="*/ 608062 h 608062"/>
                <a:gd name="connsiteX23" fmla="*/ 278984 w 557114"/>
                <a:gd name="connsiteY23" fmla="*/ 608062 h 608062"/>
                <a:gd name="connsiteX24" fmla="*/ 278604 w 557114"/>
                <a:gd name="connsiteY24" fmla="*/ 608062 h 608062"/>
                <a:gd name="connsiteX25" fmla="*/ 278130 w 557114"/>
                <a:gd name="connsiteY25" fmla="*/ 608062 h 608062"/>
                <a:gd name="connsiteX26" fmla="*/ 277940 w 557114"/>
                <a:gd name="connsiteY26" fmla="*/ 608062 h 608062"/>
                <a:gd name="connsiteX27" fmla="*/ 277845 w 557114"/>
                <a:gd name="connsiteY27" fmla="*/ 608062 h 608062"/>
                <a:gd name="connsiteX28" fmla="*/ 277750 w 557114"/>
                <a:gd name="connsiteY28" fmla="*/ 608062 h 608062"/>
                <a:gd name="connsiteX29" fmla="*/ 277656 w 557114"/>
                <a:gd name="connsiteY29" fmla="*/ 608062 h 608062"/>
                <a:gd name="connsiteX30" fmla="*/ 277371 w 557114"/>
                <a:gd name="connsiteY30" fmla="*/ 608062 h 608062"/>
                <a:gd name="connsiteX31" fmla="*/ 0 w 557114"/>
                <a:gd name="connsiteY31" fmla="*/ 608062 h 608062"/>
                <a:gd name="connsiteX32" fmla="*/ 0 w 557114"/>
                <a:gd name="connsiteY32" fmla="*/ 482224 h 608062"/>
                <a:gd name="connsiteX33" fmla="*/ 38621 w 557114"/>
                <a:gd name="connsiteY33" fmla="*/ 438920 h 608062"/>
                <a:gd name="connsiteX34" fmla="*/ 173464 w 557114"/>
                <a:gd name="connsiteY34" fmla="*/ 376569 h 608062"/>
                <a:gd name="connsiteX35" fmla="*/ 173558 w 557114"/>
                <a:gd name="connsiteY35" fmla="*/ 376474 h 608062"/>
                <a:gd name="connsiteX36" fmla="*/ 180486 w 557114"/>
                <a:gd name="connsiteY36" fmla="*/ 375337 h 608062"/>
                <a:gd name="connsiteX37" fmla="*/ 200223 w 557114"/>
                <a:gd name="connsiteY37" fmla="*/ 389172 h 608062"/>
                <a:gd name="connsiteX38" fmla="*/ 255166 w 557114"/>
                <a:gd name="connsiteY38" fmla="*/ 510272 h 608062"/>
                <a:gd name="connsiteX39" fmla="*/ 258962 w 557114"/>
                <a:gd name="connsiteY39" fmla="*/ 430202 h 608062"/>
                <a:gd name="connsiteX40" fmla="*/ 232676 w 557114"/>
                <a:gd name="connsiteY40" fmla="*/ 375432 h 608062"/>
                <a:gd name="connsiteX41" fmla="*/ 243589 w 557114"/>
                <a:gd name="connsiteY41" fmla="*/ 355438 h 608062"/>
                <a:gd name="connsiteX42" fmla="*/ 276250 w 557114"/>
                <a:gd name="connsiteY42" fmla="*/ 0 h 608062"/>
                <a:gd name="connsiteX43" fmla="*/ 277674 w 557114"/>
                <a:gd name="connsiteY43" fmla="*/ 0 h 608062"/>
                <a:gd name="connsiteX44" fmla="*/ 277863 w 557114"/>
                <a:gd name="connsiteY44" fmla="*/ 0 h 608062"/>
                <a:gd name="connsiteX45" fmla="*/ 277958 w 557114"/>
                <a:gd name="connsiteY45" fmla="*/ 0 h 608062"/>
                <a:gd name="connsiteX46" fmla="*/ 279382 w 557114"/>
                <a:gd name="connsiteY46" fmla="*/ 0 h 608062"/>
                <a:gd name="connsiteX47" fmla="*/ 402570 w 557114"/>
                <a:gd name="connsiteY47" fmla="*/ 104895 h 608062"/>
                <a:gd name="connsiteX48" fmla="*/ 394693 w 557114"/>
                <a:gd name="connsiteY48" fmla="*/ 159001 h 608062"/>
                <a:gd name="connsiteX49" fmla="*/ 405892 w 557114"/>
                <a:gd name="connsiteY49" fmla="*/ 184774 h 608062"/>
                <a:gd name="connsiteX50" fmla="*/ 377040 w 557114"/>
                <a:gd name="connsiteY50" fmla="*/ 236890 h 608062"/>
                <a:gd name="connsiteX51" fmla="*/ 315731 w 557114"/>
                <a:gd name="connsiteY51" fmla="*/ 311274 h 608062"/>
                <a:gd name="connsiteX52" fmla="*/ 277958 w 557114"/>
                <a:gd name="connsiteY52" fmla="*/ 319707 h 608062"/>
                <a:gd name="connsiteX53" fmla="*/ 277958 w 557114"/>
                <a:gd name="connsiteY53" fmla="*/ 319802 h 608062"/>
                <a:gd name="connsiteX54" fmla="*/ 277863 w 557114"/>
                <a:gd name="connsiteY54" fmla="*/ 319802 h 608062"/>
                <a:gd name="connsiteX55" fmla="*/ 277674 w 557114"/>
                <a:gd name="connsiteY55" fmla="*/ 319802 h 608062"/>
                <a:gd name="connsiteX56" fmla="*/ 277674 w 557114"/>
                <a:gd name="connsiteY56" fmla="*/ 319707 h 608062"/>
                <a:gd name="connsiteX57" fmla="*/ 239901 w 557114"/>
                <a:gd name="connsiteY57" fmla="*/ 311274 h 608062"/>
                <a:gd name="connsiteX58" fmla="*/ 178592 w 557114"/>
                <a:gd name="connsiteY58" fmla="*/ 236890 h 608062"/>
                <a:gd name="connsiteX59" fmla="*/ 149740 w 557114"/>
                <a:gd name="connsiteY59" fmla="*/ 184774 h 608062"/>
                <a:gd name="connsiteX60" fmla="*/ 161034 w 557114"/>
                <a:gd name="connsiteY60" fmla="*/ 159001 h 608062"/>
                <a:gd name="connsiteX61" fmla="*/ 153062 w 557114"/>
                <a:gd name="connsiteY61" fmla="*/ 104895 h 608062"/>
                <a:gd name="connsiteX62" fmla="*/ 276250 w 557114"/>
                <a:gd name="connsiteY62" fmla="*/ 0 h 608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7114" h="608062">
                  <a:moveTo>
                    <a:pt x="243589" y="355438"/>
                  </a:moveTo>
                  <a:lnTo>
                    <a:pt x="277656" y="355438"/>
                  </a:lnTo>
                  <a:lnTo>
                    <a:pt x="277940" y="355438"/>
                  </a:lnTo>
                  <a:lnTo>
                    <a:pt x="278604" y="355438"/>
                  </a:lnTo>
                  <a:lnTo>
                    <a:pt x="279174" y="355438"/>
                  </a:lnTo>
                  <a:lnTo>
                    <a:pt x="279458" y="355438"/>
                  </a:lnTo>
                  <a:lnTo>
                    <a:pt x="279553" y="355438"/>
                  </a:lnTo>
                  <a:lnTo>
                    <a:pt x="313620" y="355438"/>
                  </a:lnTo>
                  <a:cubicBezTo>
                    <a:pt x="325007" y="355438"/>
                    <a:pt x="330511" y="364630"/>
                    <a:pt x="324438" y="375432"/>
                  </a:cubicBezTo>
                  <a:cubicBezTo>
                    <a:pt x="321781" y="379980"/>
                    <a:pt x="298152" y="430202"/>
                    <a:pt x="298152" y="430202"/>
                  </a:cubicBezTo>
                  <a:lnTo>
                    <a:pt x="301948" y="510272"/>
                  </a:lnTo>
                  <a:cubicBezTo>
                    <a:pt x="317700" y="481655"/>
                    <a:pt x="343131" y="422432"/>
                    <a:pt x="356891" y="389172"/>
                  </a:cubicBezTo>
                  <a:cubicBezTo>
                    <a:pt x="356891" y="389172"/>
                    <a:pt x="356891" y="389172"/>
                    <a:pt x="356986" y="389172"/>
                  </a:cubicBezTo>
                  <a:cubicBezTo>
                    <a:pt x="359832" y="381117"/>
                    <a:pt x="367519" y="375337"/>
                    <a:pt x="376628" y="375337"/>
                  </a:cubicBezTo>
                  <a:cubicBezTo>
                    <a:pt x="379096" y="375337"/>
                    <a:pt x="381373" y="375716"/>
                    <a:pt x="383556" y="376474"/>
                  </a:cubicBezTo>
                  <a:cubicBezTo>
                    <a:pt x="383650" y="376474"/>
                    <a:pt x="383650" y="376474"/>
                    <a:pt x="383745" y="376569"/>
                  </a:cubicBezTo>
                  <a:cubicBezTo>
                    <a:pt x="387446" y="377706"/>
                    <a:pt x="464973" y="411724"/>
                    <a:pt x="518588" y="438920"/>
                  </a:cubicBezTo>
                  <a:cubicBezTo>
                    <a:pt x="542595" y="451049"/>
                    <a:pt x="557114" y="466305"/>
                    <a:pt x="557114" y="482224"/>
                  </a:cubicBezTo>
                  <a:lnTo>
                    <a:pt x="557114" y="608062"/>
                  </a:lnTo>
                  <a:lnTo>
                    <a:pt x="279743" y="608062"/>
                  </a:lnTo>
                  <a:lnTo>
                    <a:pt x="279458" y="608062"/>
                  </a:lnTo>
                  <a:lnTo>
                    <a:pt x="279364" y="608062"/>
                  </a:lnTo>
                  <a:lnTo>
                    <a:pt x="279174" y="608062"/>
                  </a:lnTo>
                  <a:lnTo>
                    <a:pt x="278984" y="608062"/>
                  </a:lnTo>
                  <a:lnTo>
                    <a:pt x="278604" y="608062"/>
                  </a:lnTo>
                  <a:lnTo>
                    <a:pt x="278130" y="608062"/>
                  </a:lnTo>
                  <a:lnTo>
                    <a:pt x="277940" y="608062"/>
                  </a:lnTo>
                  <a:lnTo>
                    <a:pt x="277845" y="608062"/>
                  </a:lnTo>
                  <a:lnTo>
                    <a:pt x="277750" y="608062"/>
                  </a:lnTo>
                  <a:lnTo>
                    <a:pt x="277656" y="608062"/>
                  </a:lnTo>
                  <a:lnTo>
                    <a:pt x="277371" y="608062"/>
                  </a:lnTo>
                  <a:lnTo>
                    <a:pt x="0" y="608062"/>
                  </a:lnTo>
                  <a:lnTo>
                    <a:pt x="0" y="482224"/>
                  </a:lnTo>
                  <a:cubicBezTo>
                    <a:pt x="0" y="466305"/>
                    <a:pt x="14519" y="451049"/>
                    <a:pt x="38621" y="438920"/>
                  </a:cubicBezTo>
                  <a:cubicBezTo>
                    <a:pt x="92141" y="411724"/>
                    <a:pt x="169668" y="377706"/>
                    <a:pt x="173464" y="376569"/>
                  </a:cubicBezTo>
                  <a:cubicBezTo>
                    <a:pt x="173464" y="376474"/>
                    <a:pt x="173464" y="376474"/>
                    <a:pt x="173558" y="376474"/>
                  </a:cubicBezTo>
                  <a:cubicBezTo>
                    <a:pt x="175741" y="375716"/>
                    <a:pt x="178018" y="375337"/>
                    <a:pt x="180486" y="375337"/>
                  </a:cubicBezTo>
                  <a:cubicBezTo>
                    <a:pt x="189595" y="375337"/>
                    <a:pt x="197282" y="381117"/>
                    <a:pt x="200223" y="389172"/>
                  </a:cubicBezTo>
                  <a:cubicBezTo>
                    <a:pt x="214078" y="422432"/>
                    <a:pt x="239414" y="481655"/>
                    <a:pt x="255166" y="510272"/>
                  </a:cubicBezTo>
                  <a:lnTo>
                    <a:pt x="258962" y="430202"/>
                  </a:lnTo>
                  <a:cubicBezTo>
                    <a:pt x="258962" y="430202"/>
                    <a:pt x="235333" y="379980"/>
                    <a:pt x="232676" y="375432"/>
                  </a:cubicBezTo>
                  <a:cubicBezTo>
                    <a:pt x="226603" y="364630"/>
                    <a:pt x="232107" y="355438"/>
                    <a:pt x="243589" y="355438"/>
                  </a:cubicBezTo>
                  <a:close/>
                  <a:moveTo>
                    <a:pt x="276250" y="0"/>
                  </a:moveTo>
                  <a:cubicBezTo>
                    <a:pt x="276725" y="0"/>
                    <a:pt x="277199" y="0"/>
                    <a:pt x="277674" y="0"/>
                  </a:cubicBezTo>
                  <a:cubicBezTo>
                    <a:pt x="277769" y="0"/>
                    <a:pt x="277769" y="0"/>
                    <a:pt x="277863" y="0"/>
                  </a:cubicBezTo>
                  <a:cubicBezTo>
                    <a:pt x="277863" y="0"/>
                    <a:pt x="277863" y="0"/>
                    <a:pt x="277958" y="0"/>
                  </a:cubicBezTo>
                  <a:cubicBezTo>
                    <a:pt x="278433" y="0"/>
                    <a:pt x="278907" y="0"/>
                    <a:pt x="279382" y="0"/>
                  </a:cubicBezTo>
                  <a:cubicBezTo>
                    <a:pt x="385487" y="0"/>
                    <a:pt x="405417" y="75615"/>
                    <a:pt x="402570" y="104895"/>
                  </a:cubicBezTo>
                  <a:cubicBezTo>
                    <a:pt x="400387" y="128395"/>
                    <a:pt x="394693" y="159001"/>
                    <a:pt x="394693" y="159001"/>
                  </a:cubicBezTo>
                  <a:cubicBezTo>
                    <a:pt x="394693" y="159001"/>
                    <a:pt x="405892" y="164118"/>
                    <a:pt x="405892" y="184774"/>
                  </a:cubicBezTo>
                  <a:cubicBezTo>
                    <a:pt x="402001" y="236511"/>
                    <a:pt x="381311" y="214149"/>
                    <a:pt x="377040" y="236890"/>
                  </a:cubicBezTo>
                  <a:cubicBezTo>
                    <a:pt x="370017" y="274603"/>
                    <a:pt x="336610" y="301893"/>
                    <a:pt x="315731" y="311274"/>
                  </a:cubicBezTo>
                  <a:cubicBezTo>
                    <a:pt x="303583" y="316770"/>
                    <a:pt x="291055" y="319518"/>
                    <a:pt x="277958" y="319707"/>
                  </a:cubicBezTo>
                  <a:lnTo>
                    <a:pt x="277958" y="319802"/>
                  </a:lnTo>
                  <a:cubicBezTo>
                    <a:pt x="277863" y="319802"/>
                    <a:pt x="277863" y="319802"/>
                    <a:pt x="277863" y="319802"/>
                  </a:cubicBezTo>
                  <a:cubicBezTo>
                    <a:pt x="277769" y="319802"/>
                    <a:pt x="277769" y="319802"/>
                    <a:pt x="277674" y="319802"/>
                  </a:cubicBezTo>
                  <a:lnTo>
                    <a:pt x="277674" y="319707"/>
                  </a:lnTo>
                  <a:cubicBezTo>
                    <a:pt x="264577" y="319518"/>
                    <a:pt x="252049" y="316770"/>
                    <a:pt x="239901" y="311274"/>
                  </a:cubicBezTo>
                  <a:cubicBezTo>
                    <a:pt x="219022" y="301893"/>
                    <a:pt x="185615" y="274603"/>
                    <a:pt x="178592" y="236890"/>
                  </a:cubicBezTo>
                  <a:cubicBezTo>
                    <a:pt x="174321" y="214149"/>
                    <a:pt x="153631" y="236511"/>
                    <a:pt x="149740" y="184774"/>
                  </a:cubicBezTo>
                  <a:cubicBezTo>
                    <a:pt x="149740" y="164118"/>
                    <a:pt x="161034" y="159001"/>
                    <a:pt x="161034" y="159001"/>
                  </a:cubicBezTo>
                  <a:cubicBezTo>
                    <a:pt x="161034" y="159001"/>
                    <a:pt x="155245" y="128395"/>
                    <a:pt x="153062" y="104895"/>
                  </a:cubicBezTo>
                  <a:cubicBezTo>
                    <a:pt x="150215" y="75615"/>
                    <a:pt x="170145" y="0"/>
                    <a:pt x="2762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endParaRPr>
            </a:p>
          </p:txBody>
        </p:sp>
        <p:sp>
          <p:nvSpPr>
            <p:cNvPr id="31" name="想">
              <a:extLst>
                <a:ext uri="{FF2B5EF4-FFF2-40B4-BE49-F238E27FC236}">
                  <a16:creationId xmlns:a16="http://schemas.microsoft.com/office/drawing/2014/main" id="{701419E7-660D-508A-1125-D886EAD0602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862955" y="4057650"/>
              <a:ext cx="303530" cy="302895"/>
            </a:xfrm>
            <a:custGeom>
              <a:avLst/>
              <a:gdLst>
                <a:gd name="connsiteX0" fmla="*/ 210889 w 587787"/>
                <a:gd name="connsiteY0" fmla="*/ 405207 h 586899"/>
                <a:gd name="connsiteX1" fmla="*/ 327095 w 587787"/>
                <a:gd name="connsiteY1" fmla="*/ 405207 h 586899"/>
                <a:gd name="connsiteX2" fmla="*/ 340007 w 587787"/>
                <a:gd name="connsiteY2" fmla="*/ 440224 h 586899"/>
                <a:gd name="connsiteX3" fmla="*/ 210889 w 587787"/>
                <a:gd name="connsiteY3" fmla="*/ 440224 h 586899"/>
                <a:gd name="connsiteX4" fmla="*/ 122934 w 587787"/>
                <a:gd name="connsiteY4" fmla="*/ 395950 h 586899"/>
                <a:gd name="connsiteX5" fmla="*/ 121088 w 587787"/>
                <a:gd name="connsiteY5" fmla="*/ 397793 h 586899"/>
                <a:gd name="connsiteX6" fmla="*/ 121088 w 587787"/>
                <a:gd name="connsiteY6" fmla="*/ 447575 h 586899"/>
                <a:gd name="connsiteX7" fmla="*/ 122934 w 587787"/>
                <a:gd name="connsiteY7" fmla="*/ 449419 h 586899"/>
                <a:gd name="connsiteX8" fmla="*/ 172784 w 587787"/>
                <a:gd name="connsiteY8" fmla="*/ 449419 h 586899"/>
                <a:gd name="connsiteX9" fmla="*/ 174630 w 587787"/>
                <a:gd name="connsiteY9" fmla="*/ 447575 h 586899"/>
                <a:gd name="connsiteX10" fmla="*/ 174630 w 587787"/>
                <a:gd name="connsiteY10" fmla="*/ 397793 h 586899"/>
                <a:gd name="connsiteX11" fmla="*/ 172784 w 587787"/>
                <a:gd name="connsiteY11" fmla="*/ 395950 h 586899"/>
                <a:gd name="connsiteX12" fmla="*/ 122934 w 587787"/>
                <a:gd name="connsiteY12" fmla="*/ 384887 h 586899"/>
                <a:gd name="connsiteX13" fmla="*/ 172784 w 587787"/>
                <a:gd name="connsiteY13" fmla="*/ 384887 h 586899"/>
                <a:gd name="connsiteX14" fmla="*/ 183862 w 587787"/>
                <a:gd name="connsiteY14" fmla="*/ 395950 h 586899"/>
                <a:gd name="connsiteX15" fmla="*/ 183862 w 587787"/>
                <a:gd name="connsiteY15" fmla="*/ 445731 h 586899"/>
                <a:gd name="connsiteX16" fmla="*/ 172784 w 587787"/>
                <a:gd name="connsiteY16" fmla="*/ 456794 h 586899"/>
                <a:gd name="connsiteX17" fmla="*/ 122934 w 587787"/>
                <a:gd name="connsiteY17" fmla="*/ 456794 h 586899"/>
                <a:gd name="connsiteX18" fmla="*/ 111856 w 587787"/>
                <a:gd name="connsiteY18" fmla="*/ 445731 h 586899"/>
                <a:gd name="connsiteX19" fmla="*/ 111856 w 587787"/>
                <a:gd name="connsiteY19" fmla="*/ 395950 h 586899"/>
                <a:gd name="connsiteX20" fmla="*/ 122934 w 587787"/>
                <a:gd name="connsiteY20" fmla="*/ 384887 h 586899"/>
                <a:gd name="connsiteX21" fmla="*/ 212763 w 587787"/>
                <a:gd name="connsiteY21" fmla="*/ 276878 h 586899"/>
                <a:gd name="connsiteX22" fmla="*/ 341782 w 587787"/>
                <a:gd name="connsiteY22" fmla="*/ 276878 h 586899"/>
                <a:gd name="connsiteX23" fmla="*/ 330723 w 587787"/>
                <a:gd name="connsiteY23" fmla="*/ 311895 h 586899"/>
                <a:gd name="connsiteX24" fmla="*/ 212763 w 587787"/>
                <a:gd name="connsiteY24" fmla="*/ 311895 h 586899"/>
                <a:gd name="connsiteX25" fmla="*/ 122934 w 587787"/>
                <a:gd name="connsiteY25" fmla="*/ 256657 h 586899"/>
                <a:gd name="connsiteX26" fmla="*/ 172784 w 587787"/>
                <a:gd name="connsiteY26" fmla="*/ 256657 h 586899"/>
                <a:gd name="connsiteX27" fmla="*/ 183862 w 587787"/>
                <a:gd name="connsiteY27" fmla="*/ 267705 h 586899"/>
                <a:gd name="connsiteX28" fmla="*/ 183862 w 587787"/>
                <a:gd name="connsiteY28" fmla="*/ 317418 h 586899"/>
                <a:gd name="connsiteX29" fmla="*/ 172784 w 587787"/>
                <a:gd name="connsiteY29" fmla="*/ 328466 h 586899"/>
                <a:gd name="connsiteX30" fmla="*/ 122934 w 587787"/>
                <a:gd name="connsiteY30" fmla="*/ 328466 h 586899"/>
                <a:gd name="connsiteX31" fmla="*/ 111856 w 587787"/>
                <a:gd name="connsiteY31" fmla="*/ 317418 h 586899"/>
                <a:gd name="connsiteX32" fmla="*/ 111856 w 587787"/>
                <a:gd name="connsiteY32" fmla="*/ 267705 h 586899"/>
                <a:gd name="connsiteX33" fmla="*/ 122934 w 587787"/>
                <a:gd name="connsiteY33" fmla="*/ 256657 h 586899"/>
                <a:gd name="connsiteX34" fmla="*/ 453714 w 587787"/>
                <a:gd name="connsiteY34" fmla="*/ 243736 h 586899"/>
                <a:gd name="connsiteX35" fmla="*/ 455559 w 587787"/>
                <a:gd name="connsiteY35" fmla="*/ 243736 h 586899"/>
                <a:gd name="connsiteX36" fmla="*/ 448182 w 587787"/>
                <a:gd name="connsiteY36" fmla="*/ 249261 h 586899"/>
                <a:gd name="connsiteX37" fmla="*/ 448182 w 587787"/>
                <a:gd name="connsiteY37" fmla="*/ 262151 h 586899"/>
                <a:gd name="connsiteX38" fmla="*/ 466624 w 587787"/>
                <a:gd name="connsiteY38" fmla="*/ 275042 h 586899"/>
                <a:gd name="connsiteX39" fmla="*/ 482607 w 587787"/>
                <a:gd name="connsiteY39" fmla="*/ 302664 h 586899"/>
                <a:gd name="connsiteX40" fmla="*/ 482607 w 587787"/>
                <a:gd name="connsiteY40" fmla="*/ 343177 h 586899"/>
                <a:gd name="connsiteX41" fmla="*/ 486296 w 587787"/>
                <a:gd name="connsiteY41" fmla="*/ 348088 h 586899"/>
                <a:gd name="connsiteX42" fmla="*/ 489984 w 587787"/>
                <a:gd name="connsiteY42" fmla="*/ 366503 h 586899"/>
                <a:gd name="connsiteX43" fmla="*/ 484451 w 587787"/>
                <a:gd name="connsiteY43" fmla="*/ 383077 h 586899"/>
                <a:gd name="connsiteX44" fmla="*/ 480763 w 587787"/>
                <a:gd name="connsiteY44" fmla="*/ 386760 h 586899"/>
                <a:gd name="connsiteX45" fmla="*/ 466624 w 587787"/>
                <a:gd name="connsiteY45" fmla="*/ 429114 h 586899"/>
                <a:gd name="connsiteX46" fmla="*/ 462936 w 587787"/>
                <a:gd name="connsiteY46" fmla="*/ 434639 h 586899"/>
                <a:gd name="connsiteX47" fmla="*/ 464780 w 587787"/>
                <a:gd name="connsiteY47" fmla="*/ 458578 h 586899"/>
                <a:gd name="connsiteX48" fmla="*/ 466624 w 587787"/>
                <a:gd name="connsiteY48" fmla="*/ 464103 h 586899"/>
                <a:gd name="connsiteX49" fmla="*/ 475845 w 587787"/>
                <a:gd name="connsiteY49" fmla="*/ 473311 h 586899"/>
                <a:gd name="connsiteX50" fmla="*/ 486296 w 587787"/>
                <a:gd name="connsiteY50" fmla="*/ 494795 h 586899"/>
                <a:gd name="connsiteX51" fmla="*/ 531479 w 587787"/>
                <a:gd name="connsiteY51" fmla="*/ 508836 h 586899"/>
                <a:gd name="connsiteX52" fmla="*/ 550897 w 587787"/>
                <a:gd name="connsiteY52" fmla="*/ 515464 h 586899"/>
                <a:gd name="connsiteX53" fmla="*/ 550897 w 587787"/>
                <a:gd name="connsiteY53" fmla="*/ 531647 h 586899"/>
                <a:gd name="connsiteX54" fmla="*/ 530607 w 587787"/>
                <a:gd name="connsiteY54" fmla="*/ 550064 h 586899"/>
                <a:gd name="connsiteX55" fmla="*/ 262537 w 587787"/>
                <a:gd name="connsiteY55" fmla="*/ 550064 h 586899"/>
                <a:gd name="connsiteX56" fmla="*/ 232677 w 587787"/>
                <a:gd name="connsiteY56" fmla="*/ 550064 h 586899"/>
                <a:gd name="connsiteX57" fmla="*/ 238556 w 587787"/>
                <a:gd name="connsiteY57" fmla="*/ 537149 h 586899"/>
                <a:gd name="connsiteX58" fmla="*/ 256998 w 587787"/>
                <a:gd name="connsiteY58" fmla="*/ 524259 h 586899"/>
                <a:gd name="connsiteX59" fmla="*/ 344906 w 587787"/>
                <a:gd name="connsiteY59" fmla="*/ 491112 h 586899"/>
                <a:gd name="connsiteX60" fmla="*/ 355971 w 587787"/>
                <a:gd name="connsiteY60" fmla="*/ 469628 h 586899"/>
                <a:gd name="connsiteX61" fmla="*/ 363348 w 587787"/>
                <a:gd name="connsiteY61" fmla="*/ 460420 h 586899"/>
                <a:gd name="connsiteX62" fmla="*/ 367036 w 587787"/>
                <a:gd name="connsiteY62" fmla="*/ 456737 h 586899"/>
                <a:gd name="connsiteX63" fmla="*/ 368881 w 587787"/>
                <a:gd name="connsiteY63" fmla="*/ 432797 h 586899"/>
                <a:gd name="connsiteX64" fmla="*/ 367036 w 587787"/>
                <a:gd name="connsiteY64" fmla="*/ 427273 h 586899"/>
                <a:gd name="connsiteX65" fmla="*/ 352283 w 587787"/>
                <a:gd name="connsiteY65" fmla="*/ 384918 h 586899"/>
                <a:gd name="connsiteX66" fmla="*/ 348594 w 587787"/>
                <a:gd name="connsiteY66" fmla="*/ 381235 h 586899"/>
                <a:gd name="connsiteX67" fmla="*/ 343062 w 587787"/>
                <a:gd name="connsiteY67" fmla="*/ 362820 h 586899"/>
                <a:gd name="connsiteX68" fmla="*/ 346750 w 587787"/>
                <a:gd name="connsiteY68" fmla="*/ 346860 h 586899"/>
                <a:gd name="connsiteX69" fmla="*/ 350438 w 587787"/>
                <a:gd name="connsiteY69" fmla="*/ 343177 h 586899"/>
                <a:gd name="connsiteX70" fmla="*/ 350438 w 587787"/>
                <a:gd name="connsiteY70" fmla="*/ 302664 h 586899"/>
                <a:gd name="connsiteX71" fmla="*/ 368881 w 587787"/>
                <a:gd name="connsiteY71" fmla="*/ 271359 h 586899"/>
                <a:gd name="connsiteX72" fmla="*/ 418674 w 587787"/>
                <a:gd name="connsiteY72" fmla="*/ 249261 h 586899"/>
                <a:gd name="connsiteX73" fmla="*/ 453714 w 587787"/>
                <a:gd name="connsiteY73" fmla="*/ 243736 h 586899"/>
                <a:gd name="connsiteX74" fmla="*/ 210889 w 587787"/>
                <a:gd name="connsiteY74" fmla="*/ 148550 h 586899"/>
                <a:gd name="connsiteX75" fmla="*/ 475832 w 587787"/>
                <a:gd name="connsiteY75" fmla="*/ 148550 h 586899"/>
                <a:gd name="connsiteX76" fmla="*/ 475832 w 587787"/>
                <a:gd name="connsiteY76" fmla="*/ 183567 h 586899"/>
                <a:gd name="connsiteX77" fmla="*/ 210889 w 587787"/>
                <a:gd name="connsiteY77" fmla="*/ 183567 h 586899"/>
                <a:gd name="connsiteX78" fmla="*/ 122934 w 587787"/>
                <a:gd name="connsiteY78" fmla="*/ 128329 h 586899"/>
                <a:gd name="connsiteX79" fmla="*/ 172784 w 587787"/>
                <a:gd name="connsiteY79" fmla="*/ 128329 h 586899"/>
                <a:gd name="connsiteX80" fmla="*/ 183862 w 587787"/>
                <a:gd name="connsiteY80" fmla="*/ 139377 h 586899"/>
                <a:gd name="connsiteX81" fmla="*/ 183862 w 587787"/>
                <a:gd name="connsiteY81" fmla="*/ 189090 h 586899"/>
                <a:gd name="connsiteX82" fmla="*/ 172784 w 587787"/>
                <a:gd name="connsiteY82" fmla="*/ 200138 h 586899"/>
                <a:gd name="connsiteX83" fmla="*/ 122934 w 587787"/>
                <a:gd name="connsiteY83" fmla="*/ 200138 h 586899"/>
                <a:gd name="connsiteX84" fmla="*/ 111856 w 587787"/>
                <a:gd name="connsiteY84" fmla="*/ 189090 h 586899"/>
                <a:gd name="connsiteX85" fmla="*/ 111856 w 587787"/>
                <a:gd name="connsiteY85" fmla="*/ 139377 h 586899"/>
                <a:gd name="connsiteX86" fmla="*/ 122934 w 587787"/>
                <a:gd name="connsiteY86" fmla="*/ 128329 h 586899"/>
                <a:gd name="connsiteX87" fmla="*/ 55336 w 587787"/>
                <a:gd name="connsiteY87" fmla="*/ 36835 h 586899"/>
                <a:gd name="connsiteX88" fmla="*/ 36890 w 587787"/>
                <a:gd name="connsiteY88" fmla="*/ 55252 h 586899"/>
                <a:gd name="connsiteX89" fmla="*/ 36890 w 587787"/>
                <a:gd name="connsiteY89" fmla="*/ 531647 h 586899"/>
                <a:gd name="connsiteX90" fmla="*/ 55336 w 587787"/>
                <a:gd name="connsiteY90" fmla="*/ 550064 h 586899"/>
                <a:gd name="connsiteX91" fmla="*/ 232677 w 587787"/>
                <a:gd name="connsiteY91" fmla="*/ 550064 h 586899"/>
                <a:gd name="connsiteX92" fmla="*/ 229335 w 587787"/>
                <a:gd name="connsiteY92" fmla="*/ 557406 h 586899"/>
                <a:gd name="connsiteX93" fmla="*/ 574818 w 587787"/>
                <a:gd name="connsiteY93" fmla="*/ 557406 h 586899"/>
                <a:gd name="connsiteX94" fmla="*/ 584039 w 587787"/>
                <a:gd name="connsiteY94" fmla="*/ 531625 h 586899"/>
                <a:gd name="connsiteX95" fmla="*/ 576662 w 587787"/>
                <a:gd name="connsiteY95" fmla="*/ 524259 h 586899"/>
                <a:gd name="connsiteX96" fmla="*/ 550897 w 587787"/>
                <a:gd name="connsiteY96" fmla="*/ 515464 h 586899"/>
                <a:gd name="connsiteX97" fmla="*/ 550897 w 587787"/>
                <a:gd name="connsiteY97" fmla="*/ 55252 h 586899"/>
                <a:gd name="connsiteX98" fmla="*/ 532451 w 587787"/>
                <a:gd name="connsiteY98" fmla="*/ 36835 h 586899"/>
                <a:gd name="connsiteX99" fmla="*/ 55336 w 587787"/>
                <a:gd name="connsiteY99" fmla="*/ 0 h 586899"/>
                <a:gd name="connsiteX100" fmla="*/ 532451 w 587787"/>
                <a:gd name="connsiteY100" fmla="*/ 0 h 586899"/>
                <a:gd name="connsiteX101" fmla="*/ 587787 w 587787"/>
                <a:gd name="connsiteY101" fmla="*/ 55252 h 586899"/>
                <a:gd name="connsiteX102" fmla="*/ 587787 w 587787"/>
                <a:gd name="connsiteY102" fmla="*/ 531647 h 586899"/>
                <a:gd name="connsiteX103" fmla="*/ 532451 w 587787"/>
                <a:gd name="connsiteY103" fmla="*/ 586899 h 586899"/>
                <a:gd name="connsiteX104" fmla="*/ 55336 w 587787"/>
                <a:gd name="connsiteY104" fmla="*/ 586899 h 586899"/>
                <a:gd name="connsiteX105" fmla="*/ 0 w 587787"/>
                <a:gd name="connsiteY105" fmla="*/ 531647 h 586899"/>
                <a:gd name="connsiteX106" fmla="*/ 0 w 587787"/>
                <a:gd name="connsiteY106" fmla="*/ 55252 h 586899"/>
                <a:gd name="connsiteX107" fmla="*/ 55336 w 587787"/>
                <a:gd name="connsiteY107" fmla="*/ 0 h 586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587787" h="586899">
                  <a:moveTo>
                    <a:pt x="210889" y="405207"/>
                  </a:moveTo>
                  <a:lnTo>
                    <a:pt x="327095" y="405207"/>
                  </a:lnTo>
                  <a:cubicBezTo>
                    <a:pt x="328940" y="423637"/>
                    <a:pt x="340007" y="440224"/>
                    <a:pt x="340007" y="440224"/>
                  </a:cubicBezTo>
                  <a:lnTo>
                    <a:pt x="210889" y="440224"/>
                  </a:lnTo>
                  <a:close/>
                  <a:moveTo>
                    <a:pt x="122934" y="395950"/>
                  </a:moveTo>
                  <a:cubicBezTo>
                    <a:pt x="122934" y="395950"/>
                    <a:pt x="121088" y="395950"/>
                    <a:pt x="121088" y="397793"/>
                  </a:cubicBezTo>
                  <a:lnTo>
                    <a:pt x="121088" y="447575"/>
                  </a:lnTo>
                  <a:cubicBezTo>
                    <a:pt x="121088" y="447575"/>
                    <a:pt x="121088" y="449419"/>
                    <a:pt x="122934" y="449419"/>
                  </a:cubicBezTo>
                  <a:lnTo>
                    <a:pt x="172784" y="449419"/>
                  </a:lnTo>
                  <a:cubicBezTo>
                    <a:pt x="172784" y="449419"/>
                    <a:pt x="174630" y="449419"/>
                    <a:pt x="174630" y="447575"/>
                  </a:cubicBezTo>
                  <a:lnTo>
                    <a:pt x="174630" y="397793"/>
                  </a:lnTo>
                  <a:cubicBezTo>
                    <a:pt x="174630" y="397793"/>
                    <a:pt x="174630" y="395950"/>
                    <a:pt x="172784" y="395950"/>
                  </a:cubicBezTo>
                  <a:close/>
                  <a:moveTo>
                    <a:pt x="122934" y="384887"/>
                  </a:moveTo>
                  <a:lnTo>
                    <a:pt x="172784" y="384887"/>
                  </a:lnTo>
                  <a:cubicBezTo>
                    <a:pt x="180169" y="384887"/>
                    <a:pt x="183862" y="390418"/>
                    <a:pt x="183862" y="395950"/>
                  </a:cubicBezTo>
                  <a:lnTo>
                    <a:pt x="183862" y="445731"/>
                  </a:lnTo>
                  <a:cubicBezTo>
                    <a:pt x="183862" y="451263"/>
                    <a:pt x="180169" y="456794"/>
                    <a:pt x="172784" y="456794"/>
                  </a:cubicBezTo>
                  <a:lnTo>
                    <a:pt x="122934" y="456794"/>
                  </a:lnTo>
                  <a:cubicBezTo>
                    <a:pt x="117395" y="456794"/>
                    <a:pt x="111856" y="453106"/>
                    <a:pt x="111856" y="445731"/>
                  </a:cubicBezTo>
                  <a:lnTo>
                    <a:pt x="111856" y="395950"/>
                  </a:lnTo>
                  <a:cubicBezTo>
                    <a:pt x="111856" y="390418"/>
                    <a:pt x="115549" y="384887"/>
                    <a:pt x="122934" y="384887"/>
                  </a:cubicBezTo>
                  <a:close/>
                  <a:moveTo>
                    <a:pt x="212763" y="276878"/>
                  </a:moveTo>
                  <a:lnTo>
                    <a:pt x="341782" y="276878"/>
                  </a:lnTo>
                  <a:cubicBezTo>
                    <a:pt x="328880" y="289779"/>
                    <a:pt x="328880" y="306366"/>
                    <a:pt x="330723" y="311895"/>
                  </a:cubicBezTo>
                  <a:lnTo>
                    <a:pt x="212763" y="311895"/>
                  </a:lnTo>
                  <a:close/>
                  <a:moveTo>
                    <a:pt x="122934" y="256657"/>
                  </a:moveTo>
                  <a:lnTo>
                    <a:pt x="172784" y="256657"/>
                  </a:lnTo>
                  <a:cubicBezTo>
                    <a:pt x="180169" y="256657"/>
                    <a:pt x="183862" y="262181"/>
                    <a:pt x="183862" y="267705"/>
                  </a:cubicBezTo>
                  <a:lnTo>
                    <a:pt x="183862" y="317418"/>
                  </a:lnTo>
                  <a:cubicBezTo>
                    <a:pt x="183862" y="322942"/>
                    <a:pt x="180169" y="328466"/>
                    <a:pt x="172784" y="328466"/>
                  </a:cubicBezTo>
                  <a:lnTo>
                    <a:pt x="122934" y="328466"/>
                  </a:lnTo>
                  <a:cubicBezTo>
                    <a:pt x="117395" y="328466"/>
                    <a:pt x="111856" y="324783"/>
                    <a:pt x="111856" y="317418"/>
                  </a:cubicBezTo>
                  <a:lnTo>
                    <a:pt x="111856" y="267705"/>
                  </a:lnTo>
                  <a:cubicBezTo>
                    <a:pt x="111856" y="262181"/>
                    <a:pt x="115549" y="256657"/>
                    <a:pt x="122934" y="256657"/>
                  </a:cubicBezTo>
                  <a:close/>
                  <a:moveTo>
                    <a:pt x="453714" y="243736"/>
                  </a:moveTo>
                  <a:lnTo>
                    <a:pt x="455559" y="243736"/>
                  </a:lnTo>
                  <a:cubicBezTo>
                    <a:pt x="453714" y="245578"/>
                    <a:pt x="450026" y="247419"/>
                    <a:pt x="448182" y="249261"/>
                  </a:cubicBezTo>
                  <a:cubicBezTo>
                    <a:pt x="444493" y="254785"/>
                    <a:pt x="444493" y="258468"/>
                    <a:pt x="448182" y="262151"/>
                  </a:cubicBezTo>
                  <a:cubicBezTo>
                    <a:pt x="453714" y="265834"/>
                    <a:pt x="457403" y="267676"/>
                    <a:pt x="466624" y="275042"/>
                  </a:cubicBezTo>
                  <a:cubicBezTo>
                    <a:pt x="474001" y="278725"/>
                    <a:pt x="480763" y="287932"/>
                    <a:pt x="482607" y="302664"/>
                  </a:cubicBezTo>
                  <a:lnTo>
                    <a:pt x="482607" y="343177"/>
                  </a:lnTo>
                  <a:cubicBezTo>
                    <a:pt x="482607" y="348088"/>
                    <a:pt x="482607" y="349930"/>
                    <a:pt x="486296" y="348088"/>
                  </a:cubicBezTo>
                  <a:cubicBezTo>
                    <a:pt x="493672" y="348088"/>
                    <a:pt x="491828" y="360979"/>
                    <a:pt x="489984" y="366503"/>
                  </a:cubicBezTo>
                  <a:cubicBezTo>
                    <a:pt x="488140" y="373869"/>
                    <a:pt x="486296" y="375711"/>
                    <a:pt x="484451" y="383077"/>
                  </a:cubicBezTo>
                  <a:cubicBezTo>
                    <a:pt x="482607" y="388601"/>
                    <a:pt x="480763" y="386760"/>
                    <a:pt x="480763" y="386760"/>
                  </a:cubicBezTo>
                  <a:cubicBezTo>
                    <a:pt x="478919" y="395967"/>
                    <a:pt x="477075" y="414382"/>
                    <a:pt x="466624" y="429114"/>
                  </a:cubicBezTo>
                  <a:cubicBezTo>
                    <a:pt x="464780" y="430956"/>
                    <a:pt x="462936" y="432797"/>
                    <a:pt x="462936" y="434639"/>
                  </a:cubicBezTo>
                  <a:cubicBezTo>
                    <a:pt x="462936" y="436480"/>
                    <a:pt x="462936" y="443846"/>
                    <a:pt x="464780" y="458578"/>
                  </a:cubicBezTo>
                  <a:cubicBezTo>
                    <a:pt x="464780" y="464103"/>
                    <a:pt x="464780" y="464103"/>
                    <a:pt x="466624" y="464103"/>
                  </a:cubicBezTo>
                  <a:cubicBezTo>
                    <a:pt x="474001" y="464103"/>
                    <a:pt x="475845" y="467786"/>
                    <a:pt x="475845" y="473311"/>
                  </a:cubicBezTo>
                  <a:cubicBezTo>
                    <a:pt x="475845" y="487429"/>
                    <a:pt x="484451" y="492953"/>
                    <a:pt x="486296" y="494795"/>
                  </a:cubicBezTo>
                  <a:cubicBezTo>
                    <a:pt x="501971" y="500320"/>
                    <a:pt x="516725" y="504463"/>
                    <a:pt x="531479" y="508836"/>
                  </a:cubicBezTo>
                  <a:lnTo>
                    <a:pt x="550897" y="515464"/>
                  </a:lnTo>
                  <a:lnTo>
                    <a:pt x="550897" y="531647"/>
                  </a:lnTo>
                  <a:cubicBezTo>
                    <a:pt x="550897" y="542697"/>
                    <a:pt x="547208" y="550064"/>
                    <a:pt x="530607" y="550064"/>
                  </a:cubicBezTo>
                  <a:lnTo>
                    <a:pt x="262537" y="550064"/>
                  </a:lnTo>
                  <a:lnTo>
                    <a:pt x="232677" y="550064"/>
                  </a:lnTo>
                  <a:lnTo>
                    <a:pt x="238556" y="537149"/>
                  </a:lnTo>
                  <a:cubicBezTo>
                    <a:pt x="242245" y="531625"/>
                    <a:pt x="244089" y="527942"/>
                    <a:pt x="256998" y="524259"/>
                  </a:cubicBezTo>
                  <a:cubicBezTo>
                    <a:pt x="275440" y="518734"/>
                    <a:pt x="330767" y="502161"/>
                    <a:pt x="344906" y="491112"/>
                  </a:cubicBezTo>
                  <a:cubicBezTo>
                    <a:pt x="348594" y="489270"/>
                    <a:pt x="355971" y="480063"/>
                    <a:pt x="355971" y="469628"/>
                  </a:cubicBezTo>
                  <a:cubicBezTo>
                    <a:pt x="355971" y="465944"/>
                    <a:pt x="355971" y="460420"/>
                    <a:pt x="363348" y="460420"/>
                  </a:cubicBezTo>
                  <a:cubicBezTo>
                    <a:pt x="365192" y="460420"/>
                    <a:pt x="367036" y="458578"/>
                    <a:pt x="367036" y="456737"/>
                  </a:cubicBezTo>
                  <a:cubicBezTo>
                    <a:pt x="367036" y="449371"/>
                    <a:pt x="367036" y="440163"/>
                    <a:pt x="368881" y="432797"/>
                  </a:cubicBezTo>
                  <a:cubicBezTo>
                    <a:pt x="368881" y="430956"/>
                    <a:pt x="368881" y="429114"/>
                    <a:pt x="367036" y="427273"/>
                  </a:cubicBezTo>
                  <a:cubicBezTo>
                    <a:pt x="359660" y="416224"/>
                    <a:pt x="354127" y="395967"/>
                    <a:pt x="352283" y="384918"/>
                  </a:cubicBezTo>
                  <a:cubicBezTo>
                    <a:pt x="352283" y="384918"/>
                    <a:pt x="350438" y="386760"/>
                    <a:pt x="348594" y="381235"/>
                  </a:cubicBezTo>
                  <a:cubicBezTo>
                    <a:pt x="346750" y="373869"/>
                    <a:pt x="344906" y="370186"/>
                    <a:pt x="343062" y="362820"/>
                  </a:cubicBezTo>
                  <a:cubicBezTo>
                    <a:pt x="343062" y="360979"/>
                    <a:pt x="337529" y="344405"/>
                    <a:pt x="346750" y="346860"/>
                  </a:cubicBezTo>
                  <a:cubicBezTo>
                    <a:pt x="350438" y="348702"/>
                    <a:pt x="350438" y="346860"/>
                    <a:pt x="350438" y="343177"/>
                  </a:cubicBezTo>
                  <a:lnTo>
                    <a:pt x="350438" y="302664"/>
                  </a:lnTo>
                  <a:cubicBezTo>
                    <a:pt x="350438" y="289774"/>
                    <a:pt x="359660" y="278725"/>
                    <a:pt x="368881" y="271359"/>
                  </a:cubicBezTo>
                  <a:cubicBezTo>
                    <a:pt x="383634" y="258468"/>
                    <a:pt x="400232" y="252944"/>
                    <a:pt x="418674" y="249261"/>
                  </a:cubicBezTo>
                  <a:cubicBezTo>
                    <a:pt x="427895" y="247419"/>
                    <a:pt x="451870" y="243736"/>
                    <a:pt x="453714" y="243736"/>
                  </a:cubicBezTo>
                  <a:close/>
                  <a:moveTo>
                    <a:pt x="210889" y="148550"/>
                  </a:moveTo>
                  <a:lnTo>
                    <a:pt x="475832" y="148550"/>
                  </a:lnTo>
                  <a:lnTo>
                    <a:pt x="475832" y="183567"/>
                  </a:lnTo>
                  <a:lnTo>
                    <a:pt x="210889" y="183567"/>
                  </a:lnTo>
                  <a:close/>
                  <a:moveTo>
                    <a:pt x="122934" y="128329"/>
                  </a:moveTo>
                  <a:lnTo>
                    <a:pt x="172784" y="128329"/>
                  </a:lnTo>
                  <a:cubicBezTo>
                    <a:pt x="180169" y="128329"/>
                    <a:pt x="183862" y="133853"/>
                    <a:pt x="183862" y="139377"/>
                  </a:cubicBezTo>
                  <a:lnTo>
                    <a:pt x="183862" y="189090"/>
                  </a:lnTo>
                  <a:cubicBezTo>
                    <a:pt x="183862" y="194614"/>
                    <a:pt x="180169" y="200138"/>
                    <a:pt x="172784" y="200138"/>
                  </a:cubicBezTo>
                  <a:lnTo>
                    <a:pt x="122934" y="200138"/>
                  </a:lnTo>
                  <a:cubicBezTo>
                    <a:pt x="117395" y="200138"/>
                    <a:pt x="111856" y="196455"/>
                    <a:pt x="111856" y="189090"/>
                  </a:cubicBezTo>
                  <a:lnTo>
                    <a:pt x="111856" y="139377"/>
                  </a:lnTo>
                  <a:cubicBezTo>
                    <a:pt x="111856" y="133853"/>
                    <a:pt x="115549" y="128329"/>
                    <a:pt x="122934" y="128329"/>
                  </a:cubicBezTo>
                  <a:close/>
                  <a:moveTo>
                    <a:pt x="55336" y="36835"/>
                  </a:moveTo>
                  <a:cubicBezTo>
                    <a:pt x="44268" y="36835"/>
                    <a:pt x="36890" y="44202"/>
                    <a:pt x="36890" y="55252"/>
                  </a:cubicBezTo>
                  <a:lnTo>
                    <a:pt x="36890" y="531647"/>
                  </a:lnTo>
                  <a:cubicBezTo>
                    <a:pt x="36890" y="542697"/>
                    <a:pt x="44268" y="550064"/>
                    <a:pt x="55336" y="550064"/>
                  </a:cubicBezTo>
                  <a:lnTo>
                    <a:pt x="232677" y="550064"/>
                  </a:lnTo>
                  <a:lnTo>
                    <a:pt x="229335" y="557406"/>
                  </a:lnTo>
                  <a:lnTo>
                    <a:pt x="574818" y="557406"/>
                  </a:lnTo>
                  <a:lnTo>
                    <a:pt x="584039" y="531625"/>
                  </a:lnTo>
                  <a:cubicBezTo>
                    <a:pt x="580351" y="524259"/>
                    <a:pt x="584039" y="526100"/>
                    <a:pt x="576662" y="524259"/>
                  </a:cubicBezTo>
                  <a:lnTo>
                    <a:pt x="550897" y="515464"/>
                  </a:lnTo>
                  <a:lnTo>
                    <a:pt x="550897" y="55252"/>
                  </a:lnTo>
                  <a:cubicBezTo>
                    <a:pt x="550897" y="44202"/>
                    <a:pt x="543518" y="36835"/>
                    <a:pt x="532451" y="36835"/>
                  </a:cubicBezTo>
                  <a:close/>
                  <a:moveTo>
                    <a:pt x="55336" y="0"/>
                  </a:moveTo>
                  <a:lnTo>
                    <a:pt x="532451" y="0"/>
                  </a:lnTo>
                  <a:cubicBezTo>
                    <a:pt x="563808" y="0"/>
                    <a:pt x="587787" y="23943"/>
                    <a:pt x="587787" y="55252"/>
                  </a:cubicBezTo>
                  <a:lnTo>
                    <a:pt x="587787" y="531647"/>
                  </a:lnTo>
                  <a:cubicBezTo>
                    <a:pt x="587787" y="562956"/>
                    <a:pt x="563808" y="586899"/>
                    <a:pt x="532451" y="586899"/>
                  </a:cubicBezTo>
                  <a:lnTo>
                    <a:pt x="55336" y="586899"/>
                  </a:lnTo>
                  <a:cubicBezTo>
                    <a:pt x="23979" y="586899"/>
                    <a:pt x="0" y="562956"/>
                    <a:pt x="0" y="531647"/>
                  </a:cubicBezTo>
                  <a:lnTo>
                    <a:pt x="0" y="55252"/>
                  </a:lnTo>
                  <a:cubicBezTo>
                    <a:pt x="0" y="23943"/>
                    <a:pt x="23979" y="0"/>
                    <a:pt x="55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endParaRPr>
            </a:p>
          </p:txBody>
        </p:sp>
      </p:grpSp>
      <p:pic>
        <p:nvPicPr>
          <p:cNvPr id="35" name="图片 34">
            <a:extLst>
              <a:ext uri="{FF2B5EF4-FFF2-40B4-BE49-F238E27FC236}">
                <a16:creationId xmlns:a16="http://schemas.microsoft.com/office/drawing/2014/main" id="{0E9EAF92-3508-C390-BAD2-54B1B378225E}"/>
              </a:ext>
            </a:extLst>
          </p:cNvPr>
          <p:cNvPicPr>
            <a:picLocks noChangeAspect="1"/>
          </p:cNvPicPr>
          <p:nvPr/>
        </p:nvPicPr>
        <p:blipFill>
          <a:blip r:embed="R72c41e236628409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48742" y="1136378"/>
            <a:ext cx="5763527" cy="57216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4157a06a920c4e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952349" y="-899139"/>
            <a:ext cx="2708275" cy="138303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just">
              <a:lnSpc>
                <a:spcPct val="130000"/>
              </a:lnSpc>
              <a:defRPr/>
            </a:pPr>
            <a:endParaRPr lang="en-US" sz="11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TextBox 453">
            <a:extLst>
              <a:ext uri="{FF2B5EF4-FFF2-40B4-BE49-F238E27FC236}">
                <a16:creationId xmlns:a16="http://schemas.microsoft.com/office/drawing/2014/main" id="{1731339A-9D18-26FF-32EB-4C53A45006D6}"/>
              </a:ext>
            </a:extLst>
          </p:cNvPr>
          <p:cNvSpPr txBox="1"/>
          <p:nvPr/>
        </p:nvSpPr>
        <p:spPr>
          <a:xfrm>
            <a:off x="6124761" y="2255586"/>
            <a:ext cx="5114739" cy="1172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err="1">
                <a:solidFill>
                  <a:schemeClr val="bg1"/>
                </a:solidFill>
                <a:cs typeface="+mn-ea"/>
                <a:sym typeface="+mn-lt"/>
              </a:rPr>
              <a:t>男子球员</a:t>
            </a:r>
            <a:r>
              <a:rPr lang="zh-CN" altLang="en-US">
                <a:solidFill>
                  <a:schemeClr val="bg1"/>
                </a:solidFill>
                <a:cs typeface="+mn-ea"/>
                <a:sym typeface="+mn-lt"/>
              </a:rPr>
              <a:t>：</a:t>
            </a:r>
            <a:r>
              <a:rPr lang="en-US" altLang="zh-CN" err="1">
                <a:solidFill>
                  <a:schemeClr val="bg1"/>
                </a:solidFill>
                <a:cs typeface="+mn-ea"/>
                <a:sym typeface="+mn-lt"/>
              </a:rPr>
              <a:t>费德勒、纳达尔、德约科维奇等都是著名的男子X球运动员，他们在职业生涯中获得了多个大满贯冠军。</a:t>
            </a:r>
          </a:p>
        </p:txBody>
      </p:sp>
      <p:grpSp>
        <p:nvGrpSpPr>
          <p:cNvPr id="11" name="Group 455">
            <a:extLst>
              <a:ext uri="{FF2B5EF4-FFF2-40B4-BE49-F238E27FC236}">
                <a16:creationId xmlns:a16="http://schemas.microsoft.com/office/drawing/2014/main" id="{642ACBC6-920C-391E-1488-950A456B8639}"/>
              </a:ext>
            </a:extLst>
          </p:cNvPr>
          <p:cNvGrpSpPr/>
          <p:nvPr/>
        </p:nvGrpSpPr>
        <p:grpSpPr>
          <a:xfrm>
            <a:off x="6223461" y="1153121"/>
            <a:ext cx="831827" cy="859861"/>
            <a:chOff x="7905751" y="727075"/>
            <a:chExt cx="3014661" cy="3116263"/>
          </a:xfrm>
          <a:solidFill>
            <a:schemeClr val="bg1"/>
          </a:solidFill>
        </p:grpSpPr>
        <p:sp>
          <p:nvSpPr>
            <p:cNvPr id="12" name="Freeform 622">
              <a:extLst>
                <a:ext uri="{FF2B5EF4-FFF2-40B4-BE49-F238E27FC236}">
                  <a16:creationId xmlns:a16="http://schemas.microsoft.com/office/drawing/2014/main" id="{1BED24BC-EA89-FADC-AD68-09367396D277}"/>
                </a:ext>
              </a:extLst>
            </p:cNvPr>
            <p:cNvSpPr/>
            <p:nvPr/>
          </p:nvSpPr>
          <p:spPr bwMode="auto">
            <a:xfrm>
              <a:off x="7905751" y="727075"/>
              <a:ext cx="1392237" cy="3116263"/>
            </a:xfrm>
            <a:custGeom>
              <a:avLst/>
              <a:gdLst>
                <a:gd name="T0" fmla="*/ 1110 w 1110"/>
                <a:gd name="T1" fmla="*/ 373 h 2493"/>
                <a:gd name="T2" fmla="*/ 935 w 1110"/>
                <a:gd name="T3" fmla="*/ 0 h 2493"/>
                <a:gd name="T4" fmla="*/ 216 w 1110"/>
                <a:gd name="T5" fmla="*/ 419 h 2493"/>
                <a:gd name="T6" fmla="*/ 0 w 1110"/>
                <a:gd name="T7" fmla="*/ 1580 h 2493"/>
                <a:gd name="T8" fmla="*/ 0 w 1110"/>
                <a:gd name="T9" fmla="*/ 2493 h 2493"/>
                <a:gd name="T10" fmla="*/ 1101 w 1110"/>
                <a:gd name="T11" fmla="*/ 2493 h 2493"/>
                <a:gd name="T12" fmla="*/ 1101 w 1110"/>
                <a:gd name="T13" fmla="*/ 1433 h 2493"/>
                <a:gd name="T14" fmla="*/ 604 w 1110"/>
                <a:gd name="T15" fmla="*/ 1433 h 2493"/>
                <a:gd name="T16" fmla="*/ 714 w 1110"/>
                <a:gd name="T17" fmla="*/ 640 h 2493"/>
                <a:gd name="T18" fmla="*/ 1110 w 1110"/>
                <a:gd name="T19" fmla="*/ 373 h 2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10" h="2493">
                  <a:moveTo>
                    <a:pt x="1110" y="373"/>
                  </a:moveTo>
                  <a:cubicBezTo>
                    <a:pt x="935" y="0"/>
                    <a:pt x="935" y="0"/>
                    <a:pt x="935" y="0"/>
                  </a:cubicBezTo>
                  <a:cubicBezTo>
                    <a:pt x="600" y="15"/>
                    <a:pt x="361" y="155"/>
                    <a:pt x="216" y="419"/>
                  </a:cubicBezTo>
                  <a:cubicBezTo>
                    <a:pt x="72" y="683"/>
                    <a:pt x="0" y="1070"/>
                    <a:pt x="0" y="1580"/>
                  </a:cubicBezTo>
                  <a:cubicBezTo>
                    <a:pt x="0" y="2493"/>
                    <a:pt x="0" y="2493"/>
                    <a:pt x="0" y="2493"/>
                  </a:cubicBezTo>
                  <a:cubicBezTo>
                    <a:pt x="1101" y="2493"/>
                    <a:pt x="1101" y="2493"/>
                    <a:pt x="1101" y="2493"/>
                  </a:cubicBezTo>
                  <a:cubicBezTo>
                    <a:pt x="1101" y="1433"/>
                    <a:pt x="1101" y="1433"/>
                    <a:pt x="1101" y="1433"/>
                  </a:cubicBezTo>
                  <a:cubicBezTo>
                    <a:pt x="604" y="1433"/>
                    <a:pt x="604" y="1433"/>
                    <a:pt x="604" y="1433"/>
                  </a:cubicBezTo>
                  <a:cubicBezTo>
                    <a:pt x="604" y="1067"/>
                    <a:pt x="640" y="803"/>
                    <a:pt x="714" y="640"/>
                  </a:cubicBezTo>
                  <a:cubicBezTo>
                    <a:pt x="788" y="477"/>
                    <a:pt x="920" y="388"/>
                    <a:pt x="1110" y="3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3" name="Freeform 623">
              <a:extLst>
                <a:ext uri="{FF2B5EF4-FFF2-40B4-BE49-F238E27FC236}">
                  <a16:creationId xmlns:a16="http://schemas.microsoft.com/office/drawing/2014/main" id="{E1F7D14D-2F94-CD58-A8F2-DDA10922A76E}"/>
                </a:ext>
              </a:extLst>
            </p:cNvPr>
            <p:cNvSpPr/>
            <p:nvPr/>
          </p:nvSpPr>
          <p:spPr bwMode="auto">
            <a:xfrm>
              <a:off x="9528175" y="727075"/>
              <a:ext cx="1392237" cy="3116263"/>
            </a:xfrm>
            <a:custGeom>
              <a:avLst/>
              <a:gdLst>
                <a:gd name="T0" fmla="*/ 714 w 1111"/>
                <a:gd name="T1" fmla="*/ 640 h 2493"/>
                <a:gd name="T2" fmla="*/ 1111 w 1111"/>
                <a:gd name="T3" fmla="*/ 373 h 2493"/>
                <a:gd name="T4" fmla="*/ 935 w 1111"/>
                <a:gd name="T5" fmla="*/ 0 h 2493"/>
                <a:gd name="T6" fmla="*/ 217 w 1111"/>
                <a:gd name="T7" fmla="*/ 419 h 2493"/>
                <a:gd name="T8" fmla="*/ 0 w 1111"/>
                <a:gd name="T9" fmla="*/ 1580 h 2493"/>
                <a:gd name="T10" fmla="*/ 0 w 1111"/>
                <a:gd name="T11" fmla="*/ 2493 h 2493"/>
                <a:gd name="T12" fmla="*/ 1101 w 1111"/>
                <a:gd name="T13" fmla="*/ 2493 h 2493"/>
                <a:gd name="T14" fmla="*/ 1101 w 1111"/>
                <a:gd name="T15" fmla="*/ 1433 h 2493"/>
                <a:gd name="T16" fmla="*/ 604 w 1111"/>
                <a:gd name="T17" fmla="*/ 1433 h 2493"/>
                <a:gd name="T18" fmla="*/ 714 w 1111"/>
                <a:gd name="T19" fmla="*/ 640 h 2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11" h="2493">
                  <a:moveTo>
                    <a:pt x="714" y="640"/>
                  </a:moveTo>
                  <a:cubicBezTo>
                    <a:pt x="788" y="477"/>
                    <a:pt x="920" y="388"/>
                    <a:pt x="1111" y="373"/>
                  </a:cubicBezTo>
                  <a:cubicBezTo>
                    <a:pt x="935" y="0"/>
                    <a:pt x="935" y="0"/>
                    <a:pt x="935" y="0"/>
                  </a:cubicBezTo>
                  <a:cubicBezTo>
                    <a:pt x="601" y="15"/>
                    <a:pt x="361" y="155"/>
                    <a:pt x="217" y="419"/>
                  </a:cubicBezTo>
                  <a:cubicBezTo>
                    <a:pt x="72" y="683"/>
                    <a:pt x="0" y="1070"/>
                    <a:pt x="0" y="1580"/>
                  </a:cubicBezTo>
                  <a:cubicBezTo>
                    <a:pt x="0" y="2493"/>
                    <a:pt x="0" y="2493"/>
                    <a:pt x="0" y="2493"/>
                  </a:cubicBezTo>
                  <a:cubicBezTo>
                    <a:pt x="1101" y="2493"/>
                    <a:pt x="1101" y="2493"/>
                    <a:pt x="1101" y="2493"/>
                  </a:cubicBezTo>
                  <a:cubicBezTo>
                    <a:pt x="1101" y="1433"/>
                    <a:pt x="1101" y="1433"/>
                    <a:pt x="1101" y="1433"/>
                  </a:cubicBezTo>
                  <a:cubicBezTo>
                    <a:pt x="604" y="1433"/>
                    <a:pt x="604" y="1433"/>
                    <a:pt x="604" y="1433"/>
                  </a:cubicBezTo>
                  <a:cubicBezTo>
                    <a:pt x="604" y="1067"/>
                    <a:pt x="641" y="803"/>
                    <a:pt x="714" y="6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4" name="TextBox 453">
            <a:extLst>
              <a:ext uri="{FF2B5EF4-FFF2-40B4-BE49-F238E27FC236}">
                <a16:creationId xmlns:a16="http://schemas.microsoft.com/office/drawing/2014/main" id="{812BFFC4-3899-1C44-F65F-53B36F359607}"/>
              </a:ext>
            </a:extLst>
          </p:cNvPr>
          <p:cNvSpPr txBox="1"/>
          <p:nvPr/>
        </p:nvSpPr>
        <p:spPr>
          <a:xfrm>
            <a:off x="6124761" y="4541586"/>
            <a:ext cx="5114739" cy="1172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女子球员</a:t>
            </a:r>
            <a:r>
              <a:rPr lang="zh-CN" altLang="en-US">
                <a:solidFill>
                  <a:schemeClr val="bg1"/>
                </a:solidFill>
                <a:cs typeface="+mn-ea"/>
                <a:sym typeface="+mn-lt"/>
              </a:rPr>
              <a:t>：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X威廉姆斯、莎拉波娃、科维托娃等都是著名的女子X球运动员，她们在职业生涯中也获得了多个大满贯冠军。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869382f4500c49b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6"/>
            <a:ext cx="12192000" cy="685600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C690BCC-F957-7632-A688-F4F2960901C9}"/>
              </a:ext>
            </a:extLst>
          </p:cNvPr>
          <p:cNvPicPr>
            <a:picLocks noChangeAspect="1"/>
          </p:cNvPicPr>
          <p:nvPr/>
        </p:nvPicPr>
        <p:blipFill>
          <a:blip r:embed="R09768cae4c78419d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905500"/>
            <a:ext cx="12192000" cy="9525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B70C823-025D-4EFF-4965-2370F8EDA744}"/>
              </a:ext>
            </a:extLst>
          </p:cNvPr>
          <p:cNvPicPr>
            <a:picLocks noChangeAspect="1"/>
          </p:cNvPicPr>
          <p:nvPr/>
        </p:nvPicPr>
        <p:blipFill>
          <a:blip r:embed="R0936f3197cb9454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5914" y="1333501"/>
            <a:ext cx="3106087" cy="596265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B4EC113-3E73-7ABD-3368-A8D45079E623}"/>
              </a:ext>
            </a:extLst>
          </p:cNvPr>
          <p:cNvPicPr>
            <a:picLocks noChangeAspect="1"/>
          </p:cNvPicPr>
          <p:nvPr/>
        </p:nvPicPr>
        <p:blipFill>
          <a:blip r:embed="R037cced0236c4c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3248720"/>
            <a:ext cx="666751" cy="125200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87AB41F-97F6-A4D0-3C70-4A2AC3BE4A40}"/>
              </a:ext>
            </a:extLst>
          </p:cNvPr>
          <p:cNvPicPr>
            <a:picLocks noChangeAspect="1"/>
          </p:cNvPicPr>
          <p:nvPr/>
        </p:nvPicPr>
        <p:blipFill>
          <a:blip r:embed="R352fb3427b5b492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2241" y="5243234"/>
            <a:ext cx="1995488" cy="102194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BC48E6B-84F2-06A8-E890-32AFE749B177}"/>
              </a:ext>
            </a:extLst>
          </p:cNvPr>
          <p:cNvPicPr>
            <a:picLocks noChangeAspect="1"/>
          </p:cNvPicPr>
          <p:nvPr/>
        </p:nvPicPr>
        <p:blipFill>
          <a:blip r:embed="R51a62fb6c71e4d2c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153321" y="583294"/>
            <a:ext cx="419100" cy="4191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EBCF6CD-168B-1D96-E9CC-587A2701265C}"/>
              </a:ext>
            </a:extLst>
          </p:cNvPr>
          <p:cNvPicPr>
            <a:picLocks noChangeAspect="1"/>
          </p:cNvPicPr>
          <p:nvPr/>
        </p:nvPicPr>
        <p:blipFill>
          <a:blip r:embed="Re711799874e0408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" y="76200"/>
            <a:ext cx="3049708" cy="11811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B804677-7783-4487-E7BB-9DC1FD595F22}"/>
              </a:ext>
            </a:extLst>
          </p:cNvPr>
          <p:cNvPicPr>
            <a:picLocks noChangeAspect="1"/>
          </p:cNvPicPr>
          <p:nvPr/>
        </p:nvPicPr>
        <p:blipFill>
          <a:blip r:embed="R6ade066dd226496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4952" y="1636500"/>
            <a:ext cx="7135672" cy="173839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15F62D4-8C59-A196-FA39-A4F974EA208B}"/>
              </a:ext>
            </a:extLst>
          </p:cNvPr>
          <p:cNvPicPr>
            <a:picLocks noChangeAspect="1"/>
          </p:cNvPicPr>
          <p:nvPr/>
        </p:nvPicPr>
        <p:blipFill>
          <a:blip r:embed="R11ff89e295ee4a4d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8601" y="906738"/>
            <a:ext cx="1211283" cy="115605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4ED86B6-BED0-682A-337C-DB6AF2B975D2}"/>
              </a:ext>
            </a:extLst>
          </p:cNvPr>
          <p:cNvSpPr txBox="1"/>
          <p:nvPr/>
        </p:nvSpPr>
        <p:spPr>
          <a:xfrm>
            <a:off x="682173" y="478504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rgbClr val="488A2A"/>
                </a:soli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</a:rPr>
              <a:t>LOGO</a:t>
            </a:r>
            <a:endParaRPr lang="zh-CN" altLang="en-US" sz="2800">
              <a:solidFill>
                <a:srgbClr val="488A2A"/>
              </a:solidFill>
              <a:latin typeface="阿里巴巴普惠体 Heavy" pitchFamily="18" charset="-122"/>
              <a:ea typeface="阿里巴巴普惠体 Heavy" pitchFamily="18" charset="-122"/>
              <a:cs typeface="阿里巴巴普惠体 Heavy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05B008-47A7-FFA7-957F-C76C0C87D7CB}"/>
              </a:ext>
            </a:extLst>
          </p:cNvPr>
          <p:cNvSpPr txBox="1"/>
          <p:nvPr/>
        </p:nvSpPr>
        <p:spPr>
          <a:xfrm>
            <a:off x="9195349" y="580103"/>
            <a:ext cx="1828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www.1ppt.com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7506597-775D-75A7-746E-042768B32FE9}"/>
              </a:ext>
            </a:extLst>
          </p:cNvPr>
          <p:cNvPicPr>
            <a:picLocks noChangeAspect="1"/>
          </p:cNvPicPr>
          <p:nvPr/>
        </p:nvPicPr>
        <p:blipFill>
          <a:blip r:embed="R51219bf0bb86485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7080" y="3577456"/>
            <a:ext cx="1699205" cy="40776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306894C1-6BCF-452F-471A-CA6B32556C01}"/>
              </a:ext>
            </a:extLst>
          </p:cNvPr>
          <p:cNvSpPr txBox="1"/>
          <p:nvPr/>
        </p:nvSpPr>
        <p:spPr>
          <a:xfrm>
            <a:off x="2278741" y="354924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挥拍艺术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A60E0A7-E7FB-15CE-2286-07F115393A62}"/>
              </a:ext>
            </a:extLst>
          </p:cNvPr>
          <p:cNvPicPr>
            <a:picLocks noChangeAspect="1"/>
          </p:cNvPicPr>
          <p:nvPr/>
        </p:nvPicPr>
        <p:blipFill>
          <a:blip r:embed="R51219bf0bb86485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4908" y="3577456"/>
            <a:ext cx="1699205" cy="40776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79752961-F749-633F-4875-BA0C284B5568}"/>
              </a:ext>
            </a:extLst>
          </p:cNvPr>
          <p:cNvSpPr txBox="1"/>
          <p:nvPr/>
        </p:nvSpPr>
        <p:spPr>
          <a:xfrm>
            <a:off x="4136571" y="354924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竞技激情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D4EF1FB-4E85-9031-E67A-CDCAE4BA1F6E}"/>
              </a:ext>
            </a:extLst>
          </p:cNvPr>
          <p:cNvPicPr>
            <a:picLocks noChangeAspect="1"/>
          </p:cNvPicPr>
          <p:nvPr/>
        </p:nvPicPr>
        <p:blipFill>
          <a:blip r:embed="R51219bf0bb86485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2737" y="3577456"/>
            <a:ext cx="1699205" cy="40776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7817027C-BEBC-64E1-3479-2896873C463C}"/>
              </a:ext>
            </a:extLst>
          </p:cNvPr>
          <p:cNvSpPr txBox="1"/>
          <p:nvPr/>
        </p:nvSpPr>
        <p:spPr>
          <a:xfrm>
            <a:off x="5994399" y="354924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X球训练</a:t>
            </a: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41753A0F-5347-6511-4505-B48295E4A67D}"/>
              </a:ext>
            </a:extLst>
          </p:cNvPr>
          <p:cNvSpPr txBox="1"/>
          <p:nvPr/>
        </p:nvSpPr>
        <p:spPr>
          <a:xfrm>
            <a:off x="1712479" y="4045630"/>
            <a:ext cx="6240619" cy="650178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000">
                <a:solidFill>
                  <a:schemeClr val="bg1">
                    <a:alpha val="86000"/>
                  </a:schemeClr>
                </a:solidFill>
                <a:cs typeface="+mn-ea"/>
                <a:sym typeface="+mn-lt"/>
              </a:rPr>
              <a:t>国际X球联合会（ITF）每年举办四大满贯赛事：澳大利亚X球公开赛、法国X球公开赛、温布尔登X球锦标赛和美国X球公开赛。这些赛事是最高级别的比赛，冠军可以获得高额奖金和积分。</a:t>
            </a:r>
          </a:p>
        </p:txBody>
      </p:sp>
      <p:sp>
        <p:nvSpPr>
          <p:cNvPr id="20" name="TextBox 13">
            <a:extLst>
              <a:ext uri="{FF2B5EF4-FFF2-40B4-BE49-F238E27FC236}">
                <a16:creationId xmlns:a16="http://schemas.microsoft.com/office/drawing/2014/main" id="{B40EF3D3-D736-7AB1-62B4-036784431F64}"/>
              </a:ext>
            </a:extLst>
          </p:cNvPr>
          <p:cNvSpPr txBox="1"/>
          <p:nvPr/>
        </p:nvSpPr>
        <p:spPr>
          <a:xfrm>
            <a:off x="3327400" y="4780708"/>
            <a:ext cx="3010776" cy="49013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b="1">
                <a:solidFill>
                  <a:schemeClr val="bg1"/>
                </a:solidFill>
                <a:cs typeface="+mn-ea"/>
                <a:sym typeface="+mn-lt"/>
              </a:rPr>
              <a:t>汇报人：XX</a:t>
            </a:r>
            <a:r>
              <a:rPr lang="en-US" altLang="zh-CN" sz="1200" b="1">
                <a:solidFill>
                  <a:schemeClr val="bg1"/>
                </a:solidFill>
                <a:cs typeface="+mn-ea"/>
                <a:sym typeface="+mn-lt"/>
              </a:rPr>
              <a:t>PPT</a:t>
            </a:r>
            <a:r>
              <a:rPr lang="zh-CN" altLang="en-US" sz="1200" b="1">
                <a:solidFill>
                  <a:schemeClr val="bg1"/>
                </a:solidFill>
                <a:cs typeface="+mn-ea"/>
                <a:sym typeface="+mn-lt"/>
              </a:rPr>
              <a:t>   汇报时间：</a:t>
            </a:r>
            <a:r>
              <a:rPr lang="en-US" altLang="zh-CN" sz="1200" b="1">
                <a:solidFill>
                  <a:schemeClr val="bg1"/>
                </a:solidFill>
                <a:cs typeface="+mn-ea"/>
                <a:sym typeface="+mn-lt"/>
              </a:rPr>
              <a:t>202X</a:t>
            </a:r>
            <a:endParaRPr lang="en-US" sz="1200" b="1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C44BF655-470B-9B2F-2589-7706D289DFEE}"/>
              </a:ext>
            </a:extLst>
          </p:cNvPr>
          <p:cNvPicPr>
            <a:picLocks noChangeAspect="1"/>
          </p:cNvPicPr>
          <p:nvPr/>
        </p:nvPicPr>
        <p:blipFill>
          <a:blip r:embed="Raf925046232b404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2885" y="5470134"/>
            <a:ext cx="833915" cy="79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354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p15="http://schemas.microsoft.com/office/powerpoint/2012/main" xmlns:a16="http://schemas.microsoft.com/office/drawing/2014/main"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8" grpId="0"/>
      <p:bldP spid="19" grpId="0"/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d3a8f28b6a8842dc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ed65475b65cc4eb5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c230d7cb1a9044fe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9f23e02a8a0c4fa5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c230d7cb1a9044fe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0c39a8659d424ed7bd3bed18d7f4ce93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7ea50b3026c548df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86a3f9847cca478f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09e0c6dee450476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282fa54ccabd4c29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bdd7e46839514853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e48c9f9810c744c1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60889dd415ea4b14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115ec53a322f40e5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1fa79235b34645dd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468c702ce31644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7e066d37c1184ccc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c4e08a79cb1d4f9f8a9087d9da1d34b3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a0522e09d3ab43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d0c99a3a01774c3c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40d4b0c26be64c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e99e6c706fe6499c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f994afeff8164b0f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707ffbf53a5046ff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f994afeff8164b0f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8e44a6e6b1f44e45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f994afeff8164b0f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52555bd111264415963a354fc6aad6ac"/>
              </a:rPr>
              <a:t>部分字体来源于</a:t>
            </a:r>
            <a:r>
              <a:rPr lang="en-US" altLang="zh-CN" dirty="0">
                <a:hlinkClick r:id="R52555bd111264415963a354fc6aad6ac"/>
              </a:rPr>
              <a:t>100font.com  </a:t>
            </a:r>
            <a:r>
              <a:rPr lang="zh-CN" altLang="en-US" dirty="0">
                <a:hlinkClick r:id="R52555bd111264415963a354fc6aad6ac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d0a48580601840029c4cfc5cdd41cb4a"/>
              </a:rPr>
              <a:t>部分图标来源于</a:t>
            </a:r>
            <a:r>
              <a:rPr lang="en-US" altLang="zh-CN" dirty="0">
                <a:hlinkClick r:id="Rd0a48580601840029c4cfc5cdd41cb4a"/>
              </a:rPr>
              <a:t>Storyset.com </a:t>
            </a:r>
            <a:r>
              <a:rPr lang="zh-CN" altLang="en-US" dirty="0">
                <a:hlinkClick r:id="Rd0a48580601840029c4cfc5cdd41cb4a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2e8487cdc763454d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f6dd138de6284285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77ef32a5f1c545e7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db3d3dbd86e1456c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77ef32a5f1c545e7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2398ff2e3e8c4e99b728160603338add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9df6071ccf0b46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72a666614d274a0e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70b797a0d05d490d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016ca3fe632b403c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d46c7faae9044970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1e90a6b0dedf462b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af1cecbd489845de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e8f182186d87428b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d9c3bfc58d3a4c19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bd27db30838640a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48ea128c3897408e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f770a8abcca3474293d485e20e14381c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70cc4fa2c6be423c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1ab3da4491254f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e9acea3c637e40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8fbca96ae9f346ab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bf817149c5be49bd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b5d18c20afaf4c87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bf817149c5be49bd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ca8f5eee49e04e6c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bf817149c5be49bd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618a25b09d3f4424b2da27f14e977ba7"/>
              </a:rPr>
              <a:t>部分字体来源于</a:t>
            </a:r>
            <a:r>
              <a:rPr lang="en-US" altLang="zh-CN" dirty="0">
                <a:hlinkClick r:id="R618a25b09d3f4424b2da27f14e977ba7"/>
              </a:rPr>
              <a:t>100font.com  </a:t>
            </a:r>
            <a:r>
              <a:rPr lang="zh-CN" altLang="en-US" dirty="0">
                <a:hlinkClick r:id="R618a25b09d3f4424b2da27f14e977ba7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dc2109f825354a32b2a1384e0f07f005"/>
              </a:rPr>
              <a:t>部分图标来源于</a:t>
            </a:r>
            <a:r>
              <a:rPr lang="en-US" altLang="zh-CN" dirty="0">
                <a:hlinkClick r:id="Rdc2109f825354a32b2a1384e0f07f005"/>
              </a:rPr>
              <a:t>Storyset.com </a:t>
            </a:r>
            <a:r>
              <a:rPr lang="zh-CN" altLang="en-US" dirty="0">
                <a:hlinkClick r:id="Rdc2109f825354a32b2a1384e0f07f005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305b87da9cea458f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49738bff6bf94482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b948157a236642b4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ffcabf40525345a5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b948157a236642b4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a4bd9e6d6c9b4e3d9eef0a8c370e4fe1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f2f28795eb6641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c5055c57597e475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c0a44a8dfa6446f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0f28fbe22b7747bc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e6fc0c0ff9064755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c56000234e3c4f7f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7d71e46e82fb4f8f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5d4e9590bcbb49c7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4ddde16097d74c3f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ba747e15585249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295576d9e8a04d7e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9d93c2afcb2b4b179679b8219570788f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b5caad4205c34c9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e2aa66cacf0445c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38d9c98542604b3a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d5602ef5a3b74353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0dd7c57c03444299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a7fef087f4ca4105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0dd7c57c03444299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8be4fc4ecd664e0b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0dd7c57c03444299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d6cc495b694e4243bd124fa694e3518b"/>
              </a:rPr>
              <a:t>部分字体来源于</a:t>
            </a:r>
            <a:r>
              <a:rPr lang="en-US" altLang="zh-CN" dirty="0">
                <a:hlinkClick r:id="Rd6cc495b694e4243bd124fa694e3518b"/>
              </a:rPr>
              <a:t>100font.com  </a:t>
            </a:r>
            <a:r>
              <a:rPr lang="zh-CN" altLang="en-US" dirty="0">
                <a:hlinkClick r:id="Rd6cc495b694e4243bd124fa694e3518b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d5b48ae1cdc4442c9d2e1cfc64ff4bb0"/>
              </a:rPr>
              <a:t>部分图标来源于</a:t>
            </a:r>
            <a:r>
              <a:rPr lang="en-US" altLang="zh-CN" dirty="0">
                <a:hlinkClick r:id="Rd5b48ae1cdc4442c9d2e1cfc64ff4bb0"/>
              </a:rPr>
              <a:t>Storyset.com </a:t>
            </a:r>
            <a:r>
              <a:rPr lang="zh-CN" altLang="en-US" dirty="0">
                <a:hlinkClick r:id="Rd5b48ae1cdc4442c9d2e1cfc64ff4bb0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741</Words>
  <Application>Microsoft Office PowerPoint</Application>
  <PresentationFormat>宽屏</PresentationFormat>
  <Paragraphs>106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阿里巴巴普惠体</vt:lpstr>
      <vt:lpstr>阿里巴巴普惠体 Heavy</vt:lpstr>
      <vt:lpstr>等线</vt:lpstr>
      <vt:lpstr>时尚中黑简体</vt:lpstr>
      <vt:lpstr>微软雅黑</vt:lpstr>
      <vt:lpstr>Arial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keywords>www.1ppt.com</cp:keywords>
  <dc:description>第一PPT</dc:description>
  <cp:lastModifiedBy/>
  <cp:revision>1</cp:revision>
  <dcterms:created xsi:type="dcterms:W3CDTF">2024-05-21T10:01:24Z</dcterms:created>
  <dcterms:modified xsi:type="dcterms:W3CDTF">2025-04-28T04:17:31Z</dcterms:modified>
</cp:coreProperties>
</file>