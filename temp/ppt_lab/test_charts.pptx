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GNN模型性能对比（柱状图）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节点分类Acc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GCN</c:v>
                </c:pt>
                <c:pt idx="1">
                  <c:v>GAT</c:v>
                </c:pt>
                <c:pt idx="2">
                  <c:v>GraphSAGE</c:v>
                </c:pt>
                <c:pt idx="3">
                  <c:v>GIN</c:v>
                </c:pt>
                <c:pt idx="4">
                  <c:v>MPNN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0.81</c:v>
                </c:pt>
                <c:pt idx="1">
                  <c:v>0.83</c:v>
                </c:pt>
                <c:pt idx="2">
                  <c:v>0.79</c:v>
                </c:pt>
                <c:pt idx="3">
                  <c:v>0.82</c:v>
                </c:pt>
                <c:pt idx="4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链路预测AUC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GCN</c:v>
                </c:pt>
                <c:pt idx="1">
                  <c:v>GAT</c:v>
                </c:pt>
                <c:pt idx="2">
                  <c:v>GraphSAGE</c:v>
                </c:pt>
                <c:pt idx="3">
                  <c:v>GIN</c:v>
                </c:pt>
                <c:pt idx="4">
                  <c:v>MPNN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0.85</c:v>
                </c:pt>
                <c:pt idx="1">
                  <c:v>0.87</c:v>
                </c:pt>
                <c:pt idx="2">
                  <c:v>0.83</c:v>
                </c:pt>
                <c:pt idx="3">
                  <c:v>0.86</c:v>
                </c:pt>
                <c:pt idx="4">
                  <c:v>0.84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各数据集节点分类准确率（条形图）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GCN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Cora</c:v>
                </c:pt>
                <c:pt idx="1">
                  <c:v>Citeseer</c:v>
                </c:pt>
                <c:pt idx="2">
                  <c:v>PubMed</c:v>
                </c:pt>
                <c:pt idx="3">
                  <c:v>OGB-Arxiv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</c:v>
                </c:pt>
                <c:pt idx="1">
                  <c:v>0.71</c:v>
                </c:pt>
                <c:pt idx="2">
                  <c:v>0.79</c:v>
                </c:pt>
                <c:pt idx="3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Cora</c:v>
                </c:pt>
                <c:pt idx="1">
                  <c:v>Citeseer</c:v>
                </c:pt>
                <c:pt idx="2">
                  <c:v>PubMed</c:v>
                </c:pt>
                <c:pt idx="3">
                  <c:v>OGB-Arxiv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0.83</c:v>
                </c:pt>
                <c:pt idx="1">
                  <c:v>0.72</c:v>
                </c:pt>
                <c:pt idx="2">
                  <c:v>0.79</c:v>
                </c:pt>
                <c:pt idx="3">
                  <c:v>0.73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GNN研究论文增长趋势（折线图）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GNN论文数量(百篇)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1.2</c:v>
                </c:pt>
                <c:pt idx="2">
                  <c:v>2.8</c:v>
                </c:pt>
                <c:pt idx="3">
                  <c:v>5.1</c:v>
                </c:pt>
                <c:pt idx="4">
                  <c:v>8.3</c:v>
                </c:pt>
                <c:pt idx="5">
                  <c:v>12.6</c:v>
                </c:pt>
                <c:pt idx="6">
                  <c:v>18.9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GNN应用方向分布（饼图）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节点分类</c:v>
                </c:pt>
                <c:pt idx="1">
                  <c:v>图分类</c:v>
                </c:pt>
                <c:pt idx="2">
                  <c:v>链路预测</c:v>
                </c:pt>
                <c:pt idx="3">
                  <c:v>图生成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7315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7315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73152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371600" y="731520"/>
          <a:ext cx="6400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