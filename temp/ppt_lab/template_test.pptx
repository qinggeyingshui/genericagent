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0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D6FB4-2E4B-C70E-EFE0-9EAE5F36C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49B221-54EC-3924-A7F9-BAE0FB67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FB956A-0E26-766D-4CB8-D59D511D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7D94A1-E8C4-D151-29FA-317649537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B9B291-8F93-69FB-1C9E-66EDDCD0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52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A3142-4FDC-8301-0E95-9284A498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B489D0-3E03-4581-102D-10669AAF6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69FE17-ADDE-ADE9-3DAB-5416B1E82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584D5-0368-C996-4083-3970B264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AFFB4F-60E5-FFE2-0BC5-CAD71E83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02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A4B11-E481-BA18-228F-A49A4C4C0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0FE357-2958-1901-67EC-239443624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58AF06-7853-E521-A882-96C10A02E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DC88E5-06E4-525A-24C6-0E55BEE3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F4E412-C28E-FAE0-50EE-94419640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82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FCA11-15E4-1C68-0AC0-43BCA8B1E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9F8A7A-716F-60B0-5447-1A50F6DAE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415DD0-3F04-3278-0EAC-93D818477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12D742-0496-4213-755C-1E80E8A8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2162AF-0BD5-D4AC-82B9-EF0DEC3C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250146-18F8-A38E-3BA2-22DC8B61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06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C558A-A6A8-3085-EF59-2CE52F9E5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50A934-6714-132D-49CB-7294ED155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93CEF7-6491-A9FA-57C5-7025F4CC2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853B66D-83C0-6D52-20FE-AFE70BA35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185A5C-1364-5B7E-897D-9245C8E68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6B62B1-5ED8-FC3E-5978-2ECC41331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00DE94-981F-294A-B222-98B35E705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A72CB7-38BC-CACA-A63C-3F491D70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78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607A6-9259-1AAB-61DB-C1A432FF9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D6FB16-90BF-5C6A-ACFE-F7CA0CDB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4E32D8-6D2F-2250-7AC1-CD6C92C2B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A5346-445C-1745-DC04-F119B468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48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551CEA-A7EE-5218-F8B0-C0A1E5E6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C913B1-367C-B6D9-A359-DF5F8FD1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823AD6-6BA3-1527-8C02-A37E2BD4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44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2B5354-1077-7933-CBF6-42294F972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337DB6-605B-AE56-6B6F-83807742E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B51913-8584-94DD-A43D-D43DCF318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BD43BC-A19E-13B7-2E71-AA27CBC37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877A93-49D0-2E41-A44F-C97D4B23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8472E3-D7D3-8F55-E822-D387C796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06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C92BD-0D68-7D60-EEDF-88C805D22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80D8DF-13B0-30FB-3414-6577A1F0D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E5C692-8E84-ADCA-440E-36CDFD587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C09A80-CFA2-4CEE-AD89-07B755033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A4DD9A-8EC9-BDF1-6F8C-A3375E71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F5E3B1-4780-9DCA-F8AA-D0F65C6C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04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6230F-E38A-07AF-5F56-40682FCE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FB6812-8DAB-7294-2811-5088CAA77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2BB52C-244B-F20B-B718-F7B47C150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EF7C23-5D4A-CF66-BADE-F7AB54E8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CAF6BE-4109-5088-9997-98956499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84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C9085C-41C0-49E3-1790-8B8626BBC0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53F204-8921-E7AC-675A-045413A17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75939F-A0B2-F1FC-FFC1-F44AC8833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6A401C-43A5-2135-A976-985BD973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9637F6-F78B-F811-6D5C-FBDDE099F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953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1BA1020-0C69-FBB4-DCCA-BC0B855D1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BB1060-90B4-C93A-395A-6D72D90F6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BAE48F-4D41-27E7-D847-6BF777E56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5B42D-C6DD-4874-8B80-4D863F7E55A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82D9CD-3239-F25B-8FD5-995B2E75D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174E1B-9436-DE42-9F25-1A8BF6A65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AF7749-E9C2-4992-BFD3-6E5EAFEF2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147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2C6DA96-F103-E785-088E-8B0A993B2B67}"/>
              </a:ext>
            </a:extLst>
          </p:cNvPr>
          <p:cNvSpPr txBox="1"/>
          <p:nvPr/>
        </p:nvSpPr>
        <p:spPr>
          <a:xfrm>
            <a:off x="720000" y="21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zh-CN" altLang="en-US" sz="4000" b="1">
                <a:solidFill>
                  <a:srgbClr val="003366"/>
                </a:solidFill>
                <a:latin typeface="微软雅黑" panose="020B0503020204020204" pitchFamily="34" charset="-122"/>
              </a:rPr>
              <a:t>模板测试 </a:t>
            </a:r>
            <a:r>
              <a:rPr lang="en-US" altLang="zh-CN" sz="4000" b="1">
                <a:solidFill>
                  <a:srgbClr val="003366"/>
                </a:solidFill>
                <a:latin typeface="微软雅黑" panose="020B0503020204020204" pitchFamily="34" charset="-122"/>
              </a:rPr>
              <a:t>- </a:t>
            </a:r>
            <a:r>
              <a:rPr lang="zh-CN" altLang="en-US" sz="4000" b="1">
                <a:solidFill>
                  <a:srgbClr val="003366"/>
                </a:solidFill>
                <a:latin typeface="微软雅黑" panose="020B0503020204020204" pitchFamily="34" charset="-122"/>
              </a:rPr>
              <a:t>商务蓝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3350C0-AC6A-3EDE-A646-45F3162A7FC2}"/>
              </a:ext>
            </a:extLst>
          </p:cNvPr>
          <p:cNvSpPr txBox="1"/>
          <p:nvPr/>
        </p:nvSpPr>
        <p:spPr>
          <a:xfrm>
            <a:off x="720000" y="39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altLang="zh-CN" sz="2400">
                <a:solidFill>
                  <a:srgbClr val="666666"/>
                </a:solidFill>
                <a:latin typeface="微软雅黑" panose="020B0503020204020204" pitchFamily="34" charset="-122"/>
              </a:rPr>
              <a:t>PPT</a:t>
            </a:r>
            <a:r>
              <a:rPr lang="zh-CN" altLang="en-US" sz="2400">
                <a:solidFill>
                  <a:srgbClr val="666666"/>
                </a:solidFill>
                <a:latin typeface="微软雅黑" panose="020B0503020204020204" pitchFamily="34" charset="-122"/>
              </a:rPr>
              <a:t>模板管理系统验收</a:t>
            </a:r>
          </a:p>
        </p:txBody>
      </p:sp>
    </p:spTree>
    <p:extLst>
      <p:ext uri="{BB962C8B-B14F-4D97-AF65-F5344CB8AC3E}">
        <p14:creationId xmlns:p14="http://schemas.microsoft.com/office/powerpoint/2010/main" val="3538927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D3B0FB-8DC6-6655-D3F5-41F5B73261B6}"/>
              </a:ext>
            </a:extLst>
          </p:cNvPr>
          <p:cNvSpPr txBox="1"/>
          <p:nvPr/>
        </p:nvSpPr>
        <p:spPr>
          <a:xfrm>
            <a:off x="720000" y="3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zh-CN" altLang="en-US" sz="3600" b="1">
                <a:solidFill>
                  <a:srgbClr val="2C3E50"/>
                </a:solidFill>
                <a:latin typeface="微软雅黑" panose="020B0503020204020204" pitchFamily="34" charset="-122"/>
              </a:rPr>
              <a:t>模板 </a:t>
            </a:r>
            <a:r>
              <a:rPr lang="en-US" altLang="zh-CN" sz="3600" b="1">
                <a:solidFill>
                  <a:srgbClr val="2C3E50"/>
                </a:solidFill>
                <a:latin typeface="微软雅黑" panose="020B0503020204020204" pitchFamily="34" charset="-122"/>
              </a:rPr>
              <a:t>2: </a:t>
            </a:r>
            <a:r>
              <a:rPr lang="zh-CN" altLang="en-US" sz="3600" b="1">
                <a:solidFill>
                  <a:srgbClr val="2C3E50"/>
                </a:solidFill>
                <a:latin typeface="微软雅黑" panose="020B0503020204020204" pitchFamily="34" charset="-122"/>
              </a:rPr>
              <a:t>科技灰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8163C4-EB75-5BF9-B0BA-707A2151D846}"/>
              </a:ext>
            </a:extLst>
          </p:cNvPr>
          <p:cNvSpPr txBox="1"/>
          <p:nvPr/>
        </p:nvSpPr>
        <p:spPr>
          <a:xfrm>
            <a:off x="720000" y="144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zh-CN" altLang="en-US" sz="2200">
                <a:solidFill>
                  <a:srgbClr val="212121"/>
                </a:solidFill>
                <a:latin typeface="微软雅黑" panose="020B0503020204020204" pitchFamily="34" charset="-122"/>
              </a:rPr>
              <a:t>这是使用 科技灰 模板创建的内容页
主色</a:t>
            </a:r>
            <a:r>
              <a:rPr lang="en-US" altLang="zh-CN" sz="2200">
                <a:solidFill>
                  <a:srgbClr val="212121"/>
                </a:solidFill>
                <a:latin typeface="微软雅黑" panose="020B0503020204020204" pitchFamily="34" charset="-122"/>
              </a:rPr>
              <a:t>: RGB[44, 62, 80]
</a:t>
            </a:r>
            <a:r>
              <a:rPr lang="zh-CN" altLang="en-US" sz="2200">
                <a:solidFill>
                  <a:srgbClr val="212121"/>
                </a:solidFill>
                <a:latin typeface="微软雅黑" panose="020B0503020204020204" pitchFamily="34" charset="-122"/>
              </a:rPr>
              <a:t>字体</a:t>
            </a:r>
            <a:r>
              <a:rPr lang="en-US" altLang="zh-CN" sz="2200">
                <a:solidFill>
                  <a:srgbClr val="212121"/>
                </a:solidFill>
                <a:latin typeface="微软雅黑" panose="020B0503020204020204" pitchFamily="34" charset="-122"/>
              </a:rPr>
              <a:t>: </a:t>
            </a:r>
            <a:r>
              <a:rPr lang="zh-CN" altLang="en-US" sz="2200">
                <a:solidFill>
                  <a:srgbClr val="212121"/>
                </a:solidFill>
                <a:latin typeface="微软雅黑" panose="020B0503020204020204" pitchFamily="34" charset="-122"/>
              </a:rPr>
              <a:t>微软雅黑</a:t>
            </a:r>
          </a:p>
        </p:txBody>
      </p:sp>
    </p:spTree>
    <p:extLst>
      <p:ext uri="{BB962C8B-B14F-4D97-AF65-F5344CB8AC3E}">
        <p14:creationId xmlns:p14="http://schemas.microsoft.com/office/powerpoint/2010/main" val="283414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62B8A54-2FAA-BFD6-1694-BB2F1D720D72}"/>
              </a:ext>
            </a:extLst>
          </p:cNvPr>
          <p:cNvSpPr txBox="1"/>
          <p:nvPr/>
        </p:nvSpPr>
        <p:spPr>
          <a:xfrm>
            <a:off x="720000" y="3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zh-CN" altLang="en-US" sz="3400" b="1">
                <a:solidFill>
                  <a:srgbClr val="E67E22"/>
                </a:solidFill>
                <a:latin typeface="微软雅黑" panose="020B0503020204020204" pitchFamily="34" charset="-122"/>
              </a:rPr>
              <a:t>模板 </a:t>
            </a:r>
            <a:r>
              <a:rPr lang="en-US" altLang="zh-CN" sz="3400" b="1">
                <a:solidFill>
                  <a:srgbClr val="E67E22"/>
                </a:solidFill>
                <a:latin typeface="微软雅黑" panose="020B0503020204020204" pitchFamily="34" charset="-122"/>
              </a:rPr>
              <a:t>3: </a:t>
            </a:r>
            <a:r>
              <a:rPr lang="zh-CN" altLang="en-US" sz="3400" b="1">
                <a:solidFill>
                  <a:srgbClr val="E67E22"/>
                </a:solidFill>
                <a:latin typeface="微软雅黑" panose="020B0503020204020204" pitchFamily="34" charset="-122"/>
              </a:rPr>
              <a:t>教育橙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4921E6-1BCA-947F-B2EA-8A264D100F6D}"/>
              </a:ext>
            </a:extLst>
          </p:cNvPr>
          <p:cNvSpPr txBox="1"/>
          <p:nvPr/>
        </p:nvSpPr>
        <p:spPr>
          <a:xfrm>
            <a:off x="720000" y="144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zh-CN" altLang="en-US" sz="2000">
                <a:solidFill>
                  <a:srgbClr val="34495E"/>
                </a:solidFill>
                <a:latin typeface="微软雅黑" panose="020B0503020204020204" pitchFamily="34" charset="-122"/>
              </a:rPr>
              <a:t>这是使用 教育橙 模板创建的内容页
主色</a:t>
            </a:r>
            <a:r>
              <a:rPr lang="en-US" altLang="zh-CN" sz="2000">
                <a:solidFill>
                  <a:srgbClr val="34495E"/>
                </a:solidFill>
                <a:latin typeface="微软雅黑" panose="020B0503020204020204" pitchFamily="34" charset="-122"/>
              </a:rPr>
              <a:t>: RGB[230, 126, 34]
</a:t>
            </a:r>
            <a:r>
              <a:rPr lang="zh-CN" altLang="en-US" sz="2000">
                <a:solidFill>
                  <a:srgbClr val="34495E"/>
                </a:solidFill>
                <a:latin typeface="微软雅黑" panose="020B0503020204020204" pitchFamily="34" charset="-122"/>
              </a:rPr>
              <a:t>字体</a:t>
            </a:r>
            <a:r>
              <a:rPr lang="en-US" altLang="zh-CN" sz="2000">
                <a:solidFill>
                  <a:srgbClr val="34495E"/>
                </a:solidFill>
                <a:latin typeface="微软雅黑" panose="020B0503020204020204" pitchFamily="34" charset="-122"/>
              </a:rPr>
              <a:t>: </a:t>
            </a:r>
            <a:r>
              <a:rPr lang="zh-CN" altLang="en-US" sz="2000">
                <a:solidFill>
                  <a:srgbClr val="34495E"/>
                </a:solidFill>
                <a:latin typeface="微软雅黑" panose="020B0503020204020204" pitchFamily="34" charset="-122"/>
              </a:rPr>
              <a:t>微软雅黑</a:t>
            </a:r>
          </a:p>
        </p:txBody>
      </p:sp>
    </p:spTree>
    <p:extLst>
      <p:ext uri="{BB962C8B-B14F-4D97-AF65-F5344CB8AC3E}">
        <p14:creationId xmlns:p14="http://schemas.microsoft.com/office/powerpoint/2010/main" val="2985798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宽屏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 w</dc:creator>
  <cp:lastModifiedBy>hy w</cp:lastModifiedBy>
  <cp:revision>1</cp:revision>
  <dcterms:created xsi:type="dcterms:W3CDTF">2026-04-20T03:25:16Z</dcterms:created>
  <dcterms:modified xsi:type="dcterms:W3CDTF">2026-04-20T03:25:16Z</dcterms:modified>
</cp:coreProperties>
</file>