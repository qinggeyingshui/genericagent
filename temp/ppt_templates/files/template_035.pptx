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media/image22.bin" ContentType="image/jpeg"/>
  <Override PartName="/ppt/media/image23.bin" ContentType="image/jpeg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embeddings/package.bin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media/image41.bin" ContentType="image/jpeg"/>
  <Override PartName="/ppt/media/image42.bin" ContentType="image/jpeg"/>
  <Override PartName="/ppt/slides/slide11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media/image53.bin" ContentType="image/jpeg"/>
  <Override PartName="/ppt/media/image54.bin" ContentType="image/jpeg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media/image57.bin" ContentType="image/jpeg"/>
  <Override PartName="/ppt/notesSlides/notesSlide4.xml" ContentType="application/vnd.openxmlformats-officedocument.presentationml.notes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media/image65.bin" ContentType="image/jpeg"/>
  <Override PartName="/ppt/customXML/item.xml" ContentType="application/inkml+xml"/>
  <Override PartName="/ppt/customXML/item2.xml" ContentType="application/inkml+xml"/>
  <Override PartName="/ppt/slides/slide22.xml" ContentType="application/vnd.openxmlformats-officedocument.presentationml.slide+xml"/>
  <Override PartName="/ppt/media/image68.bin" ContentType="image/jpeg"/>
  <Override PartName="/ppt/media/image69.bin" ContentType="image/jpeg"/>
  <Override PartName="/ppt/media/image72.bin" ContentType="image/jpe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3.xml" ContentType="application/vnd.openxmlformats-officedocument.presentationml.slide+xml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572e486c7dc4493" /><Relationship Type="http://schemas.openxmlformats.org/package/2006/relationships/metadata/core-properties" Target="/docProps/core.xml" Id="Rde6f8bc3031e42cb" /><Relationship Type="http://schemas.openxmlformats.org/officeDocument/2006/relationships/extended-properties" Target="/docProps/app.xml" Id="R53401a4d6ca64066" /><Relationship Type="http://schemas.openxmlformats.org/officeDocument/2006/relationships/custom-properties" Target="/docProps/custom.xml" Id="Ra8f08aa1cef54120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1c124fc834604275"/>
  </p:sldMasterIdLst>
  <p:notesMasterIdLst>
    <p:notesMasterId r:id="Rd04a8cfe738b49f7"/>
  </p:notesMasterIdLst>
  <p:sldIdLst>
    <p:sldId id="256" r:id="R1e1ef622521a49f8"/>
    <p:sldId id="257" r:id="R566f9090c21946c9"/>
    <p:sldId id="258" r:id="R39ea38cbec6149bc"/>
    <p:sldId id="259" r:id="Rf41f6d732693443b"/>
    <p:sldId id="260" r:id="Rba7876bdb7484cb3"/>
    <p:sldId id="261" r:id="Ra99b5969e7764d07"/>
    <p:sldId id="262" r:id="Rc2dd585df4f449d8"/>
    <p:sldId id="263" r:id="R16677f74884b439d"/>
    <p:sldId id="264" r:id="R3d63c0d3e2e5433a"/>
    <p:sldId id="265" r:id="R1226a21525404e52"/>
    <p:sldId id="266" r:id="R93e70dc31cee4298"/>
    <p:sldId id="267" r:id="R1410e1926199496b"/>
    <p:sldId id="268" r:id="Rb4e561ae344244af"/>
    <p:sldId id="269" r:id="Rb6774b2a41814918"/>
    <p:sldId id="270" r:id="R6e9bbd53b3f44146"/>
    <p:sldId id="271" r:id="R3fc2fe526e8e4299"/>
    <p:sldId id="272" r:id="R99411ca2fe784519"/>
    <p:sldId id="273" r:id="R99738ec732194354"/>
    <p:sldId id="274" r:id="R3ee980df63ae41e1"/>
    <p:sldId id="275" r:id="R613a6d65d6fb4c9a"/>
    <p:sldId id="276" r:id="Rb9ec09a856a04662"/>
    <p:sldId id="277" r:id="R62bfaffa477144aa"/>
    <p:sldId id="278" r:id="Rcd52f7804bf24c4b"/>
    <p:sldId id="279" r:id="Rc7be7cdc081c4b8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9">
          <p15:clr>
            <a:srgbClr val="A4A3A4"/>
          </p15:clr>
        </p15:guide>
        <p15:guide id="2" pos="3834">
          <p15:clr>
            <a:srgbClr val="A4A3A4"/>
          </p15:clr>
        </p15:guide>
        <p15:guide id="3" pos="38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6B87"/>
    <a:srgbClr val="EE92A1"/>
    <a:srgbClr val="FDED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29" autoAdjust="0"/>
  </p:normalViewPr>
  <p:slideViewPr>
    <p:cSldViewPr snapToGrid="0" showGuides="1">
      <p:cViewPr varScale="1">
        <p:scale>
          <a:sx n="82" d="100"/>
          <a:sy n="82" d="100"/>
        </p:scale>
        <p:origin x="66" y="453"/>
      </p:cViewPr>
      <p:guideLst>
        <p:guide orient="horz" pos="2149"/>
        <p:guide pos="3834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04a8cfe738b49f7" /><Relationship Type="http://schemas.openxmlformats.org/officeDocument/2006/relationships/presProps" Target="/ppt/presProps.xml" Id="R17af69d1a1a045d7" /><Relationship Type="http://schemas.openxmlformats.org/officeDocument/2006/relationships/viewProps" Target="/ppt/viewProps.xml" Id="Raddec23ea0ef4854" /><Relationship Type="http://schemas.openxmlformats.org/officeDocument/2006/relationships/slideMaster" Target="/ppt/slideMasters/slideMaster1.xml" Id="R1c124fc834604275" /><Relationship Type="http://schemas.openxmlformats.org/officeDocument/2006/relationships/theme" Target="/ppt/slideMasters/theme/theme2.xml" Id="R56a5e5b67c9c4398" /><Relationship Type="http://schemas.openxmlformats.org/officeDocument/2006/relationships/slide" Target="/ppt/slides/slide1.xml" Id="R1e1ef622521a49f8" /><Relationship Type="http://schemas.openxmlformats.org/officeDocument/2006/relationships/slide" Target="/ppt/slides/slide2.xml" Id="R566f9090c21946c9" /><Relationship Type="http://schemas.openxmlformats.org/officeDocument/2006/relationships/slide" Target="/ppt/slides/slide3.xml" Id="R39ea38cbec6149bc" /><Relationship Type="http://schemas.openxmlformats.org/officeDocument/2006/relationships/slide" Target="/ppt/slides/slide4.xml" Id="Rf41f6d732693443b" /><Relationship Type="http://schemas.openxmlformats.org/officeDocument/2006/relationships/slide" Target="/ppt/slides/slide5.xml" Id="Rba7876bdb7484cb3" /><Relationship Type="http://schemas.openxmlformats.org/officeDocument/2006/relationships/slide" Target="/ppt/slides/slide6.xml" Id="Ra99b5969e7764d07" /><Relationship Type="http://schemas.openxmlformats.org/officeDocument/2006/relationships/slide" Target="/ppt/slides/slide7.xml" Id="Rc2dd585df4f449d8" /><Relationship Type="http://schemas.openxmlformats.org/officeDocument/2006/relationships/slide" Target="/ppt/slides/slide8.xml" Id="R16677f74884b439d" /><Relationship Type="http://schemas.openxmlformats.org/officeDocument/2006/relationships/slide" Target="/ppt/slides/slide9.xml" Id="R3d63c0d3e2e5433a" /><Relationship Type="http://schemas.openxmlformats.org/officeDocument/2006/relationships/slide" Target="/ppt/slides/slide10.xml" Id="R1226a21525404e52" /><Relationship Type="http://schemas.openxmlformats.org/officeDocument/2006/relationships/slide" Target="/ppt/slides/slide11.xml" Id="R93e70dc31cee4298" /><Relationship Type="http://schemas.openxmlformats.org/officeDocument/2006/relationships/slide" Target="/ppt/slides/slide12.xml" Id="R1410e1926199496b" /><Relationship Type="http://schemas.openxmlformats.org/officeDocument/2006/relationships/slide" Target="/ppt/slides/slide13.xml" Id="Rb4e561ae344244af" /><Relationship Type="http://schemas.openxmlformats.org/officeDocument/2006/relationships/slide" Target="/ppt/slides/slide14.xml" Id="Rb6774b2a41814918" /><Relationship Type="http://schemas.openxmlformats.org/officeDocument/2006/relationships/slide" Target="/ppt/slides/slide15.xml" Id="R6e9bbd53b3f44146" /><Relationship Type="http://schemas.openxmlformats.org/officeDocument/2006/relationships/slide" Target="/ppt/slides/slide16.xml" Id="R3fc2fe526e8e4299" /><Relationship Type="http://schemas.openxmlformats.org/officeDocument/2006/relationships/slide" Target="/ppt/slides/slide17.xml" Id="R99411ca2fe784519" /><Relationship Type="http://schemas.openxmlformats.org/officeDocument/2006/relationships/slide" Target="/ppt/slides/slide18.xml" Id="R99738ec732194354" /><Relationship Type="http://schemas.openxmlformats.org/officeDocument/2006/relationships/slide" Target="/ppt/slides/slide19.xml" Id="R3ee980df63ae41e1" /><Relationship Type="http://schemas.openxmlformats.org/officeDocument/2006/relationships/slide" Target="/ppt/slides/slide20.xml" Id="R613a6d65d6fb4c9a" /><Relationship Type="http://schemas.openxmlformats.org/officeDocument/2006/relationships/slide" Target="/ppt/slides/slide21.xml" Id="Rb9ec09a856a04662" /><Relationship Type="http://schemas.openxmlformats.org/officeDocument/2006/relationships/slide" Target="/ppt/slides/slide22.xml" Id="R62bfaffa477144aa" /><Relationship Type="http://schemas.openxmlformats.org/officeDocument/2006/relationships/slide" Target="/ppt/slides/slide23.xml" Id="Rcd52f7804bf24c4b" /><Relationship Type="http://schemas.openxmlformats.org/officeDocument/2006/relationships/slide" Target="/ppt/slides/slide24.xml" Id="Rc7be7cdc081c4b86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08c533c4e9154517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itchFamily="34" charset="-122"/>
              </a:defRPr>
            </a:lvl1pPr>
          </a:lstStyle>
          <a:p>
            <a:fld id="{D2A48B96-639E-45A3-A0BA-2464DFDB1FAA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itchFamily="34" charset="-122"/>
              </a:defRPr>
            </a:lvl1pPr>
          </a:lstStyle>
          <a:p>
            <a:fld id="{A6837353-30EB-4A48-80EB-173D804AEFB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89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itchFamily="34" charset="-122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itchFamily="34" charset="-122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itchFamily="34" charset="-122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itchFamily="34" charset="-122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itchFamily="34" charset="-122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3.xml" Id="Rb6c024aadb0a4ce5" /><Relationship Type="http://schemas.openxmlformats.org/officeDocument/2006/relationships/notesMaster" Target="/ppt/notesMasters/notesMaster1.xml" Id="Rf751df79d9ab43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4.xml" Id="Rf70e5a3926f448e2" /><Relationship Type="http://schemas.openxmlformats.org/officeDocument/2006/relationships/notesMaster" Target="/ppt/notesMasters/notesMaster1.xml" Id="Ra6315b4e8dc54f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11.xml" Id="Rc54d2426f2114c5a" /><Relationship Type="http://schemas.openxmlformats.org/officeDocument/2006/relationships/notesMaster" Target="/ppt/notesMasters/notesMaster1.xml" Id="Rfce22cb0b6ee49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17.xml" Id="Rb9482218065f4db4" /><Relationship Type="http://schemas.openxmlformats.org/officeDocument/2006/relationships/notesMaster" Target="/ppt/notesMasters/notesMaster1.xml" Id="R2a937c530fd549db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模板来自于：XX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https://www.1ppt.com/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31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9ac57a7984e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5b79cd74c48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de07d2076746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hyperlink" Target="http://www.1ppt.com/xiazai/" TargetMode="External" Id="Rf8ff1982915647b391ea135416119dec" /><Relationship Type="http://schemas.openxmlformats.org/officeDocument/2006/relationships/slideMaster" Target="/ppt/slideMasters/slideMaster1.xml" Id="R88d104c264de40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ef04ac611949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c2b6d09a184e3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79874606a7430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f8b01e774d4be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0f4a4ad1cf4e4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5225e939384b7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d2f2be33d84cb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9f7b54a4a045c9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21E8-554F-4FD1-8433-2C9A7A31A19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569A-92D4-42C0-AA51-D724E702ADE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21E8-554F-4FD1-8433-2C9A7A31A19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569A-92D4-42C0-AA51-D724E702ADE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21E8-554F-4FD1-8433-2C9A7A31A19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569A-92D4-42C0-AA51-D724E702ADE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21E8-554F-4FD1-8433-2C9A7A31A19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569A-92D4-42C0-AA51-D724E702ADEB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11759951" y="1568"/>
            <a:ext cx="43204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>
                <a:latin typeface="微软雅黑" pitchFamily="34" charset="-122"/>
                <a:ea typeface="微软雅黑" pitchFamily="34" charset="-122"/>
                <a:hlinkClick r:id="Rf8ff1982915647b391ea135416119dec"/>
              </a:rPr>
              <a:t>PPT</a:t>
            </a:r>
            <a:r>
              <a:rPr lang="zh-CN" altLang="en-US" sz="100">
                <a:latin typeface="微软雅黑" pitchFamily="34" charset="-122"/>
                <a:ea typeface="微软雅黑" pitchFamily="34" charset="-122"/>
                <a:hlinkClick r:id="Rf8ff1982915647b391ea135416119dec"/>
              </a:rPr>
              <a:t>下载</a:t>
            </a:r>
            <a:r>
              <a:rPr lang="zh-CN" altLang="en-US" sz="10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00">
                <a:latin typeface="微软雅黑" pitchFamily="34" charset="-122"/>
                <a:ea typeface="微软雅黑" pitchFamily="34" charset="-122"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576979140"/>
      </p:ext>
    </p:extLst>
  </p:cSld>
  <p:clrMapOvr>
    <a:masterClrMapping/>
  </p:clrMapOvr>
  <p:transition spd="slow"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21E8-554F-4FD1-8433-2C9A7A31A19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569A-92D4-42C0-AA51-D724E702ADE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21E8-554F-4FD1-8433-2C9A7A31A19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569A-92D4-42C0-AA51-D724E702ADE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21E8-554F-4FD1-8433-2C9A7A31A19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569A-92D4-42C0-AA51-D724E702ADE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21E8-554F-4FD1-8433-2C9A7A31A19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569A-92D4-42C0-AA51-D724E702ADE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21E8-554F-4FD1-8433-2C9A7A31A19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569A-92D4-42C0-AA51-D724E702ADE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21E8-554F-4FD1-8433-2C9A7A31A19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569A-92D4-42C0-AA51-D724E702ADE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21E8-554F-4FD1-8433-2C9A7A31A19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569A-92D4-42C0-AA51-D724E702ADE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921E8-554F-4FD1-8433-2C9A7A31A19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C569A-92D4-42C0-AA51-D724E702ADE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edge/>
  </p:transition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005bfcaa91485b" /><Relationship Type="http://schemas.openxmlformats.org/officeDocument/2006/relationships/slideLayout" Target="/ppt/slideLayouts/slideLayout1.xml" Id="Redc5c62b743a42cd" /><Relationship Type="http://schemas.openxmlformats.org/officeDocument/2006/relationships/slideLayout" Target="/ppt/slideLayouts/slideLayout2.xml" Id="R23cd43252ea24df2" /><Relationship Type="http://schemas.openxmlformats.org/officeDocument/2006/relationships/slideLayout" Target="/ppt/slideLayouts/slideLayout3.xml" Id="R5c320b3c950d4c61" /><Relationship Type="http://schemas.openxmlformats.org/officeDocument/2006/relationships/slideLayout" Target="/ppt/slideLayouts/slideLayout4.xml" Id="R0ff45e4b8f994071" /><Relationship Type="http://schemas.openxmlformats.org/officeDocument/2006/relationships/slideLayout" Target="/ppt/slideLayouts/slideLayout5.xml" Id="R5aabd8ae10d34ba9" /><Relationship Type="http://schemas.openxmlformats.org/officeDocument/2006/relationships/slideLayout" Target="/ppt/slideLayouts/slideLayout6.xml" Id="R6cb48b45482e469b" /><Relationship Type="http://schemas.openxmlformats.org/officeDocument/2006/relationships/slideLayout" Target="/ppt/slideLayouts/slideLayout7.xml" Id="R4e054618ee444258" /><Relationship Type="http://schemas.openxmlformats.org/officeDocument/2006/relationships/slideLayout" Target="/ppt/slideLayouts/slideLayout8.xml" Id="R878abab64a904707" /><Relationship Type="http://schemas.openxmlformats.org/officeDocument/2006/relationships/slideLayout" Target="/ppt/slideLayouts/slideLayout9.xml" Id="R31dfb8b850a74278" /><Relationship Type="http://schemas.openxmlformats.org/officeDocument/2006/relationships/slideLayout" Target="/ppt/slideLayouts/slideLayout10.xml" Id="R72ba39e9a7ab4225" /><Relationship Type="http://schemas.openxmlformats.org/officeDocument/2006/relationships/slideLayout" Target="/ppt/slideLayouts/slideLayout11.xml" Id="Rab8b7996204d4292" /><Relationship Type="http://schemas.openxmlformats.org/officeDocument/2006/relationships/slideLayout" Target="/ppt/slideLayouts/slideLayout12.xml" Id="R2c5c6b1075554fbd" /><Relationship Type="http://schemas.openxmlformats.org/officeDocument/2006/relationships/image" Target="/ppt/media/image.bin" Id="R6681e615a7264cc2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6681e615a7264cc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fld id="{61F921E8-554F-4FD1-8433-2C9A7A31A19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fld id="{077C569A-92D4-42C0-AA51-D724E702ADEB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6cb48b45482e469b"/>
    <p:sldLayoutId id="2147483653" r:id="R5aabd8ae10d34ba9"/>
    <p:sldLayoutId id="2147483650" r:id="R23cd43252ea24df2"/>
    <p:sldLayoutId id="2147483659" r:id="Rab8b7996204d4292"/>
    <p:sldLayoutId id="2147483657" r:id="R31dfb8b850a74278"/>
    <p:sldLayoutId id="2147483655" r:id="R4e054618ee444258"/>
    <p:sldLayoutId id="2147483651" r:id="R5c320b3c950d4c61"/>
    <p:sldLayoutId id="2147483649" r:id="Redc5c62b743a42cd"/>
    <p:sldLayoutId id="2147483660" r:id="R2c5c6b1075554fbd"/>
    <p:sldLayoutId id="2147483658" r:id="R72ba39e9a7ab4225"/>
    <p:sldLayoutId id="2147483656" r:id="R878abab64a904707"/>
    <p:sldLayoutId id="2147483652" r:id="R0ff45e4b8f994071"/>
  </p:sldLayoutIdLst>
  <p:transition spd="slow">
    <p:wedg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2.bin" Id="R568220943fb04a21" /><Relationship Type="http://schemas.openxmlformats.org/officeDocument/2006/relationships/image" Target="/ppt/media/image3.bin" Id="R7372b4192a3143fa" /><Relationship Type="http://schemas.openxmlformats.org/officeDocument/2006/relationships/image" Target="/ppt/media/image4.bin" Id="R26ce244d528e4829" /><Relationship Type="http://schemas.openxmlformats.org/officeDocument/2006/relationships/image" Target="/ppt/media/image5.bin" Id="Refa9f111d0ad4878" /><Relationship Type="http://schemas.openxmlformats.org/officeDocument/2006/relationships/image" Target="/ppt/media/image6.bin" Id="Rae96547c88a14f2f" /><Relationship Type="http://schemas.openxmlformats.org/officeDocument/2006/relationships/slideLayout" Target="/ppt/slideLayouts/slideLayout6.xml" Id="R0424cf5766194a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3.bin" Id="Rf61b6d1bb0084bc5" /><Relationship Type="http://schemas.openxmlformats.org/officeDocument/2006/relationships/image" Target="/ppt/media/image7.bin" Id="R0177261ca7c34621" /><Relationship Type="http://schemas.openxmlformats.org/officeDocument/2006/relationships/image" Target="/ppt/media/image8.bin" Id="Reef1f696daae42ed" /><Relationship Type="http://schemas.openxmlformats.org/officeDocument/2006/relationships/image" Target="/ppt/media/image9.bin" Id="R71e65a214ada4976" /><Relationship Type="http://schemas.openxmlformats.org/officeDocument/2006/relationships/image" Target="/ppt/media/image10.bin" Id="R65581c059a4f41a5" /><Relationship Type="http://schemas.openxmlformats.org/officeDocument/2006/relationships/image" Target="/ppt/media/image11.bin" Id="R51bbc1c0aebf4efc" /><Relationship Type="http://schemas.openxmlformats.org/officeDocument/2006/relationships/image" Target="/ppt/media/image12.bin" Id="R49bf62a0025d4fd6" /><Relationship Type="http://schemas.openxmlformats.org/officeDocument/2006/relationships/image" Target="/ppt/media/image13.bin" Id="Raf8da5c157f744ae" /><Relationship Type="http://schemas.openxmlformats.org/officeDocument/2006/relationships/slideLayout" Target="/ppt/slideLayouts/slideLayout6.xml" Id="Re276857b827b4c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3.bin" Id="R8eb078684aea4a88" /><Relationship Type="http://schemas.openxmlformats.org/officeDocument/2006/relationships/image" Target="/ppt/media/image14.bin" Id="R97a1239f2d924129" /><Relationship Type="http://schemas.openxmlformats.org/officeDocument/2006/relationships/image" Target="/ppt/media/image15.bin" Id="Rfd71f4ec4e0545b8" /><Relationship Type="http://schemas.openxmlformats.org/officeDocument/2006/relationships/image" Target="/ppt/media/image16.bin" Id="Ra44c21f2899e4815" /><Relationship Type="http://schemas.openxmlformats.org/officeDocument/2006/relationships/image" Target="/ppt/media/image17.bin" Id="R98fdefd640284221" /><Relationship Type="http://schemas.openxmlformats.org/officeDocument/2006/relationships/image" Target="/ppt/media/image7.bin" Id="R66cfa7c8211c4968" /><Relationship Type="http://schemas.openxmlformats.org/officeDocument/2006/relationships/image" Target="/ppt/media/image18.bin" Id="R629d2f6c21774af6" /><Relationship Type="http://schemas.openxmlformats.org/officeDocument/2006/relationships/image" Target="/ppt/media/image19.bin" Id="R63cee0fcff0548e4" /><Relationship Type="http://schemas.openxmlformats.org/officeDocument/2006/relationships/notesSlide" Target="/ppt/notesSlides/notesSlide1.xml" Id="R46f989372cff41ad" /><Relationship Type="http://schemas.openxmlformats.org/officeDocument/2006/relationships/slideLayout" Target="/ppt/slideLayouts/slideLayout6.xml" Id="Ra2ec63c20f874e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20.bin" Id="R4074e19bae3c4fa8" /><Relationship Type="http://schemas.openxmlformats.org/officeDocument/2006/relationships/image" Target="/ppt/media/image21.bin" Id="Rfba67b02d1814d6f" /><Relationship Type="http://schemas.openxmlformats.org/officeDocument/2006/relationships/image" Target="/ppt/media/image22.bin" Id="R16914cad386b4abb" /><Relationship Type="http://schemas.openxmlformats.org/officeDocument/2006/relationships/image" Target="/ppt/media/image23.bin" Id="R7ea3a3f0f1564682" /><Relationship Type="http://schemas.openxmlformats.org/officeDocument/2006/relationships/notesSlide" Target="/ppt/notesSlides/notesSlide2.xml" Id="Rab6231507e1645ae" /><Relationship Type="http://schemas.openxmlformats.org/officeDocument/2006/relationships/slideLayout" Target="/ppt/slideLayouts/slideLayout6.xml" Id="R39d32a7a5f454d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20.bin" Id="R8b09e456cf6f4a3b" /><Relationship Type="http://schemas.openxmlformats.org/officeDocument/2006/relationships/image" Target="/ppt/media/image21.bin" Id="R744c940e2577444b" /><Relationship Type="http://schemas.openxmlformats.org/officeDocument/2006/relationships/image" Target="/ppt/media/image24.bin" Id="R352db50921d34da5" /><Relationship Type="http://schemas.openxmlformats.org/officeDocument/2006/relationships/image" Target="/ppt/media/image25.bin" Id="Rc7b3d3d2249c4c89" /><Relationship Type="http://schemas.openxmlformats.org/officeDocument/2006/relationships/image" Target="/ppt/media/image26.bin" Id="R773bd673310b45fc" /><Relationship Type="http://schemas.openxmlformats.org/officeDocument/2006/relationships/image" Target="/ppt/media/image27.bin" Id="R595eb8b5a8ce4e9e" /><Relationship Type="http://schemas.openxmlformats.org/officeDocument/2006/relationships/slideLayout" Target="/ppt/slideLayouts/slideLayout6.xml" Id="R583e5c3f8e1445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20.bin" Id="Rc7aa47eb2c9446a7" /><Relationship Type="http://schemas.openxmlformats.org/officeDocument/2006/relationships/image" Target="/ppt/media/image21.bin" Id="R076fded07975452f" /><Relationship Type="http://schemas.openxmlformats.org/officeDocument/2006/relationships/chart" Target="/ppt/slides/charts/chart1.xml" Id="R7f8964d228c34be0" /><Relationship Type="http://schemas.openxmlformats.org/officeDocument/2006/relationships/slideLayout" Target="/ppt/slideLayouts/slideLayout6.xml" Id="R13a27399b14c4b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20.bin" Id="R6e7f933727134a83" /><Relationship Type="http://schemas.openxmlformats.org/officeDocument/2006/relationships/image" Target="/ppt/media/image21.bin" Id="R3613936e043244e1" /><Relationship Type="http://schemas.openxmlformats.org/officeDocument/2006/relationships/image" Target="/ppt/media/image28.bin" Id="Rce4fc6971774496b" /><Relationship Type="http://schemas.openxmlformats.org/officeDocument/2006/relationships/image" Target="/ppt/media/image29.bin" Id="R317e1d49e6844428" /><Relationship Type="http://schemas.openxmlformats.org/officeDocument/2006/relationships/image" Target="/ppt/media/image30.bin" Id="Rd859e797af044362" /><Relationship Type="http://schemas.openxmlformats.org/officeDocument/2006/relationships/image" Target="/ppt/media/image31.bin" Id="R85a3b90f44cd4915" /><Relationship Type="http://schemas.openxmlformats.org/officeDocument/2006/relationships/image" Target="/ppt/media/image32.bin" Id="R126efc88f2d347fd" /><Relationship Type="http://schemas.openxmlformats.org/officeDocument/2006/relationships/image" Target="/ppt/media/image17.bin" Id="R3fb2447daaf946f8" /><Relationship Type="http://schemas.openxmlformats.org/officeDocument/2006/relationships/image" Target="/ppt/media/image18.bin" Id="R39a1e74dbd1e423a" /><Relationship Type="http://schemas.openxmlformats.org/officeDocument/2006/relationships/slideLayout" Target="/ppt/slideLayouts/slideLayout6.xml" Id="Ra9abf7af325946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3.bin" Id="R02018cae3c274d62" /><Relationship Type="http://schemas.openxmlformats.org/officeDocument/2006/relationships/image" Target="/ppt/media/image33.bin" Id="R006a00b5c22646cd" /><Relationship Type="http://schemas.openxmlformats.org/officeDocument/2006/relationships/image" Target="/ppt/media/image34.bin" Id="Rd52ca09e5f2d405e" /><Relationship Type="http://schemas.openxmlformats.org/officeDocument/2006/relationships/image" Target="/ppt/media/image35.bin" Id="R7242ad5147f4477b" /><Relationship Type="http://schemas.openxmlformats.org/officeDocument/2006/relationships/image" Target="/ppt/media/image17.bin" Id="R1282f28a6e294ed6" /><Relationship Type="http://schemas.openxmlformats.org/officeDocument/2006/relationships/image" Target="/ppt/media/image7.bin" Id="R011be9c0d86f4230" /><Relationship Type="http://schemas.openxmlformats.org/officeDocument/2006/relationships/image" Target="/ppt/media/image18.bin" Id="R40bd0a48cca840b8" /><Relationship Type="http://schemas.openxmlformats.org/officeDocument/2006/relationships/image" Target="/ppt/media/image19.bin" Id="R29a47fc254044282" /><Relationship Type="http://schemas.openxmlformats.org/officeDocument/2006/relationships/slideLayout" Target="/ppt/slideLayouts/slideLayout6.xml" Id="R5667b710396d43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20.bin" Id="Rdc579484dc9d4b59" /><Relationship Type="http://schemas.openxmlformats.org/officeDocument/2006/relationships/image" Target="/ppt/media/image21.bin" Id="Rec1ba95c6a8e4b8a" /><Relationship Type="http://schemas.openxmlformats.org/officeDocument/2006/relationships/image" Target="/ppt/media/image36.bin" Id="R24d91fa7a9014254" /><Relationship Type="http://schemas.openxmlformats.org/officeDocument/2006/relationships/image" Target="/ppt/media/image37.bin" Id="R789823e547d443ed" /><Relationship Type="http://schemas.openxmlformats.org/officeDocument/2006/relationships/image" Target="/ppt/media/image38.bin" Id="R2b129d3884684356" /><Relationship Type="http://schemas.openxmlformats.org/officeDocument/2006/relationships/image" Target="/ppt/media/image39.bin" Id="R07aedc25f212403d" /><Relationship Type="http://schemas.openxmlformats.org/officeDocument/2006/relationships/image" Target="/ppt/media/image40.bin" Id="Rf395761834764c08" /><Relationship Type="http://schemas.openxmlformats.org/officeDocument/2006/relationships/slideLayout" Target="/ppt/slideLayouts/slideLayout6.xml" Id="R732b04030b1947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20.bin" Id="R37edd1db9c92494b" /><Relationship Type="http://schemas.openxmlformats.org/officeDocument/2006/relationships/image" Target="/ppt/media/image21.bin" Id="Rbde02c7df8344822" /><Relationship Type="http://schemas.openxmlformats.org/officeDocument/2006/relationships/image" Target="/ppt/media/image41.bin" Id="R8791ba176c224ee5" /><Relationship Type="http://schemas.openxmlformats.org/officeDocument/2006/relationships/image" Target="/ppt/media/image42.bin" Id="R0854d795bc3d4964" /><Relationship Type="http://schemas.openxmlformats.org/officeDocument/2006/relationships/image" Target="/ppt/media/image43.bin" Id="R37512ef681ad46aa" /><Relationship Type="http://schemas.openxmlformats.org/officeDocument/2006/relationships/image" Target="/ppt/media/image44.bin" Id="Rb52fa598a353495e" /><Relationship Type="http://schemas.openxmlformats.org/officeDocument/2006/relationships/image" Target="/ppt/media/image45.bin" Id="R51e0f2e88f724844" /><Relationship Type="http://schemas.openxmlformats.org/officeDocument/2006/relationships/image" Target="/ppt/media/image46.bin" Id="Rc1d38b4bcb15422c" /><Relationship Type="http://schemas.openxmlformats.org/officeDocument/2006/relationships/image" Target="/ppt/media/image47.bin" Id="R8830d0c2b1c24298" /><Relationship Type="http://schemas.openxmlformats.org/officeDocument/2006/relationships/slideLayout" Target="/ppt/slideLayouts/slideLayout6.xml" Id="R0728e8e225ad45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20.bin" Id="Re692d898deec48b8" /><Relationship Type="http://schemas.openxmlformats.org/officeDocument/2006/relationships/image" Target="/ppt/media/image21.bin" Id="Rb19e28d95a724548" /><Relationship Type="http://schemas.openxmlformats.org/officeDocument/2006/relationships/image" Target="/ppt/media/image48.bin" Id="R04fe38626df1456e" /><Relationship Type="http://schemas.openxmlformats.org/officeDocument/2006/relationships/image" Target="/ppt/media/image49.bin" Id="Rf14bc8a93853440e" /><Relationship Type="http://schemas.openxmlformats.org/officeDocument/2006/relationships/notesSlide" Target="/ppt/notesSlides/notesSlide3.xml" Id="Rb09b74d23f674eca" /><Relationship Type="http://schemas.openxmlformats.org/officeDocument/2006/relationships/slideLayout" Target="/ppt/slideLayouts/slideLayout6.xml" Id="Rb9c63ca5c9d048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3.bin" Id="R1ea9afa6d4f342db" /><Relationship Type="http://schemas.openxmlformats.org/officeDocument/2006/relationships/image" Target="/ppt/media/image50.bin" Id="Re35c6e3ba39b443c" /><Relationship Type="http://schemas.openxmlformats.org/officeDocument/2006/relationships/image" Target="/ppt/media/image51.bin" Id="Rf0f43756edf6458a" /><Relationship Type="http://schemas.openxmlformats.org/officeDocument/2006/relationships/image" Target="/ppt/media/image52.bin" Id="R71fee888c16d41bd" /><Relationship Type="http://schemas.openxmlformats.org/officeDocument/2006/relationships/image" Target="/ppt/media/image17.bin" Id="R9f953958502b4d9b" /><Relationship Type="http://schemas.openxmlformats.org/officeDocument/2006/relationships/image" Target="/ppt/media/image7.bin" Id="Rc4516a7a1e874cb4" /><Relationship Type="http://schemas.openxmlformats.org/officeDocument/2006/relationships/image" Target="/ppt/media/image18.bin" Id="Ra554371c4b9c41ff" /><Relationship Type="http://schemas.openxmlformats.org/officeDocument/2006/relationships/image" Target="/ppt/media/image19.bin" Id="R2bf7819a4712407d" /><Relationship Type="http://schemas.openxmlformats.org/officeDocument/2006/relationships/slideLayout" Target="/ppt/slideLayouts/slideLayout6.xml" Id="R4630cfa1dfac4b8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20.bin" Id="Rd7806cca08d14d3f" /><Relationship Type="http://schemas.openxmlformats.org/officeDocument/2006/relationships/image" Target="/ppt/media/image21.bin" Id="R68e2e8fa39ba4cce" /><Relationship Type="http://schemas.openxmlformats.org/officeDocument/2006/relationships/image" Target="/ppt/media/image53.bin" Id="R27643fde4c65453c" /><Relationship Type="http://schemas.openxmlformats.org/officeDocument/2006/relationships/image" Target="/ppt/media/image54.bin" Id="R312d1deca56940f7" /><Relationship Type="http://schemas.openxmlformats.org/officeDocument/2006/relationships/slideLayout" Target="/ppt/slideLayouts/slideLayout6.xml" Id="R1d6f045ef18c44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20.bin" Id="R5db7e8f4d7784252" /><Relationship Type="http://schemas.openxmlformats.org/officeDocument/2006/relationships/image" Target="/ppt/media/image21.bin" Id="Rceedcd1e1cbb4d38" /><Relationship Type="http://schemas.openxmlformats.org/officeDocument/2006/relationships/image" Target="/ppt/media/image36.bin" Id="R82784c118c874b5a" /><Relationship Type="http://schemas.openxmlformats.org/officeDocument/2006/relationships/image" Target="/ppt/media/image37.bin" Id="R28008a1f04fd497d" /><Relationship Type="http://schemas.openxmlformats.org/officeDocument/2006/relationships/image" Target="/ppt/media/image38.bin" Id="Re87af11286484c8f" /><Relationship Type="http://schemas.openxmlformats.org/officeDocument/2006/relationships/image" Target="/ppt/media/image39.bin" Id="R9956c53241ba4020" /><Relationship Type="http://schemas.openxmlformats.org/officeDocument/2006/relationships/image" Target="/ppt/media/image40.bin" Id="R25ff63434d794b1f" /><Relationship Type="http://schemas.openxmlformats.org/officeDocument/2006/relationships/slideLayout" Target="/ppt/slideLayouts/slideLayout6.xml" Id="Ra7890bef104c40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20.bin" Id="Rf5a0d19dfdbe424c" /><Relationship Type="http://schemas.openxmlformats.org/officeDocument/2006/relationships/image" Target="/ppt/media/image21.bin" Id="R7e4713f5ade54258" /><Relationship Type="http://schemas.openxmlformats.org/officeDocument/2006/relationships/image" Target="/ppt/media/image55.bin" Id="R62aebd5bc53c4f65" /><Relationship Type="http://schemas.openxmlformats.org/officeDocument/2006/relationships/image" Target="/ppt/media/image56.bin" Id="R14155b807dfe4180" /><Relationship Type="http://schemas.openxmlformats.org/officeDocument/2006/relationships/slideLayout" Target="/ppt/slideLayouts/slideLayout6.xml" Id="R56bddfbaa1c741a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3.bin" Id="Rb48a61ced4064e00" /><Relationship Type="http://schemas.openxmlformats.org/officeDocument/2006/relationships/image" Target="/ppt/media/image30.bin" Id="Rc0e257aa8a2e4a16" /><Relationship Type="http://schemas.openxmlformats.org/officeDocument/2006/relationships/image" Target="/ppt/media/image31.bin" Id="R074584728bfa488d" /><Relationship Type="http://schemas.openxmlformats.org/officeDocument/2006/relationships/image" Target="/ppt/media/image32.bin" Id="Re44db44d4e7c4ac6" /><Relationship Type="http://schemas.openxmlformats.org/officeDocument/2006/relationships/image" Target="/ppt/media/image17.bin" Id="Rfb08fa2b508a449e" /><Relationship Type="http://schemas.openxmlformats.org/officeDocument/2006/relationships/image" Target="/ppt/media/image7.bin" Id="Rf7381daa84184660" /><Relationship Type="http://schemas.openxmlformats.org/officeDocument/2006/relationships/image" Target="/ppt/media/image18.bin" Id="Rcfa883bedbc34ad6" /><Relationship Type="http://schemas.openxmlformats.org/officeDocument/2006/relationships/image" Target="/ppt/media/image19.bin" Id="Rbcaf22f7d5e44cf0" /><Relationship Type="http://schemas.openxmlformats.org/officeDocument/2006/relationships/slideLayout" Target="/ppt/slideLayouts/slideLayout6.xml" Id="R95f2625bc29a495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20.bin" Id="Rc2908463b0a0437d" /><Relationship Type="http://schemas.openxmlformats.org/officeDocument/2006/relationships/image" Target="/ppt/media/image21.bin" Id="R17087d00e0b147fe" /><Relationship Type="http://schemas.openxmlformats.org/officeDocument/2006/relationships/image" Target="/ppt/media/image57.bin" Id="Rafa40ca7343347f2" /><Relationship Type="http://schemas.openxmlformats.org/officeDocument/2006/relationships/notesSlide" Target="/ppt/notesSlides/notesSlide4.xml" Id="R5cce7bc7f45c4501" /><Relationship Type="http://schemas.openxmlformats.org/officeDocument/2006/relationships/slideLayout" Target="/ppt/slideLayouts/slideLayout6.xml" Id="R72aa1d50cc6f4d1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20.bin" Id="R40e0750720c3414c" /><Relationship Type="http://schemas.openxmlformats.org/officeDocument/2006/relationships/image" Target="/ppt/media/image21.bin" Id="Rc808b45e10fe4b88" /><Relationship Type="http://schemas.openxmlformats.org/officeDocument/2006/relationships/image" Target="/ppt/media/image58.bin" Id="Racd83f56b736438f" /><Relationship Type="http://schemas.openxmlformats.org/officeDocument/2006/relationships/image" Target="/ppt/media/image5.bin" Id="Radb184eced144c02" /><Relationship Type="http://schemas.openxmlformats.org/officeDocument/2006/relationships/slideLayout" Target="/ppt/slideLayouts/slideLayout6.xml" Id="R2d726f0d942845f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20.bin" Id="Rdcfa81633ce34e86" /><Relationship Type="http://schemas.openxmlformats.org/officeDocument/2006/relationships/image" Target="/ppt/media/image21.bin" Id="Ra0431921982643ac" /><Relationship Type="http://schemas.openxmlformats.org/officeDocument/2006/relationships/image" Target="/ppt/media/image59.bin" Id="Re9d5bbff20ac49a1" /><Relationship Type="http://schemas.openxmlformats.org/officeDocument/2006/relationships/image" Target="/ppt/media/image60.bin" Id="R168649c8729a4f5b" /><Relationship Type="http://schemas.openxmlformats.org/officeDocument/2006/relationships/image" Target="/ppt/media/image61.bin" Id="Ree7e058374534fce" /><Relationship Type="http://schemas.openxmlformats.org/officeDocument/2006/relationships/image" Target="/ppt/media/image62.bin" Id="Re4670dd676504c45" /><Relationship Type="http://schemas.openxmlformats.org/officeDocument/2006/relationships/image" Target="/ppt/media/image63.bin" Id="Rbd3b9c39bd194959" /><Relationship Type="http://schemas.openxmlformats.org/officeDocument/2006/relationships/image" Target="/ppt/media/image64.bin" Id="R3a8055a945904ada" /><Relationship Type="http://schemas.openxmlformats.org/officeDocument/2006/relationships/slideLayout" Target="/ppt/slideLayouts/slideLayout6.xml" Id="R91619c7087c9489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image" Target="/ppt/media/image2.bin" Id="R1271dff8a6364426" /><Relationship Type="http://schemas.openxmlformats.org/officeDocument/2006/relationships/image" Target="/ppt/media/image3.bin" Id="Rbdf44a6ea8d4439b" /><Relationship Type="http://schemas.openxmlformats.org/officeDocument/2006/relationships/image" Target="/ppt/media/image4.bin" Id="R64db160210a64dcf" /><Relationship Type="http://schemas.openxmlformats.org/officeDocument/2006/relationships/image" Target="/ppt/media/image5.bin" Id="R2311a034788e488c" /><Relationship Type="http://schemas.openxmlformats.org/officeDocument/2006/relationships/image" Target="/ppt/media/image6.bin" Id="R8567ae08549943c4" /><Relationship Type="http://schemas.openxmlformats.org/officeDocument/2006/relationships/slideLayout" Target="/ppt/slideLayouts/slideLayout6.xml" Id="R2dc38ed498fc408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072fdf970e704a18ad75dc627ef03e90" /><Relationship Type="http://schemas.openxmlformats.org/officeDocument/2006/relationships/image" Target="/ppt/media/image65.bin" Id="R39964217cf804a1d" /><Relationship Type="http://schemas.openxmlformats.org/officeDocument/2006/relationships/image" Target="/ppt/media/image66.bin" Id="Rf16dd7ef41334036" /><Relationship Type="http://schemas.openxmlformats.org/officeDocument/2006/relationships/image" Target="/ppt/media/image67.bin" Id="Rff1d5688097d4227" /><Relationship Type="http://schemas.openxmlformats.org/officeDocument/2006/relationships/customXml" Target="/ppt/customXML/item.xml" Id="R7e04bf3086a54ade" /><Relationship Type="http://schemas.openxmlformats.org/officeDocument/2006/relationships/customXml" Target="/ppt/customXML/item2.xml" Id="R35819098416a457b" /><Relationship Type="http://schemas.openxmlformats.org/officeDocument/2006/relationships/slideLayout" Target="/ppt/slideLayouts/slideLayout5.xml" Id="Ref9b15c02b0f4e3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0f85b07a30574ab2936ea69626208acb" /><Relationship Type="http://schemas.openxmlformats.org/officeDocument/2006/relationships/image" Target="/ppt/media/image68.bin" Id="R5271f3ba24b74614" /><Relationship Type="http://schemas.openxmlformats.org/officeDocument/2006/relationships/image" Target="/ppt/media/image69.bin" Id="Rf1a4f4ed617d48ed" /><Relationship Type="http://schemas.openxmlformats.org/officeDocument/2006/relationships/image" Target="/ppt/media/image70.bin" Id="R4cbcedeebe194912" /><Relationship Type="http://schemas.openxmlformats.org/officeDocument/2006/relationships/image" Target="/ppt/media/image66.bin" Id="R0d3a8206dbe340e4" /><Relationship Type="http://schemas.openxmlformats.org/officeDocument/2006/relationships/image" Target="/ppt/media/image71.bin" Id="Rbcdc524f2e77482c" /><Relationship Type="http://schemas.openxmlformats.org/officeDocument/2006/relationships/image" Target="/ppt/media/image72.bin" Id="R80b9ddd6b718464b" /><Relationship Type="http://schemas.openxmlformats.org/officeDocument/2006/relationships/image" Target="/ppt/media/image67.bin" Id="Rb813589226d84c9e" /><Relationship Type="http://schemas.openxmlformats.org/officeDocument/2006/relationships/customXml" Target="/ppt/customXML/item3.xml" Id="Rda30a5e5c3974030" /><Relationship Type="http://schemas.openxmlformats.org/officeDocument/2006/relationships/customXml" Target="/ppt/customXML/item4.xml" Id="R28b05b5c173442f3" /><Relationship Type="http://schemas.openxmlformats.org/officeDocument/2006/relationships/customXml" Target="/ppt/customXML/item5.xml" Id="R7858ab2fa2894e23" /><Relationship Type="http://schemas.openxmlformats.org/officeDocument/2006/relationships/slideLayout" Target="/ppt/slideLayouts/slideLayout5.xml" Id="Rc71e01a2850d4ac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73.bin" Id="R3aae7e31cf544086" /><Relationship Type="http://schemas.openxmlformats.org/officeDocument/2006/relationships/image" Target="/ppt/media/image74.bin" Id="R48f38981386a49e5" /><Relationship Type="http://schemas.openxmlformats.org/officeDocument/2006/relationships/image" Target="/ppt/media/image72.bin" Id="R2d22a9717b014e4d" /><Relationship Type="http://schemas.openxmlformats.org/officeDocument/2006/relationships/image" Target="/ppt/media/image75.bin" Id="R8013ccd7a505412e" /><Relationship Type="http://schemas.openxmlformats.org/officeDocument/2006/relationships/customXml" Target="/ppt/customXML/item6.xml" Id="R02dd8374a34740d9" /><Relationship Type="http://schemas.openxmlformats.org/officeDocument/2006/relationships/customXml" Target="/ppt/customXML/item7.xml" Id="Rec844ac267274874" /><Relationship Type="http://schemas.openxmlformats.org/officeDocument/2006/relationships/customXml" Target="/ppt/customXML/item8.xml" Id="R3d1267ac7c994f43" /><Relationship Type="http://schemas.openxmlformats.org/officeDocument/2006/relationships/slideLayout" Target="/ppt/slideLayouts/slideLayout6.xml" Id="R239e20cb72624ff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03a17fa433ba45a7bbf691046990955b" /><Relationship Type="http://schemas.openxmlformats.org/officeDocument/2006/relationships/hyperlink" Target="https://storyset.com/" TargetMode="External" Id="Rac665e5499d2458f8371d02c8460f664" /><Relationship Type="http://schemas.openxmlformats.org/officeDocument/2006/relationships/slideLayout" Target="/ppt/slideLayouts/slideLayout5.xml" Id="R4342f1ac8889485b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cdbcbb7b154e492a" /></Relationships>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F26B87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87-46CB-8FA5-D946467BD4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EE92A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87-46CB-8FA5-D946467BD4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19283584"/>
        <c:axId val="319285504"/>
      </c:barChart>
      <c:catAx>
        <c:axId val="319283584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9285504"/>
        <c:crosses val="autoZero"/>
        <c:auto val="0"/>
        <c:lblAlgn val="ctr"/>
        <c:lblOffset val="100"/>
        <c:noMultiLvlLbl val="0"/>
      </c:catAx>
      <c:valAx>
        <c:axId val="3192855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19283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 smtId="4294967295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mtId="4294967295"/>
      </a:pPr>
      <a:endParaRPr lang="zh-CN"/>
    </a:p>
  </c:txPr>
  <c:externalData r:id="Rcdbcbb7b154e492a">
    <c:autoUpdate val="0"/>
  </c:externalData>
</c:chartSpace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桌子, 盘子, 食物, 女人&#10;&#10;描述已自动生成"/>
          <p:cNvPicPr>
            <a:picLocks noChangeAspect="1"/>
          </p:cNvPicPr>
          <p:nvPr/>
        </p:nvPicPr>
        <p:blipFill>
          <a:blip r:embed="R568220943fb04a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2645" y="1574466"/>
            <a:ext cx="5899355" cy="4801986"/>
          </a:xfrm>
          <a:prstGeom prst="rect">
            <a:avLst/>
          </a:prstGeom>
        </p:spPr>
      </p:pic>
      <p:pic>
        <p:nvPicPr>
          <p:cNvPr id="4" name="图片 3" descr="黑暗里有花&#10;&#10;描述已自动生成"/>
          <p:cNvPicPr>
            <a:picLocks noChangeAspect="1"/>
          </p:cNvPicPr>
          <p:nvPr/>
        </p:nvPicPr>
        <p:blipFill>
          <a:blip r:embed="R7372b4192a3143fa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176422"/>
          </a:xfrm>
          <a:prstGeom prst="rect">
            <a:avLst/>
          </a:prstGeom>
        </p:spPr>
      </p:pic>
      <p:pic>
        <p:nvPicPr>
          <p:cNvPr id="5" name="图片 4" descr="图片包含 游戏机, 笔记本, 灯, 电脑&#10;&#10;描述已自动生成"/>
          <p:cNvPicPr>
            <a:picLocks noChangeAspect="1"/>
          </p:cNvPicPr>
          <p:nvPr/>
        </p:nvPicPr>
        <p:blipFill>
          <a:blip r:embed="R26ce244d528e482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129"/>
          <a:stretch>
            <a:fillRect/>
          </a:stretch>
        </p:blipFill>
        <p:spPr>
          <a:xfrm>
            <a:off x="6651234" y="1835949"/>
            <a:ext cx="5540767" cy="480198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34613" y="1436177"/>
            <a:ext cx="4698722" cy="280076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zh-CN" altLang="en-US" sz="8800">
                <a:solidFill>
                  <a:schemeClr val="bg1"/>
                </a:solidFill>
                <a:effectLst>
                  <a:outerShdw blurRad="114300" sx="102000" sy="102000" algn="ctr" rotWithShape="0">
                    <a:srgbClr val="EE92A1"/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美妆产品</a:t>
            </a:r>
            <a:endParaRPr lang="en-US" altLang="zh-CN" sz="8800">
              <a:solidFill>
                <a:schemeClr val="bg1"/>
              </a:solidFill>
              <a:effectLst>
                <a:outerShdw blurRad="114300" sx="102000" sy="102000" algn="ctr" rotWithShape="0">
                  <a:srgbClr val="EE92A1"/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  <a:p>
            <a:r>
              <a:rPr lang="zh-CN" altLang="en-US" sz="8800">
                <a:solidFill>
                  <a:schemeClr val="bg1"/>
                </a:solidFill>
                <a:effectLst>
                  <a:outerShdw blurRad="114300" sx="102000" sy="102000" algn="ctr" rotWithShape="0">
                    <a:srgbClr val="EE92A1"/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促销计划</a:t>
            </a:r>
          </a:p>
        </p:txBody>
      </p:sp>
      <p:pic>
        <p:nvPicPr>
          <p:cNvPr id="7" name="图片 6" descr="卡通人物&#10;&#10;中度可信度描述已自动生成"/>
          <p:cNvPicPr>
            <a:picLocks noChangeAspect="1"/>
          </p:cNvPicPr>
          <p:nvPr/>
        </p:nvPicPr>
        <p:blipFill>
          <a:blip r:embed="Refa9f111d0ad487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9357" y="1574466"/>
            <a:ext cx="1085012" cy="1011928"/>
          </a:xfrm>
          <a:prstGeom prst="rect">
            <a:avLst/>
          </a:prstGeom>
        </p:spPr>
      </p:pic>
      <p:pic>
        <p:nvPicPr>
          <p:cNvPr id="8" name="图片 7" descr="卡通人物&#10;&#10;中度可信度描述已自动生成"/>
          <p:cNvPicPr>
            <a:picLocks noChangeAspect="1"/>
          </p:cNvPicPr>
          <p:nvPr/>
        </p:nvPicPr>
        <p:blipFill>
          <a:blip r:embed="Rae96547c88a14f2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8008416">
            <a:off x="1202151" y="4242629"/>
            <a:ext cx="545835" cy="50906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65917" y="5228560"/>
            <a:ext cx="2722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美妆盛宴 全场五折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1061883" y="4978974"/>
            <a:ext cx="24187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028401" y="213728"/>
            <a:ext cx="1303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LOGO </a:t>
            </a:r>
            <a:r>
              <a:rPr lang="zh-CN" altLang="en-US" sz="120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美妆公司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/>
      <p:bldP spid="9" grpId="1"/>
      <p:bldP spid="12" grpId="0"/>
      <p:bldP spid="1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488423" y="299401"/>
            <a:ext cx="1569660" cy="92333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zh-CN" altLang="en-US" sz="5400">
                <a:solidFill>
                  <a:schemeClr val="bg1"/>
                </a:solidFill>
                <a:effectLst>
                  <a:outerShdw blurRad="114300" sx="102000" sy="102000" algn="ctr" rotWithShape="0">
                    <a:srgbClr val="EE92A1"/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目录</a:t>
            </a:r>
          </a:p>
        </p:txBody>
      </p:sp>
      <p:pic>
        <p:nvPicPr>
          <p:cNvPr id="39" name="图片 38" descr="黑暗里有花&#10;&#10;描述已自动生成"/>
          <p:cNvPicPr>
            <a:picLocks noChangeAspect="1"/>
          </p:cNvPicPr>
          <p:nvPr/>
        </p:nvPicPr>
        <p:blipFill>
          <a:blip r:embed="Rf61b6d1bb0084bc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176422"/>
          </a:xfrm>
          <a:prstGeom prst="rect">
            <a:avLst/>
          </a:prstGeom>
        </p:spPr>
      </p:pic>
      <p:pic>
        <p:nvPicPr>
          <p:cNvPr id="7" name="图片 6" descr="卡通人物&#10;&#10;中度可信度描述已自动生成"/>
          <p:cNvPicPr>
            <a:picLocks noChangeAspect="1"/>
          </p:cNvPicPr>
          <p:nvPr/>
        </p:nvPicPr>
        <p:blipFill>
          <a:blip r:embed="R0177261ca7c346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5213" y="358572"/>
            <a:ext cx="662363" cy="617748"/>
          </a:xfrm>
          <a:prstGeom prst="rect">
            <a:avLst/>
          </a:prstGeom>
        </p:spPr>
      </p:pic>
      <p:pic>
        <p:nvPicPr>
          <p:cNvPr id="40" name="图片 39" descr="卡通人物&#10;&#10;中度可信度描述已自动生成"/>
          <p:cNvPicPr>
            <a:picLocks noChangeAspect="1"/>
          </p:cNvPicPr>
          <p:nvPr/>
        </p:nvPicPr>
        <p:blipFill>
          <a:blip r:embed="Reef1f696daae42ed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8081" y="872797"/>
            <a:ext cx="218067" cy="203378"/>
          </a:xfrm>
          <a:prstGeom prst="rect">
            <a:avLst/>
          </a:prstGeom>
        </p:spPr>
      </p:pic>
      <p:pic>
        <p:nvPicPr>
          <p:cNvPr id="20" name="图片 19" descr="盘子里放着蛋糕&#10;&#10;中度可信度描述已自动生成"/>
          <p:cNvPicPr>
            <a:picLocks noChangeAspect="1"/>
          </p:cNvPicPr>
          <p:nvPr/>
        </p:nvPicPr>
        <p:blipFill>
          <a:blip r:embed="R71e65a214ada497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791" y="5703886"/>
            <a:ext cx="2422867" cy="617748"/>
          </a:xfrm>
          <a:prstGeom prst="rect">
            <a:avLst/>
          </a:prstGeom>
        </p:spPr>
      </p:pic>
      <p:pic>
        <p:nvPicPr>
          <p:cNvPr id="21" name="图片 20" descr="盘子里放着蛋糕&#10;&#10;中度可信度描述已自动生成"/>
          <p:cNvPicPr>
            <a:picLocks noChangeAspect="1"/>
          </p:cNvPicPr>
          <p:nvPr/>
        </p:nvPicPr>
        <p:blipFill>
          <a:blip r:embed="R71e65a214ada497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9737" y="5703886"/>
            <a:ext cx="2422867" cy="617748"/>
          </a:xfrm>
          <a:prstGeom prst="rect">
            <a:avLst/>
          </a:prstGeom>
        </p:spPr>
      </p:pic>
      <p:pic>
        <p:nvPicPr>
          <p:cNvPr id="22" name="图片 21" descr="盘子里放着蛋糕&#10;&#10;中度可信度描述已自动生成"/>
          <p:cNvPicPr>
            <a:picLocks noChangeAspect="1"/>
          </p:cNvPicPr>
          <p:nvPr/>
        </p:nvPicPr>
        <p:blipFill>
          <a:blip r:embed="R71e65a214ada497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5683" y="5703886"/>
            <a:ext cx="2422867" cy="617748"/>
          </a:xfrm>
          <a:prstGeom prst="rect">
            <a:avLst/>
          </a:prstGeom>
        </p:spPr>
      </p:pic>
      <p:pic>
        <p:nvPicPr>
          <p:cNvPr id="23" name="图片 22" descr="盘子里放着蛋糕&#10;&#10;中度可信度描述已自动生成"/>
          <p:cNvPicPr>
            <a:picLocks noChangeAspect="1"/>
          </p:cNvPicPr>
          <p:nvPr/>
        </p:nvPicPr>
        <p:blipFill>
          <a:blip r:embed="R71e65a214ada497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1629" y="5703886"/>
            <a:ext cx="2422867" cy="617748"/>
          </a:xfrm>
          <a:prstGeom prst="rect">
            <a:avLst/>
          </a:prstGeom>
        </p:spPr>
      </p:pic>
      <p:pic>
        <p:nvPicPr>
          <p:cNvPr id="25" name="图片 24" descr="花瓶里的蜡烛&#10;&#10;描述已自动生成"/>
          <p:cNvPicPr>
            <a:picLocks noChangeAspect="1"/>
          </p:cNvPicPr>
          <p:nvPr/>
        </p:nvPicPr>
        <p:blipFill>
          <a:blip r:embed="R65581c059a4f41a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0980" y="3472972"/>
            <a:ext cx="2195677" cy="2631737"/>
          </a:xfrm>
          <a:prstGeom prst="rect">
            <a:avLst/>
          </a:prstGeom>
        </p:spPr>
      </p:pic>
      <p:pic>
        <p:nvPicPr>
          <p:cNvPr id="28" name="图片 27" descr="粉色的杯子&#10;&#10;低可信度描述已自动生成"/>
          <p:cNvPicPr>
            <a:picLocks noChangeAspect="1"/>
          </p:cNvPicPr>
          <p:nvPr/>
        </p:nvPicPr>
        <p:blipFill>
          <a:blip r:embed="R51bbc1c0aebf4efc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4106" y="4833395"/>
            <a:ext cx="1937709" cy="1179367"/>
          </a:xfrm>
          <a:prstGeom prst="rect">
            <a:avLst/>
          </a:prstGeom>
        </p:spPr>
      </p:pic>
      <p:pic>
        <p:nvPicPr>
          <p:cNvPr id="32" name="图片 31" descr="碗里的化妆品&#10;&#10;中度可信度描述已自动生成"/>
          <p:cNvPicPr>
            <a:picLocks noChangeAspect="1"/>
          </p:cNvPicPr>
          <p:nvPr/>
        </p:nvPicPr>
        <p:blipFill>
          <a:blip r:embed="R49bf62a0025d4f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0189" y="4539715"/>
            <a:ext cx="1759417" cy="1424448"/>
          </a:xfrm>
          <a:prstGeom prst="rect">
            <a:avLst/>
          </a:prstGeom>
        </p:spPr>
      </p:pic>
      <p:pic>
        <p:nvPicPr>
          <p:cNvPr id="34" name="图片 33" descr="黑暗里有星球&#10;&#10;中度可信度描述已自动生成"/>
          <p:cNvPicPr>
            <a:picLocks noChangeAspect="1"/>
          </p:cNvPicPr>
          <p:nvPr/>
        </p:nvPicPr>
        <p:blipFill>
          <a:blip r:embed="Raf8da5c157f744a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180" y="4355470"/>
            <a:ext cx="1578077" cy="1578077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1359850" y="1975218"/>
            <a:ext cx="870751" cy="76944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4400">
                <a:solidFill>
                  <a:schemeClr val="bg1"/>
                </a:solidFill>
                <a:effectLst>
                  <a:outerShdw blurRad="114300" sx="102000" sy="102000" algn="ctr" rotWithShape="0">
                    <a:srgbClr val="EE92A1"/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01</a:t>
            </a:r>
            <a:endParaRPr lang="zh-CN" altLang="en-US" sz="4400">
              <a:solidFill>
                <a:schemeClr val="bg1"/>
              </a:solidFill>
              <a:effectLst>
                <a:outerShdw blurRad="114300" sx="102000" sy="102000" algn="ctr" rotWithShape="0">
                  <a:srgbClr val="EE92A1"/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235629" y="1975217"/>
            <a:ext cx="870751" cy="76944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4400">
                <a:solidFill>
                  <a:schemeClr val="bg1"/>
                </a:solidFill>
                <a:effectLst>
                  <a:outerShdw blurRad="114300" sx="102000" sy="102000" algn="ctr" rotWithShape="0">
                    <a:srgbClr val="EE92A1"/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02</a:t>
            </a:r>
            <a:endParaRPr lang="zh-CN" altLang="en-US" sz="4400">
              <a:solidFill>
                <a:schemeClr val="bg1"/>
              </a:solidFill>
              <a:effectLst>
                <a:outerShdw blurRad="114300" sx="102000" sy="102000" algn="ctr" rotWithShape="0">
                  <a:srgbClr val="EE92A1"/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111408" y="1975216"/>
            <a:ext cx="870751" cy="76944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4400">
                <a:solidFill>
                  <a:schemeClr val="bg1"/>
                </a:solidFill>
                <a:effectLst>
                  <a:outerShdw blurRad="114300" sx="102000" sy="102000" algn="ctr" rotWithShape="0">
                    <a:srgbClr val="EE92A1"/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03</a:t>
            </a:r>
            <a:endParaRPr lang="zh-CN" altLang="en-US" sz="4400">
              <a:solidFill>
                <a:schemeClr val="bg1"/>
              </a:solidFill>
              <a:effectLst>
                <a:outerShdw blurRad="114300" sx="102000" sy="102000" algn="ctr" rotWithShape="0">
                  <a:srgbClr val="EE92A1"/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987188" y="1975215"/>
            <a:ext cx="870751" cy="76944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4400">
                <a:solidFill>
                  <a:schemeClr val="bg1"/>
                </a:solidFill>
                <a:effectLst>
                  <a:outerShdw blurRad="114300" sx="102000" sy="102000" algn="ctr" rotWithShape="0">
                    <a:srgbClr val="EE92A1"/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04</a:t>
            </a:r>
            <a:endParaRPr lang="zh-CN" altLang="en-US" sz="4400">
              <a:solidFill>
                <a:schemeClr val="bg1"/>
              </a:solidFill>
              <a:effectLst>
                <a:outerShdw blurRad="114300" sx="102000" sy="102000" algn="ctr" rotWithShape="0">
                  <a:srgbClr val="EE92A1"/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3600" y="3075941"/>
            <a:ext cx="1863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活动背景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84272" y="3075941"/>
            <a:ext cx="1896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活动目的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560186" y="3075941"/>
            <a:ext cx="1972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活动内容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436101" y="3075941"/>
            <a:ext cx="1972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活动总结</a:t>
            </a: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EB684C7E-20A7-9694-F2D4-694B922B40F4}"/>
              </a:ext>
            </a:extLst>
          </p:cNvPr>
          <p:cNvSpPr txBox="1"/>
          <p:nvPr/>
        </p:nvSpPr>
        <p:spPr>
          <a:xfrm>
            <a:off x="0" y="0"/>
            <a:ext cx="45365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noFill/>
                <a:latin typeface="微软雅黑" pitchFamily="34" charset="-122"/>
                <a:ea typeface="微软雅黑" pitchFamily="34" charset="-122"/>
              </a:rPr>
              <a:t>行业</a:t>
            </a:r>
            <a:r>
              <a:rPr lang="en-US" altLang="zh-CN" sz="100">
                <a:noFill/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00">
                <a:noFill/>
                <a:latin typeface="微软雅黑" pitchFamily="34" charset="-122"/>
                <a:ea typeface="微软雅黑" pitchFamily="34" charset="-122"/>
              </a:rPr>
              <a:t>模板</a:t>
            </a:r>
            <a:r>
              <a:rPr lang="en-US" altLang="zh-CN" sz="100">
                <a:noFill/>
                <a:latin typeface="微软雅黑" pitchFamily="34" charset="-122"/>
                <a:ea typeface="微软雅黑" pitchFamily="34" charset="-122"/>
              </a:rPr>
              <a:t>http://www.1ppt.com/hangye/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2" grpId="0"/>
      <p:bldP spid="2" grpId="1"/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黑暗里有花&#10;&#10;描述已自动生成"/>
          <p:cNvPicPr>
            <a:picLocks noChangeAspect="1"/>
          </p:cNvPicPr>
          <p:nvPr/>
        </p:nvPicPr>
        <p:blipFill>
          <a:blip r:embed="R8eb078684aea4a8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176422"/>
          </a:xfrm>
          <a:prstGeom prst="rect">
            <a:avLst/>
          </a:prstGeom>
        </p:spPr>
      </p:pic>
      <p:pic>
        <p:nvPicPr>
          <p:cNvPr id="8" name="图片 7" descr="图片包含 游戏机, 灯光&#10;&#10;描述已自动生成"/>
          <p:cNvPicPr>
            <a:picLocks noChangeAspect="1"/>
          </p:cNvPicPr>
          <p:nvPr/>
        </p:nvPicPr>
        <p:blipFill>
          <a:blip r:embed="R97a1239f2d92412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788" y="1700390"/>
            <a:ext cx="4716645" cy="4498162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91931" y="1305862"/>
            <a:ext cx="4299503" cy="5055103"/>
            <a:chOff x="583791" y="3472970"/>
            <a:chExt cx="2422866" cy="2848664"/>
          </a:xfrm>
        </p:grpSpPr>
        <p:pic>
          <p:nvPicPr>
            <p:cNvPr id="4" name="图片 3" descr="盘子里放着蛋糕&#10;&#10;中度可信度描述已自动生成"/>
            <p:cNvPicPr>
              <a:picLocks noChangeAspect="1"/>
            </p:cNvPicPr>
            <p:nvPr/>
          </p:nvPicPr>
          <p:blipFill>
            <a:blip r:embed="Rfd71f4ec4e0545b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3791" y="5703886"/>
              <a:ext cx="2422866" cy="617748"/>
            </a:xfrm>
            <a:prstGeom prst="rect">
              <a:avLst/>
            </a:prstGeom>
          </p:spPr>
        </p:pic>
        <p:pic>
          <p:nvPicPr>
            <p:cNvPr id="5" name="图片 4" descr="花瓶里的蜡烛&#10;&#10;描述已自动生成"/>
            <p:cNvPicPr>
              <a:picLocks noChangeAspect="1"/>
            </p:cNvPicPr>
            <p:nvPr/>
          </p:nvPicPr>
          <p:blipFill>
            <a:blip r:embed="Ra44c21f2899e481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0980" y="3472970"/>
              <a:ext cx="2195677" cy="2631737"/>
            </a:xfrm>
            <a:prstGeom prst="rect">
              <a:avLst/>
            </a:prstGeom>
          </p:spPr>
        </p:pic>
      </p:grpSp>
      <p:pic>
        <p:nvPicPr>
          <p:cNvPr id="9" name="图片 8" descr="图片包含 游戏机, 灯光&#10;&#10;描述已自动生成"/>
          <p:cNvPicPr>
            <a:picLocks noChangeAspect="1"/>
          </p:cNvPicPr>
          <p:nvPr/>
        </p:nvPicPr>
        <p:blipFill>
          <a:blip r:embed="R98fdefd6402842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3686" y="3986528"/>
            <a:ext cx="1905343" cy="1930721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772452" y="2594852"/>
            <a:ext cx="870751" cy="76944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4400">
                <a:solidFill>
                  <a:schemeClr val="bg1"/>
                </a:solidFill>
                <a:effectLst>
                  <a:outerShdw blurRad="114300" sx="102000" sy="102000" algn="ctr" rotWithShape="0">
                    <a:srgbClr val="EE92A1"/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01</a:t>
            </a:r>
            <a:endParaRPr lang="zh-CN" altLang="en-US" sz="4400">
              <a:solidFill>
                <a:schemeClr val="bg1"/>
              </a:solidFill>
              <a:effectLst>
                <a:outerShdw blurRad="114300" sx="102000" sy="102000" algn="ctr" rotWithShape="0">
                  <a:srgbClr val="EE92A1"/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290903" y="3364231"/>
            <a:ext cx="3262432" cy="1015663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zh-CN" altLang="en-US" sz="6000" b="1">
                <a:solidFill>
                  <a:schemeClr val="bg1"/>
                </a:solidFill>
                <a:effectLst>
                  <a:outerShdw blurRad="114300" sx="102000" sy="102000" algn="ctr" rotWithShape="0">
                    <a:srgbClr val="EE92A1"/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活动背景</a:t>
            </a:r>
          </a:p>
        </p:txBody>
      </p:sp>
      <p:pic>
        <p:nvPicPr>
          <p:cNvPr id="13" name="图片 12" descr="卡通人物&#10;&#10;中度可信度描述已自动生成"/>
          <p:cNvPicPr>
            <a:picLocks noChangeAspect="1"/>
          </p:cNvPicPr>
          <p:nvPr/>
        </p:nvPicPr>
        <p:blipFill>
          <a:blip r:embed="R66cfa7c8211c496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0899" y="624282"/>
            <a:ext cx="662363" cy="617748"/>
          </a:xfrm>
          <a:prstGeom prst="rect">
            <a:avLst/>
          </a:prstGeom>
        </p:spPr>
      </p:pic>
      <p:pic>
        <p:nvPicPr>
          <p:cNvPr id="14" name="图片 13" descr="卡通人物&#10;&#10;中度可信度描述已自动生成"/>
          <p:cNvPicPr>
            <a:picLocks noChangeAspect="1"/>
          </p:cNvPicPr>
          <p:nvPr/>
        </p:nvPicPr>
        <p:blipFill>
          <a:blip r:embed="R629d2f6c21774af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8580752">
            <a:off x="6068537" y="5929339"/>
            <a:ext cx="485080" cy="452407"/>
          </a:xfrm>
          <a:prstGeom prst="rect">
            <a:avLst/>
          </a:prstGeom>
        </p:spPr>
      </p:pic>
      <p:pic>
        <p:nvPicPr>
          <p:cNvPr id="15" name="图片 14" descr="卡通人物&#10;&#10;中度可信度描述已自动生成"/>
          <p:cNvPicPr>
            <a:picLocks noChangeAspect="1"/>
          </p:cNvPicPr>
          <p:nvPr/>
        </p:nvPicPr>
        <p:blipFill>
          <a:blip r:embed="R66cfa7c8211c496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43201" y="2594850"/>
            <a:ext cx="662363" cy="617748"/>
          </a:xfrm>
          <a:prstGeom prst="rect">
            <a:avLst/>
          </a:prstGeom>
        </p:spPr>
      </p:pic>
      <p:pic>
        <p:nvPicPr>
          <p:cNvPr id="16" name="图片 15" descr="卡通人物&#10;&#10;中度可信度描述已自动生成"/>
          <p:cNvPicPr>
            <a:picLocks noChangeAspect="1"/>
          </p:cNvPicPr>
          <p:nvPr/>
        </p:nvPicPr>
        <p:blipFill>
          <a:blip r:embed="R63cee0fcff0548e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6977" y="3118786"/>
            <a:ext cx="174716" cy="162948"/>
          </a:xfrm>
          <a:prstGeom prst="rect">
            <a:avLst/>
          </a:prstGeom>
        </p:spPr>
      </p:pic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4074e19bae3c4fa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86814" y="167150"/>
            <a:ext cx="11798711" cy="6489291"/>
          </a:xfrm>
          <a:prstGeom prst="rect">
            <a:avLst/>
          </a:prstGeom>
          <a:gradFill>
            <a:gsLst>
              <a:gs pos="67400">
                <a:srgbClr val="FEF3F5"/>
              </a:gs>
              <a:gs pos="0">
                <a:schemeClr val="bg1"/>
              </a:gs>
              <a:gs pos="100000">
                <a:srgbClr val="FDED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 descr="图片包含 游戏机, 灯光&#10;&#10;描述已自动生成"/>
          <p:cNvPicPr>
            <a:picLocks noChangeAspect="1"/>
          </p:cNvPicPr>
          <p:nvPr/>
        </p:nvPicPr>
        <p:blipFill>
          <a:blip r:embed="Rfba67b02d1814d6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97" y="396240"/>
            <a:ext cx="692785" cy="7023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25880" y="514986"/>
            <a:ext cx="1863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EE92A1"/>
                </a:solidFill>
                <a:latin typeface="微软雅黑" pitchFamily="34" charset="-122"/>
                <a:ea typeface="微软雅黑" pitchFamily="34" charset="-122"/>
              </a:rPr>
              <a:t>活动背景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615949" y="3726817"/>
            <a:ext cx="5866131" cy="2005965"/>
          </a:xfrm>
          <a:prstGeom prst="roundRect">
            <a:avLst>
              <a:gd name="adj" fmla="val 10416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innerShdw blurRad="63500">
              <a:srgbClr val="F26B87">
                <a:alpha val="53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15949" y="1388112"/>
            <a:ext cx="5866131" cy="2005965"/>
          </a:xfrm>
          <a:prstGeom prst="roundRect">
            <a:avLst>
              <a:gd name="adj" fmla="val 10416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innerShdw blurRad="63500">
              <a:srgbClr val="F26B87">
                <a:alpha val="51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389371" y="1954530"/>
            <a:ext cx="101600" cy="872490"/>
          </a:xfrm>
          <a:prstGeom prst="rect">
            <a:avLst/>
          </a:prstGeom>
          <a:gradFill>
            <a:gsLst>
              <a:gs pos="0">
                <a:srgbClr val="F26B87"/>
              </a:gs>
              <a:gs pos="100000">
                <a:srgbClr val="EE92A1"/>
              </a:gs>
            </a:gsLst>
            <a:lin ang="18900000" scaled="0"/>
          </a:gradFill>
          <a:ln>
            <a:noFill/>
          </a:ln>
          <a:effectLst>
            <a:outerShdw blurRad="330200" dist="63500" dir="2700000" sx="101000" sy="101000" algn="tl" rotWithShape="0">
              <a:schemeClr val="bg1">
                <a:lumMod val="65000"/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389371" y="4293870"/>
            <a:ext cx="101600" cy="872490"/>
          </a:xfrm>
          <a:prstGeom prst="rect">
            <a:avLst/>
          </a:prstGeom>
          <a:gradFill>
            <a:gsLst>
              <a:gs pos="0">
                <a:srgbClr val="F26B87"/>
              </a:gs>
              <a:gs pos="100000">
                <a:srgbClr val="EE92A1"/>
              </a:gs>
            </a:gsLst>
            <a:lin ang="18900000" scaled="0"/>
          </a:gradFill>
          <a:ln>
            <a:noFill/>
          </a:ln>
          <a:effectLst>
            <a:outerShdw blurRad="330200" dist="63500" dir="2700000" sx="101000" sy="101000" algn="tl" rotWithShape="0">
              <a:schemeClr val="bg1">
                <a:lumMod val="65000"/>
                <a:alpha val="2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778625" y="1388112"/>
            <a:ext cx="4760595" cy="2005965"/>
          </a:xfrm>
          <a:prstGeom prst="roundRect">
            <a:avLst>
              <a:gd name="adj" fmla="val 10003"/>
            </a:avLst>
          </a:prstGeom>
          <a:blipFill dpi="0" rotWithShape="1">
            <a:blip r:embed="R16914cad386b4abb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tile tx="25400" ty="-692150" sx="100000" sy="100000" flip="none" algn="t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6778625" y="3727452"/>
            <a:ext cx="4760595" cy="2005965"/>
          </a:xfrm>
          <a:prstGeom prst="roundRect">
            <a:avLst>
              <a:gd name="adj" fmla="val 10003"/>
            </a:avLst>
          </a:prstGeom>
          <a:blipFill dpi="0" rotWithShape="1">
            <a:blip r:embed="R7ea3a3f0f156468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tile tx="6350" ty="-520700" sx="100000" sy="100000" flip="none" algn="t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69315" y="1586230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26B87"/>
                </a:solidFill>
                <a:latin typeface="微软雅黑" pitchFamily="34" charset="-122"/>
                <a:ea typeface="微软雅黑" pitchFamily="34" charset="-122"/>
              </a:rPr>
              <a:t>请输入标题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869315" y="1995807"/>
            <a:ext cx="5252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64235" y="2620647"/>
            <a:ext cx="5252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69315" y="3925570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26B87"/>
                </a:solidFill>
                <a:latin typeface="微软雅黑" pitchFamily="34" charset="-122"/>
                <a:ea typeface="微软雅黑" pitchFamily="34" charset="-122"/>
              </a:rPr>
              <a:t>请输入标题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869315" y="4335147"/>
            <a:ext cx="5252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64235" y="4959987"/>
            <a:ext cx="5252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8b09e456cf6f4a3b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86814" y="167150"/>
            <a:ext cx="11798711" cy="6489291"/>
          </a:xfrm>
          <a:prstGeom prst="rect">
            <a:avLst/>
          </a:prstGeom>
          <a:gradFill>
            <a:gsLst>
              <a:gs pos="67400">
                <a:srgbClr val="FEF3F5"/>
              </a:gs>
              <a:gs pos="0">
                <a:schemeClr val="bg1"/>
              </a:gs>
              <a:gs pos="100000">
                <a:srgbClr val="FDED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 descr="图片包含 游戏机, 灯光&#10;&#10;描述已自动生成"/>
          <p:cNvPicPr>
            <a:picLocks noChangeAspect="1"/>
          </p:cNvPicPr>
          <p:nvPr/>
        </p:nvPicPr>
        <p:blipFill>
          <a:blip r:embed="R744c940e2577444b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97" y="396240"/>
            <a:ext cx="692785" cy="7023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25880" y="514986"/>
            <a:ext cx="1863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EE92A1"/>
                </a:solidFill>
                <a:latin typeface="微软雅黑" pitchFamily="34" charset="-122"/>
                <a:ea typeface="微软雅黑" pitchFamily="34" charset="-122"/>
              </a:rPr>
              <a:t>活动背景</a:t>
            </a:r>
          </a:p>
        </p:txBody>
      </p:sp>
      <p:sp>
        <p:nvSpPr>
          <p:cNvPr id="15" name="椭圆 14"/>
          <p:cNvSpPr/>
          <p:nvPr/>
        </p:nvSpPr>
        <p:spPr>
          <a:xfrm>
            <a:off x="1569085" y="1633855"/>
            <a:ext cx="1203960" cy="120396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空心弧 15"/>
          <p:cNvSpPr/>
          <p:nvPr/>
        </p:nvSpPr>
        <p:spPr>
          <a:xfrm>
            <a:off x="1330960" y="1395730"/>
            <a:ext cx="1680211" cy="1680210"/>
          </a:xfrm>
          <a:prstGeom prst="blockArc">
            <a:avLst>
              <a:gd name="adj1" fmla="val 10800000"/>
              <a:gd name="adj2" fmla="val 3945555"/>
              <a:gd name="adj3" fmla="val 4769"/>
            </a:avLst>
          </a:prstGeom>
          <a:gradFill>
            <a:gsLst>
              <a:gs pos="0">
                <a:srgbClr val="F26B87"/>
              </a:gs>
              <a:gs pos="100000">
                <a:srgbClr val="EE92A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4291965" y="1633855"/>
            <a:ext cx="1203960" cy="120396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空心弧 17"/>
          <p:cNvSpPr/>
          <p:nvPr/>
        </p:nvSpPr>
        <p:spPr>
          <a:xfrm>
            <a:off x="4053840" y="1395730"/>
            <a:ext cx="1680211" cy="1680210"/>
          </a:xfrm>
          <a:prstGeom prst="blockArc">
            <a:avLst>
              <a:gd name="adj1" fmla="val 10800000"/>
              <a:gd name="adj2" fmla="val 8700946"/>
              <a:gd name="adj3" fmla="val 4518"/>
            </a:avLst>
          </a:prstGeom>
          <a:gradFill>
            <a:gsLst>
              <a:gs pos="0">
                <a:srgbClr val="F26B87"/>
              </a:gs>
              <a:gs pos="100000">
                <a:srgbClr val="EE92A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1032510" y="3253105"/>
            <a:ext cx="2277111" cy="2778760"/>
          </a:xfrm>
          <a:prstGeom prst="roundRect">
            <a:avLst>
              <a:gd name="adj" fmla="val 15598"/>
            </a:avLst>
          </a:prstGeom>
          <a:solidFill>
            <a:schemeClr val="bg1"/>
          </a:solidFill>
          <a:ln w="9525"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: 圆角 25"/>
          <p:cNvSpPr/>
          <p:nvPr/>
        </p:nvSpPr>
        <p:spPr>
          <a:xfrm>
            <a:off x="3755390" y="3253105"/>
            <a:ext cx="2277111" cy="2778760"/>
          </a:xfrm>
          <a:prstGeom prst="roundRect">
            <a:avLst>
              <a:gd name="adj" fmla="val 15598"/>
            </a:avLst>
          </a:prstGeom>
          <a:solidFill>
            <a:schemeClr val="bg1"/>
          </a:solidFill>
          <a:ln w="9525"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1" name="图片 20" descr="盘子里放着蛋糕&#10;&#10;中度可信度描述已自动生成"/>
          <p:cNvPicPr>
            <a:picLocks noChangeAspect="1"/>
          </p:cNvPicPr>
          <p:nvPr/>
        </p:nvPicPr>
        <p:blipFill>
          <a:blip r:embed="R352db50921d34da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3415" y="4534535"/>
            <a:ext cx="3580131" cy="913130"/>
          </a:xfrm>
          <a:prstGeom prst="rect">
            <a:avLst/>
          </a:prstGeom>
        </p:spPr>
      </p:pic>
      <p:pic>
        <p:nvPicPr>
          <p:cNvPr id="23" name="图片 22" descr="碗里的化妆品&#10;&#10;中度可信度描述已自动生成"/>
          <p:cNvPicPr>
            <a:picLocks noChangeAspect="1"/>
          </p:cNvPicPr>
          <p:nvPr/>
        </p:nvPicPr>
        <p:blipFill>
          <a:blip r:embed="Rc7b3d3d2249c4c8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33617" y="2131062"/>
            <a:ext cx="3598545" cy="2912745"/>
          </a:xfrm>
          <a:prstGeom prst="rect">
            <a:avLst/>
          </a:prstGeom>
        </p:spPr>
      </p:pic>
      <p:pic>
        <p:nvPicPr>
          <p:cNvPr id="24" name="图片 23" descr="卡通人物&#10;&#10;中度可信度描述已自动生成"/>
          <p:cNvPicPr>
            <a:picLocks noChangeAspect="1"/>
          </p:cNvPicPr>
          <p:nvPr/>
        </p:nvPicPr>
        <p:blipFill>
          <a:blip r:embed="R773bd673310b45fc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6721" y="1744347"/>
            <a:ext cx="1052831" cy="982345"/>
          </a:xfrm>
          <a:prstGeom prst="rect">
            <a:avLst/>
          </a:prstGeom>
        </p:spPr>
      </p:pic>
      <p:pic>
        <p:nvPicPr>
          <p:cNvPr id="25" name="图片 24" descr="卡通人物&#10;&#10;中度可信度描述已自动生成"/>
          <p:cNvPicPr>
            <a:picLocks noChangeAspect="1"/>
          </p:cNvPicPr>
          <p:nvPr/>
        </p:nvPicPr>
        <p:blipFill>
          <a:blip r:embed="R595eb8b5a8ce4e9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7460000">
            <a:off x="10270490" y="5184775"/>
            <a:ext cx="760730" cy="709931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509395" y="3541395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26B87"/>
                </a:solidFill>
                <a:latin typeface="微软雅黑" pitchFamily="34" charset="-122"/>
                <a:ea typeface="微软雅黑" pitchFamily="34" charset="-122"/>
              </a:rPr>
              <a:t>请输入标题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325881" y="4062731"/>
            <a:ext cx="17887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231005" y="3541395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26B87"/>
                </a:solidFill>
                <a:latin typeface="微软雅黑" pitchFamily="34" charset="-122"/>
                <a:ea typeface="微软雅黑" pitchFamily="34" charset="-122"/>
              </a:rPr>
              <a:t>请输入标题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4047491" y="4062731"/>
            <a:ext cx="17887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793241" y="1974850"/>
            <a:ext cx="962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>
                <a:solidFill>
                  <a:srgbClr val="F26B87"/>
                </a:solidFill>
                <a:latin typeface="微软雅黑" pitchFamily="34" charset="-122"/>
                <a:ea typeface="微软雅黑" pitchFamily="34" charset="-122"/>
              </a:rPr>
              <a:t>68%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4522471" y="1974850"/>
            <a:ext cx="962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>
                <a:solidFill>
                  <a:srgbClr val="F26B87"/>
                </a:solidFill>
                <a:latin typeface="微软雅黑" pitchFamily="34" charset="-122"/>
                <a:ea typeface="微软雅黑" pitchFamily="34" charset="-122"/>
              </a:rPr>
              <a:t>93%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26" grpId="0" animBg="1"/>
      <p:bldP spid="26" grpId="1" animBg="1"/>
      <p:bldP spid="19" grpId="0" animBg="1"/>
      <p:bldP spid="19" grpId="1" animBg="1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3" grpId="0"/>
      <p:bldP spid="3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c7aa47eb2c9446a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86814" y="167150"/>
            <a:ext cx="11798711" cy="6489291"/>
          </a:xfrm>
          <a:prstGeom prst="rect">
            <a:avLst/>
          </a:prstGeom>
          <a:gradFill>
            <a:gsLst>
              <a:gs pos="67400">
                <a:srgbClr val="FEF3F5"/>
              </a:gs>
              <a:gs pos="0">
                <a:schemeClr val="bg1"/>
              </a:gs>
              <a:gs pos="100000">
                <a:srgbClr val="FDED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 descr="图片包含 游戏机, 灯光&#10;&#10;描述已自动生成"/>
          <p:cNvPicPr>
            <a:picLocks noChangeAspect="1"/>
          </p:cNvPicPr>
          <p:nvPr/>
        </p:nvPicPr>
        <p:blipFill>
          <a:blip r:embed="R076fded07975452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97" y="396240"/>
            <a:ext cx="692785" cy="7023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25880" y="514986"/>
            <a:ext cx="1863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EE92A1"/>
                </a:solidFill>
                <a:latin typeface="微软雅黑" pitchFamily="34" charset="-122"/>
                <a:ea typeface="微软雅黑" pitchFamily="34" charset="-122"/>
              </a:rPr>
              <a:t>活动背景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6057265" y="1304290"/>
            <a:ext cx="2469515" cy="2170430"/>
          </a:xfrm>
          <a:prstGeom prst="roundRect">
            <a:avLst>
              <a:gd name="adj" fmla="val 10416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8888731" y="1304290"/>
            <a:ext cx="2469515" cy="2170430"/>
          </a:xfrm>
          <a:prstGeom prst="roundRect">
            <a:avLst>
              <a:gd name="adj" fmla="val 10416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969760" y="3098167"/>
            <a:ext cx="644525" cy="644525"/>
          </a:xfrm>
          <a:prstGeom prst="ellipse">
            <a:avLst/>
          </a:prstGeom>
          <a:gradFill>
            <a:gsLst>
              <a:gs pos="0">
                <a:srgbClr val="F26B87"/>
              </a:gs>
              <a:gs pos="100000">
                <a:srgbClr val="EE92A1"/>
              </a:gs>
            </a:gsLst>
            <a:lin ang="18900000" scaled="0"/>
          </a:gra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9801226" y="3098167"/>
            <a:ext cx="644525" cy="644525"/>
          </a:xfrm>
          <a:prstGeom prst="ellipse">
            <a:avLst/>
          </a:prstGeom>
          <a:gradFill>
            <a:gsLst>
              <a:gs pos="0">
                <a:srgbClr val="F26B87"/>
              </a:gs>
              <a:gs pos="100000">
                <a:srgbClr val="EE92A1"/>
              </a:gs>
            </a:gsLst>
            <a:lin ang="18900000" scaled="0"/>
          </a:gra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057265" y="3780790"/>
            <a:ext cx="2469515" cy="2170430"/>
          </a:xfrm>
          <a:prstGeom prst="roundRect">
            <a:avLst>
              <a:gd name="adj" fmla="val 10416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888731" y="3780790"/>
            <a:ext cx="2469515" cy="2170430"/>
          </a:xfrm>
          <a:prstGeom prst="roundRect">
            <a:avLst>
              <a:gd name="adj" fmla="val 10416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969760" y="5574667"/>
            <a:ext cx="644525" cy="644525"/>
          </a:xfrm>
          <a:prstGeom prst="ellipse">
            <a:avLst/>
          </a:prstGeom>
          <a:gradFill>
            <a:gsLst>
              <a:gs pos="0">
                <a:srgbClr val="F26B87"/>
              </a:gs>
              <a:gs pos="100000">
                <a:srgbClr val="EE92A1"/>
              </a:gs>
            </a:gsLst>
            <a:lin ang="18900000" scaled="0"/>
          </a:gra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9801226" y="5574667"/>
            <a:ext cx="644525" cy="644525"/>
          </a:xfrm>
          <a:prstGeom prst="ellipse">
            <a:avLst/>
          </a:prstGeom>
          <a:gradFill>
            <a:gsLst>
              <a:gs pos="0">
                <a:srgbClr val="F26B87"/>
              </a:gs>
              <a:gs pos="100000">
                <a:srgbClr val="EE92A1"/>
              </a:gs>
            </a:gsLst>
            <a:lin ang="18900000" scaled="0"/>
          </a:gra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7" name="图表 16"/>
          <p:cNvGraphicFramePr/>
          <p:nvPr/>
        </p:nvGraphicFramePr>
        <p:xfrm>
          <a:off x="749936" y="1596392"/>
          <a:ext cx="4872355" cy="44621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7f8964d228c34be0"/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6995523" y="3137831"/>
            <a:ext cx="6848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01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826354" y="3120051"/>
            <a:ext cx="6848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02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995523" y="5605441"/>
            <a:ext cx="6848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03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9826354" y="5605441"/>
            <a:ext cx="6848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04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6348096" y="1596390"/>
            <a:ext cx="18891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178291" y="1596390"/>
            <a:ext cx="18891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348096" y="4141470"/>
            <a:ext cx="18891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178291" y="4141470"/>
            <a:ext cx="18891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7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9" grpId="0" animBg="1"/>
      <p:bldP spid="9" grpId="1" animBg="1"/>
      <p:bldP spid="11" grpId="0" animBg="1"/>
      <p:bldP spid="11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28" grpId="0"/>
      <p:bldP spid="28" grpId="1"/>
      <p:bldP spid="19" grpId="0"/>
      <p:bldP spid="19" grpId="1"/>
      <p:bldP spid="20" grpId="0"/>
      <p:bldP spid="20" grpId="1"/>
      <p:bldP spid="21" grpId="0"/>
      <p:bldP spid="2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6e7f933727134a8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86814" y="167150"/>
            <a:ext cx="11798711" cy="6489291"/>
          </a:xfrm>
          <a:prstGeom prst="rect">
            <a:avLst/>
          </a:prstGeom>
          <a:gradFill>
            <a:gsLst>
              <a:gs pos="67400">
                <a:srgbClr val="FEF3F5"/>
              </a:gs>
              <a:gs pos="0">
                <a:schemeClr val="bg1"/>
              </a:gs>
              <a:gs pos="100000">
                <a:srgbClr val="FDED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 descr="图片包含 游戏机, 灯光&#10;&#10;描述已自动生成"/>
          <p:cNvPicPr>
            <a:picLocks noChangeAspect="1"/>
          </p:cNvPicPr>
          <p:nvPr/>
        </p:nvPicPr>
        <p:blipFill>
          <a:blip r:embed="R3613936e043244e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97" y="396240"/>
            <a:ext cx="692785" cy="7023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25880" y="514986"/>
            <a:ext cx="1863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EE92A1"/>
                </a:solidFill>
                <a:latin typeface="微软雅黑" pitchFamily="34" charset="-122"/>
                <a:ea typeface="微软雅黑" pitchFamily="34" charset="-122"/>
              </a:rPr>
              <a:t>活动背景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794386" y="1801495"/>
            <a:ext cx="2620645" cy="4060825"/>
          </a:xfrm>
          <a:prstGeom prst="roundRect">
            <a:avLst>
              <a:gd name="adj" fmla="val 10416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innerShdw blurRad="63500">
              <a:srgbClr val="F26B87">
                <a:alpha val="49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510280" y="1801495"/>
            <a:ext cx="2620645" cy="4060825"/>
          </a:xfrm>
          <a:prstGeom prst="roundRect">
            <a:avLst>
              <a:gd name="adj" fmla="val 10416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innerShdw blurRad="63500">
              <a:srgbClr val="F26B87">
                <a:alpha val="49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1" name="图片 10" descr="32303038313138363b32303039303530383bd0c5cfa2"/>
          <p:cNvPicPr>
            <a:picLocks noChangeAspect="1"/>
          </p:cNvPicPr>
          <p:nvPr/>
        </p:nvPicPr>
        <p:blipFill>
          <a:blip r:embed="Rce4fc6971774496b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9906" y="2352042"/>
            <a:ext cx="648335" cy="648335"/>
          </a:xfrm>
          <a:prstGeom prst="rect">
            <a:avLst/>
          </a:prstGeom>
          <a:effectLst>
            <a:innerShdw blurRad="63500">
              <a:srgbClr val="F26B87">
                <a:alpha val="49000"/>
              </a:srgbClr>
            </a:innerShdw>
          </a:effectLst>
        </p:spPr>
      </p:pic>
      <p:pic>
        <p:nvPicPr>
          <p:cNvPr id="12" name="图片 11" descr="32303038313138363b32303039303531313bd0b4d7d6b0e5"/>
          <p:cNvPicPr>
            <a:picLocks noChangeAspect="1"/>
          </p:cNvPicPr>
          <p:nvPr/>
        </p:nvPicPr>
        <p:blipFill>
          <a:blip r:embed="R317e1d49e684442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5802" y="2352042"/>
            <a:ext cx="648335" cy="648335"/>
          </a:xfrm>
          <a:prstGeom prst="rect">
            <a:avLst/>
          </a:prstGeom>
          <a:effectLst>
            <a:innerShdw blurRad="63500">
              <a:srgbClr val="F26B87">
                <a:alpha val="49000"/>
              </a:srgbClr>
            </a:innerShdw>
          </a:effectLst>
        </p:spPr>
      </p:pic>
      <p:sp>
        <p:nvSpPr>
          <p:cNvPr id="14" name="圆角矩形 13"/>
          <p:cNvSpPr/>
          <p:nvPr/>
        </p:nvSpPr>
        <p:spPr>
          <a:xfrm>
            <a:off x="992506" y="3199765"/>
            <a:ext cx="2222500" cy="458470"/>
          </a:xfrm>
          <a:prstGeom prst="roundRect">
            <a:avLst/>
          </a:prstGeom>
          <a:gradFill>
            <a:gsLst>
              <a:gs pos="0">
                <a:srgbClr val="F26B87"/>
              </a:gs>
              <a:gs pos="100000">
                <a:srgbClr val="EE92A1"/>
              </a:gs>
            </a:gsLst>
            <a:lin ang="18900000" scaled="0"/>
          </a:gradFill>
          <a:ln>
            <a:noFill/>
          </a:ln>
          <a:effectLst>
            <a:innerShdw blurRad="63500">
              <a:srgbClr val="F26B87">
                <a:alpha val="49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3709671" y="3199765"/>
            <a:ext cx="2222500" cy="458470"/>
          </a:xfrm>
          <a:prstGeom prst="roundRect">
            <a:avLst/>
          </a:prstGeom>
          <a:gradFill>
            <a:gsLst>
              <a:gs pos="0">
                <a:srgbClr val="F26B87"/>
              </a:gs>
              <a:gs pos="100000">
                <a:srgbClr val="EE92A1"/>
              </a:gs>
            </a:gsLst>
            <a:lin ang="18900000" scaled="0"/>
          </a:gradFill>
          <a:ln>
            <a:noFill/>
          </a:ln>
          <a:effectLst>
            <a:innerShdw blurRad="63500">
              <a:srgbClr val="F26B87">
                <a:alpha val="49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195141" y="1624055"/>
            <a:ext cx="5092632" cy="4355751"/>
            <a:chOff x="551896" y="2319129"/>
            <a:chExt cx="5092632" cy="4355751"/>
          </a:xfrm>
        </p:grpSpPr>
        <p:pic>
          <p:nvPicPr>
            <p:cNvPr id="16" name="图片 15" descr="图片包含 游戏机, 灯光&#10;&#10;描述已自动生成"/>
            <p:cNvPicPr>
              <a:picLocks noChangeAspect="1"/>
            </p:cNvPicPr>
            <p:nvPr/>
          </p:nvPicPr>
          <p:blipFill>
            <a:blip r:embed="Rd859e797af04436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1896" y="2319129"/>
              <a:ext cx="5092632" cy="4355751"/>
            </a:xfrm>
            <a:prstGeom prst="rect">
              <a:avLst/>
            </a:prstGeom>
          </p:spPr>
        </p:pic>
        <p:grpSp>
          <p:nvGrpSpPr>
            <p:cNvPr id="6" name="组合 5"/>
            <p:cNvGrpSpPr/>
            <p:nvPr/>
          </p:nvGrpSpPr>
          <p:grpSpPr>
            <a:xfrm>
              <a:off x="718527" y="2594850"/>
              <a:ext cx="4605382" cy="3737286"/>
              <a:chOff x="9301629" y="4355468"/>
              <a:chExt cx="2422866" cy="1966166"/>
            </a:xfrm>
          </p:grpSpPr>
          <p:pic>
            <p:nvPicPr>
              <p:cNvPr id="13" name="图片 12" descr="盘子里放着蛋糕&#10;&#10;中度可信度描述已自动生成"/>
              <p:cNvPicPr>
                <a:picLocks noChangeAspect="1"/>
              </p:cNvPicPr>
              <p:nvPr/>
            </p:nvPicPr>
            <p:blipFill>
              <a:blip r:embed="R85a3b90f44cd4915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301629" y="5703886"/>
                <a:ext cx="2422866" cy="617748"/>
              </a:xfrm>
              <a:prstGeom prst="rect">
                <a:avLst/>
              </a:prstGeom>
            </p:spPr>
          </p:pic>
          <p:pic>
            <p:nvPicPr>
              <p:cNvPr id="17" name="图片 16" descr="黑暗里有星球&#10;&#10;中度可信度描述已自动生成"/>
              <p:cNvPicPr>
                <a:picLocks noChangeAspect="1"/>
              </p:cNvPicPr>
              <p:nvPr/>
            </p:nvPicPr>
            <p:blipFill>
              <a:blip r:embed="R126efc88f2d347fd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712179" y="4355468"/>
                <a:ext cx="1578077" cy="1578077"/>
              </a:xfrm>
              <a:prstGeom prst="rect">
                <a:avLst/>
              </a:prstGeom>
            </p:spPr>
          </p:pic>
        </p:grpSp>
        <p:pic>
          <p:nvPicPr>
            <p:cNvPr id="18" name="图片 17" descr="图片包含 游戏机, 灯光&#10;&#10;描述已自动生成"/>
            <p:cNvPicPr>
              <a:picLocks noChangeAspect="1"/>
            </p:cNvPicPr>
            <p:nvPr/>
          </p:nvPicPr>
          <p:blipFill>
            <a:blip r:embed="R3fb2447daaf946f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43685" y="3986526"/>
              <a:ext cx="1905343" cy="1930721"/>
            </a:xfrm>
            <a:prstGeom prst="rect">
              <a:avLst/>
            </a:prstGeom>
          </p:spPr>
        </p:pic>
      </p:grpSp>
      <p:pic>
        <p:nvPicPr>
          <p:cNvPr id="19" name="图片 18" descr="卡通人物&#10;&#10;中度可信度描述已自动生成"/>
          <p:cNvPicPr>
            <a:picLocks noChangeAspect="1"/>
          </p:cNvPicPr>
          <p:nvPr/>
        </p:nvPicPr>
        <p:blipFill>
          <a:blip r:embed="R39a1e74dbd1e423a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8580752">
            <a:off x="11174572" y="5004779"/>
            <a:ext cx="485080" cy="452407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442085" y="3227705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请输入标题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210945" y="3976371"/>
            <a:ext cx="17887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157980" y="3244850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请输入标题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926841" y="3993516"/>
            <a:ext cx="17887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8" grpId="0" animBg="1"/>
      <p:bldP spid="8" grpId="1" animBg="1"/>
      <p:bldP spid="9" grpId="0" animBg="1"/>
      <p:bldP spid="9" grpId="1" animBg="1"/>
      <p:bldP spid="14" grpId="0" animBg="1"/>
      <p:bldP spid="14" grpId="1" animBg="1"/>
      <p:bldP spid="15" grpId="0" animBg="1"/>
      <p:bldP spid="15" grpId="1" animBg="1"/>
      <p:bldP spid="27" grpId="0"/>
      <p:bldP spid="27" grpId="1"/>
      <p:bldP spid="28" grpId="0"/>
      <p:bldP spid="28" grpId="1"/>
      <p:bldP spid="20" grpId="0"/>
      <p:bldP spid="20" grpId="1"/>
      <p:bldP spid="21" grpId="0"/>
      <p:bldP spid="2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黑暗里有花&#10;&#10;描述已自动生成"/>
          <p:cNvPicPr>
            <a:picLocks noChangeAspect="1"/>
          </p:cNvPicPr>
          <p:nvPr/>
        </p:nvPicPr>
        <p:blipFill>
          <a:blip r:embed="R02018cae3c274d6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176422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772452" y="2594852"/>
            <a:ext cx="870751" cy="76944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4400">
                <a:solidFill>
                  <a:schemeClr val="bg1"/>
                </a:solidFill>
                <a:effectLst>
                  <a:outerShdw blurRad="114300" sx="102000" sy="102000" algn="ctr" rotWithShape="0">
                    <a:srgbClr val="EE92A1"/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02</a:t>
            </a:r>
            <a:endParaRPr lang="zh-CN" altLang="en-US" sz="4400">
              <a:solidFill>
                <a:schemeClr val="bg1"/>
              </a:solidFill>
              <a:effectLst>
                <a:outerShdw blurRad="114300" sx="102000" sy="102000" algn="ctr" rotWithShape="0">
                  <a:srgbClr val="EE92A1"/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88125" y="2001079"/>
            <a:ext cx="5063848" cy="4620667"/>
            <a:chOff x="385618" y="2054086"/>
            <a:chExt cx="5063848" cy="4620667"/>
          </a:xfrm>
        </p:grpSpPr>
        <p:pic>
          <p:nvPicPr>
            <p:cNvPr id="16" name="图片 15" descr="图片包含 游戏机, 灯光&#10;&#10;描述已自动生成"/>
            <p:cNvPicPr>
              <a:picLocks noChangeAspect="1"/>
            </p:cNvPicPr>
            <p:nvPr/>
          </p:nvPicPr>
          <p:blipFill>
            <a:blip r:embed="R006a00b5c22646cd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5618" y="2054086"/>
              <a:ext cx="5063848" cy="4620667"/>
            </a:xfrm>
            <a:prstGeom prst="rect">
              <a:avLst/>
            </a:prstGeom>
          </p:spPr>
        </p:pic>
        <p:grpSp>
          <p:nvGrpSpPr>
            <p:cNvPr id="7" name="组合 6"/>
            <p:cNvGrpSpPr/>
            <p:nvPr/>
          </p:nvGrpSpPr>
          <p:grpSpPr>
            <a:xfrm>
              <a:off x="559477" y="3589507"/>
              <a:ext cx="4560452" cy="2705624"/>
              <a:chOff x="3404105" y="4833393"/>
              <a:chExt cx="2508498" cy="1488241"/>
            </a:xfrm>
          </p:grpSpPr>
          <p:pic>
            <p:nvPicPr>
              <p:cNvPr id="13" name="图片 12" descr="盘子里放着蛋糕&#10;&#10;中度可信度描述已自动生成"/>
              <p:cNvPicPr>
                <a:picLocks noChangeAspect="1"/>
              </p:cNvPicPr>
              <p:nvPr/>
            </p:nvPicPr>
            <p:blipFill>
              <a:blip r:embed="Rd52ca09e5f2d405e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489737" y="5703886"/>
                <a:ext cx="2422866" cy="617748"/>
              </a:xfrm>
              <a:prstGeom prst="rect">
                <a:avLst/>
              </a:prstGeom>
            </p:spPr>
          </p:pic>
          <p:pic>
            <p:nvPicPr>
              <p:cNvPr id="14" name="图片 13" descr="粉色的杯子&#10;&#10;低可信度描述已自动生成"/>
              <p:cNvPicPr>
                <a:picLocks noChangeAspect="1"/>
              </p:cNvPicPr>
              <p:nvPr/>
            </p:nvPicPr>
            <p:blipFill>
              <a:blip r:embed="R7242ad5147f4477b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404105" y="4833393"/>
                <a:ext cx="1937709" cy="1179367"/>
              </a:xfrm>
              <a:prstGeom prst="rect">
                <a:avLst/>
              </a:prstGeom>
            </p:spPr>
          </p:pic>
        </p:grpSp>
        <p:pic>
          <p:nvPicPr>
            <p:cNvPr id="15" name="图片 14" descr="图片包含 游戏机, 灯光&#10;&#10;描述已自动生成"/>
            <p:cNvPicPr>
              <a:picLocks noChangeAspect="1"/>
            </p:cNvPicPr>
            <p:nvPr/>
          </p:nvPicPr>
          <p:blipFill>
            <a:blip r:embed="R1282f28a6e294e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43685" y="3986526"/>
              <a:ext cx="1905343" cy="1930721"/>
            </a:xfrm>
            <a:prstGeom prst="rect">
              <a:avLst/>
            </a:prstGeom>
          </p:spPr>
        </p:pic>
      </p:grpSp>
      <p:pic>
        <p:nvPicPr>
          <p:cNvPr id="17" name="图片 16" descr="卡通人物&#10;&#10;中度可信度描述已自动生成"/>
          <p:cNvPicPr>
            <a:picLocks noChangeAspect="1"/>
          </p:cNvPicPr>
          <p:nvPr/>
        </p:nvPicPr>
        <p:blipFill>
          <a:blip r:embed="R011be9c0d86f423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0899" y="624282"/>
            <a:ext cx="662363" cy="617748"/>
          </a:xfrm>
          <a:prstGeom prst="rect">
            <a:avLst/>
          </a:prstGeom>
        </p:spPr>
      </p:pic>
      <p:pic>
        <p:nvPicPr>
          <p:cNvPr id="18" name="图片 17" descr="卡通人物&#10;&#10;中度可信度描述已自动生成"/>
          <p:cNvPicPr>
            <a:picLocks noChangeAspect="1"/>
          </p:cNvPicPr>
          <p:nvPr/>
        </p:nvPicPr>
        <p:blipFill>
          <a:blip r:embed="R40bd0a48cca840b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8580752">
            <a:off x="6068537" y="5929339"/>
            <a:ext cx="485080" cy="452407"/>
          </a:xfrm>
          <a:prstGeom prst="rect">
            <a:avLst/>
          </a:prstGeom>
        </p:spPr>
      </p:pic>
      <p:pic>
        <p:nvPicPr>
          <p:cNvPr id="19" name="图片 18" descr="卡通人物&#10;&#10;中度可信度描述已自动生成"/>
          <p:cNvPicPr>
            <a:picLocks noChangeAspect="1"/>
          </p:cNvPicPr>
          <p:nvPr/>
        </p:nvPicPr>
        <p:blipFill>
          <a:blip r:embed="R011be9c0d86f423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43201" y="2594850"/>
            <a:ext cx="662363" cy="617748"/>
          </a:xfrm>
          <a:prstGeom prst="rect">
            <a:avLst/>
          </a:prstGeom>
        </p:spPr>
      </p:pic>
      <p:pic>
        <p:nvPicPr>
          <p:cNvPr id="20" name="图片 19" descr="卡通人物&#10;&#10;中度可信度描述已自动生成"/>
          <p:cNvPicPr>
            <a:picLocks noChangeAspect="1"/>
          </p:cNvPicPr>
          <p:nvPr/>
        </p:nvPicPr>
        <p:blipFill>
          <a:blip r:embed="R29a47fc25404428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6977" y="3118786"/>
            <a:ext cx="174716" cy="16294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290903" y="3364231"/>
            <a:ext cx="3262432" cy="1015663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zh-CN" altLang="en-US" sz="6000" b="1">
                <a:solidFill>
                  <a:schemeClr val="bg1"/>
                </a:solidFill>
                <a:effectLst>
                  <a:outerShdw blurRad="114300" sx="102000" sy="102000" algn="ctr" rotWithShape="0">
                    <a:srgbClr val="EE92A1"/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活动目的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2" grpId="0" animBg="1"/>
      <p:bldP spid="2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dc579484dc9d4b5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86814" y="167150"/>
            <a:ext cx="11798711" cy="6489291"/>
          </a:xfrm>
          <a:prstGeom prst="rect">
            <a:avLst/>
          </a:prstGeom>
          <a:gradFill>
            <a:gsLst>
              <a:gs pos="67400">
                <a:srgbClr val="FEF3F5"/>
              </a:gs>
              <a:gs pos="0">
                <a:schemeClr val="bg1"/>
              </a:gs>
              <a:gs pos="100000">
                <a:srgbClr val="FDED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 descr="图片包含 游戏机, 灯光&#10;&#10;描述已自动生成"/>
          <p:cNvPicPr>
            <a:picLocks noChangeAspect="1"/>
          </p:cNvPicPr>
          <p:nvPr/>
        </p:nvPicPr>
        <p:blipFill>
          <a:blip r:embed="Rec1ba95c6a8e4b8a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97" y="396240"/>
            <a:ext cx="692785" cy="7023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25880" y="514986"/>
            <a:ext cx="1863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EE92A1"/>
                </a:solidFill>
                <a:latin typeface="微软雅黑" pitchFamily="34" charset="-122"/>
                <a:ea typeface="微软雅黑" pitchFamily="34" charset="-122"/>
              </a:rPr>
              <a:t>活动目的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5577840" y="1360807"/>
            <a:ext cx="6003291" cy="1062355"/>
          </a:xfrm>
          <a:prstGeom prst="roundRect">
            <a:avLst>
              <a:gd name="adj" fmla="val 10416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innerShdw blurRad="63500">
              <a:srgbClr val="F26B87">
                <a:alpha val="49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577840" y="2527302"/>
            <a:ext cx="6003291" cy="1062355"/>
          </a:xfrm>
          <a:prstGeom prst="roundRect">
            <a:avLst>
              <a:gd name="adj" fmla="val 10416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innerShdw blurRad="63500">
              <a:srgbClr val="F26B87">
                <a:alpha val="49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577840" y="3693797"/>
            <a:ext cx="6003291" cy="1062355"/>
          </a:xfrm>
          <a:prstGeom prst="roundRect">
            <a:avLst>
              <a:gd name="adj" fmla="val 10416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innerShdw blurRad="63500">
              <a:srgbClr val="F26B87">
                <a:alpha val="49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5577840" y="4860292"/>
            <a:ext cx="6003291" cy="1062355"/>
          </a:xfrm>
          <a:prstGeom prst="roundRect">
            <a:avLst>
              <a:gd name="adj" fmla="val 10416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innerShdw blurRad="63500">
              <a:srgbClr val="F26B87">
                <a:alpha val="49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77842" y="1597660"/>
            <a:ext cx="8162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>
                <a:solidFill>
                  <a:srgbClr val="F26B87"/>
                </a:solidFill>
                <a:latin typeface="微软雅黑" pitchFamily="34" charset="-122"/>
                <a:ea typeface="微软雅黑" pitchFamily="34" charset="-122"/>
              </a:rPr>
              <a:t>01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577842" y="2764155"/>
            <a:ext cx="8162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>
                <a:solidFill>
                  <a:srgbClr val="F26B87"/>
                </a:solidFill>
                <a:latin typeface="微软雅黑" pitchFamily="34" charset="-122"/>
                <a:ea typeface="微软雅黑" pitchFamily="34" charset="-122"/>
              </a:rPr>
              <a:t>02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577842" y="3930650"/>
            <a:ext cx="8162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>
                <a:solidFill>
                  <a:srgbClr val="F26B87"/>
                </a:solidFill>
                <a:latin typeface="微软雅黑" pitchFamily="34" charset="-122"/>
                <a:ea typeface="微软雅黑" pitchFamily="34" charset="-122"/>
              </a:rPr>
              <a:t>03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577842" y="5097145"/>
            <a:ext cx="8162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>
                <a:solidFill>
                  <a:srgbClr val="F26B87"/>
                </a:solidFill>
                <a:latin typeface="微软雅黑" pitchFamily="34" charset="-122"/>
                <a:ea typeface="微软雅黑" pitchFamily="34" charset="-122"/>
              </a:rPr>
              <a:t>04</a:t>
            </a:r>
          </a:p>
        </p:txBody>
      </p:sp>
      <p:pic>
        <p:nvPicPr>
          <p:cNvPr id="17" name="图片 16" descr="图片包含 游戏机, 灯光&#10;&#10;描述已自动生成"/>
          <p:cNvPicPr>
            <a:picLocks noChangeAspect="1"/>
          </p:cNvPicPr>
          <p:nvPr/>
        </p:nvPicPr>
        <p:blipFill>
          <a:blip r:embed="R24d91fa7a901425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897" y="1457962"/>
            <a:ext cx="4436745" cy="4231005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974090" y="1094740"/>
            <a:ext cx="4044951" cy="4756150"/>
            <a:chOff x="583791" y="3472970"/>
            <a:chExt cx="2422866" cy="2848664"/>
          </a:xfrm>
        </p:grpSpPr>
        <p:pic>
          <p:nvPicPr>
            <p:cNvPr id="19" name="图片 18" descr="盘子里放着蛋糕&#10;&#10;中度可信度描述已自动生成"/>
            <p:cNvPicPr>
              <a:picLocks noChangeAspect="1"/>
            </p:cNvPicPr>
            <p:nvPr/>
          </p:nvPicPr>
          <p:blipFill>
            <a:blip r:embed="R789823e547d443ed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3791" y="5703886"/>
              <a:ext cx="2422866" cy="617748"/>
            </a:xfrm>
            <a:prstGeom prst="rect">
              <a:avLst/>
            </a:prstGeom>
          </p:spPr>
        </p:pic>
        <p:pic>
          <p:nvPicPr>
            <p:cNvPr id="20" name="图片 19" descr="花瓶里的蜡烛&#10;&#10;描述已自动生成"/>
            <p:cNvPicPr>
              <a:picLocks noChangeAspect="1"/>
            </p:cNvPicPr>
            <p:nvPr/>
          </p:nvPicPr>
          <p:blipFill>
            <a:blip r:embed="R2b129d388468435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0980" y="3472970"/>
              <a:ext cx="2195677" cy="2631737"/>
            </a:xfrm>
            <a:prstGeom prst="rect">
              <a:avLst/>
            </a:prstGeom>
          </p:spPr>
        </p:pic>
      </p:grpSp>
      <p:pic>
        <p:nvPicPr>
          <p:cNvPr id="21" name="图片 20" descr="图片包含 游戏机, 灯光&#10;&#10;描述已自动生成"/>
          <p:cNvPicPr>
            <a:picLocks noChangeAspect="1"/>
          </p:cNvPicPr>
          <p:nvPr/>
        </p:nvPicPr>
        <p:blipFill>
          <a:blip r:embed="R07aedc25f212403d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1" y="3590927"/>
            <a:ext cx="1792605" cy="1816735"/>
          </a:xfrm>
          <a:prstGeom prst="rect">
            <a:avLst/>
          </a:prstGeom>
        </p:spPr>
      </p:pic>
      <p:pic>
        <p:nvPicPr>
          <p:cNvPr id="22" name="图片 21" descr="卡通人物&#10;&#10;中度可信度描述已自动生成"/>
          <p:cNvPicPr>
            <a:picLocks noChangeAspect="1"/>
          </p:cNvPicPr>
          <p:nvPr/>
        </p:nvPicPr>
        <p:blipFill>
          <a:blip r:embed="Rf395761834764c0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8580752">
            <a:off x="4952364" y="4441190"/>
            <a:ext cx="455930" cy="425451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6463665" y="1600202"/>
            <a:ext cx="487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463665" y="2693672"/>
            <a:ext cx="487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463665" y="3933192"/>
            <a:ext cx="487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463665" y="5097782"/>
            <a:ext cx="487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8" grpId="0" animBg="1"/>
      <p:bldP spid="8" grpId="1" animBg="1"/>
      <p:bldP spid="5" grpId="0" animBg="1"/>
      <p:bldP spid="5" grpId="1" animBg="1"/>
      <p:bldP spid="6" grpId="0" animBg="1"/>
      <p:bldP spid="6" grpId="1" animBg="1"/>
      <p:bldP spid="9" grpId="0" animBg="1"/>
      <p:bldP spid="9" grpId="1" animBg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28" grpId="0"/>
      <p:bldP spid="28" grpId="1"/>
      <p:bldP spid="23" grpId="0"/>
      <p:bldP spid="23" grpId="1"/>
      <p:bldP spid="24" grpId="0"/>
      <p:bldP spid="24" grpId="1"/>
      <p:bldP spid="25" grpId="0"/>
      <p:bldP spid="2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37edd1db9c92494b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86814" y="167150"/>
            <a:ext cx="11798711" cy="6489291"/>
          </a:xfrm>
          <a:prstGeom prst="rect">
            <a:avLst/>
          </a:prstGeom>
          <a:gradFill>
            <a:gsLst>
              <a:gs pos="67400">
                <a:srgbClr val="FEF3F5"/>
              </a:gs>
              <a:gs pos="0">
                <a:schemeClr val="bg1"/>
              </a:gs>
              <a:gs pos="100000">
                <a:srgbClr val="FDED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 descr="图片包含 游戏机, 灯光&#10;&#10;描述已自动生成"/>
          <p:cNvPicPr>
            <a:picLocks noChangeAspect="1"/>
          </p:cNvPicPr>
          <p:nvPr/>
        </p:nvPicPr>
        <p:blipFill>
          <a:blip r:embed="Rbde02c7df834482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97" y="396240"/>
            <a:ext cx="692785" cy="7023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25880" y="514986"/>
            <a:ext cx="1863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EE92A1"/>
                </a:solidFill>
                <a:latin typeface="微软雅黑" pitchFamily="34" charset="-122"/>
                <a:ea typeface="微软雅黑" pitchFamily="34" charset="-122"/>
              </a:rPr>
              <a:t>活动目的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730250" y="1466215"/>
            <a:ext cx="6483351" cy="1404620"/>
          </a:xfrm>
          <a:prstGeom prst="roundRect">
            <a:avLst>
              <a:gd name="adj" fmla="val 10416"/>
            </a:avLst>
          </a:prstGeom>
          <a:solidFill>
            <a:schemeClr val="bg1"/>
          </a:solidFill>
          <a:ln>
            <a:gradFill>
              <a:gsLst>
                <a:gs pos="0">
                  <a:srgbClr val="F26B87"/>
                </a:gs>
                <a:gs pos="100000">
                  <a:srgbClr val="FDEDF0">
                    <a:alpha val="0"/>
                  </a:srgbClr>
                </a:gs>
              </a:gsLst>
              <a:lin ang="5400000" scaled="1"/>
            </a:gradFill>
          </a:ln>
          <a:effectLst>
            <a:innerShdw blurRad="63500">
              <a:srgbClr val="F26B87">
                <a:alpha val="52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730250" y="3195320"/>
            <a:ext cx="6483351" cy="1404620"/>
          </a:xfrm>
          <a:prstGeom prst="roundRect">
            <a:avLst>
              <a:gd name="adj" fmla="val 10416"/>
            </a:avLst>
          </a:prstGeom>
          <a:solidFill>
            <a:schemeClr val="bg1"/>
          </a:solidFill>
          <a:ln>
            <a:gradFill>
              <a:gsLst>
                <a:gs pos="0">
                  <a:srgbClr val="F26B87"/>
                </a:gs>
                <a:gs pos="100000">
                  <a:srgbClr val="FDEDF0">
                    <a:alpha val="0"/>
                  </a:srgbClr>
                </a:gs>
              </a:gsLst>
              <a:lin ang="5400000" scaled="1"/>
            </a:gradFill>
          </a:ln>
          <a:effectLst>
            <a:innerShdw blurRad="63500">
              <a:srgbClr val="F26B87">
                <a:alpha val="52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30250" y="4924425"/>
            <a:ext cx="6483351" cy="1404620"/>
          </a:xfrm>
          <a:prstGeom prst="roundRect">
            <a:avLst>
              <a:gd name="adj" fmla="val 10416"/>
            </a:avLst>
          </a:prstGeom>
          <a:solidFill>
            <a:schemeClr val="bg1"/>
          </a:solidFill>
          <a:ln>
            <a:gradFill>
              <a:gsLst>
                <a:gs pos="0">
                  <a:srgbClr val="F26B87"/>
                </a:gs>
                <a:gs pos="100000">
                  <a:srgbClr val="FDEDF0">
                    <a:alpha val="0"/>
                  </a:srgbClr>
                </a:gs>
              </a:gsLst>
              <a:lin ang="5400000" scaled="1"/>
            </a:gradFill>
          </a:ln>
          <a:effectLst>
            <a:innerShdw blurRad="63500">
              <a:srgbClr val="F26B87">
                <a:alpha val="52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149851" y="1583057"/>
            <a:ext cx="1905000" cy="1171575"/>
          </a:xfrm>
          <a:prstGeom prst="rect">
            <a:avLst/>
          </a:prstGeom>
          <a:blipFill dpi="0" rotWithShape="1">
            <a:blip r:embed="R8791ba176c224ee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tile tx="6350" ty="-158750" sx="100000" sy="100000" flip="none" algn="t"/>
          </a:blipFill>
          <a:ln>
            <a:solidFill>
              <a:srgbClr val="FDEDF0"/>
            </a:solidFill>
          </a:ln>
          <a:effectLst>
            <a:innerShdw blurRad="63500">
              <a:srgbClr val="F26B87">
                <a:alpha val="52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49851" y="3312162"/>
            <a:ext cx="1905000" cy="1171575"/>
          </a:xfrm>
          <a:prstGeom prst="rect">
            <a:avLst/>
          </a:prstGeom>
          <a:blipFill dpi="0" rotWithShape="1">
            <a:blip r:embed="R0854d795bc3d496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tile tx="6350" ty="-158750" sx="100000" sy="100000" flip="none" algn="t"/>
          </a:blipFill>
          <a:ln>
            <a:solidFill>
              <a:srgbClr val="FDEDF0"/>
            </a:solidFill>
          </a:ln>
          <a:effectLst>
            <a:innerShdw blurRad="63500">
              <a:srgbClr val="F26B87">
                <a:alpha val="52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49851" y="5041267"/>
            <a:ext cx="1905000" cy="1171575"/>
          </a:xfrm>
          <a:prstGeom prst="rect">
            <a:avLst/>
          </a:prstGeom>
          <a:blipFill dpi="0" rotWithShape="1">
            <a:blip r:embed="R8791ba176c224ee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tile tx="6350" ty="-158750" sx="100000" sy="100000" flip="none" algn="t"/>
          </a:blipFill>
          <a:ln>
            <a:solidFill>
              <a:srgbClr val="FDEDF0"/>
            </a:solidFill>
          </a:ln>
          <a:effectLst>
            <a:innerShdw blurRad="63500">
              <a:srgbClr val="F26B87">
                <a:alpha val="52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7085331" y="1693545"/>
            <a:ext cx="4719955" cy="4306570"/>
            <a:chOff x="385618" y="2054086"/>
            <a:chExt cx="5063848" cy="4620667"/>
          </a:xfrm>
        </p:grpSpPr>
        <p:pic>
          <p:nvPicPr>
            <p:cNvPr id="16" name="图片 15" descr="图片包含 游戏机, 灯光&#10;&#10;描述已自动生成"/>
            <p:cNvPicPr>
              <a:picLocks noChangeAspect="1"/>
            </p:cNvPicPr>
            <p:nvPr/>
          </p:nvPicPr>
          <p:blipFill>
            <a:blip r:embed="R37512ef681ad46aa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5618" y="2054086"/>
              <a:ext cx="5063848" cy="4620667"/>
            </a:xfrm>
            <a:prstGeom prst="rect">
              <a:avLst/>
            </a:prstGeom>
          </p:spPr>
        </p:pic>
        <p:grpSp>
          <p:nvGrpSpPr>
            <p:cNvPr id="14" name="组合 13"/>
            <p:cNvGrpSpPr/>
            <p:nvPr/>
          </p:nvGrpSpPr>
          <p:grpSpPr>
            <a:xfrm>
              <a:off x="559477" y="3589507"/>
              <a:ext cx="4560452" cy="2705624"/>
              <a:chOff x="3404105" y="4833393"/>
              <a:chExt cx="2508498" cy="1488241"/>
            </a:xfrm>
          </p:grpSpPr>
          <p:pic>
            <p:nvPicPr>
              <p:cNvPr id="15" name="图片 14" descr="盘子里放着蛋糕&#10;&#10;中度可信度描述已自动生成"/>
              <p:cNvPicPr>
                <a:picLocks noChangeAspect="1"/>
              </p:cNvPicPr>
              <p:nvPr/>
            </p:nvPicPr>
            <p:blipFill>
              <a:blip r:embed="Rb52fa598a353495e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489737" y="5703886"/>
                <a:ext cx="2422866" cy="617748"/>
              </a:xfrm>
              <a:prstGeom prst="rect">
                <a:avLst/>
              </a:prstGeom>
            </p:spPr>
          </p:pic>
          <p:pic>
            <p:nvPicPr>
              <p:cNvPr id="17" name="图片 16" descr="粉色的杯子&#10;&#10;低可信度描述已自动生成"/>
              <p:cNvPicPr>
                <a:picLocks noChangeAspect="1"/>
              </p:cNvPicPr>
              <p:nvPr/>
            </p:nvPicPr>
            <p:blipFill>
              <a:blip r:embed="R51e0f2e88f72484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404105" y="4833393"/>
                <a:ext cx="1937709" cy="1179367"/>
              </a:xfrm>
              <a:prstGeom prst="rect">
                <a:avLst/>
              </a:prstGeom>
            </p:spPr>
          </p:pic>
        </p:grpSp>
        <p:pic>
          <p:nvPicPr>
            <p:cNvPr id="18" name="图片 17" descr="图片包含 游戏机, 灯光&#10;&#10;描述已自动生成"/>
            <p:cNvPicPr>
              <a:picLocks noChangeAspect="1"/>
            </p:cNvPicPr>
            <p:nvPr/>
          </p:nvPicPr>
          <p:blipFill>
            <a:blip r:embed="Rc1d38b4bcb15422c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43685" y="3986526"/>
              <a:ext cx="1905343" cy="1930721"/>
            </a:xfrm>
            <a:prstGeom prst="rect">
              <a:avLst/>
            </a:prstGeom>
          </p:spPr>
        </p:pic>
      </p:grpSp>
      <p:pic>
        <p:nvPicPr>
          <p:cNvPr id="19" name="图片 18" descr="卡通人物&#10;&#10;中度可信度描述已自动生成"/>
          <p:cNvPicPr>
            <a:picLocks noChangeAspect="1"/>
          </p:cNvPicPr>
          <p:nvPr/>
        </p:nvPicPr>
        <p:blipFill>
          <a:blip r:embed="R8830d0c2b1c2429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8580752">
            <a:off x="7869555" y="1896745"/>
            <a:ext cx="452120" cy="42164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1170305" y="1758316"/>
            <a:ext cx="3667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70305" y="3431541"/>
            <a:ext cx="3667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170305" y="5207001"/>
            <a:ext cx="3667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8" grpId="0" animBg="1"/>
      <p:bldP spid="8" grpId="1" animBg="1"/>
      <p:bldP spid="5" grpId="0" animBg="1"/>
      <p:bldP spid="5" grpId="1" animBg="1"/>
      <p:bldP spid="6" grpId="0" animBg="1"/>
      <p:bldP spid="6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28" grpId="0"/>
      <p:bldP spid="28" grpId="1"/>
      <p:bldP spid="23" grpId="0"/>
      <p:bldP spid="23" grpId="1"/>
      <p:bldP spid="24" grpId="0"/>
      <p:bldP spid="2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e692d898deec48b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86814" y="167150"/>
            <a:ext cx="11798711" cy="6489291"/>
          </a:xfrm>
          <a:prstGeom prst="rect">
            <a:avLst/>
          </a:prstGeom>
          <a:gradFill>
            <a:gsLst>
              <a:gs pos="67400">
                <a:srgbClr val="FEF3F5"/>
              </a:gs>
              <a:gs pos="0">
                <a:schemeClr val="bg1"/>
              </a:gs>
              <a:gs pos="100000">
                <a:srgbClr val="FDED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 descr="图片包含 游戏机, 灯光&#10;&#10;描述已自动生成"/>
          <p:cNvPicPr>
            <a:picLocks noChangeAspect="1"/>
          </p:cNvPicPr>
          <p:nvPr/>
        </p:nvPicPr>
        <p:blipFill>
          <a:blip r:embed="Rb19e28d95a72454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97" y="396240"/>
            <a:ext cx="692785" cy="7023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25880" y="514986"/>
            <a:ext cx="1863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EE92A1"/>
                </a:solidFill>
                <a:latin typeface="微软雅黑" pitchFamily="34" charset="-122"/>
                <a:ea typeface="微软雅黑" pitchFamily="34" charset="-122"/>
              </a:rPr>
              <a:t>活动目的</a:t>
            </a:r>
          </a:p>
        </p:txBody>
      </p:sp>
      <p:sp>
        <p:nvSpPr>
          <p:cNvPr id="9" name="矩形: 圆角 8"/>
          <p:cNvSpPr/>
          <p:nvPr/>
        </p:nvSpPr>
        <p:spPr>
          <a:xfrm>
            <a:off x="702946" y="1496697"/>
            <a:ext cx="3237865" cy="1801495"/>
          </a:xfrm>
          <a:prstGeom prst="roundRect">
            <a:avLst>
              <a:gd name="adj" fmla="val 6528"/>
            </a:avLst>
          </a:prstGeom>
          <a:solidFill>
            <a:schemeClr val="bg1"/>
          </a:solidFill>
          <a:ln>
            <a:gradFill>
              <a:gsLst>
                <a:gs pos="100000">
                  <a:schemeClr val="bg1">
                    <a:alpha val="0"/>
                  </a:schemeClr>
                </a:gs>
                <a:gs pos="0">
                  <a:srgbClr val="EE92A1"/>
                </a:gs>
              </a:gsLst>
              <a:lin ang="5400000" scaled="1"/>
            </a:gradFill>
          </a:ln>
          <a:effectLst>
            <a:innerShdw blurRad="63500">
              <a:srgbClr val="F26B87">
                <a:alpha val="49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: 圆角 8"/>
          <p:cNvSpPr/>
          <p:nvPr/>
        </p:nvSpPr>
        <p:spPr>
          <a:xfrm>
            <a:off x="4191001" y="1496697"/>
            <a:ext cx="3237865" cy="1801495"/>
          </a:xfrm>
          <a:prstGeom prst="roundRect">
            <a:avLst>
              <a:gd name="adj" fmla="val 6528"/>
            </a:avLst>
          </a:prstGeom>
          <a:solidFill>
            <a:schemeClr val="bg1"/>
          </a:solidFill>
          <a:ln>
            <a:gradFill>
              <a:gsLst>
                <a:gs pos="100000">
                  <a:schemeClr val="bg1">
                    <a:alpha val="0"/>
                  </a:schemeClr>
                </a:gs>
                <a:gs pos="0">
                  <a:srgbClr val="EE92A1"/>
                </a:gs>
              </a:gsLst>
              <a:lin ang="5400000" scaled="1"/>
            </a:gradFill>
          </a:ln>
          <a:effectLst>
            <a:innerShdw blurRad="63500">
              <a:srgbClr val="F26B87">
                <a:alpha val="49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: 圆角 8"/>
          <p:cNvSpPr/>
          <p:nvPr/>
        </p:nvSpPr>
        <p:spPr>
          <a:xfrm>
            <a:off x="702946" y="3773172"/>
            <a:ext cx="3237865" cy="1801495"/>
          </a:xfrm>
          <a:prstGeom prst="roundRect">
            <a:avLst>
              <a:gd name="adj" fmla="val 6528"/>
            </a:avLst>
          </a:prstGeom>
          <a:solidFill>
            <a:schemeClr val="bg1"/>
          </a:solidFill>
          <a:ln>
            <a:gradFill>
              <a:gsLst>
                <a:gs pos="100000">
                  <a:schemeClr val="bg1">
                    <a:alpha val="0"/>
                  </a:schemeClr>
                </a:gs>
                <a:gs pos="0">
                  <a:srgbClr val="EE92A1"/>
                </a:gs>
              </a:gsLst>
              <a:lin ang="5400000" scaled="1"/>
            </a:gradFill>
          </a:ln>
          <a:effectLst>
            <a:innerShdw blurRad="63500">
              <a:srgbClr val="F26B87">
                <a:alpha val="49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: 圆角 8"/>
          <p:cNvSpPr/>
          <p:nvPr/>
        </p:nvSpPr>
        <p:spPr>
          <a:xfrm>
            <a:off x="4191001" y="3773172"/>
            <a:ext cx="3237865" cy="1801495"/>
          </a:xfrm>
          <a:prstGeom prst="roundRect">
            <a:avLst>
              <a:gd name="adj" fmla="val 6528"/>
            </a:avLst>
          </a:prstGeom>
          <a:solidFill>
            <a:schemeClr val="bg1"/>
          </a:solidFill>
          <a:ln>
            <a:gradFill>
              <a:gsLst>
                <a:gs pos="100000">
                  <a:schemeClr val="bg1">
                    <a:alpha val="0"/>
                  </a:schemeClr>
                </a:gs>
                <a:gs pos="0">
                  <a:srgbClr val="EE92A1"/>
                </a:gs>
              </a:gsLst>
              <a:lin ang="5400000" scaled="1"/>
            </a:gradFill>
          </a:ln>
          <a:effectLst>
            <a:innerShdw blurRad="63500">
              <a:srgbClr val="F26B87">
                <a:alpha val="49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同心圆 13"/>
          <p:cNvSpPr/>
          <p:nvPr/>
        </p:nvSpPr>
        <p:spPr>
          <a:xfrm>
            <a:off x="7679057" y="-232410"/>
            <a:ext cx="7322185" cy="7322185"/>
          </a:xfrm>
          <a:prstGeom prst="donut">
            <a:avLst>
              <a:gd name="adj" fmla="val 19308"/>
            </a:avLst>
          </a:prstGeom>
          <a:gradFill>
            <a:gsLst>
              <a:gs pos="0">
                <a:srgbClr val="F26B87"/>
              </a:gs>
              <a:gs pos="100000">
                <a:srgbClr val="EE92A1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6" name="图片 15" descr="图片包含 游戏机, 笔记本, 灯, 电脑&#10;&#10;描述已自动生成"/>
          <p:cNvPicPr>
            <a:picLocks noChangeAspect="1"/>
          </p:cNvPicPr>
          <p:nvPr/>
        </p:nvPicPr>
        <p:blipFill>
          <a:blip r:embed="R04fe38626df1456e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129"/>
          <a:stretch>
            <a:fillRect/>
          </a:stretch>
        </p:blipFill>
        <p:spPr>
          <a:xfrm>
            <a:off x="8001000" y="1791970"/>
            <a:ext cx="3778885" cy="3274695"/>
          </a:xfrm>
          <a:prstGeom prst="rect">
            <a:avLst/>
          </a:prstGeom>
        </p:spPr>
      </p:pic>
      <p:pic>
        <p:nvPicPr>
          <p:cNvPr id="17" name="图片 16" descr="32303038313138363b32303039303530383bd0c5cfa2"/>
          <p:cNvPicPr>
            <a:picLocks noChangeAspect="1"/>
          </p:cNvPicPr>
          <p:nvPr/>
        </p:nvPicPr>
        <p:blipFill>
          <a:blip r:embed="Rf14bc8a93853440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4711" y="1791972"/>
            <a:ext cx="394335" cy="394335"/>
          </a:xfrm>
          <a:prstGeom prst="rect">
            <a:avLst/>
          </a:prstGeom>
          <a:effectLst>
            <a:innerShdw blurRad="63500">
              <a:srgbClr val="F26B87">
                <a:alpha val="49000"/>
              </a:srgbClr>
            </a:innerShdw>
          </a:effectLst>
        </p:spPr>
      </p:pic>
      <p:pic>
        <p:nvPicPr>
          <p:cNvPr id="18" name="图片 17" descr="32303038313138363b32303039303531313bd0b4d7d6b0e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2766" y="1791972"/>
            <a:ext cx="394335" cy="394335"/>
          </a:xfrm>
          <a:prstGeom prst="rect">
            <a:avLst/>
          </a:prstGeom>
          <a:effectLst>
            <a:innerShdw blurRad="63500">
              <a:srgbClr val="F26B87">
                <a:alpha val="49000"/>
              </a:srgbClr>
            </a:innerShdw>
          </a:effectLst>
        </p:spPr>
      </p:pic>
      <p:pic>
        <p:nvPicPr>
          <p:cNvPr id="19" name="图片 18" descr="32303038313138363b32303039303530383bd0c5cfa2"/>
          <p:cNvPicPr>
            <a:picLocks noChangeAspect="1"/>
          </p:cNvPicPr>
          <p:nvPr/>
        </p:nvPicPr>
        <p:blipFill>
          <a:blip r:embed="Rf14bc8a93853440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4711" y="3993515"/>
            <a:ext cx="394335" cy="394335"/>
          </a:xfrm>
          <a:prstGeom prst="rect">
            <a:avLst/>
          </a:prstGeom>
          <a:effectLst>
            <a:innerShdw blurRad="63500">
              <a:srgbClr val="F26B87">
                <a:alpha val="49000"/>
              </a:srgbClr>
            </a:innerShdw>
          </a:effectLst>
        </p:spPr>
      </p:pic>
      <p:pic>
        <p:nvPicPr>
          <p:cNvPr id="20" name="图片 19" descr="32303038313138363b32303039303531313bd0b4d7d6b0e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2766" y="3993515"/>
            <a:ext cx="394335" cy="394335"/>
          </a:xfrm>
          <a:prstGeom prst="rect">
            <a:avLst/>
          </a:prstGeom>
          <a:effectLst>
            <a:innerShdw blurRad="63500">
              <a:srgbClr val="F26B87">
                <a:alpha val="49000"/>
              </a:srgbClr>
            </a:innerShdw>
          </a:effectLst>
        </p:spPr>
      </p:pic>
      <p:sp>
        <p:nvSpPr>
          <p:cNvPr id="28" name="文本框 27"/>
          <p:cNvSpPr txBox="1"/>
          <p:nvPr/>
        </p:nvSpPr>
        <p:spPr>
          <a:xfrm>
            <a:off x="848995" y="2276477"/>
            <a:ext cx="2946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337051" y="2276477"/>
            <a:ext cx="2946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8995" y="4506597"/>
            <a:ext cx="2946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337051" y="4506597"/>
            <a:ext cx="2946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9" grpId="0" animBg="1"/>
      <p:bldP spid="9" grpId="1" animBg="1"/>
      <p:bldP spid="5" grpId="0" animBg="1"/>
      <p:bldP spid="5" grpId="1" animBg="1"/>
      <p:bldP spid="8" grpId="0" animBg="1"/>
      <p:bldP spid="8" grpId="1" animBg="1"/>
      <p:bldP spid="12" grpId="0" animBg="1"/>
      <p:bldP spid="12" grpId="1" animBg="1"/>
      <p:bldP spid="14" grpId="0" animBg="1"/>
      <p:bldP spid="14" grpId="1" animBg="1"/>
      <p:bldP spid="28" grpId="0"/>
      <p:bldP spid="28" grpId="1"/>
      <p:bldP spid="21" grpId="0"/>
      <p:bldP spid="21" grpId="1"/>
      <p:bldP spid="22" grpId="0"/>
      <p:bldP spid="22" grpId="1"/>
      <p:bldP spid="23" grpId="0"/>
      <p:bldP spid="2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黑暗里有花&#10;&#10;描述已自动生成"/>
          <p:cNvPicPr>
            <a:picLocks noChangeAspect="1"/>
          </p:cNvPicPr>
          <p:nvPr/>
        </p:nvPicPr>
        <p:blipFill>
          <a:blip r:embed="R1ea9afa6d4f342db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176422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772452" y="2594852"/>
            <a:ext cx="870751" cy="76944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4400">
                <a:solidFill>
                  <a:schemeClr val="bg1"/>
                </a:solidFill>
                <a:effectLst>
                  <a:outerShdw blurRad="114300" sx="102000" sy="102000" algn="ctr" rotWithShape="0">
                    <a:srgbClr val="EE92A1"/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03</a:t>
            </a:r>
            <a:endParaRPr lang="zh-CN" altLang="en-US" sz="4400">
              <a:solidFill>
                <a:schemeClr val="bg1"/>
              </a:solidFill>
              <a:effectLst>
                <a:outerShdw blurRad="114300" sx="102000" sy="102000" algn="ctr" rotWithShape="0">
                  <a:srgbClr val="EE92A1"/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50735" y="2391118"/>
            <a:ext cx="4968716" cy="4292618"/>
            <a:chOff x="583257" y="2411896"/>
            <a:chExt cx="4968716" cy="4292618"/>
          </a:xfrm>
        </p:grpSpPr>
        <p:pic>
          <p:nvPicPr>
            <p:cNvPr id="16" name="图片 15" descr="图片包含 游戏机, 灯光&#10;&#10;描述已自动生成"/>
            <p:cNvPicPr>
              <a:picLocks noChangeAspect="1"/>
            </p:cNvPicPr>
            <p:nvPr/>
          </p:nvPicPr>
          <p:blipFill>
            <a:blip r:embed="Re35c6e3ba39b443c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3257" y="2411896"/>
              <a:ext cx="4968716" cy="4292618"/>
            </a:xfrm>
            <a:prstGeom prst="rect">
              <a:avLst/>
            </a:prstGeom>
          </p:spPr>
        </p:pic>
        <p:grpSp>
          <p:nvGrpSpPr>
            <p:cNvPr id="7" name="组合 6"/>
            <p:cNvGrpSpPr/>
            <p:nvPr/>
          </p:nvGrpSpPr>
          <p:grpSpPr>
            <a:xfrm>
              <a:off x="768099" y="2933022"/>
              <a:ext cx="4599032" cy="3382400"/>
              <a:chOff x="6395683" y="4539715"/>
              <a:chExt cx="2422866" cy="1781919"/>
            </a:xfrm>
          </p:grpSpPr>
          <p:pic>
            <p:nvPicPr>
              <p:cNvPr id="13" name="图片 12" descr="盘子里放着蛋糕&#10;&#10;中度可信度描述已自动生成"/>
              <p:cNvPicPr>
                <a:picLocks noChangeAspect="1"/>
              </p:cNvPicPr>
              <p:nvPr/>
            </p:nvPicPr>
            <p:blipFill>
              <a:blip r:embed="Rf0f43756edf6458a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395683" y="5703886"/>
                <a:ext cx="2422866" cy="617748"/>
              </a:xfrm>
              <a:prstGeom prst="rect">
                <a:avLst/>
              </a:prstGeom>
            </p:spPr>
          </p:pic>
          <p:pic>
            <p:nvPicPr>
              <p:cNvPr id="14" name="图片 13" descr="碗里的化妆品&#10;&#10;中度可信度描述已自动生成"/>
              <p:cNvPicPr>
                <a:picLocks noChangeAspect="1"/>
              </p:cNvPicPr>
              <p:nvPr/>
            </p:nvPicPr>
            <p:blipFill>
              <a:blip r:embed="R71fee888c16d41bd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50188" y="4539715"/>
                <a:ext cx="1759417" cy="1424448"/>
              </a:xfrm>
              <a:prstGeom prst="rect">
                <a:avLst/>
              </a:prstGeom>
            </p:spPr>
          </p:pic>
        </p:grpSp>
        <p:pic>
          <p:nvPicPr>
            <p:cNvPr id="15" name="图片 14" descr="图片包含 游戏机, 灯光&#10;&#10;描述已自动生成"/>
            <p:cNvPicPr>
              <a:picLocks noChangeAspect="1"/>
            </p:cNvPicPr>
            <p:nvPr/>
          </p:nvPicPr>
          <p:blipFill>
            <a:blip r:embed="R9f953958502b4d9b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43685" y="3986526"/>
              <a:ext cx="1905343" cy="1930721"/>
            </a:xfrm>
            <a:prstGeom prst="rect">
              <a:avLst/>
            </a:prstGeom>
          </p:spPr>
        </p:pic>
      </p:grpSp>
      <p:pic>
        <p:nvPicPr>
          <p:cNvPr id="17" name="图片 16" descr="卡通人物&#10;&#10;中度可信度描述已自动生成"/>
          <p:cNvPicPr>
            <a:picLocks noChangeAspect="1"/>
          </p:cNvPicPr>
          <p:nvPr/>
        </p:nvPicPr>
        <p:blipFill>
          <a:blip r:embed="Rc4516a7a1e874cb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0899" y="624282"/>
            <a:ext cx="662363" cy="617748"/>
          </a:xfrm>
          <a:prstGeom prst="rect">
            <a:avLst/>
          </a:prstGeom>
        </p:spPr>
      </p:pic>
      <p:pic>
        <p:nvPicPr>
          <p:cNvPr id="18" name="图片 17" descr="卡通人物&#10;&#10;中度可信度描述已自动生成"/>
          <p:cNvPicPr>
            <a:picLocks noChangeAspect="1"/>
          </p:cNvPicPr>
          <p:nvPr/>
        </p:nvPicPr>
        <p:blipFill>
          <a:blip r:embed="Ra554371c4b9c41f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8580752">
            <a:off x="6068537" y="5929339"/>
            <a:ext cx="485080" cy="452407"/>
          </a:xfrm>
          <a:prstGeom prst="rect">
            <a:avLst/>
          </a:prstGeom>
        </p:spPr>
      </p:pic>
      <p:pic>
        <p:nvPicPr>
          <p:cNvPr id="19" name="图片 18" descr="卡通人物&#10;&#10;中度可信度描述已自动生成"/>
          <p:cNvPicPr>
            <a:picLocks noChangeAspect="1"/>
          </p:cNvPicPr>
          <p:nvPr/>
        </p:nvPicPr>
        <p:blipFill>
          <a:blip r:embed="Rc4516a7a1e874cb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43201" y="2594850"/>
            <a:ext cx="662363" cy="617748"/>
          </a:xfrm>
          <a:prstGeom prst="rect">
            <a:avLst/>
          </a:prstGeom>
        </p:spPr>
      </p:pic>
      <p:pic>
        <p:nvPicPr>
          <p:cNvPr id="20" name="图片 19" descr="卡通人物&#10;&#10;中度可信度描述已自动生成"/>
          <p:cNvPicPr>
            <a:picLocks noChangeAspect="1"/>
          </p:cNvPicPr>
          <p:nvPr/>
        </p:nvPicPr>
        <p:blipFill>
          <a:blip r:embed="R2bf7819a4712407d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6977" y="3118786"/>
            <a:ext cx="174716" cy="16294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290903" y="3364231"/>
            <a:ext cx="3262432" cy="1015663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zh-CN" altLang="en-US" sz="6000" b="1">
                <a:solidFill>
                  <a:schemeClr val="bg1"/>
                </a:solidFill>
                <a:effectLst>
                  <a:outerShdw blurRad="114300" sx="102000" sy="102000" algn="ctr" rotWithShape="0">
                    <a:srgbClr val="EE92A1"/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活动内容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2" grpId="0" animBg="1"/>
      <p:bldP spid="2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d7806cca08d14d3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86814" y="167150"/>
            <a:ext cx="11798711" cy="6489291"/>
          </a:xfrm>
          <a:prstGeom prst="rect">
            <a:avLst/>
          </a:prstGeom>
          <a:gradFill>
            <a:gsLst>
              <a:gs pos="67400">
                <a:srgbClr val="FEF3F5"/>
              </a:gs>
              <a:gs pos="0">
                <a:schemeClr val="bg1"/>
              </a:gs>
              <a:gs pos="100000">
                <a:srgbClr val="FDED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 descr="图片包含 游戏机, 灯光&#10;&#10;描述已自动生成"/>
          <p:cNvPicPr>
            <a:picLocks noChangeAspect="1"/>
          </p:cNvPicPr>
          <p:nvPr/>
        </p:nvPicPr>
        <p:blipFill>
          <a:blip r:embed="R68e2e8fa39ba4cc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97" y="396240"/>
            <a:ext cx="692785" cy="7023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25880" y="514986"/>
            <a:ext cx="1863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EE92A1"/>
                </a:solidFill>
                <a:latin typeface="微软雅黑" pitchFamily="34" charset="-122"/>
                <a:ea typeface="微软雅黑" pitchFamily="34" charset="-122"/>
              </a:rPr>
              <a:t>活动内容</a:t>
            </a:r>
          </a:p>
        </p:txBody>
      </p:sp>
      <p:sp>
        <p:nvSpPr>
          <p:cNvPr id="89" name="六边形 9"/>
          <p:cNvSpPr/>
          <p:nvPr/>
        </p:nvSpPr>
        <p:spPr>
          <a:xfrm>
            <a:off x="3477897" y="1325881"/>
            <a:ext cx="2400935" cy="4957445"/>
          </a:xfrm>
          <a:custGeom>
            <a:avLst/>
            <a:gdLst>
              <a:gd name="connsiteX0" fmla="*/ 1297214 w 2401230"/>
              <a:gd name="connsiteY0" fmla="*/ 22821 h 4916608"/>
              <a:gd name="connsiteX1" fmla="*/ 2281828 w 2401230"/>
              <a:gd name="connsiteY1" fmla="*/ 515129 h 4916608"/>
              <a:gd name="connsiteX2" fmla="*/ 2401230 w 2401230"/>
              <a:gd name="connsiteY2" fmla="*/ 708325 h 4916608"/>
              <a:gd name="connsiteX3" fmla="*/ 2401230 w 2401230"/>
              <a:gd name="connsiteY3" fmla="*/ 4208319 h 4916608"/>
              <a:gd name="connsiteX4" fmla="*/ 2281828 w 2401230"/>
              <a:gd name="connsiteY4" fmla="*/ 4401515 h 4916608"/>
              <a:gd name="connsiteX5" fmla="*/ 1297214 w 2401230"/>
              <a:gd name="connsiteY5" fmla="*/ 4893823 h 4916608"/>
              <a:gd name="connsiteX6" fmla="*/ 1104017 w 2401230"/>
              <a:gd name="connsiteY6" fmla="*/ 4893823 h 4916608"/>
              <a:gd name="connsiteX7" fmla="*/ 119402 w 2401230"/>
              <a:gd name="connsiteY7" fmla="*/ 4401515 h 4916608"/>
              <a:gd name="connsiteX8" fmla="*/ 0 w 2401230"/>
              <a:gd name="connsiteY8" fmla="*/ 4208319 h 4916608"/>
              <a:gd name="connsiteX9" fmla="*/ 0 w 2401230"/>
              <a:gd name="connsiteY9" fmla="*/ 708325 h 4916608"/>
              <a:gd name="connsiteX10" fmla="*/ 119402 w 2401230"/>
              <a:gd name="connsiteY10" fmla="*/ 515129 h 4916608"/>
              <a:gd name="connsiteX11" fmla="*/ 1104017 w 2401230"/>
              <a:gd name="connsiteY11" fmla="*/ 22821 h 4916608"/>
              <a:gd name="connsiteX12" fmla="*/ 1297214 w 2401230"/>
              <a:gd name="connsiteY12" fmla="*/ 22821 h 4916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01230" h="4916608">
                <a:moveTo>
                  <a:pt x="1297214" y="22821"/>
                </a:moveTo>
                <a:lnTo>
                  <a:pt x="2281828" y="515129"/>
                </a:lnTo>
                <a:cubicBezTo>
                  <a:pt x="2355021" y="551726"/>
                  <a:pt x="2401230" y="626493"/>
                  <a:pt x="2401230" y="708325"/>
                </a:cubicBezTo>
                <a:lnTo>
                  <a:pt x="2401230" y="4208319"/>
                </a:lnTo>
                <a:cubicBezTo>
                  <a:pt x="2401230" y="4290151"/>
                  <a:pt x="2355021" y="4364918"/>
                  <a:pt x="2281828" y="4401515"/>
                </a:cubicBezTo>
                <a:lnTo>
                  <a:pt x="1297214" y="4893823"/>
                </a:lnTo>
                <a:cubicBezTo>
                  <a:pt x="1236453" y="4924203"/>
                  <a:pt x="1164777" y="4924203"/>
                  <a:pt x="1104017" y="4893823"/>
                </a:cubicBezTo>
                <a:lnTo>
                  <a:pt x="119402" y="4401515"/>
                </a:lnTo>
                <a:cubicBezTo>
                  <a:pt x="46209" y="4364918"/>
                  <a:pt x="0" y="4290151"/>
                  <a:pt x="0" y="4208319"/>
                </a:cubicBezTo>
                <a:lnTo>
                  <a:pt x="0" y="708325"/>
                </a:lnTo>
                <a:cubicBezTo>
                  <a:pt x="0" y="626493"/>
                  <a:pt x="46209" y="551726"/>
                  <a:pt x="119402" y="515129"/>
                </a:cubicBezTo>
                <a:lnTo>
                  <a:pt x="1104017" y="22821"/>
                </a:lnTo>
                <a:cubicBezTo>
                  <a:pt x="1164874" y="-7607"/>
                  <a:pt x="1236356" y="-7607"/>
                  <a:pt x="1297214" y="22821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accent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" name="六边形 10"/>
          <p:cNvSpPr/>
          <p:nvPr/>
        </p:nvSpPr>
        <p:spPr>
          <a:xfrm>
            <a:off x="6277611" y="1325881"/>
            <a:ext cx="2400935" cy="4957445"/>
          </a:xfrm>
          <a:custGeom>
            <a:avLst/>
            <a:gdLst>
              <a:gd name="connsiteX0" fmla="*/ 1297213 w 2401230"/>
              <a:gd name="connsiteY0" fmla="*/ 22821 h 4916646"/>
              <a:gd name="connsiteX1" fmla="*/ 2281828 w 2401230"/>
              <a:gd name="connsiteY1" fmla="*/ 515129 h 4916646"/>
              <a:gd name="connsiteX2" fmla="*/ 2401230 w 2401230"/>
              <a:gd name="connsiteY2" fmla="*/ 708325 h 4916646"/>
              <a:gd name="connsiteX3" fmla="*/ 2401230 w 2401230"/>
              <a:gd name="connsiteY3" fmla="*/ 4208321 h 4916646"/>
              <a:gd name="connsiteX4" fmla="*/ 2281828 w 2401230"/>
              <a:gd name="connsiteY4" fmla="*/ 4401517 h 4916646"/>
              <a:gd name="connsiteX5" fmla="*/ 1297213 w 2401230"/>
              <a:gd name="connsiteY5" fmla="*/ 4893825 h 4916646"/>
              <a:gd name="connsiteX6" fmla="*/ 1104017 w 2401230"/>
              <a:gd name="connsiteY6" fmla="*/ 4893825 h 4916646"/>
              <a:gd name="connsiteX7" fmla="*/ 119402 w 2401230"/>
              <a:gd name="connsiteY7" fmla="*/ 4401517 h 4916646"/>
              <a:gd name="connsiteX8" fmla="*/ 0 w 2401230"/>
              <a:gd name="connsiteY8" fmla="*/ 4208321 h 4916646"/>
              <a:gd name="connsiteX9" fmla="*/ 0 w 2401230"/>
              <a:gd name="connsiteY9" fmla="*/ 708325 h 4916646"/>
              <a:gd name="connsiteX10" fmla="*/ 119402 w 2401230"/>
              <a:gd name="connsiteY10" fmla="*/ 515129 h 4916646"/>
              <a:gd name="connsiteX11" fmla="*/ 1104017 w 2401230"/>
              <a:gd name="connsiteY11" fmla="*/ 22821 h 4916646"/>
              <a:gd name="connsiteX12" fmla="*/ 1297213 w 2401230"/>
              <a:gd name="connsiteY12" fmla="*/ 22821 h 4916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01230" h="4916646">
                <a:moveTo>
                  <a:pt x="1297213" y="22821"/>
                </a:moveTo>
                <a:lnTo>
                  <a:pt x="2281828" y="515129"/>
                </a:lnTo>
                <a:cubicBezTo>
                  <a:pt x="2355021" y="551726"/>
                  <a:pt x="2401230" y="626493"/>
                  <a:pt x="2401230" y="708325"/>
                </a:cubicBezTo>
                <a:lnTo>
                  <a:pt x="2401230" y="4208321"/>
                </a:lnTo>
                <a:cubicBezTo>
                  <a:pt x="2401230" y="4290153"/>
                  <a:pt x="2355021" y="4364920"/>
                  <a:pt x="2281828" y="4401517"/>
                </a:cubicBezTo>
                <a:lnTo>
                  <a:pt x="1297213" y="4893825"/>
                </a:lnTo>
                <a:cubicBezTo>
                  <a:pt x="1236356" y="4924253"/>
                  <a:pt x="1164874" y="4924253"/>
                  <a:pt x="1104017" y="4893825"/>
                </a:cubicBezTo>
                <a:lnTo>
                  <a:pt x="119402" y="4401517"/>
                </a:lnTo>
                <a:cubicBezTo>
                  <a:pt x="46209" y="4364920"/>
                  <a:pt x="0" y="4290153"/>
                  <a:pt x="0" y="4208321"/>
                </a:cubicBezTo>
                <a:lnTo>
                  <a:pt x="0" y="708325"/>
                </a:lnTo>
                <a:cubicBezTo>
                  <a:pt x="0" y="626493"/>
                  <a:pt x="46209" y="551726"/>
                  <a:pt x="119402" y="515129"/>
                </a:cubicBezTo>
                <a:lnTo>
                  <a:pt x="1104017" y="22821"/>
                </a:lnTo>
                <a:cubicBezTo>
                  <a:pt x="1164874" y="-7607"/>
                  <a:pt x="1236356" y="-7607"/>
                  <a:pt x="1297213" y="22821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accent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六边形 11"/>
          <p:cNvSpPr/>
          <p:nvPr/>
        </p:nvSpPr>
        <p:spPr>
          <a:xfrm>
            <a:off x="9077962" y="1325881"/>
            <a:ext cx="2400935" cy="4957445"/>
          </a:xfrm>
          <a:custGeom>
            <a:avLst/>
            <a:gdLst>
              <a:gd name="connsiteX0" fmla="*/ 1297213 w 2401230"/>
              <a:gd name="connsiteY0" fmla="*/ 22821 h 4916643"/>
              <a:gd name="connsiteX1" fmla="*/ 2281828 w 2401230"/>
              <a:gd name="connsiteY1" fmla="*/ 515129 h 4916643"/>
              <a:gd name="connsiteX2" fmla="*/ 2401230 w 2401230"/>
              <a:gd name="connsiteY2" fmla="*/ 708325 h 4916643"/>
              <a:gd name="connsiteX3" fmla="*/ 2401230 w 2401230"/>
              <a:gd name="connsiteY3" fmla="*/ 4208318 h 4916643"/>
              <a:gd name="connsiteX4" fmla="*/ 2281828 w 2401230"/>
              <a:gd name="connsiteY4" fmla="*/ 4401514 h 4916643"/>
              <a:gd name="connsiteX5" fmla="*/ 1297213 w 2401230"/>
              <a:gd name="connsiteY5" fmla="*/ 4893822 h 4916643"/>
              <a:gd name="connsiteX6" fmla="*/ 1104017 w 2401230"/>
              <a:gd name="connsiteY6" fmla="*/ 4893822 h 4916643"/>
              <a:gd name="connsiteX7" fmla="*/ 119402 w 2401230"/>
              <a:gd name="connsiteY7" fmla="*/ 4401514 h 4916643"/>
              <a:gd name="connsiteX8" fmla="*/ 0 w 2401230"/>
              <a:gd name="connsiteY8" fmla="*/ 4208318 h 4916643"/>
              <a:gd name="connsiteX9" fmla="*/ 0 w 2401230"/>
              <a:gd name="connsiteY9" fmla="*/ 708325 h 4916643"/>
              <a:gd name="connsiteX10" fmla="*/ 119402 w 2401230"/>
              <a:gd name="connsiteY10" fmla="*/ 515129 h 4916643"/>
              <a:gd name="connsiteX11" fmla="*/ 1104017 w 2401230"/>
              <a:gd name="connsiteY11" fmla="*/ 22821 h 4916643"/>
              <a:gd name="connsiteX12" fmla="*/ 1297213 w 2401230"/>
              <a:gd name="connsiteY12" fmla="*/ 22821 h 4916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01230" h="4916643">
                <a:moveTo>
                  <a:pt x="1297213" y="22821"/>
                </a:moveTo>
                <a:lnTo>
                  <a:pt x="2281828" y="515129"/>
                </a:lnTo>
                <a:cubicBezTo>
                  <a:pt x="2355021" y="551726"/>
                  <a:pt x="2401230" y="626493"/>
                  <a:pt x="2401230" y="708325"/>
                </a:cubicBezTo>
                <a:lnTo>
                  <a:pt x="2401230" y="4208318"/>
                </a:lnTo>
                <a:cubicBezTo>
                  <a:pt x="2401230" y="4290150"/>
                  <a:pt x="2355021" y="4364917"/>
                  <a:pt x="2281828" y="4401514"/>
                </a:cubicBezTo>
                <a:lnTo>
                  <a:pt x="1297213" y="4893822"/>
                </a:lnTo>
                <a:cubicBezTo>
                  <a:pt x="1236356" y="4924250"/>
                  <a:pt x="1164874" y="4924250"/>
                  <a:pt x="1104017" y="4893822"/>
                </a:cubicBezTo>
                <a:lnTo>
                  <a:pt x="119402" y="4401514"/>
                </a:lnTo>
                <a:cubicBezTo>
                  <a:pt x="46209" y="4364917"/>
                  <a:pt x="0" y="4290150"/>
                  <a:pt x="0" y="4208318"/>
                </a:cubicBezTo>
                <a:lnTo>
                  <a:pt x="0" y="708325"/>
                </a:lnTo>
                <a:cubicBezTo>
                  <a:pt x="0" y="626493"/>
                  <a:pt x="46209" y="551726"/>
                  <a:pt x="119402" y="515129"/>
                </a:cubicBezTo>
                <a:lnTo>
                  <a:pt x="1104017" y="22821"/>
                </a:lnTo>
                <a:cubicBezTo>
                  <a:pt x="1164874" y="-7607"/>
                  <a:pt x="1236356" y="-7607"/>
                  <a:pt x="1297213" y="22821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accent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0" name="六边形 8"/>
          <p:cNvSpPr/>
          <p:nvPr/>
        </p:nvSpPr>
        <p:spPr>
          <a:xfrm>
            <a:off x="677546" y="1325881"/>
            <a:ext cx="2400935" cy="4957445"/>
          </a:xfrm>
          <a:custGeom>
            <a:avLst/>
            <a:gdLst>
              <a:gd name="connsiteX0" fmla="*/ 1297213 w 2401230"/>
              <a:gd name="connsiteY0" fmla="*/ 22821 h 4916646"/>
              <a:gd name="connsiteX1" fmla="*/ 2281828 w 2401230"/>
              <a:gd name="connsiteY1" fmla="*/ 515129 h 4916646"/>
              <a:gd name="connsiteX2" fmla="*/ 2401230 w 2401230"/>
              <a:gd name="connsiteY2" fmla="*/ 708325 h 4916646"/>
              <a:gd name="connsiteX3" fmla="*/ 2401230 w 2401230"/>
              <a:gd name="connsiteY3" fmla="*/ 4208321 h 4916646"/>
              <a:gd name="connsiteX4" fmla="*/ 2281828 w 2401230"/>
              <a:gd name="connsiteY4" fmla="*/ 4401517 h 4916646"/>
              <a:gd name="connsiteX5" fmla="*/ 1297213 w 2401230"/>
              <a:gd name="connsiteY5" fmla="*/ 4893825 h 4916646"/>
              <a:gd name="connsiteX6" fmla="*/ 1104017 w 2401230"/>
              <a:gd name="connsiteY6" fmla="*/ 4893825 h 4916646"/>
              <a:gd name="connsiteX7" fmla="*/ 119402 w 2401230"/>
              <a:gd name="connsiteY7" fmla="*/ 4401517 h 4916646"/>
              <a:gd name="connsiteX8" fmla="*/ 0 w 2401230"/>
              <a:gd name="connsiteY8" fmla="*/ 4208321 h 4916646"/>
              <a:gd name="connsiteX9" fmla="*/ 0 w 2401230"/>
              <a:gd name="connsiteY9" fmla="*/ 708325 h 4916646"/>
              <a:gd name="connsiteX10" fmla="*/ 119402 w 2401230"/>
              <a:gd name="connsiteY10" fmla="*/ 515129 h 4916646"/>
              <a:gd name="connsiteX11" fmla="*/ 1104017 w 2401230"/>
              <a:gd name="connsiteY11" fmla="*/ 22821 h 4916646"/>
              <a:gd name="connsiteX12" fmla="*/ 1297213 w 2401230"/>
              <a:gd name="connsiteY12" fmla="*/ 22821 h 4916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01230" h="4916646">
                <a:moveTo>
                  <a:pt x="1297213" y="22821"/>
                </a:moveTo>
                <a:lnTo>
                  <a:pt x="2281828" y="515129"/>
                </a:lnTo>
                <a:cubicBezTo>
                  <a:pt x="2355022" y="551726"/>
                  <a:pt x="2401230" y="626493"/>
                  <a:pt x="2401230" y="708325"/>
                </a:cubicBezTo>
                <a:lnTo>
                  <a:pt x="2401230" y="4208321"/>
                </a:lnTo>
                <a:cubicBezTo>
                  <a:pt x="2401230" y="4290153"/>
                  <a:pt x="2355022" y="4364921"/>
                  <a:pt x="2281828" y="4401517"/>
                </a:cubicBezTo>
                <a:lnTo>
                  <a:pt x="1297213" y="4893825"/>
                </a:lnTo>
                <a:cubicBezTo>
                  <a:pt x="1236356" y="4924254"/>
                  <a:pt x="1164874" y="4924254"/>
                  <a:pt x="1104017" y="4893825"/>
                </a:cubicBezTo>
                <a:lnTo>
                  <a:pt x="119402" y="4401517"/>
                </a:lnTo>
                <a:cubicBezTo>
                  <a:pt x="46208" y="4364921"/>
                  <a:pt x="0" y="4290153"/>
                  <a:pt x="0" y="4208321"/>
                </a:cubicBezTo>
                <a:lnTo>
                  <a:pt x="0" y="708325"/>
                </a:lnTo>
                <a:cubicBezTo>
                  <a:pt x="0" y="626493"/>
                  <a:pt x="46208" y="551726"/>
                  <a:pt x="119402" y="515129"/>
                </a:cubicBezTo>
                <a:lnTo>
                  <a:pt x="1104017" y="22821"/>
                </a:lnTo>
                <a:cubicBezTo>
                  <a:pt x="1164874" y="-7607"/>
                  <a:pt x="1236356" y="-7607"/>
                  <a:pt x="1297213" y="22821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accent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9" name="矩形: 圆角 78"/>
          <p:cNvSpPr/>
          <p:nvPr/>
        </p:nvSpPr>
        <p:spPr>
          <a:xfrm>
            <a:off x="1208405" y="3903347"/>
            <a:ext cx="1356995" cy="42481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6B87"/>
              </a:gs>
              <a:gs pos="100000">
                <a:srgbClr val="EE92A1"/>
              </a:gs>
            </a:gsLst>
            <a:lin ang="18900000" scaled="0"/>
          </a:gra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4008120" y="3903347"/>
            <a:ext cx="1356995" cy="42481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6B87"/>
              </a:gs>
              <a:gs pos="100000">
                <a:srgbClr val="EE92A1"/>
              </a:gs>
            </a:gsLst>
            <a:lin ang="18900000" scaled="0"/>
          </a:gra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矩形: 圆角 80"/>
          <p:cNvSpPr/>
          <p:nvPr/>
        </p:nvSpPr>
        <p:spPr>
          <a:xfrm>
            <a:off x="6808471" y="3903347"/>
            <a:ext cx="1356995" cy="42481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6B87"/>
              </a:gs>
              <a:gs pos="100000">
                <a:srgbClr val="EE92A1"/>
              </a:gs>
            </a:gsLst>
            <a:lin ang="18900000" scaled="0"/>
          </a:gra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9608185" y="3913507"/>
            <a:ext cx="1356995" cy="42481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6B87"/>
              </a:gs>
              <a:gs pos="100000">
                <a:srgbClr val="EE92A1"/>
              </a:gs>
            </a:gsLst>
            <a:lin ang="18900000" scaled="0"/>
          </a:gra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999490" y="1977390"/>
            <a:ext cx="1748791" cy="1748790"/>
          </a:xfrm>
          <a:prstGeom prst="ellipse">
            <a:avLst/>
          </a:prstGeom>
          <a:blipFill dpi="0" rotWithShape="1">
            <a:blip r:embed="R27643fde4c65453c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tile tx="6350" ty="-158750" sx="100000" sy="100000" flip="none" algn="t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803650" y="1977390"/>
            <a:ext cx="1748791" cy="1748790"/>
          </a:xfrm>
          <a:prstGeom prst="ellipse">
            <a:avLst/>
          </a:prstGeom>
          <a:blipFill dpi="0" rotWithShape="1">
            <a:blip r:embed="R312d1deca56940f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tile tx="6350" ty="-158750" sx="100000" sy="100000" flip="none" algn="t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607810" y="1977390"/>
            <a:ext cx="1748791" cy="1748790"/>
          </a:xfrm>
          <a:prstGeom prst="ellipse">
            <a:avLst/>
          </a:prstGeom>
          <a:blipFill dpi="0" rotWithShape="1">
            <a:blip r:embed="R27643fde4c65453c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tile tx="6350" ty="-158750" sx="100000" sy="100000" flip="none" algn="t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9411970" y="1977390"/>
            <a:ext cx="1748791" cy="1748790"/>
          </a:xfrm>
          <a:prstGeom prst="ellipse">
            <a:avLst/>
          </a:prstGeom>
          <a:blipFill dpi="0" rotWithShape="1">
            <a:blip r:embed="R312d1deca56940f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tile tx="6350" ty="-158750" sx="100000" sy="100000" flip="none" algn="t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222375" y="3931285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请输入标题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753110" y="4505326"/>
            <a:ext cx="22415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39871" y="3931285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请输入标题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570606" y="4505326"/>
            <a:ext cx="22415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26885" y="3931285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请输入标题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357621" y="4505326"/>
            <a:ext cx="22415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654540" y="3931285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请输入标题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185275" y="4505326"/>
            <a:ext cx="22415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89" grpId="0" animBg="1"/>
      <p:bldP spid="89" grpId="1" animBg="1"/>
      <p:bldP spid="88" grpId="0" animBg="1"/>
      <p:bldP spid="88" grpId="1" animBg="1"/>
      <p:bldP spid="87" grpId="0" animBg="1"/>
      <p:bldP spid="87" grpId="1" animBg="1"/>
      <p:bldP spid="90" grpId="0" animBg="1"/>
      <p:bldP spid="90" grpId="1" animBg="1"/>
      <p:bldP spid="79" grpId="0" animBg="1"/>
      <p:bldP spid="79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18" grpId="0" animBg="1"/>
      <p:bldP spid="18" grpId="1" animBg="1"/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  <p:bldP spid="27" grpId="0"/>
      <p:bldP spid="27" grpId="1"/>
      <p:bldP spid="28" grpId="0"/>
      <p:bldP spid="2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5db7e8f4d778425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86814" y="167150"/>
            <a:ext cx="11798711" cy="6489291"/>
          </a:xfrm>
          <a:prstGeom prst="rect">
            <a:avLst/>
          </a:prstGeom>
          <a:gradFill>
            <a:gsLst>
              <a:gs pos="67400">
                <a:srgbClr val="FEF3F5"/>
              </a:gs>
              <a:gs pos="0">
                <a:schemeClr val="bg1"/>
              </a:gs>
              <a:gs pos="100000">
                <a:srgbClr val="FDED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 descr="图片包含 游戏机, 灯光&#10;&#10;描述已自动生成"/>
          <p:cNvPicPr>
            <a:picLocks noChangeAspect="1"/>
          </p:cNvPicPr>
          <p:nvPr/>
        </p:nvPicPr>
        <p:blipFill>
          <a:blip r:embed="Rceedcd1e1cbb4d3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97" y="396240"/>
            <a:ext cx="692785" cy="7023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25880" y="514986"/>
            <a:ext cx="1863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EE92A1"/>
                </a:solidFill>
                <a:latin typeface="微软雅黑" pitchFamily="34" charset="-122"/>
                <a:ea typeface="微软雅黑" pitchFamily="34" charset="-122"/>
              </a:rPr>
              <a:t>活动内容</a:t>
            </a:r>
          </a:p>
        </p:txBody>
      </p:sp>
      <p:cxnSp>
        <p:nvCxnSpPr>
          <p:cNvPr id="39" name="直接连接符 38"/>
          <p:cNvCxnSpPr/>
          <p:nvPr/>
        </p:nvCxnSpPr>
        <p:spPr>
          <a:xfrm>
            <a:off x="4978401" y="2343787"/>
            <a:ext cx="6437631" cy="9525"/>
          </a:xfrm>
          <a:prstGeom prst="line">
            <a:avLst/>
          </a:prstGeom>
          <a:ln>
            <a:solidFill>
              <a:srgbClr val="EE92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4978402" y="1351280"/>
            <a:ext cx="8255" cy="792480"/>
          </a:xfrm>
          <a:prstGeom prst="line">
            <a:avLst/>
          </a:prstGeom>
          <a:ln w="41275">
            <a:solidFill>
              <a:srgbClr val="EE92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4986655" y="3545842"/>
            <a:ext cx="6437631" cy="9525"/>
          </a:xfrm>
          <a:prstGeom prst="line">
            <a:avLst/>
          </a:prstGeom>
          <a:ln>
            <a:solidFill>
              <a:srgbClr val="EE92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986657" y="2553335"/>
            <a:ext cx="8255" cy="792480"/>
          </a:xfrm>
          <a:prstGeom prst="line">
            <a:avLst/>
          </a:prstGeom>
          <a:ln w="41275">
            <a:solidFill>
              <a:srgbClr val="EE92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994910" y="4747897"/>
            <a:ext cx="6437631" cy="9525"/>
          </a:xfrm>
          <a:prstGeom prst="line">
            <a:avLst/>
          </a:prstGeom>
          <a:ln>
            <a:solidFill>
              <a:srgbClr val="EE92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994911" y="3755390"/>
            <a:ext cx="8255" cy="792480"/>
          </a:xfrm>
          <a:prstGeom prst="line">
            <a:avLst/>
          </a:prstGeom>
          <a:ln w="41275">
            <a:solidFill>
              <a:srgbClr val="EE92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003164" y="5949952"/>
            <a:ext cx="6437631" cy="9525"/>
          </a:xfrm>
          <a:prstGeom prst="line">
            <a:avLst/>
          </a:prstGeom>
          <a:ln>
            <a:solidFill>
              <a:srgbClr val="EE92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003166" y="4957445"/>
            <a:ext cx="8255" cy="792480"/>
          </a:xfrm>
          <a:prstGeom prst="line">
            <a:avLst/>
          </a:prstGeom>
          <a:ln w="41275">
            <a:solidFill>
              <a:srgbClr val="EE92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 descr="图片包含 游戏机, 灯光&#10;&#10;描述已自动生成"/>
          <p:cNvPicPr>
            <a:picLocks noChangeAspect="1"/>
          </p:cNvPicPr>
          <p:nvPr/>
        </p:nvPicPr>
        <p:blipFill>
          <a:blip r:embed="R82784c118c874b5a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561" y="1544322"/>
            <a:ext cx="4436745" cy="4231005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833755" y="1301117"/>
            <a:ext cx="4044951" cy="4636135"/>
            <a:chOff x="583791" y="3544852"/>
            <a:chExt cx="2422866" cy="2776782"/>
          </a:xfrm>
        </p:grpSpPr>
        <p:pic>
          <p:nvPicPr>
            <p:cNvPr id="19" name="图片 18" descr="盘子里放着蛋糕&#10;&#10;中度可信度描述已自动生成"/>
            <p:cNvPicPr>
              <a:picLocks noChangeAspect="1"/>
            </p:cNvPicPr>
            <p:nvPr/>
          </p:nvPicPr>
          <p:blipFill>
            <a:blip r:embed="R28008a1f04fd497d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3791" y="5703886"/>
              <a:ext cx="2422866" cy="617748"/>
            </a:xfrm>
            <a:prstGeom prst="rect">
              <a:avLst/>
            </a:prstGeom>
          </p:spPr>
        </p:pic>
        <p:pic>
          <p:nvPicPr>
            <p:cNvPr id="20" name="图片 19" descr="花瓶里的蜡烛&#10;&#10;描述已自动生成"/>
            <p:cNvPicPr>
              <a:picLocks noChangeAspect="1"/>
            </p:cNvPicPr>
            <p:nvPr/>
          </p:nvPicPr>
          <p:blipFill>
            <a:blip r:embed="Re87af11286484c8f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7688" y="3544852"/>
              <a:ext cx="2195677" cy="2631737"/>
            </a:xfrm>
            <a:prstGeom prst="rect">
              <a:avLst/>
            </a:prstGeom>
          </p:spPr>
        </p:pic>
      </p:grpSp>
      <p:pic>
        <p:nvPicPr>
          <p:cNvPr id="21" name="图片 20" descr="图片包含 游戏机, 灯光&#10;&#10;描述已自动生成"/>
          <p:cNvPicPr>
            <a:picLocks noChangeAspect="1"/>
          </p:cNvPicPr>
          <p:nvPr/>
        </p:nvPicPr>
        <p:blipFill>
          <a:blip r:embed="R9956c53241ba40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5416" y="3677287"/>
            <a:ext cx="1792605" cy="1816735"/>
          </a:xfrm>
          <a:prstGeom prst="rect">
            <a:avLst/>
          </a:prstGeom>
        </p:spPr>
      </p:pic>
      <p:pic>
        <p:nvPicPr>
          <p:cNvPr id="22" name="图片 21" descr="卡通人物&#10;&#10;中度可信度描述已自动生成"/>
          <p:cNvPicPr>
            <a:picLocks noChangeAspect="1"/>
          </p:cNvPicPr>
          <p:nvPr/>
        </p:nvPicPr>
        <p:blipFill>
          <a:blip r:embed="R25ff63434d794b1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8580752">
            <a:off x="807086" y="4382135"/>
            <a:ext cx="455930" cy="425451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5111751" y="1631315"/>
            <a:ext cx="62484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111751" y="2823212"/>
            <a:ext cx="62484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111751" y="4065907"/>
            <a:ext cx="62484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111751" y="5250817"/>
            <a:ext cx="62484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111751" y="1290955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26B87"/>
                </a:solidFill>
                <a:latin typeface="微软雅黑" pitchFamily="34" charset="-122"/>
                <a:ea typeface="微软雅黑" pitchFamily="34" charset="-122"/>
              </a:rPr>
              <a:t>请输入标题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106671" y="2484755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26B87"/>
                </a:solidFill>
                <a:latin typeface="微软雅黑" pitchFamily="34" charset="-122"/>
                <a:ea typeface="微软雅黑" pitchFamily="34" charset="-122"/>
              </a:rPr>
              <a:t>请输入标题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104131" y="3694430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26B87"/>
                </a:solidFill>
                <a:latin typeface="微软雅黑" pitchFamily="34" charset="-122"/>
                <a:ea typeface="微软雅黑" pitchFamily="34" charset="-122"/>
              </a:rPr>
              <a:t>请输入标题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101591" y="4896485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26B87"/>
                </a:solidFill>
                <a:latin typeface="微软雅黑" pitchFamily="34" charset="-122"/>
                <a:ea typeface="微软雅黑" pitchFamily="34" charset="-122"/>
              </a:rPr>
              <a:t>请输入标题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28" grpId="0"/>
      <p:bldP spid="28" grpId="1"/>
      <p:bldP spid="23" grpId="0"/>
      <p:bldP spid="23" grpId="1"/>
      <p:bldP spid="24" grpId="0"/>
      <p:bldP spid="24" grpId="1"/>
      <p:bldP spid="25" grpId="0"/>
      <p:bldP spid="25" grpId="1"/>
      <p:bldP spid="27" grpId="0"/>
      <p:bldP spid="27" grpId="1"/>
      <p:bldP spid="13" grpId="0"/>
      <p:bldP spid="13" grpId="1"/>
      <p:bldP spid="14" grpId="0"/>
      <p:bldP spid="14" grpId="1"/>
      <p:bldP spid="15" grpId="0"/>
      <p:bldP spid="15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f5a0d19dfdbe424c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86814" y="167150"/>
            <a:ext cx="11798711" cy="6489291"/>
          </a:xfrm>
          <a:prstGeom prst="rect">
            <a:avLst/>
          </a:prstGeom>
          <a:gradFill>
            <a:gsLst>
              <a:gs pos="67400">
                <a:srgbClr val="FEF3F5"/>
              </a:gs>
              <a:gs pos="0">
                <a:schemeClr val="bg1"/>
              </a:gs>
              <a:gs pos="100000">
                <a:srgbClr val="FDED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 descr="图片包含 游戏机, 灯光&#10;&#10;描述已自动生成"/>
          <p:cNvPicPr>
            <a:picLocks noChangeAspect="1"/>
          </p:cNvPicPr>
          <p:nvPr/>
        </p:nvPicPr>
        <p:blipFill>
          <a:blip r:embed="R7e4713f5ade5425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97" y="396240"/>
            <a:ext cx="692785" cy="7023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25880" y="514986"/>
            <a:ext cx="1863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EE92A1"/>
                </a:solidFill>
                <a:latin typeface="微软雅黑" pitchFamily="34" charset="-122"/>
                <a:ea typeface="微软雅黑" pitchFamily="34" charset="-122"/>
              </a:rPr>
              <a:t>活动内容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779781" y="1753872"/>
            <a:ext cx="4019551" cy="1781175"/>
          </a:xfrm>
          <a:prstGeom prst="roundRect">
            <a:avLst>
              <a:gd name="adj" fmla="val 11847"/>
            </a:avLst>
          </a:prstGeom>
          <a:solidFill>
            <a:schemeClr val="bg1"/>
          </a:solidFill>
          <a:ln>
            <a:noFill/>
          </a:ln>
          <a:effectLst>
            <a:innerShdw blurRad="63500">
              <a:srgbClr val="F26B87">
                <a:alpha val="47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122171" y="1534795"/>
            <a:ext cx="1335405" cy="584835"/>
          </a:xfrm>
          <a:prstGeom prst="roundRect">
            <a:avLst>
              <a:gd name="adj" fmla="val 11847"/>
            </a:avLst>
          </a:prstGeom>
          <a:gradFill>
            <a:gsLst>
              <a:gs pos="0">
                <a:srgbClr val="F26B87"/>
              </a:gs>
              <a:gs pos="100000">
                <a:srgbClr val="EE92A1"/>
              </a:gs>
            </a:gsLst>
            <a:lin ang="18900000" scaled="0"/>
          </a:gradFill>
          <a:ln>
            <a:noFill/>
          </a:ln>
          <a:effectLst>
            <a:innerShdw blurRad="63500">
              <a:srgbClr val="F26B87">
                <a:alpha val="47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459981" y="1753872"/>
            <a:ext cx="4019551" cy="1781175"/>
          </a:xfrm>
          <a:prstGeom prst="roundRect">
            <a:avLst>
              <a:gd name="adj" fmla="val 11847"/>
            </a:avLst>
          </a:prstGeom>
          <a:solidFill>
            <a:schemeClr val="bg1"/>
          </a:solidFill>
          <a:ln>
            <a:noFill/>
          </a:ln>
          <a:effectLst>
            <a:innerShdw blurRad="63500">
              <a:srgbClr val="F26B87">
                <a:alpha val="47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802371" y="1534795"/>
            <a:ext cx="1335405" cy="584835"/>
          </a:xfrm>
          <a:prstGeom prst="roundRect">
            <a:avLst>
              <a:gd name="adj" fmla="val 11847"/>
            </a:avLst>
          </a:prstGeom>
          <a:gradFill>
            <a:gsLst>
              <a:gs pos="0">
                <a:srgbClr val="F26B87"/>
              </a:gs>
              <a:gs pos="100000">
                <a:srgbClr val="EE92A1"/>
              </a:gs>
            </a:gsLst>
            <a:lin ang="18900000" scaled="0"/>
          </a:gradFill>
          <a:ln>
            <a:noFill/>
          </a:ln>
          <a:effectLst>
            <a:innerShdw blurRad="63500">
              <a:srgbClr val="F26B87">
                <a:alpha val="47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80415" y="4014472"/>
            <a:ext cx="4019551" cy="1781175"/>
          </a:xfrm>
          <a:prstGeom prst="roundRect">
            <a:avLst>
              <a:gd name="adj" fmla="val 11847"/>
            </a:avLst>
          </a:prstGeom>
          <a:solidFill>
            <a:schemeClr val="bg1"/>
          </a:solidFill>
          <a:ln>
            <a:noFill/>
          </a:ln>
          <a:effectLst>
            <a:innerShdw blurRad="63500">
              <a:srgbClr val="F26B87">
                <a:alpha val="47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2122806" y="3795395"/>
            <a:ext cx="1335405" cy="584835"/>
          </a:xfrm>
          <a:prstGeom prst="roundRect">
            <a:avLst>
              <a:gd name="adj" fmla="val 11847"/>
            </a:avLst>
          </a:prstGeom>
          <a:gradFill>
            <a:gsLst>
              <a:gs pos="0">
                <a:srgbClr val="F26B87"/>
              </a:gs>
              <a:gs pos="100000">
                <a:srgbClr val="EE92A1"/>
              </a:gs>
            </a:gsLst>
            <a:lin ang="18900000" scaled="0"/>
          </a:gradFill>
          <a:ln>
            <a:noFill/>
          </a:ln>
          <a:effectLst>
            <a:innerShdw blurRad="63500">
              <a:srgbClr val="F26B87">
                <a:alpha val="47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460615" y="4014472"/>
            <a:ext cx="4019551" cy="1781175"/>
          </a:xfrm>
          <a:prstGeom prst="roundRect">
            <a:avLst>
              <a:gd name="adj" fmla="val 11847"/>
            </a:avLst>
          </a:prstGeom>
          <a:solidFill>
            <a:schemeClr val="bg1"/>
          </a:solidFill>
          <a:ln>
            <a:noFill/>
          </a:ln>
          <a:effectLst>
            <a:innerShdw blurRad="63500">
              <a:srgbClr val="F26B87">
                <a:alpha val="47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803006" y="3795395"/>
            <a:ext cx="1335405" cy="584835"/>
          </a:xfrm>
          <a:prstGeom prst="roundRect">
            <a:avLst>
              <a:gd name="adj" fmla="val 11847"/>
            </a:avLst>
          </a:prstGeom>
          <a:gradFill>
            <a:gsLst>
              <a:gs pos="0">
                <a:srgbClr val="F26B87"/>
              </a:gs>
              <a:gs pos="100000">
                <a:srgbClr val="EE92A1"/>
              </a:gs>
            </a:gsLst>
            <a:lin ang="18900000" scaled="0"/>
          </a:gradFill>
          <a:ln>
            <a:noFill/>
          </a:ln>
          <a:effectLst>
            <a:innerShdw blurRad="63500">
              <a:srgbClr val="F26B87">
                <a:alpha val="47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2" name="图片 21" descr="盘子里放着蛋糕&#10;&#10;中度可信度描述已自动生成"/>
          <p:cNvPicPr>
            <a:picLocks noChangeAspect="1"/>
          </p:cNvPicPr>
          <p:nvPr/>
        </p:nvPicPr>
        <p:blipFill>
          <a:blip r:embed="R62aebd5bc53c4f6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1855" y="4439920"/>
            <a:ext cx="2778760" cy="708660"/>
          </a:xfrm>
          <a:prstGeom prst="rect">
            <a:avLst/>
          </a:prstGeom>
        </p:spPr>
      </p:pic>
      <p:pic>
        <p:nvPicPr>
          <p:cNvPr id="32" name="图片 31" descr="碗里的化妆品&#10;&#10;中度可信度描述已自动生成"/>
          <p:cNvPicPr>
            <a:picLocks noChangeAspect="1"/>
          </p:cNvPicPr>
          <p:nvPr/>
        </p:nvPicPr>
        <p:blipFill>
          <a:blip r:embed="R14155b807dfe418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2056" y="2483485"/>
            <a:ext cx="2793365" cy="226123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2126615" y="1643380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请输入标题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150621" y="2310766"/>
            <a:ext cx="32778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32331" y="3903345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请输入标题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156335" y="4570731"/>
            <a:ext cx="32778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812531" y="1642745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请输入标题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836535" y="2310131"/>
            <a:ext cx="32778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818245" y="3902710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请输入标题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842250" y="4570096"/>
            <a:ext cx="32778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请根据具体情况进行修改，请输入你的文本。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27" grpId="0"/>
      <p:bldP spid="27" grpId="1"/>
      <p:bldP spid="28" grpId="0"/>
      <p:bldP spid="28" grpId="1"/>
      <p:bldP spid="10" grpId="0"/>
      <p:bldP spid="10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黑暗里有花&#10;&#10;描述已自动生成"/>
          <p:cNvPicPr>
            <a:picLocks noChangeAspect="1"/>
          </p:cNvPicPr>
          <p:nvPr/>
        </p:nvPicPr>
        <p:blipFill>
          <a:blip r:embed="Rb48a61ced4064e0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176422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772452" y="2594852"/>
            <a:ext cx="870751" cy="76944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4400">
                <a:solidFill>
                  <a:schemeClr val="bg1"/>
                </a:solidFill>
                <a:effectLst>
                  <a:outerShdw blurRad="114300" sx="102000" sy="102000" algn="ctr" rotWithShape="0">
                    <a:srgbClr val="EE92A1"/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04</a:t>
            </a:r>
            <a:endParaRPr lang="zh-CN" altLang="en-US" sz="4400">
              <a:solidFill>
                <a:schemeClr val="bg1"/>
              </a:solidFill>
              <a:effectLst>
                <a:outerShdw blurRad="114300" sx="102000" sy="102000" algn="ctr" rotWithShape="0">
                  <a:srgbClr val="EE92A1"/>
                </a:outerShd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51896" y="2279375"/>
            <a:ext cx="5092632" cy="4355751"/>
            <a:chOff x="551896" y="2319129"/>
            <a:chExt cx="5092632" cy="4355751"/>
          </a:xfrm>
        </p:grpSpPr>
        <p:pic>
          <p:nvPicPr>
            <p:cNvPr id="16" name="图片 15" descr="图片包含 游戏机, 灯光&#10;&#10;描述已自动生成"/>
            <p:cNvPicPr>
              <a:picLocks noChangeAspect="1"/>
            </p:cNvPicPr>
            <p:nvPr/>
          </p:nvPicPr>
          <p:blipFill>
            <a:blip r:embed="Rc0e257aa8a2e4a1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1896" y="2319129"/>
              <a:ext cx="5092632" cy="4355751"/>
            </a:xfrm>
            <a:prstGeom prst="rect">
              <a:avLst/>
            </a:prstGeom>
          </p:spPr>
        </p:pic>
        <p:grpSp>
          <p:nvGrpSpPr>
            <p:cNvPr id="7" name="组合 6"/>
            <p:cNvGrpSpPr/>
            <p:nvPr/>
          </p:nvGrpSpPr>
          <p:grpSpPr>
            <a:xfrm>
              <a:off x="718527" y="2594850"/>
              <a:ext cx="4605382" cy="3737286"/>
              <a:chOff x="9301629" y="4355468"/>
              <a:chExt cx="2422866" cy="1966166"/>
            </a:xfrm>
          </p:grpSpPr>
          <p:pic>
            <p:nvPicPr>
              <p:cNvPr id="13" name="图片 12" descr="盘子里放着蛋糕&#10;&#10;中度可信度描述已自动生成"/>
              <p:cNvPicPr>
                <a:picLocks noChangeAspect="1"/>
              </p:cNvPicPr>
              <p:nvPr/>
            </p:nvPicPr>
            <p:blipFill>
              <a:blip r:embed="R074584728bfa488d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301629" y="5703886"/>
                <a:ext cx="2422866" cy="617748"/>
              </a:xfrm>
              <a:prstGeom prst="rect">
                <a:avLst/>
              </a:prstGeom>
            </p:spPr>
          </p:pic>
          <p:pic>
            <p:nvPicPr>
              <p:cNvPr id="14" name="图片 13" descr="黑暗里有星球&#10;&#10;中度可信度描述已自动生成"/>
              <p:cNvPicPr>
                <a:picLocks noChangeAspect="1"/>
              </p:cNvPicPr>
              <p:nvPr/>
            </p:nvPicPr>
            <p:blipFill>
              <a:blip r:embed="Re44db44d4e7c4ac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712179" y="4355468"/>
                <a:ext cx="1578077" cy="1578077"/>
              </a:xfrm>
              <a:prstGeom prst="rect">
                <a:avLst/>
              </a:prstGeom>
            </p:spPr>
          </p:pic>
        </p:grpSp>
        <p:pic>
          <p:nvPicPr>
            <p:cNvPr id="15" name="图片 14" descr="图片包含 游戏机, 灯光&#10;&#10;描述已自动生成"/>
            <p:cNvPicPr>
              <a:picLocks noChangeAspect="1"/>
            </p:cNvPicPr>
            <p:nvPr/>
          </p:nvPicPr>
          <p:blipFill>
            <a:blip r:embed="Rfb08fa2b508a449e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43685" y="3986526"/>
              <a:ext cx="1905343" cy="1930721"/>
            </a:xfrm>
            <a:prstGeom prst="rect">
              <a:avLst/>
            </a:prstGeom>
          </p:spPr>
        </p:pic>
      </p:grpSp>
      <p:pic>
        <p:nvPicPr>
          <p:cNvPr id="17" name="图片 16" descr="卡通人物&#10;&#10;中度可信度描述已自动生成"/>
          <p:cNvPicPr>
            <a:picLocks noChangeAspect="1"/>
          </p:cNvPicPr>
          <p:nvPr/>
        </p:nvPicPr>
        <p:blipFill>
          <a:blip r:embed="Rf7381daa8418466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0899" y="624282"/>
            <a:ext cx="662363" cy="617748"/>
          </a:xfrm>
          <a:prstGeom prst="rect">
            <a:avLst/>
          </a:prstGeom>
        </p:spPr>
      </p:pic>
      <p:pic>
        <p:nvPicPr>
          <p:cNvPr id="18" name="图片 17" descr="卡通人物&#10;&#10;中度可信度描述已自动生成"/>
          <p:cNvPicPr>
            <a:picLocks noChangeAspect="1"/>
          </p:cNvPicPr>
          <p:nvPr/>
        </p:nvPicPr>
        <p:blipFill>
          <a:blip r:embed="Rcfa883bedbc34a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8580752">
            <a:off x="6068537" y="5929339"/>
            <a:ext cx="485080" cy="452407"/>
          </a:xfrm>
          <a:prstGeom prst="rect">
            <a:avLst/>
          </a:prstGeom>
        </p:spPr>
      </p:pic>
      <p:pic>
        <p:nvPicPr>
          <p:cNvPr id="19" name="图片 18" descr="卡通人物&#10;&#10;中度可信度描述已自动生成"/>
          <p:cNvPicPr>
            <a:picLocks noChangeAspect="1"/>
          </p:cNvPicPr>
          <p:nvPr/>
        </p:nvPicPr>
        <p:blipFill>
          <a:blip r:embed="Rf7381daa8418466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43201" y="2594850"/>
            <a:ext cx="662363" cy="617748"/>
          </a:xfrm>
          <a:prstGeom prst="rect">
            <a:avLst/>
          </a:prstGeom>
        </p:spPr>
      </p:pic>
      <p:pic>
        <p:nvPicPr>
          <p:cNvPr id="20" name="图片 19" descr="卡通人物&#10;&#10;中度可信度描述已自动生成"/>
          <p:cNvPicPr>
            <a:picLocks noChangeAspect="1"/>
          </p:cNvPicPr>
          <p:nvPr/>
        </p:nvPicPr>
        <p:blipFill>
          <a:blip r:embed="Rbcaf22f7d5e44cf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6977" y="3118786"/>
            <a:ext cx="174716" cy="16294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290903" y="3364231"/>
            <a:ext cx="3262432" cy="1015663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zh-CN" altLang="en-US" sz="6000" b="1">
                <a:solidFill>
                  <a:schemeClr val="bg1"/>
                </a:solidFill>
                <a:effectLst>
                  <a:outerShdw blurRad="114300" sx="102000" sy="102000" algn="ctr" rotWithShape="0">
                    <a:srgbClr val="EE92A1"/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活动总结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2" grpId="0" animBg="1"/>
      <p:bldP spid="2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c2908463b0a0437d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86814" y="167150"/>
            <a:ext cx="11798711" cy="6489291"/>
          </a:xfrm>
          <a:prstGeom prst="rect">
            <a:avLst/>
          </a:prstGeom>
          <a:gradFill>
            <a:gsLst>
              <a:gs pos="67400">
                <a:srgbClr val="FEF3F5"/>
              </a:gs>
              <a:gs pos="0">
                <a:schemeClr val="bg1"/>
              </a:gs>
              <a:gs pos="100000">
                <a:srgbClr val="FDED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 descr="图片包含 游戏机, 灯光&#10;&#10;描述已自动生成"/>
          <p:cNvPicPr>
            <a:picLocks noChangeAspect="1"/>
          </p:cNvPicPr>
          <p:nvPr/>
        </p:nvPicPr>
        <p:blipFill>
          <a:blip r:embed="R17087d00e0b147f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97" y="396240"/>
            <a:ext cx="692785" cy="7023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25880" y="514986"/>
            <a:ext cx="1863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EE92A1"/>
                </a:solidFill>
                <a:latin typeface="微软雅黑" pitchFamily="34" charset="-122"/>
                <a:ea typeface="微软雅黑" pitchFamily="34" charset="-122"/>
              </a:rPr>
              <a:t>活动总结</a:t>
            </a:r>
          </a:p>
        </p:txBody>
      </p:sp>
      <p:sp>
        <p:nvSpPr>
          <p:cNvPr id="5" name="矩形: 圆角 25"/>
          <p:cNvSpPr/>
          <p:nvPr/>
        </p:nvSpPr>
        <p:spPr>
          <a:xfrm>
            <a:off x="716917" y="1662430"/>
            <a:ext cx="2720975" cy="4007485"/>
          </a:xfrm>
          <a:prstGeom prst="roundRect">
            <a:avLst>
              <a:gd name="adj" fmla="val 10323"/>
            </a:avLst>
          </a:prstGeom>
          <a:solidFill>
            <a:schemeClr val="bg1"/>
          </a:solidFill>
          <a:ln w="9525">
            <a:gradFill>
              <a:gsLst>
                <a:gs pos="100000">
                  <a:schemeClr val="bg1">
                    <a:alpha val="0"/>
                  </a:schemeClr>
                </a:gs>
                <a:gs pos="0">
                  <a:srgbClr val="EE92A1"/>
                </a:gs>
              </a:gsLst>
              <a:lin ang="5400000" scaled="1"/>
            </a:gradFill>
          </a:ln>
          <a:effectLst>
            <a:innerShdw blurRad="63500">
              <a:srgbClr val="F26B87">
                <a:alpha val="49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: 圆角 25"/>
          <p:cNvSpPr/>
          <p:nvPr/>
        </p:nvSpPr>
        <p:spPr>
          <a:xfrm>
            <a:off x="3879217" y="1662430"/>
            <a:ext cx="2720975" cy="4007485"/>
          </a:xfrm>
          <a:prstGeom prst="roundRect">
            <a:avLst>
              <a:gd name="adj" fmla="val 10323"/>
            </a:avLst>
          </a:prstGeom>
          <a:solidFill>
            <a:schemeClr val="bg1"/>
          </a:solidFill>
          <a:ln w="9525">
            <a:gradFill>
              <a:gsLst>
                <a:gs pos="100000">
                  <a:schemeClr val="bg1">
                    <a:alpha val="0"/>
                  </a:schemeClr>
                </a:gs>
                <a:gs pos="0">
                  <a:srgbClr val="EE92A1"/>
                </a:gs>
              </a:gsLst>
              <a:lin ang="5400000" scaled="1"/>
            </a:gradFill>
          </a:ln>
          <a:effectLst>
            <a:innerShdw blurRad="63500">
              <a:srgbClr val="F26B87">
                <a:alpha val="49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: 圆角 25"/>
          <p:cNvSpPr/>
          <p:nvPr/>
        </p:nvSpPr>
        <p:spPr>
          <a:xfrm>
            <a:off x="716917" y="5033645"/>
            <a:ext cx="2720975" cy="636270"/>
          </a:xfrm>
          <a:prstGeom prst="roundRect">
            <a:avLst>
              <a:gd name="adj" fmla="val 10323"/>
            </a:avLst>
          </a:prstGeom>
          <a:gradFill>
            <a:gsLst>
              <a:gs pos="100000">
                <a:srgbClr val="EE92A1"/>
              </a:gs>
              <a:gs pos="0">
                <a:srgbClr val="F26B87"/>
              </a:gs>
            </a:gsLst>
            <a:lin ang="2700000" scaled="0"/>
          </a:gradFill>
          <a:ln w="9525">
            <a:noFill/>
          </a:ln>
          <a:effectLst>
            <a:innerShdw blurRad="63500">
              <a:srgbClr val="F26B87">
                <a:alpha val="49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矩形: 圆角 25"/>
          <p:cNvSpPr/>
          <p:nvPr/>
        </p:nvSpPr>
        <p:spPr>
          <a:xfrm>
            <a:off x="3879217" y="5033645"/>
            <a:ext cx="2720975" cy="636270"/>
          </a:xfrm>
          <a:prstGeom prst="roundRect">
            <a:avLst>
              <a:gd name="adj" fmla="val 10323"/>
            </a:avLst>
          </a:prstGeom>
          <a:gradFill>
            <a:gsLst>
              <a:gs pos="100000">
                <a:srgbClr val="EE92A1"/>
              </a:gs>
              <a:gs pos="0">
                <a:srgbClr val="F26B87"/>
              </a:gs>
            </a:gsLst>
            <a:lin ang="2700000" scaled="0"/>
          </a:gradFill>
          <a:ln w="9525">
            <a:noFill/>
          </a:ln>
          <a:effectLst>
            <a:innerShdw blurRad="63500">
              <a:srgbClr val="F26B87">
                <a:alpha val="49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059432" y="1463677"/>
            <a:ext cx="667385" cy="66738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>
              <a:srgbClr val="F26B87">
                <a:alpha val="49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158232" y="1463677"/>
            <a:ext cx="667385" cy="66738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>
              <a:srgbClr val="F26B87">
                <a:alpha val="49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40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117081" y="941705"/>
            <a:ext cx="4441825" cy="5274310"/>
          </a:xfrm>
          <a:prstGeom prst="roundRect">
            <a:avLst>
              <a:gd name="adj" fmla="val 0"/>
            </a:avLst>
          </a:prstGeom>
          <a:blipFill dpi="0" rotWithShape="1">
            <a:blip r:embed="Rafa40ca7343347f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tile tx="6350" ty="-15875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14780" y="5167630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请输入标题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007746" y="2192021"/>
            <a:ext cx="21818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07746" y="3578861"/>
            <a:ext cx="21818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555491" y="5167630"/>
            <a:ext cx="137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请输入标题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148455" y="2192021"/>
            <a:ext cx="21818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148455" y="3578861"/>
            <a:ext cx="21818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075942" y="1505587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>
                <a:solidFill>
                  <a:srgbClr val="F26B87"/>
                </a:solidFill>
                <a:latin typeface="微软雅黑" pitchFamily="34" charset="-122"/>
                <a:ea typeface="微软雅黑" pitchFamily="34" charset="-122"/>
              </a:rPr>
              <a:t>01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174742" y="1505587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>
                <a:solidFill>
                  <a:srgbClr val="F26B87"/>
                </a:solidFill>
                <a:latin typeface="微软雅黑" pitchFamily="34" charset="-122"/>
                <a:ea typeface="微软雅黑" pitchFamily="34" charset="-122"/>
              </a:rPr>
              <a:t>02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  <p:bldP spid="9" grpId="0" animBg="1"/>
      <p:bldP spid="9" grpId="1" animBg="1"/>
      <p:bldP spid="12" grpId="0" animBg="1"/>
      <p:bldP spid="12" grpId="1" animBg="1"/>
      <p:bldP spid="10" grpId="0" animBg="1"/>
      <p:bldP spid="10" grpId="1" animBg="1"/>
      <p:bldP spid="11" grpId="0" animBg="1"/>
      <p:bldP spid="11" grpId="1" animBg="1"/>
      <p:bldP spid="27" grpId="0"/>
      <p:bldP spid="27" grpId="1"/>
      <p:bldP spid="28" grpId="0"/>
      <p:bldP spid="28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40e0750720c3414c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86814" y="167150"/>
            <a:ext cx="11798711" cy="6489291"/>
          </a:xfrm>
          <a:prstGeom prst="rect">
            <a:avLst/>
          </a:prstGeom>
          <a:gradFill>
            <a:gsLst>
              <a:gs pos="67400">
                <a:srgbClr val="FEF3F5"/>
              </a:gs>
              <a:gs pos="0">
                <a:schemeClr val="bg1"/>
              </a:gs>
              <a:gs pos="100000">
                <a:srgbClr val="FDED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 descr="图片包含 游戏机, 灯光&#10;&#10;描述已自动生成"/>
          <p:cNvPicPr>
            <a:picLocks noChangeAspect="1"/>
          </p:cNvPicPr>
          <p:nvPr/>
        </p:nvPicPr>
        <p:blipFill>
          <a:blip r:embed="Rc808b45e10fe4b8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97" y="396240"/>
            <a:ext cx="692785" cy="7023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25880" y="514986"/>
            <a:ext cx="1863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EE92A1"/>
                </a:solidFill>
                <a:latin typeface="微软雅黑" pitchFamily="34" charset="-122"/>
                <a:ea typeface="微软雅黑" pitchFamily="34" charset="-122"/>
              </a:rPr>
              <a:t>活动总结</a:t>
            </a:r>
          </a:p>
        </p:txBody>
      </p:sp>
      <p:sp>
        <p:nvSpPr>
          <p:cNvPr id="708" name="矩形 707"/>
          <p:cNvSpPr/>
          <p:nvPr/>
        </p:nvSpPr>
        <p:spPr>
          <a:xfrm>
            <a:off x="695326" y="1477647"/>
            <a:ext cx="10801351" cy="468820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>
              <a:srgbClr val="F26B87">
                <a:alpha val="50000"/>
              </a:srgbClr>
            </a:innerShdw>
            <a:reflection blurRad="88900" stA="52000" endA="300" endPos="16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7" name="矩形: 圆顶角 706"/>
          <p:cNvSpPr/>
          <p:nvPr/>
        </p:nvSpPr>
        <p:spPr>
          <a:xfrm>
            <a:off x="695326" y="1396365"/>
            <a:ext cx="10801351" cy="209550"/>
          </a:xfrm>
          <a:prstGeom prst="round2SameRect">
            <a:avLst/>
          </a:prstGeom>
          <a:gradFill>
            <a:gsLst>
              <a:gs pos="100000">
                <a:srgbClr val="EE92A1"/>
              </a:gs>
              <a:gs pos="0">
                <a:srgbClr val="F26B87"/>
              </a:gs>
            </a:gsLst>
            <a:lin ang="2700000" scaled="0"/>
          </a:gra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1" name="矩形: 圆角 730"/>
          <p:cNvSpPr/>
          <p:nvPr/>
        </p:nvSpPr>
        <p:spPr>
          <a:xfrm>
            <a:off x="947421" y="2205992"/>
            <a:ext cx="4427220" cy="7524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4" name="矩形: 圆角 733"/>
          <p:cNvSpPr/>
          <p:nvPr/>
        </p:nvSpPr>
        <p:spPr>
          <a:xfrm>
            <a:off x="947421" y="3098165"/>
            <a:ext cx="4427220" cy="7524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1" name="矩形: 圆角 740"/>
          <p:cNvSpPr/>
          <p:nvPr/>
        </p:nvSpPr>
        <p:spPr>
          <a:xfrm>
            <a:off x="947421" y="3990342"/>
            <a:ext cx="4427220" cy="7524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8" name="矩形: 圆角 747"/>
          <p:cNvSpPr/>
          <p:nvPr/>
        </p:nvSpPr>
        <p:spPr>
          <a:xfrm>
            <a:off x="947421" y="4882517"/>
            <a:ext cx="4427220" cy="7524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1132841" y="2446657"/>
            <a:ext cx="271145" cy="271145"/>
          </a:xfrm>
          <a:prstGeom prst="ellipse">
            <a:avLst/>
          </a:prstGeom>
          <a:gradFill>
            <a:gsLst>
              <a:gs pos="0">
                <a:srgbClr val="EE92A1"/>
              </a:gs>
              <a:gs pos="100000">
                <a:srgbClr val="EE92A1"/>
              </a:gs>
            </a:gsLst>
            <a:lin ang="2700000" scaled="0"/>
          </a:gra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132841" y="3338830"/>
            <a:ext cx="271145" cy="271145"/>
          </a:xfrm>
          <a:prstGeom prst="ellipse">
            <a:avLst/>
          </a:prstGeom>
          <a:gradFill>
            <a:gsLst>
              <a:gs pos="0">
                <a:srgbClr val="EE92A1"/>
              </a:gs>
              <a:gs pos="100000">
                <a:srgbClr val="EE92A1"/>
              </a:gs>
            </a:gsLst>
            <a:lin ang="2700000" scaled="0"/>
          </a:gra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132841" y="4231007"/>
            <a:ext cx="271145" cy="271145"/>
          </a:xfrm>
          <a:prstGeom prst="ellipse">
            <a:avLst/>
          </a:prstGeom>
          <a:gradFill>
            <a:gsLst>
              <a:gs pos="0">
                <a:srgbClr val="EE92A1"/>
              </a:gs>
              <a:gs pos="100000">
                <a:srgbClr val="EE92A1"/>
              </a:gs>
            </a:gsLst>
            <a:lin ang="2700000" scaled="0"/>
          </a:gra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132841" y="5123182"/>
            <a:ext cx="271145" cy="271145"/>
          </a:xfrm>
          <a:prstGeom prst="ellipse">
            <a:avLst/>
          </a:prstGeom>
          <a:gradFill>
            <a:gsLst>
              <a:gs pos="0">
                <a:srgbClr val="EE92A1"/>
              </a:gs>
              <a:gs pos="100000">
                <a:srgbClr val="EE92A1"/>
              </a:gs>
            </a:gsLst>
            <a:lin ang="2700000" scaled="0"/>
          </a:gradFill>
          <a:ln>
            <a:noFill/>
          </a:ln>
          <a:effectLst>
            <a:innerShdw blurRad="63500">
              <a:srgbClr val="F26B87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5" name="图片 14" descr="图片包含 游戏机, 笔记本, 灯, 电脑&#10;&#10;描述已自动生成"/>
          <p:cNvPicPr>
            <a:picLocks noChangeAspect="1"/>
          </p:cNvPicPr>
          <p:nvPr/>
        </p:nvPicPr>
        <p:blipFill>
          <a:blip r:embed="Racd83f56b736438f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129"/>
          <a:stretch>
            <a:fillRect/>
          </a:stretch>
        </p:blipFill>
        <p:spPr>
          <a:xfrm>
            <a:off x="5788660" y="1758315"/>
            <a:ext cx="4784725" cy="4146550"/>
          </a:xfrm>
          <a:prstGeom prst="rect">
            <a:avLst/>
          </a:prstGeom>
        </p:spPr>
      </p:pic>
      <p:pic>
        <p:nvPicPr>
          <p:cNvPr id="16" name="图片 15" descr="卡通人物&#10;&#10;中度可信度描述已自动生成"/>
          <p:cNvPicPr>
            <a:picLocks noChangeAspect="1"/>
          </p:cNvPicPr>
          <p:nvPr/>
        </p:nvPicPr>
        <p:blipFill>
          <a:blip r:embed="Radb184eced144c0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4827" y="1814496"/>
            <a:ext cx="1085012" cy="1011928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1505586" y="2290447"/>
            <a:ext cx="3776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505586" y="3182621"/>
            <a:ext cx="3776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505586" y="4074797"/>
            <a:ext cx="3776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505586" y="4966972"/>
            <a:ext cx="3776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  <a:sym typeface="+mn-ea"/>
              </a:rPr>
              <a:t>请输入你的文本。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708" grpId="0" animBg="1"/>
      <p:bldP spid="708" grpId="1" animBg="1"/>
      <p:bldP spid="707" grpId="0" animBg="1"/>
      <p:bldP spid="707" grpId="1" animBg="1"/>
      <p:bldP spid="731" grpId="0" animBg="1"/>
      <p:bldP spid="731" grpId="1" animBg="1"/>
      <p:bldP spid="734" grpId="0" animBg="1"/>
      <p:bldP spid="734" grpId="1" animBg="1"/>
      <p:bldP spid="741" grpId="0" animBg="1"/>
      <p:bldP spid="741" grpId="1" animBg="1"/>
      <p:bldP spid="748" grpId="0" animBg="1"/>
      <p:bldP spid="748" grpId="1" animBg="1"/>
      <p:bldP spid="48" grpId="0" animBg="1"/>
      <p:bldP spid="48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28" grpId="0"/>
      <p:bldP spid="28" grpId="1"/>
      <p:bldP spid="17" grpId="0"/>
      <p:bldP spid="17" grpId="1"/>
      <p:bldP spid="18" grpId="0"/>
      <p:bldP spid="18" grpId="1"/>
      <p:bldP spid="19" grpId="0"/>
      <p:bldP spid="19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dcfa81633ce34e8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86814" y="167150"/>
            <a:ext cx="11798711" cy="6489291"/>
          </a:xfrm>
          <a:prstGeom prst="rect">
            <a:avLst/>
          </a:prstGeom>
          <a:gradFill>
            <a:gsLst>
              <a:gs pos="67400">
                <a:srgbClr val="FEF3F5"/>
              </a:gs>
              <a:gs pos="0">
                <a:schemeClr val="bg1"/>
              </a:gs>
              <a:gs pos="100000">
                <a:srgbClr val="FDED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 descr="图片包含 游戏机, 灯光&#10;&#10;描述已自动生成"/>
          <p:cNvPicPr>
            <a:picLocks noChangeAspect="1"/>
          </p:cNvPicPr>
          <p:nvPr/>
        </p:nvPicPr>
        <p:blipFill>
          <a:blip r:embed="Ra0431921982643ac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97" y="396240"/>
            <a:ext cx="692785" cy="7023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25880" y="514986"/>
            <a:ext cx="1863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EE92A1"/>
                </a:solidFill>
                <a:latin typeface="微软雅黑" pitchFamily="34" charset="-122"/>
                <a:ea typeface="微软雅黑" pitchFamily="34" charset="-122"/>
              </a:rPr>
              <a:t>活动总结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1510031" y="1795146"/>
            <a:ext cx="565785" cy="548005"/>
          </a:xfrm>
          <a:prstGeom prst="roundRect">
            <a:avLst>
              <a:gd name="adj" fmla="val 10416"/>
            </a:avLst>
          </a:prstGeom>
          <a:gradFill>
            <a:gsLst>
              <a:gs pos="0">
                <a:srgbClr val="EE92A1">
                  <a:alpha val="38000"/>
                </a:srgbClr>
              </a:gs>
              <a:gs pos="100000">
                <a:srgbClr val="EE92A1">
                  <a:alpha val="49000"/>
                </a:srgb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410337" y="1932307"/>
            <a:ext cx="565785" cy="548005"/>
          </a:xfrm>
          <a:prstGeom prst="roundRect">
            <a:avLst>
              <a:gd name="adj" fmla="val 10416"/>
            </a:avLst>
          </a:prstGeom>
          <a:gradFill>
            <a:gsLst>
              <a:gs pos="0">
                <a:srgbClr val="EE92A1"/>
              </a:gs>
              <a:gs pos="100000">
                <a:srgbClr val="EE92A1"/>
              </a:gs>
            </a:gsLst>
            <a:lin ang="2700000" scaled="0"/>
          </a:gradFill>
          <a:ln>
            <a:noFill/>
          </a:ln>
          <a:effectLst>
            <a:outerShdw blurRad="355600" dist="63500" dir="2700000" algn="tl" rotWithShape="0">
              <a:schemeClr val="bg1">
                <a:lumMod val="65000"/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172961" y="1795146"/>
            <a:ext cx="565785" cy="548005"/>
          </a:xfrm>
          <a:prstGeom prst="roundRect">
            <a:avLst>
              <a:gd name="adj" fmla="val 10416"/>
            </a:avLst>
          </a:prstGeom>
          <a:gradFill>
            <a:gsLst>
              <a:gs pos="0">
                <a:srgbClr val="EE92A1">
                  <a:alpha val="38000"/>
                </a:srgbClr>
              </a:gs>
              <a:gs pos="100000">
                <a:srgbClr val="EE92A1">
                  <a:alpha val="49000"/>
                </a:srgb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073266" y="1932307"/>
            <a:ext cx="565785" cy="548005"/>
          </a:xfrm>
          <a:prstGeom prst="roundRect">
            <a:avLst>
              <a:gd name="adj" fmla="val 10416"/>
            </a:avLst>
          </a:prstGeom>
          <a:gradFill>
            <a:gsLst>
              <a:gs pos="0">
                <a:srgbClr val="EE92A1"/>
              </a:gs>
              <a:gs pos="100000">
                <a:srgbClr val="EE92A1"/>
              </a:gs>
            </a:gsLst>
            <a:lin ang="2700000" scaled="0"/>
          </a:gradFill>
          <a:ln>
            <a:noFill/>
          </a:ln>
          <a:effectLst>
            <a:outerShdw blurRad="355600" dist="63500" dir="2700000" algn="tl" rotWithShape="0">
              <a:schemeClr val="bg1">
                <a:lumMod val="65000"/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558165" y="2817497"/>
            <a:ext cx="2469515" cy="2988945"/>
          </a:xfrm>
          <a:prstGeom prst="roundRect">
            <a:avLst>
              <a:gd name="adj" fmla="val 10416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63500" dir="2700000" sx="101000" sy="101000" algn="tl" rotWithShape="0">
              <a:schemeClr val="bg1">
                <a:lumMod val="65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221096" y="2817497"/>
            <a:ext cx="2469515" cy="2988945"/>
          </a:xfrm>
          <a:prstGeom prst="roundRect">
            <a:avLst>
              <a:gd name="adj" fmla="val 10416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63500" dir="2700000" sx="101000" sy="101000" algn="tl" rotWithShape="0">
              <a:schemeClr val="bg1">
                <a:lumMod val="65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782320" y="3382010"/>
            <a:ext cx="802640" cy="93980"/>
          </a:xfrm>
          <a:prstGeom prst="roundRect">
            <a:avLst>
              <a:gd name="adj" fmla="val 10416"/>
            </a:avLst>
          </a:prstGeom>
          <a:gradFill>
            <a:gsLst>
              <a:gs pos="0">
                <a:srgbClr val="EE92A1"/>
              </a:gs>
              <a:gs pos="100000">
                <a:srgbClr val="EE92A1"/>
              </a:gs>
            </a:gsLst>
            <a:lin ang="2700000" scaled="0"/>
          </a:gradFill>
          <a:ln>
            <a:solidFill>
              <a:schemeClr val="bg1"/>
            </a:solidFill>
          </a:ln>
          <a:effectLst>
            <a:outerShdw blurRad="330200" dist="63500" dir="2700000" sx="101000" sy="101000" algn="tl" rotWithShape="0">
              <a:schemeClr val="bg1">
                <a:lumMod val="65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6393180" y="3382010"/>
            <a:ext cx="802640" cy="93980"/>
          </a:xfrm>
          <a:prstGeom prst="roundRect">
            <a:avLst>
              <a:gd name="adj" fmla="val 10416"/>
            </a:avLst>
          </a:prstGeom>
          <a:gradFill>
            <a:gsLst>
              <a:gs pos="0">
                <a:srgbClr val="EE92A1"/>
              </a:gs>
              <a:gs pos="100000">
                <a:srgbClr val="EE92A1"/>
              </a:gs>
            </a:gsLst>
            <a:lin ang="2700000" scaled="0"/>
          </a:gradFill>
          <a:ln>
            <a:solidFill>
              <a:schemeClr val="bg1"/>
            </a:solidFill>
          </a:ln>
          <a:effectLst>
            <a:outerShdw blurRad="330200" dist="63500" dir="2700000" sx="101000" sy="101000" algn="tl" rotWithShape="0">
              <a:schemeClr val="bg1">
                <a:lumMod val="65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341497" y="1795146"/>
            <a:ext cx="565785" cy="548005"/>
          </a:xfrm>
          <a:prstGeom prst="roundRect">
            <a:avLst>
              <a:gd name="adj" fmla="val 10416"/>
            </a:avLst>
          </a:prstGeom>
          <a:gradFill>
            <a:gsLst>
              <a:gs pos="0">
                <a:srgbClr val="EE92A1">
                  <a:alpha val="38000"/>
                </a:srgbClr>
              </a:gs>
              <a:gs pos="100000">
                <a:srgbClr val="EE92A1">
                  <a:alpha val="49000"/>
                </a:srgb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241801" y="1932307"/>
            <a:ext cx="565785" cy="548005"/>
          </a:xfrm>
          <a:prstGeom prst="roundRect">
            <a:avLst>
              <a:gd name="adj" fmla="val 10416"/>
            </a:avLst>
          </a:prstGeom>
          <a:gradFill>
            <a:gsLst>
              <a:gs pos="0">
                <a:srgbClr val="EE92A1"/>
              </a:gs>
              <a:gs pos="100000">
                <a:srgbClr val="EE92A1"/>
              </a:gs>
            </a:gsLst>
            <a:lin ang="2700000" scaled="0"/>
          </a:gradFill>
          <a:ln>
            <a:noFill/>
          </a:ln>
          <a:effectLst>
            <a:outerShdw blurRad="355600" dist="63500" dir="2700000" algn="tl" rotWithShape="0">
              <a:schemeClr val="bg1">
                <a:lumMod val="65000"/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3389631" y="2817497"/>
            <a:ext cx="2469515" cy="2988945"/>
          </a:xfrm>
          <a:prstGeom prst="roundRect">
            <a:avLst>
              <a:gd name="adj" fmla="val 10416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63500" dir="2700000" sx="101000" sy="101000" algn="tl" rotWithShape="0">
              <a:schemeClr val="bg1">
                <a:lumMod val="65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3613785" y="3382010"/>
            <a:ext cx="802640" cy="93980"/>
          </a:xfrm>
          <a:prstGeom prst="roundRect">
            <a:avLst>
              <a:gd name="adj" fmla="val 10416"/>
            </a:avLst>
          </a:prstGeom>
          <a:gradFill>
            <a:gsLst>
              <a:gs pos="0">
                <a:srgbClr val="EE92A1"/>
              </a:gs>
              <a:gs pos="100000">
                <a:srgbClr val="EE92A1"/>
              </a:gs>
            </a:gsLst>
            <a:lin ang="2700000" scaled="0"/>
          </a:gradFill>
          <a:ln>
            <a:solidFill>
              <a:schemeClr val="bg1"/>
            </a:solidFill>
          </a:ln>
          <a:effectLst>
            <a:outerShdw blurRad="330200" dist="63500" dir="2700000" sx="101000" sy="101000" algn="tl" rotWithShape="0">
              <a:schemeClr val="bg1">
                <a:lumMod val="65000"/>
                <a:alpha val="2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8606789" y="2816862"/>
            <a:ext cx="3204211" cy="2924175"/>
            <a:chOff x="385618" y="2054086"/>
            <a:chExt cx="5063848" cy="4620667"/>
          </a:xfrm>
        </p:grpSpPr>
        <p:pic>
          <p:nvPicPr>
            <p:cNvPr id="21" name="图片 20" descr="图片包含 游戏机, 灯光&#10;&#10;描述已自动生成"/>
            <p:cNvPicPr>
              <a:picLocks noChangeAspect="1"/>
            </p:cNvPicPr>
            <p:nvPr/>
          </p:nvPicPr>
          <p:blipFill>
            <a:blip r:embed="Re9d5bbff20ac49a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5618" y="2054086"/>
              <a:ext cx="5063848" cy="4620667"/>
            </a:xfrm>
            <a:prstGeom prst="rect">
              <a:avLst/>
            </a:prstGeom>
          </p:spPr>
        </p:pic>
        <p:grpSp>
          <p:nvGrpSpPr>
            <p:cNvPr id="22" name="组合 21"/>
            <p:cNvGrpSpPr/>
            <p:nvPr/>
          </p:nvGrpSpPr>
          <p:grpSpPr>
            <a:xfrm>
              <a:off x="559477" y="3589507"/>
              <a:ext cx="4560452" cy="2705624"/>
              <a:chOff x="3404105" y="4833393"/>
              <a:chExt cx="2508498" cy="1488241"/>
            </a:xfrm>
          </p:grpSpPr>
          <p:pic>
            <p:nvPicPr>
              <p:cNvPr id="23" name="图片 22" descr="盘子里放着蛋糕&#10;&#10;中度可信度描述已自动生成"/>
              <p:cNvPicPr>
                <a:picLocks noChangeAspect="1"/>
              </p:cNvPicPr>
              <p:nvPr/>
            </p:nvPicPr>
            <p:blipFill>
              <a:blip r:embed="R168649c8729a4f5b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489737" y="5703886"/>
                <a:ext cx="2422866" cy="617748"/>
              </a:xfrm>
              <a:prstGeom prst="rect">
                <a:avLst/>
              </a:prstGeom>
            </p:spPr>
          </p:pic>
          <p:pic>
            <p:nvPicPr>
              <p:cNvPr id="24" name="图片 23" descr="粉色的杯子&#10;&#10;低可信度描述已自动生成"/>
              <p:cNvPicPr>
                <a:picLocks noChangeAspect="1"/>
              </p:cNvPicPr>
              <p:nvPr/>
            </p:nvPicPr>
            <p:blipFill>
              <a:blip r:embed="Ree7e058374534fce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404105" y="4833393"/>
                <a:ext cx="1937709" cy="1179367"/>
              </a:xfrm>
              <a:prstGeom prst="rect">
                <a:avLst/>
              </a:prstGeom>
            </p:spPr>
          </p:pic>
        </p:grpSp>
        <p:pic>
          <p:nvPicPr>
            <p:cNvPr id="25" name="图片 24" descr="图片包含 游戏机, 灯光&#10;&#10;描述已自动生成"/>
            <p:cNvPicPr>
              <a:picLocks noChangeAspect="1"/>
            </p:cNvPicPr>
            <p:nvPr/>
          </p:nvPicPr>
          <p:blipFill>
            <a:blip r:embed="Re4670dd676504c4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43685" y="3986526"/>
              <a:ext cx="1905343" cy="1930721"/>
            </a:xfrm>
            <a:prstGeom prst="rect">
              <a:avLst/>
            </a:prstGeom>
          </p:spPr>
        </p:pic>
      </p:grpSp>
      <p:pic>
        <p:nvPicPr>
          <p:cNvPr id="26" name="图片 25" descr="卡通人物&#10;&#10;中度可信度描述已自动生成"/>
          <p:cNvPicPr>
            <a:picLocks noChangeAspect="1"/>
          </p:cNvPicPr>
          <p:nvPr/>
        </p:nvPicPr>
        <p:blipFill>
          <a:blip r:embed="Rbd3b9c39bd19495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52560" y="2183130"/>
            <a:ext cx="1385571" cy="1292860"/>
          </a:xfrm>
          <a:prstGeom prst="rect">
            <a:avLst/>
          </a:prstGeom>
        </p:spPr>
      </p:pic>
      <p:pic>
        <p:nvPicPr>
          <p:cNvPr id="27" name="图片 26" descr="卡通人物&#10;&#10;中度可信度描述已自动生成"/>
          <p:cNvPicPr>
            <a:picLocks noChangeAspect="1"/>
          </p:cNvPicPr>
          <p:nvPr/>
        </p:nvPicPr>
        <p:blipFill>
          <a:blip r:embed="R3a8055a945904ada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160000" flipV="1">
            <a:off x="10629901" y="2163445"/>
            <a:ext cx="530860" cy="49530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1412242" y="1963420"/>
            <a:ext cx="627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01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4236086" y="1945005"/>
            <a:ext cx="627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02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7059931" y="1945640"/>
            <a:ext cx="627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03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670560" y="3788412"/>
            <a:ext cx="2245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670560" y="4743452"/>
            <a:ext cx="2245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3502025" y="3788412"/>
            <a:ext cx="2245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3502025" y="4743452"/>
            <a:ext cx="2245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6333491" y="3788412"/>
            <a:ext cx="2245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6333491" y="4743452"/>
            <a:ext cx="2245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请根据具体情况进行修改，请输入你的文本。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 animBg="1"/>
      <p:bldP spid="5" grpId="1" animBg="1"/>
      <p:bldP spid="10" grpId="0" animBg="1"/>
      <p:bldP spid="10" grpId="1" animBg="1"/>
      <p:bldP spid="6" grpId="0" animBg="1"/>
      <p:bldP spid="6" grpId="1" animBg="1"/>
      <p:bldP spid="8" grpId="0" animBg="1"/>
      <p:bldP spid="8" grpId="1" animBg="1"/>
      <p:bldP spid="9" grpId="0" animBg="1"/>
      <p:bldP spid="9" grpId="1" animBg="1"/>
      <p:bldP spid="12" grpId="0" animBg="1"/>
      <p:bldP spid="12" grpId="1" animBg="1"/>
      <p:bldP spid="14" grpId="0" animBg="1"/>
      <p:bldP spid="14" grpId="1" animBg="1"/>
      <p:bldP spid="19" grpId="0" animBg="1"/>
      <p:bldP spid="19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34" grpId="0"/>
      <p:bldP spid="34" grpId="1"/>
      <p:bldP spid="35" grpId="0"/>
      <p:bldP spid="35" grpId="1"/>
      <p:bldP spid="36" grpId="0"/>
      <p:bldP spid="36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桌子, 盘子, 食物, 女人&#10;&#10;描述已自动生成"/>
          <p:cNvPicPr>
            <a:picLocks noChangeAspect="1"/>
          </p:cNvPicPr>
          <p:nvPr/>
        </p:nvPicPr>
        <p:blipFill>
          <a:blip r:embed="R1271dff8a636442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2645" y="1574466"/>
            <a:ext cx="5899355" cy="4801986"/>
          </a:xfrm>
          <a:prstGeom prst="rect">
            <a:avLst/>
          </a:prstGeom>
        </p:spPr>
      </p:pic>
      <p:pic>
        <p:nvPicPr>
          <p:cNvPr id="4" name="图片 3" descr="黑暗里有花&#10;&#10;描述已自动生成"/>
          <p:cNvPicPr>
            <a:picLocks noChangeAspect="1"/>
          </p:cNvPicPr>
          <p:nvPr/>
        </p:nvPicPr>
        <p:blipFill>
          <a:blip r:embed="Rbdf44a6ea8d4439b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176422"/>
          </a:xfrm>
          <a:prstGeom prst="rect">
            <a:avLst/>
          </a:prstGeom>
        </p:spPr>
      </p:pic>
      <p:pic>
        <p:nvPicPr>
          <p:cNvPr id="5" name="图片 4" descr="图片包含 游戏机, 笔记本, 灯, 电脑&#10;&#10;描述已自动生成"/>
          <p:cNvPicPr>
            <a:picLocks noChangeAspect="1"/>
          </p:cNvPicPr>
          <p:nvPr/>
        </p:nvPicPr>
        <p:blipFill>
          <a:blip r:embed="R64db160210a64dcf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129"/>
          <a:stretch>
            <a:fillRect/>
          </a:stretch>
        </p:blipFill>
        <p:spPr>
          <a:xfrm>
            <a:off x="6651234" y="1835949"/>
            <a:ext cx="5540767" cy="480198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3121" y="2304416"/>
            <a:ext cx="5898515" cy="144655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8800" b="1">
                <a:solidFill>
                  <a:schemeClr val="bg1"/>
                </a:solidFill>
                <a:effectLst>
                  <a:outerShdw blurRad="114300" sx="102000" sy="102000" algn="ctr" rotWithShape="0">
                    <a:srgbClr val="EE92A1"/>
                  </a:outerShd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谢谢观看！</a:t>
            </a:r>
          </a:p>
        </p:txBody>
      </p:sp>
      <p:pic>
        <p:nvPicPr>
          <p:cNvPr id="7" name="图片 6" descr="卡通人物&#10;&#10;中度可信度描述已自动生成"/>
          <p:cNvPicPr>
            <a:picLocks noChangeAspect="1"/>
          </p:cNvPicPr>
          <p:nvPr/>
        </p:nvPicPr>
        <p:blipFill>
          <a:blip r:embed="R2311a034788e488c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9357" y="1574466"/>
            <a:ext cx="1085012" cy="1011928"/>
          </a:xfrm>
          <a:prstGeom prst="rect">
            <a:avLst/>
          </a:prstGeom>
        </p:spPr>
      </p:pic>
      <p:pic>
        <p:nvPicPr>
          <p:cNvPr id="8" name="图片 7" descr="卡通人物&#10;&#10;中度可信度描述已自动生成"/>
          <p:cNvPicPr>
            <a:picLocks noChangeAspect="1"/>
          </p:cNvPicPr>
          <p:nvPr/>
        </p:nvPicPr>
        <p:blipFill>
          <a:blip r:embed="R8567ae08549943c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8008416">
            <a:off x="1202151" y="4242629"/>
            <a:ext cx="545835" cy="50906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65917" y="5228560"/>
            <a:ext cx="2722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美妆盛宴 全场五折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1061883" y="4978974"/>
            <a:ext cx="24187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963563" y="213728"/>
            <a:ext cx="1303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LOGO </a:t>
            </a:r>
            <a:r>
              <a:rPr lang="zh-CN" altLang="en-US" sz="120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美妆公司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/>
      <p:bldP spid="9" grpId="1"/>
      <p:bldP spid="12" grpId="0"/>
      <p:bldP spid="12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39964217cf804a1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7e04bf3086a54ade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f16dd7ef41334036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35819098416a457b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f16dd7ef41334036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072fdf970e704a18ad75dc627ef03e90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ff1d5688097d42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5271f3ba24b746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f1a4f4ed617d48ed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da30a5e5c3974030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4cbcedeebe194912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28b05b5c173442f3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0d3a8206dbe340e4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7858ab2fa2894e23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bcdc524f2e77482c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80b9ddd6b718464b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b813589226d84c9e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0f85b07a30574ab2936ea69626208acb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3aae7e31cf54408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48f38981386a49e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2d22a9717b014e4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02dd8374a34740d9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8013ccd7a505412e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ec844ac267274874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8013ccd7a505412e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3d1267ac7c994f43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8013ccd7a505412e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03a17fa433ba45a7bbf691046990955b"/>
              </a:rPr>
              <a:t>部分字体来源于</a:t>
            </a:r>
            <a:r>
              <a:rPr lang="en-US" altLang="zh-CN" dirty="0">
                <a:hlinkClick r:id="R03a17fa433ba45a7bbf691046990955b"/>
              </a:rPr>
              <a:t>100font.com  </a:t>
            </a:r>
            <a:r>
              <a:rPr lang="zh-CN" altLang="en-US" dirty="0">
                <a:hlinkClick r:id="R03a17fa433ba45a7bbf691046990955b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ac665e5499d2458f8371d02c8460f664"/>
              </a:rPr>
              <a:t>部分图标来源于</a:t>
            </a:r>
            <a:r>
              <a:rPr lang="en-US" altLang="zh-CN" dirty="0">
                <a:hlinkClick r:id="Rac665e5499d2458f8371d02c8460f664"/>
              </a:rPr>
              <a:t>Storyset.com </a:t>
            </a:r>
            <a:r>
              <a:rPr lang="zh-CN" altLang="en-US" dirty="0">
                <a:hlinkClick r:id="Rac665e5499d2458f8371d02c8460f664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1323</Words>
  <Application>Microsoft Office PowerPoint</Application>
  <PresentationFormat>宽屏</PresentationFormat>
  <Paragraphs>124</Paragraphs>
  <Slides>20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思源宋体 CN Heavy</vt:lpstr>
      <vt:lpstr>微软雅黑</vt:lpstr>
      <vt:lpstr>Arial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第一PPT，www.1ppt.com</dc:creator>
  <cp:keywords>www.1ppt.com</cp:keywords>
  <dc:description>第一PPT</dc:description>
  <cp:lastModifiedBy>JP Liu</cp:lastModifiedBy>
  <cp:revision>22</cp:revision>
  <dcterms:created xsi:type="dcterms:W3CDTF">2022-02-05T02:37:00Z</dcterms:created>
  <dcterms:modified xsi:type="dcterms:W3CDTF">2025-04-28T04:10:44Z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CAB64180418343A094201C534A9BCB79</vt:lpwstr>
  </property>
  <property fmtid="{D5CDD505-2E9C-101B-9397-08002B2CF9AE}" pid="3" name="KSOProductBuildVer">
    <vt:lpwstr>2052-11.1.0.11365</vt:lpwstr>
  </property>
</Properties>
</file>