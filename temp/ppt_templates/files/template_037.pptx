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media/image3.bin" ContentType="image/jpe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9.bin" ContentType="image/jpe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tags/tag1.xml" ContentType="application/vnd.openxmlformats-officedocument.presentationml.tags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25.bin" ContentType="image/jpe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media/image26.bin" ContentType="image/jpeg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tags/tag2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29.bin" ContentType="image/jpeg"/>
  <Override PartName="/ppt/customXML/item.xml" ContentType="application/inkml+xml"/>
  <Override PartName="/ppt/customXML/item2.xml" ContentType="application/inkml+xml"/>
  <Override PartName="/ppt/slides/slide16.xml" ContentType="application/vnd.openxmlformats-officedocument.presentationml.slide+xml"/>
  <Override PartName="/ppt/media/image32.bin" ContentType="image/jpeg"/>
  <Override PartName="/ppt/media/image33.bin" ContentType="image/jpeg"/>
  <Override PartName="/ppt/media/image36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1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5090aea24cd4813" /><Relationship Type="http://schemas.openxmlformats.org/package/2006/relationships/metadata/core-properties" Target="/docProps/core.xml" Id="R4d89315e7131479c" /><Relationship Type="http://schemas.openxmlformats.org/officeDocument/2006/relationships/extended-properties" Target="/docProps/app.xml" Id="R28c6e486126c494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c8606302a2b84f90"/>
  </p:sldMasterIdLst>
  <p:notesMasterIdLst>
    <p:notesMasterId r:id="Rdb643da63d594d30"/>
  </p:notesMasterIdLst>
  <p:handoutMasterIdLst>
    <p:handoutMasterId r:id="R58d3f985cb8d4ecb"/>
  </p:handoutMasterIdLst>
  <p:sldIdLst>
    <p:sldId id="256" r:id="Rda0b57ef04144e4b"/>
    <p:sldId id="257" r:id="Re320ff557b864915"/>
    <p:sldId id="258" r:id="R74b1cb96c8dc4ad4"/>
    <p:sldId id="259" r:id="R18eb80f363804ea9"/>
    <p:sldId id="260" r:id="Rcb55d37870734a94"/>
    <p:sldId id="261" r:id="R518cf6a3cd1049a0"/>
    <p:sldId id="262" r:id="R03dd6750df504bf1"/>
    <p:sldId id="263" r:id="R7ef29c71c8d2462e"/>
    <p:sldId id="264" r:id="R4a373dc6f4af4d92"/>
    <p:sldId id="265" r:id="Re001ca0ec47c46b1"/>
    <p:sldId id="266" r:id="Rbbf2dd6fac2d4063"/>
    <p:sldId id="267" r:id="R5077ec2efd3a4de2"/>
    <p:sldId id="268" r:id="Rce6742bce75e44e1"/>
    <p:sldId id="269" r:id="R379bd88cb4a242f2"/>
    <p:sldId id="270" r:id="R0679d807ceea4225"/>
    <p:sldId id="271" r:id="R1b595906e7224c53"/>
    <p:sldId id="272" r:id="Rc3eafd51cd564bc1"/>
    <p:sldId id="273" r:id="R8e97cf8673ff4e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A46"/>
    <a:srgbClr val="2B7703"/>
    <a:srgbClr val="E9F1E5"/>
    <a:srgbClr val="E5AA35"/>
    <a:srgbClr val="B83322"/>
    <a:srgbClr val="368103"/>
    <a:srgbClr val="259780"/>
    <a:srgbClr val="86DB5C"/>
    <a:srgbClr val="7AD654"/>
    <a:srgbClr val="D8DC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1" autoAdjust="0"/>
    <p:restoredTop sz="93757" autoAdjust="0"/>
  </p:normalViewPr>
  <p:slideViewPr>
    <p:cSldViewPr snapToGrid="0">
      <p:cViewPr varScale="1">
        <p:scale>
          <a:sx n="81" d="100"/>
          <a:sy n="81" d="100"/>
        </p:scale>
        <p:origin x="78" y="3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030" y="84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58d3f985cb8d4ecb" /><Relationship Type="http://schemas.openxmlformats.org/officeDocument/2006/relationships/notesMaster" Target="/ppt/notesMasters/notesMaster1.xml" Id="Rdb643da63d594d30" /><Relationship Type="http://schemas.openxmlformats.org/officeDocument/2006/relationships/presProps" Target="/ppt/presProps.xml" Id="R2d77c02a59cb4de7" /><Relationship Type="http://schemas.openxmlformats.org/officeDocument/2006/relationships/viewProps" Target="/ppt/viewProps.xml" Id="R05603b1816114b9d" /><Relationship Type="http://schemas.openxmlformats.org/officeDocument/2006/relationships/slideMaster" Target="/ppt/slideMasters/slideMaster1.xml" Id="Rc8606302a2b84f90" /><Relationship Type="http://schemas.openxmlformats.org/officeDocument/2006/relationships/theme" Target="/ppt/slideMasters/theme/theme3.xml" Id="R9d42e0786e764a3a" /><Relationship Type="http://schemas.openxmlformats.org/officeDocument/2006/relationships/slide" Target="/ppt/slides/slide1.xml" Id="Rda0b57ef04144e4b" /><Relationship Type="http://schemas.openxmlformats.org/officeDocument/2006/relationships/slide" Target="/ppt/slides/slide2.xml" Id="Re320ff557b864915" /><Relationship Type="http://schemas.openxmlformats.org/officeDocument/2006/relationships/slide" Target="/ppt/slides/slide3.xml" Id="R74b1cb96c8dc4ad4" /><Relationship Type="http://schemas.openxmlformats.org/officeDocument/2006/relationships/slide" Target="/ppt/slides/slide4.xml" Id="R18eb80f363804ea9" /><Relationship Type="http://schemas.openxmlformats.org/officeDocument/2006/relationships/slide" Target="/ppt/slides/slide5.xml" Id="Rcb55d37870734a94" /><Relationship Type="http://schemas.openxmlformats.org/officeDocument/2006/relationships/slide" Target="/ppt/slides/slide6.xml" Id="R518cf6a3cd1049a0" /><Relationship Type="http://schemas.openxmlformats.org/officeDocument/2006/relationships/slide" Target="/ppt/slides/slide7.xml" Id="R03dd6750df504bf1" /><Relationship Type="http://schemas.openxmlformats.org/officeDocument/2006/relationships/slide" Target="/ppt/slides/slide8.xml" Id="R7ef29c71c8d2462e" /><Relationship Type="http://schemas.openxmlformats.org/officeDocument/2006/relationships/slide" Target="/ppt/slides/slide9.xml" Id="R4a373dc6f4af4d92" /><Relationship Type="http://schemas.openxmlformats.org/officeDocument/2006/relationships/slide" Target="/ppt/slides/slide10.xml" Id="Re001ca0ec47c46b1" /><Relationship Type="http://schemas.openxmlformats.org/officeDocument/2006/relationships/slide" Target="/ppt/slides/slide11.xml" Id="Rbbf2dd6fac2d4063" /><Relationship Type="http://schemas.openxmlformats.org/officeDocument/2006/relationships/slide" Target="/ppt/slides/slide12.xml" Id="R5077ec2efd3a4de2" /><Relationship Type="http://schemas.openxmlformats.org/officeDocument/2006/relationships/slide" Target="/ppt/slides/slide13.xml" Id="Rce6742bce75e44e1" /><Relationship Type="http://schemas.openxmlformats.org/officeDocument/2006/relationships/slide" Target="/ppt/slides/slide14.xml" Id="R379bd88cb4a242f2" /><Relationship Type="http://schemas.openxmlformats.org/officeDocument/2006/relationships/slide" Target="/ppt/slides/slide15.xml" Id="R0679d807ceea4225" /><Relationship Type="http://schemas.openxmlformats.org/officeDocument/2006/relationships/slide" Target="/ppt/slides/slide16.xml" Id="R1b595906e7224c53" /><Relationship Type="http://schemas.openxmlformats.org/officeDocument/2006/relationships/slide" Target="/ppt/slides/slide17.xml" Id="Rc3eafd51cd564bc1" /><Relationship Type="http://schemas.openxmlformats.org/officeDocument/2006/relationships/slide" Target="/ppt/slides/slide18.xml" Id="R8e97cf8673ff4e26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ae1d9293c83b4f94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2025/4/28</a:t>
            </a:fld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‹#›</a:t>
            </a:fld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240b25db254d6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46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19c2068ad4bf6" /><Relationship Type="http://schemas.openxmlformats.org/officeDocument/2006/relationships/notesMaster" Target="/ppt/notesMasters/notesMaster1.xml" Id="R369f3f026484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102f8252814b01" /><Relationship Type="http://schemas.openxmlformats.org/officeDocument/2006/relationships/notesMaster" Target="/ppt/notesMasters/notesMaster1.xml" Id="R3dbee546a5b2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52dda93e2473a" /><Relationship Type="http://schemas.openxmlformats.org/officeDocument/2006/relationships/notesMaster" Target="/ppt/notesMasters/notesMaster1.xml" Id="Rfda875c0dee7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1308d9bae14953" /><Relationship Type="http://schemas.openxmlformats.org/officeDocument/2006/relationships/notesMaster" Target="/ppt/notesMasters/notesMaster1.xml" Id="R2e560fd7b19f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5a8e2de9b4433" /><Relationship Type="http://schemas.openxmlformats.org/officeDocument/2006/relationships/notesMaster" Target="/ppt/notesMasters/notesMaster1.xml" Id="R644e254c49c1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1b9484a4254723" /><Relationship Type="http://schemas.openxmlformats.org/officeDocument/2006/relationships/notesMaster" Target="/ppt/notesMasters/notesMaster1.xml" Id="R083a3253a2bd4b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6d14d0955a4c90" /><Relationship Type="http://schemas.openxmlformats.org/officeDocument/2006/relationships/notesMaster" Target="/ppt/notesMasters/notesMaster1.xml" Id="R527e89761ede47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a61f2ec17841df" /><Relationship Type="http://schemas.openxmlformats.org/officeDocument/2006/relationships/notesMaster" Target="/ppt/notesMasters/notesMaster1.xml" Id="Rec57205ad336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59443c1c04b15" /><Relationship Type="http://schemas.openxmlformats.org/officeDocument/2006/relationships/notesMaster" Target="/ppt/notesMasters/notesMaster1.xml" Id="R61d05203692b4c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dcdb44dc5043c3" /><Relationship Type="http://schemas.openxmlformats.org/officeDocument/2006/relationships/notesMaster" Target="/ppt/notesMasters/notesMaster1.xml" Id="Rac417c5299da4d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860ba9d0d542a2" /><Relationship Type="http://schemas.openxmlformats.org/officeDocument/2006/relationships/notesMaster" Target="/ppt/notesMasters/notesMaster1.xml" Id="R2fc835c716754c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c993a275044480" /><Relationship Type="http://schemas.openxmlformats.org/officeDocument/2006/relationships/notesMaster" Target="/ppt/notesMasters/notesMaster1.xml" Id="R27eb7ba80c1b44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00b8fd95c44950" /><Relationship Type="http://schemas.openxmlformats.org/officeDocument/2006/relationships/notesMaster" Target="/ppt/notesMasters/notesMaster1.xml" Id="R5cc8875e0d5241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0d6d308ce4728" /><Relationship Type="http://schemas.openxmlformats.org/officeDocument/2006/relationships/notesMaster" Target="/ppt/notesMasters/notesMaster1.xml" Id="R08f519c18b5e425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442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4829-4284-A985-32A3-5DDFF08D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CC273F-CDD2-DB18-0EE5-404B1DAF8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A526C-5738-84ED-BDD1-DEB52261804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570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A0D24-6DCE-A456-40D8-0B02DA8B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D3BC12-6B5D-83CA-E6DE-21E7FFFB9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32723D-73B3-E362-99B2-3583FC95606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39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51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33FB-4F35-F95D-D7E5-CB9753E7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199967-F52B-72C6-AF89-0B6284404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3B28C-D0D6-858D-A8DB-CF07ADA1866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2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21FB-5FBF-41D9-63AB-A65C5535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61ED91-EA97-1937-B6A0-993CCB57C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6367D-C319-BC47-2434-B9E89BD7D6D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371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44CA-30BF-36AE-A24E-A482EB9C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B3FDA7-D9D5-79C6-1CEC-FFF14A8DE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9E816-5FD8-B7EC-1D6B-3B2E71E4F0A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309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8260-FE29-C926-83FB-1CED7F1A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BB847B-D2FD-1AA0-EC24-25B6C2A24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F7A228-A3CE-3023-013E-F5E8601F009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064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065F-9678-5CB2-CD83-5932EF19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5F7EF3-F0D7-0C7A-E5B2-F509AEB83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04A6C5-F53F-5032-26AB-58F74F471C4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14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F15D-749D-4FCC-D729-D4D1BBED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C4E1E3-7474-BB38-4066-0B8CCDE3B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9AD10-548B-438B-CA24-20D16CB4803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86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3134-FC3A-AC97-ECE2-91E1A577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E75C06-7C7B-06DA-B645-7A5E18D4D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A913BA-157B-4C3B-0762-6A7F478F73C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547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D1F3-CBBA-9025-14B6-02C81897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D04D68-3356-B359-B29A-17570D585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660CF-7603-A6D3-AF91-53AD71B4D91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836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A790-1A0D-42CD-843D-36736F58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B6F47F-CDBD-26A5-05F8-B43A35D36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AC4BD-26FA-2F5C-6773-FFE4D68852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30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6540-F2D2-C170-C26F-7283B860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B8FCA2-CA5C-AEFC-814A-A43E249E5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DC878A-0BD9-5D78-2C73-3D6E1BA155D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00820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a641fcca617f4582b670e17cf392783e" /><Relationship Type="http://schemas.openxmlformats.org/officeDocument/2006/relationships/slideMaster" Target="/ppt/slideMasters/slideMaster1.xml" Id="R5ef5358cfaa24b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f5e3771314da4c56" /><Relationship Type="http://schemas.openxmlformats.org/officeDocument/2006/relationships/image" Target="/ppt/media/image2.bin" Id="R15ff223b27884e6f" /><Relationship Type="http://schemas.openxmlformats.org/officeDocument/2006/relationships/slideMaster" Target="/ppt/slideMasters/slideMaster1.xml" Id="R06e2397162b74b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d02e4a8fc4669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59952" y="0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a641fcca617f4582b670e17cf392783e"/>
              </a:rPr>
              <a:t>节日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a641fcca617f4582b670e17cf392783e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a641fcca617f4582b670e17cf392783e"/>
              </a:rPr>
              <a:t>模板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304360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="">
      <p:transition spd="slow" advTm="4000">
        <p:circl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C5D3D72-161C-104D-71AF-C1EDF829D850}"/>
              </a:ext>
            </a:extLst>
          </p:cNvPr>
          <p:cNvPicPr>
            <a:picLocks noChangeAspect="1"/>
          </p:cNvPicPr>
          <p:nvPr userDrawn="1"/>
        </p:nvPicPr>
        <p:blipFill>
          <a:blip r:embed="Rf5e3771314da4c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60E9425-E47C-F3EC-EFEA-007E8552A4D9}"/>
              </a:ext>
            </a:extLst>
          </p:cNvPr>
          <p:cNvSpPr/>
          <p:nvPr userDrawn="1"/>
        </p:nvSpPr>
        <p:spPr>
          <a:xfrm>
            <a:off x="0" y="1222744"/>
            <a:ext cx="12192000" cy="5635256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F2A72E1-9ABE-8A3D-F1E1-E5DEC79D055D}"/>
              </a:ext>
            </a:extLst>
          </p:cNvPr>
          <p:cNvSpPr/>
          <p:nvPr userDrawn="1"/>
        </p:nvSpPr>
        <p:spPr>
          <a:xfrm>
            <a:off x="208562" y="157731"/>
            <a:ext cx="11774879" cy="6542538"/>
          </a:xfrm>
          <a:prstGeom prst="roundRect">
            <a:avLst>
              <a:gd name="adj" fmla="val 3147"/>
            </a:avLst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8BA276-3DA0-1977-1EDC-D38A00CA1B9C}"/>
              </a:ext>
            </a:extLst>
          </p:cNvPr>
          <p:cNvSpPr/>
          <p:nvPr userDrawn="1"/>
        </p:nvSpPr>
        <p:spPr>
          <a:xfrm>
            <a:off x="313524" y="260500"/>
            <a:ext cx="11564952" cy="6337005"/>
          </a:xfrm>
          <a:prstGeom prst="roundRect">
            <a:avLst>
              <a:gd name="adj" fmla="val 314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87672EDB-5EBB-B981-2FE2-336E7CCA92E6}"/>
              </a:ext>
            </a:extLst>
          </p:cNvPr>
          <p:cNvPicPr>
            <a:picLocks noChangeAspect="1"/>
          </p:cNvPicPr>
          <p:nvPr userDrawn="1"/>
        </p:nvPicPr>
        <p:blipFill>
          <a:blip r:embed="R15ff223b27884e6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967" y="373235"/>
            <a:ext cx="1881403" cy="6917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="">
      <p:transition spd="slow" advTm="4000">
        <p:circl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1e40bdecb054b1d" /><Relationship Type="http://schemas.openxmlformats.org/officeDocument/2006/relationships/slideLayout" Target="/ppt/slideLayouts/slideLayout1.xml" Id="R2e390a0c6ee34678" /><Relationship Type="http://schemas.openxmlformats.org/officeDocument/2006/relationships/slideLayout" Target="/ppt/slideLayouts/slideLayout2.xml" Id="R7e29dd61b1494b27" /><Relationship Type="http://schemas.openxmlformats.org/officeDocument/2006/relationships/slideLayout" Target="/ppt/slideLayouts/slideLayout3.xml" Id="R6395e7d2414247f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6395e7d2414247f9"/>
    <p:sldLayoutId id="2147483650" r:id="R7e29dd61b1494b27"/>
    <p:sldLayoutId id="2147483649" r:id="R2e390a0c6ee34678"/>
  </p:sldLayoutIdLst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="">
      <p:transition spd="slow" advTm="4000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theme/theme3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Ari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bin" Id="R2e7f417aa2d64af3" /><Relationship Type="http://schemas.openxmlformats.org/officeDocument/2006/relationships/image" Target="/ppt/media/image4.bin" Id="R465c2e063b2b4a38" /><Relationship Type="http://schemas.openxmlformats.org/officeDocument/2006/relationships/image" Target="/ppt/media/image5.bin" Id="R017703be2eff43b4" /><Relationship Type="http://schemas.openxmlformats.org/officeDocument/2006/relationships/image" Target="/ppt/media/image6.bin" Id="R1ffd87ba950f47a4" /><Relationship Type="http://schemas.openxmlformats.org/officeDocument/2006/relationships/notesSlide" Target="/ppt/notesSlides/notesSlide1.xml" Id="R6c690e0525994639" /><Relationship Type="http://schemas.openxmlformats.org/officeDocument/2006/relationships/slideLayout" Target="/ppt/slideLayouts/slideLayout3.xml" Id="R43c21c16ad0c4e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43071550fe7c443f" /><Relationship Type="http://schemas.openxmlformats.org/officeDocument/2006/relationships/image" Target="/ppt/media/image7.bin" Id="Rd3557fb747d5484e" /><Relationship Type="http://schemas.openxmlformats.org/officeDocument/2006/relationships/image" Target="/ppt/media/image8.bin" Id="Rb3c2d976fb8d4cbd" /><Relationship Type="http://schemas.openxmlformats.org/officeDocument/2006/relationships/notesSlide" Target="/ppt/notesSlides/notesSlide2.xml" Id="Rf69cdfc0dcce4306" /><Relationship Type="http://schemas.openxmlformats.org/officeDocument/2006/relationships/slideLayout" Target="/ppt/slideLayouts/slideLayout3.xml" Id="R4cc1e7f779ed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9.bin" Id="R472021b5c31b4e25" /><Relationship Type="http://schemas.openxmlformats.org/officeDocument/2006/relationships/image" Target="/ppt/media/image10.bin" Id="R9dbd8ded4d0b43ab" /><Relationship Type="http://schemas.openxmlformats.org/officeDocument/2006/relationships/image" Target="/ppt/media/image11.bin" Id="Rd3851996c93148cb" /><Relationship Type="http://schemas.openxmlformats.org/officeDocument/2006/relationships/notesSlide" Target="/ppt/notesSlides/notesSlide3.xml" Id="R6154928143004b56" /><Relationship Type="http://schemas.openxmlformats.org/officeDocument/2006/relationships/slideLayout" Target="/ppt/slideLayouts/slideLayout3.xml" Id="R56b751cca7924f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2.bin" Id="R64d5694cb2244ea1" /><Relationship Type="http://schemas.openxmlformats.org/officeDocument/2006/relationships/image" Target="/ppt/media/image13.bin" Id="Rc5e0ef5d6817433f" /><Relationship Type="http://schemas.openxmlformats.org/officeDocument/2006/relationships/image" Target="/ppt/media/image8.bin" Id="Ra88a60660fdf4d68" /><Relationship Type="http://schemas.openxmlformats.org/officeDocument/2006/relationships/tags" Target="/ppt/slides/tags/tag1.xml" Id="Ra604a4fec4364e6a" /><Relationship Type="http://schemas.openxmlformats.org/officeDocument/2006/relationships/notesSlide" Target="/ppt/notesSlides/notesSlide4.xml" Id="R33e85c1a1b80475f" /><Relationship Type="http://schemas.openxmlformats.org/officeDocument/2006/relationships/slideLayout" Target="/ppt/slideLayouts/slideLayout2.xml" Id="R274227a729e5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4.bin" Id="R212edcfd4bbb4c57" /><Relationship Type="http://schemas.openxmlformats.org/officeDocument/2006/relationships/image" Target="/ppt/media/image15.bin" Id="Rd3f6f5f196944cb9" /><Relationship Type="http://schemas.openxmlformats.org/officeDocument/2006/relationships/image" Target="/ppt/media/image16.bin" Id="Rbca08673de1b46fd" /><Relationship Type="http://schemas.openxmlformats.org/officeDocument/2006/relationships/image" Target="/ppt/media/image17.bin" Id="R1575c21f9ab74d5f" /><Relationship Type="http://schemas.openxmlformats.org/officeDocument/2006/relationships/image" Target="/ppt/media/image18.bin" Id="R3e439077f9754d23" /><Relationship Type="http://schemas.openxmlformats.org/officeDocument/2006/relationships/image" Target="/ppt/media/image19.bin" Id="Re9ed935c7cf84dd4" /><Relationship Type="http://schemas.openxmlformats.org/officeDocument/2006/relationships/image" Target="/ppt/media/image20.bin" Id="R794c36dc29f54ca2" /><Relationship Type="http://schemas.openxmlformats.org/officeDocument/2006/relationships/notesSlide" Target="/ppt/notesSlides/notesSlide5.xml" Id="R75b655198d644349" /><Relationship Type="http://schemas.openxmlformats.org/officeDocument/2006/relationships/slideLayout" Target="/ppt/slideLayouts/slideLayout2.xml" Id="R96d58aa491024b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9.bin" Id="R0c81b3cb873b43b6" /><Relationship Type="http://schemas.openxmlformats.org/officeDocument/2006/relationships/image" Target="/ppt/media/image10.bin" Id="R2c081efbce5c4124" /><Relationship Type="http://schemas.openxmlformats.org/officeDocument/2006/relationships/image" Target="/ppt/media/image11.bin" Id="Rfa2accb9fd424e4c" /><Relationship Type="http://schemas.openxmlformats.org/officeDocument/2006/relationships/notesSlide" Target="/ppt/notesSlides/notesSlide6.xml" Id="R250d73f1ed6d4b73" /><Relationship Type="http://schemas.openxmlformats.org/officeDocument/2006/relationships/slideLayout" Target="/ppt/slideLayouts/slideLayout3.xml" Id="R4d007ffefc0643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1.bin" Id="R47e5d920a74f45e0" /><Relationship Type="http://schemas.openxmlformats.org/officeDocument/2006/relationships/image" Target="/ppt/media/image14.bin" Id="Rc2297504cc1245f8" /><Relationship Type="http://schemas.openxmlformats.org/officeDocument/2006/relationships/image" Target="/ppt/media/image22.bin" Id="R88f13df2674b4907" /><Relationship Type="http://schemas.openxmlformats.org/officeDocument/2006/relationships/image" Target="/ppt/media/image23.bin" Id="R81d02ad4c52e4326" /><Relationship Type="http://schemas.openxmlformats.org/officeDocument/2006/relationships/notesSlide" Target="/ppt/notesSlides/notesSlide7.xml" Id="R39c80f5a33c646a9" /><Relationship Type="http://schemas.openxmlformats.org/officeDocument/2006/relationships/slideLayout" Target="/ppt/slideLayouts/slideLayout2.xml" Id="Rffeae25e87284a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4.bin" Id="R2f2197fef4a9421e" /><Relationship Type="http://schemas.openxmlformats.org/officeDocument/2006/relationships/image" Target="/ppt/media/image25.bin" Id="R6c62785ff1854db6" /><Relationship Type="http://schemas.openxmlformats.org/officeDocument/2006/relationships/notesSlide" Target="/ppt/notesSlides/notesSlide8.xml" Id="R449a1f298271466d" /><Relationship Type="http://schemas.openxmlformats.org/officeDocument/2006/relationships/slideLayout" Target="/ppt/slideLayouts/slideLayout2.xml" Id="R2fd36b0f958f44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6.bin" Id="R02046281b577413b" /><Relationship Type="http://schemas.openxmlformats.org/officeDocument/2006/relationships/image" Target="/ppt/media/image14.bin" Id="Rb8b95b42fdd743ff" /><Relationship Type="http://schemas.openxmlformats.org/officeDocument/2006/relationships/image" Target="/ppt/media/image22.bin" Id="R7235ce29d029437f" /><Relationship Type="http://schemas.openxmlformats.org/officeDocument/2006/relationships/image" Target="/ppt/media/image23.bin" Id="R4287ce2a4881472b" /><Relationship Type="http://schemas.openxmlformats.org/officeDocument/2006/relationships/notesSlide" Target="/ppt/notesSlides/notesSlide9.xml" Id="R02bc3cf6ecfb4e02" /><Relationship Type="http://schemas.openxmlformats.org/officeDocument/2006/relationships/slideLayout" Target="/ppt/slideLayouts/slideLayout2.xml" Id="Rd4e13db723d346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7.bin" Id="R61ff6c9c388a4ff1" /><Relationship Type="http://schemas.openxmlformats.org/officeDocument/2006/relationships/image" Target="/ppt/media/image14.bin" Id="Rdaea0984f9834fc4" /><Relationship Type="http://schemas.openxmlformats.org/officeDocument/2006/relationships/tags" Target="/ppt/slides/tags/tag2.xml" Id="R1fab31e3dafa4ba9" /><Relationship Type="http://schemas.openxmlformats.org/officeDocument/2006/relationships/notesSlide" Target="/ppt/notesSlides/notesSlide10.xml" Id="R1197b58b3df84ce6" /><Relationship Type="http://schemas.openxmlformats.org/officeDocument/2006/relationships/slideLayout" Target="/ppt/slideLayouts/slideLayout2.xml" Id="R94fc8a19736d45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9.bin" Id="R854a725edfe54d87" /><Relationship Type="http://schemas.openxmlformats.org/officeDocument/2006/relationships/image" Target="/ppt/media/image10.bin" Id="R3a1501732de44368" /><Relationship Type="http://schemas.openxmlformats.org/officeDocument/2006/relationships/image" Target="/ppt/media/image11.bin" Id="Rf3b65e958fe14a9f" /><Relationship Type="http://schemas.openxmlformats.org/officeDocument/2006/relationships/notesSlide" Target="/ppt/notesSlides/notesSlide11.xml" Id="R7c445390e1254ac1" /><Relationship Type="http://schemas.openxmlformats.org/officeDocument/2006/relationships/slideLayout" Target="/ppt/slideLayouts/slideLayout3.xml" Id="R18535f45b62443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8.bin" Id="R193b8d38f8904939" /><Relationship Type="http://schemas.openxmlformats.org/officeDocument/2006/relationships/image" Target="/ppt/media/image14.bin" Id="Re510c50b244d454b" /><Relationship Type="http://schemas.openxmlformats.org/officeDocument/2006/relationships/notesSlide" Target="/ppt/notesSlides/notesSlide12.xml" Id="R43832993597c4d8f" /><Relationship Type="http://schemas.openxmlformats.org/officeDocument/2006/relationships/slideLayout" Target="/ppt/slideLayouts/slideLayout2.xml" Id="R009f4a90fd7d4e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4.bin" Id="R31b58a215f124d2d" /><Relationship Type="http://schemas.openxmlformats.org/officeDocument/2006/relationships/notesSlide" Target="/ppt/notesSlides/notesSlide13.xml" Id="R55fc303974624ed1" /><Relationship Type="http://schemas.openxmlformats.org/officeDocument/2006/relationships/slideLayout" Target="/ppt/slideLayouts/slideLayout2.xml" Id="R311a05a1953647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.bin" Id="R5b6d1a18ca954be2" /><Relationship Type="http://schemas.openxmlformats.org/officeDocument/2006/relationships/image" Target="/ppt/media/image4.bin" Id="Re5d1e57ed45e4d94" /><Relationship Type="http://schemas.openxmlformats.org/officeDocument/2006/relationships/image" Target="/ppt/media/image5.bin" Id="Ra753757310f84797" /><Relationship Type="http://schemas.openxmlformats.org/officeDocument/2006/relationships/image" Target="/ppt/media/image6.bin" Id="Rf9d324caa2424750" /><Relationship Type="http://schemas.openxmlformats.org/officeDocument/2006/relationships/notesSlide" Target="/ppt/notesSlides/notesSlide14.xml" Id="Rf3c00e2400e4498a" /><Relationship Type="http://schemas.openxmlformats.org/officeDocument/2006/relationships/slideLayout" Target="/ppt/slideLayouts/slideLayout3.xml" Id="R685613bd1f8b4e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be261523b09f4ae59638e36229cdac04" /><Relationship Type="http://schemas.openxmlformats.org/officeDocument/2006/relationships/image" Target="/ppt/media/image29.bin" Id="R64ab834e4d2649c9" /><Relationship Type="http://schemas.openxmlformats.org/officeDocument/2006/relationships/image" Target="/ppt/media/image30.bin" Id="R2ae0adccb5b54400" /><Relationship Type="http://schemas.openxmlformats.org/officeDocument/2006/relationships/image" Target="/ppt/media/image31.bin" Id="R419970d4c0444df7" /><Relationship Type="http://schemas.openxmlformats.org/officeDocument/2006/relationships/customXml" Target="/ppt/customXML/item.xml" Id="Rda682134f98c4313" /><Relationship Type="http://schemas.openxmlformats.org/officeDocument/2006/relationships/customXml" Target="/ppt/customXML/item2.xml" Id="Re4c7569174e74644" /><Relationship Type="http://schemas.openxmlformats.org/officeDocument/2006/relationships/slideLayout" Target="/ppt/slideLayouts/slideLayout1.xml" Id="R705b825f9e2b42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29321c7fb684467e9773f34740641ac2" /><Relationship Type="http://schemas.openxmlformats.org/officeDocument/2006/relationships/image" Target="/ppt/media/image32.bin" Id="R855814fd91d641f1" /><Relationship Type="http://schemas.openxmlformats.org/officeDocument/2006/relationships/image" Target="/ppt/media/image33.bin" Id="Rd086186974bc4a8a" /><Relationship Type="http://schemas.openxmlformats.org/officeDocument/2006/relationships/image" Target="/ppt/media/image34.bin" Id="R82d0c8a2aca14e3c" /><Relationship Type="http://schemas.openxmlformats.org/officeDocument/2006/relationships/image" Target="/ppt/media/image30.bin" Id="R84d54443ee0e4ff1" /><Relationship Type="http://schemas.openxmlformats.org/officeDocument/2006/relationships/image" Target="/ppt/media/image35.bin" Id="Re3492c95fd6d473e" /><Relationship Type="http://schemas.openxmlformats.org/officeDocument/2006/relationships/image" Target="/ppt/media/image36.bin" Id="Rb8caa699b389433b" /><Relationship Type="http://schemas.openxmlformats.org/officeDocument/2006/relationships/image" Target="/ppt/media/image31.bin" Id="R138a20f23f7a4e6d" /><Relationship Type="http://schemas.openxmlformats.org/officeDocument/2006/relationships/customXml" Target="/ppt/customXML/item3.xml" Id="R054fea718a9040ff" /><Relationship Type="http://schemas.openxmlformats.org/officeDocument/2006/relationships/customXml" Target="/ppt/customXML/item4.xml" Id="R8d27f6317a564b9c" /><Relationship Type="http://schemas.openxmlformats.org/officeDocument/2006/relationships/customXml" Target="/ppt/customXML/item5.xml" Id="Rbafb9df082aa47c1" /><Relationship Type="http://schemas.openxmlformats.org/officeDocument/2006/relationships/slideLayout" Target="/ppt/slideLayouts/slideLayout1.xml" Id="Ra127903c61b343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37.bin" Id="R9f12b6cf5b9f4a09" /><Relationship Type="http://schemas.openxmlformats.org/officeDocument/2006/relationships/image" Target="/ppt/media/image38.bin" Id="Ra2bef1f3ce5149ea" /><Relationship Type="http://schemas.openxmlformats.org/officeDocument/2006/relationships/image" Target="/ppt/media/image36.bin" Id="R595c4c48697c4140" /><Relationship Type="http://schemas.openxmlformats.org/officeDocument/2006/relationships/image" Target="/ppt/media/image39.bin" Id="R49a1cb0449634d53" /><Relationship Type="http://schemas.openxmlformats.org/officeDocument/2006/relationships/customXml" Target="/ppt/customXML/item6.xml" Id="R1df50bb38eee4d7a" /><Relationship Type="http://schemas.openxmlformats.org/officeDocument/2006/relationships/customXml" Target="/ppt/customXML/item7.xml" Id="Rb4217893b8934e8d" /><Relationship Type="http://schemas.openxmlformats.org/officeDocument/2006/relationships/customXml" Target="/ppt/customXML/item8.xml" Id="R90ac2e0ca5804adc" /><Relationship Type="http://schemas.openxmlformats.org/officeDocument/2006/relationships/slideLayout" Target="/ppt/slideLayouts/slideLayout1.xml" Id="R04202534bde043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411461830774903bf9729eacfcfe223" /><Relationship Type="http://schemas.openxmlformats.org/officeDocument/2006/relationships/hyperlink" Target="https://storyset.com/" TargetMode="External" Id="R22e08511dbfd44ecacb44778fad11812" /><Relationship Type="http://schemas.openxmlformats.org/officeDocument/2006/relationships/slideLayout" Target="/ppt/slideLayouts/slideLayout1.xml" Id="R47e98134daa944e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D091D2-448F-2EDD-162C-CA800D540365}"/>
              </a:ext>
            </a:extLst>
          </p:cNvPr>
          <p:cNvPicPr>
            <a:picLocks noChangeAspect="1"/>
          </p:cNvPicPr>
          <p:nvPr/>
        </p:nvPicPr>
        <p:blipFill>
          <a:blip r:embed="R2e7f417aa2d64af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59967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BDBF422-427D-9523-EEBB-48AE4BD791B7}"/>
              </a:ext>
            </a:extLst>
          </p:cNvPr>
          <p:cNvSpPr/>
          <p:nvPr/>
        </p:nvSpPr>
        <p:spPr>
          <a:xfrm>
            <a:off x="0" y="4274288"/>
            <a:ext cx="12192000" cy="2583712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55840E-B5A9-6C1E-DB6D-FB248A87D308}"/>
              </a:ext>
            </a:extLst>
          </p:cNvPr>
          <p:cNvPicPr>
            <a:picLocks noChangeAspect="1"/>
          </p:cNvPicPr>
          <p:nvPr/>
        </p:nvPicPr>
        <p:blipFill>
          <a:blip r:embed="R465c2e063b2b4a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933" y="3436177"/>
            <a:ext cx="6634137" cy="24393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81CDA2C-66DA-C25F-3F43-AD231232C56F}"/>
              </a:ext>
            </a:extLst>
          </p:cNvPr>
          <p:cNvSpPr txBox="1"/>
          <p:nvPr/>
        </p:nvSpPr>
        <p:spPr>
          <a:xfrm>
            <a:off x="171027" y="4874841"/>
            <a:ext cx="492443" cy="1642750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种个春天</a:t>
            </a:r>
            <a:endParaRPr 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C90216-6907-C7DC-AEF2-90A630E72C9C}"/>
              </a:ext>
            </a:extLst>
          </p:cNvPr>
          <p:cNvSpPr txBox="1"/>
          <p:nvPr/>
        </p:nvSpPr>
        <p:spPr>
          <a:xfrm>
            <a:off x="11528547" y="4874841"/>
            <a:ext cx="492443" cy="1642750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浇个朋友</a:t>
            </a:r>
            <a:endParaRPr 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556ECDB-75A6-19AC-599F-5CF9CDF87D51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F90BCF1-3A5B-A127-B3D1-3B6F8BAF974A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775482C-42B5-0DAF-1C67-DEF16E78787D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FF95543-210A-2F24-56DE-3617C42C1294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C1316A2-7F4A-ACD6-DA69-91184184A025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3BF6DF0-E09C-A01A-E953-0EADB61BFB03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44F54DB-096D-602D-B834-4C064B88315D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FCA3645-73B6-7F36-01D8-DCB11C209997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FFD5553-4D17-4568-7B35-22061895DB91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404DEC39-B954-D638-166F-7CD1AB24677E}"/>
              </a:ext>
            </a:extLst>
          </p:cNvPr>
          <p:cNvPicPr>
            <a:picLocks noChangeAspect="1"/>
          </p:cNvPicPr>
          <p:nvPr/>
        </p:nvPicPr>
        <p:blipFill>
          <a:blip r:embed="R017703be2eff43b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784" y="4381142"/>
            <a:ext cx="1779505" cy="247685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AE99172-936A-D673-E6C1-708BAEE94EDD}"/>
              </a:ext>
            </a:extLst>
          </p:cNvPr>
          <p:cNvPicPr>
            <a:picLocks noChangeAspect="1"/>
          </p:cNvPicPr>
          <p:nvPr/>
        </p:nvPicPr>
        <p:blipFill>
          <a:blip r:embed="R1ffd87ba950f47a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1" y="3912781"/>
            <a:ext cx="2213961" cy="2945218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4F723656-FD1B-C43B-F7C6-37D54CF699E3}"/>
              </a:ext>
            </a:extLst>
          </p:cNvPr>
          <p:cNvGrpSpPr/>
          <p:nvPr/>
        </p:nvGrpSpPr>
        <p:grpSpPr>
          <a:xfrm>
            <a:off x="3561654" y="6028914"/>
            <a:ext cx="5068695" cy="520828"/>
            <a:chOff x="3561907" y="5965116"/>
            <a:chExt cx="5068694" cy="520828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5A8F82E-52B5-3683-CFC1-A5FF6554699F}"/>
                </a:ext>
              </a:extLst>
            </p:cNvPr>
            <p:cNvSpPr/>
            <p:nvPr/>
          </p:nvSpPr>
          <p:spPr>
            <a:xfrm>
              <a:off x="3561907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植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64A16E16-2A83-6816-033D-E8116BB0770E}"/>
                </a:ext>
              </a:extLst>
            </p:cNvPr>
            <p:cNvSpPr/>
            <p:nvPr/>
          </p:nvSpPr>
          <p:spPr>
            <a:xfrm>
              <a:off x="4130390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树</a:t>
              </a: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DEEE9DD-EE9B-B79B-D251-B9BFFE10818C}"/>
                </a:ext>
              </a:extLst>
            </p:cNvPr>
            <p:cNvSpPr/>
            <p:nvPr/>
          </p:nvSpPr>
          <p:spPr>
            <a:xfrm>
              <a:off x="4698873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节</a:t>
              </a: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B00A7EB-92EF-33F7-B4AD-82DF30237C6A}"/>
                </a:ext>
              </a:extLst>
            </p:cNvPr>
            <p:cNvSpPr/>
            <p:nvPr/>
          </p:nvSpPr>
          <p:spPr>
            <a:xfrm>
              <a:off x="5267356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3800A67-6D40-7B7C-FC66-154378D26DF1}"/>
                </a:ext>
              </a:extLst>
            </p:cNvPr>
            <p:cNvSpPr/>
            <p:nvPr/>
          </p:nvSpPr>
          <p:spPr>
            <a:xfrm>
              <a:off x="5835839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题</a:t>
              </a: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2C188520-3CEC-B96D-0F56-9F11A2871EB6}"/>
                </a:ext>
              </a:extLst>
            </p:cNvPr>
            <p:cNvSpPr/>
            <p:nvPr/>
          </p:nvSpPr>
          <p:spPr>
            <a:xfrm>
              <a:off x="6404322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活</a:t>
              </a: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30CBCC61-3DA4-2CB7-4FD2-BD77AD797CC6}"/>
                </a:ext>
              </a:extLst>
            </p:cNvPr>
            <p:cNvSpPr/>
            <p:nvPr/>
          </p:nvSpPr>
          <p:spPr>
            <a:xfrm>
              <a:off x="6972805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动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0AF1D20B-0996-2829-43AC-6DEF479AAB75}"/>
                </a:ext>
              </a:extLst>
            </p:cNvPr>
            <p:cNvSpPr/>
            <p:nvPr/>
          </p:nvSpPr>
          <p:spPr>
            <a:xfrm>
              <a:off x="7541288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班</a:t>
              </a: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CF063D1-5973-1FEB-5EF3-7CB640C7B11F}"/>
                </a:ext>
              </a:extLst>
            </p:cNvPr>
            <p:cNvSpPr/>
            <p:nvPr/>
          </p:nvSpPr>
          <p:spPr>
            <a:xfrm>
              <a:off x="8109773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173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8F74-2BEB-BC1A-F628-FCAA2165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53F6CF-C7DD-4C12-D91A-73E8E193897D}"/>
              </a:ext>
            </a:extLst>
          </p:cNvPr>
          <p:cNvPicPr>
            <a:picLocks noChangeAspect="1"/>
          </p:cNvPicPr>
          <p:nvPr/>
        </p:nvPicPr>
        <p:blipFill>
          <a:blip r:embed="R43071550fe7c443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0FC28FF-89A5-98F9-1882-AA5FA076B0C4}"/>
              </a:ext>
            </a:extLst>
          </p:cNvPr>
          <p:cNvSpPr/>
          <p:nvPr/>
        </p:nvSpPr>
        <p:spPr>
          <a:xfrm>
            <a:off x="0" y="1222744"/>
            <a:ext cx="12192000" cy="5635256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0685CE0-CAA2-450A-9FE8-E708C57DDF5D}"/>
              </a:ext>
            </a:extLst>
          </p:cNvPr>
          <p:cNvGrpSpPr/>
          <p:nvPr/>
        </p:nvGrpSpPr>
        <p:grpSpPr>
          <a:xfrm>
            <a:off x="662765" y="2488019"/>
            <a:ext cx="2020353" cy="2853068"/>
            <a:chOff x="662763" y="2488019"/>
            <a:chExt cx="2020353" cy="285306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254F666-3D38-EADF-340B-150AC62B8828}"/>
                </a:ext>
              </a:extLst>
            </p:cNvPr>
            <p:cNvGrpSpPr/>
            <p:nvPr/>
          </p:nvGrpSpPr>
          <p:grpSpPr>
            <a:xfrm>
              <a:off x="662763" y="2488019"/>
              <a:ext cx="1343245" cy="2853068"/>
              <a:chOff x="662763" y="2488019"/>
              <a:chExt cx="1343245" cy="2853068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9CBB48A7-99B1-E42A-EFFB-15B28B8898DE}"/>
                  </a:ext>
                </a:extLst>
              </p:cNvPr>
              <p:cNvSpPr/>
              <p:nvPr/>
            </p:nvSpPr>
            <p:spPr>
              <a:xfrm>
                <a:off x="669851" y="2488019"/>
                <a:ext cx="1336157" cy="1336157"/>
              </a:xfrm>
              <a:prstGeom prst="ellipse">
                <a:avLst/>
              </a:prstGeom>
              <a:noFill/>
              <a:ln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7200" b="1">
                    <a:solidFill>
                      <a:schemeClr val="bg1"/>
                    </a:solidFill>
                    <a:latin typeface="时尚中黑简体" pitchFamily="2" charset="-122"/>
                    <a:ea typeface="时尚中黑简体" pitchFamily="2" charset="-122"/>
                    <a:cs typeface="字体管家幻影伯爵" panose="02010600060101010101" pitchFamily="2" charset="-122"/>
                    <a:sym typeface="+mn-ea"/>
                  </a:rPr>
                  <a:t>目</a:t>
                </a:r>
                <a:endParaRPr lang="zh-CN" altLang="en-US" sz="7200" b="1">
                  <a:latin typeface="时尚中黑简体" pitchFamily="2" charset="-122"/>
                  <a:ea typeface="时尚中黑简体" pitchFamily="2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5AC1AE3D-0834-1C25-E7AD-2F04BF727DE8}"/>
                  </a:ext>
                </a:extLst>
              </p:cNvPr>
              <p:cNvSpPr/>
              <p:nvPr/>
            </p:nvSpPr>
            <p:spPr>
              <a:xfrm>
                <a:off x="662763" y="4004930"/>
                <a:ext cx="1336157" cy="1336157"/>
              </a:xfrm>
              <a:prstGeom prst="ellipse">
                <a:avLst/>
              </a:prstGeom>
              <a:noFill/>
              <a:ln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7200" b="1">
                    <a:solidFill>
                      <a:schemeClr val="bg1"/>
                    </a:solidFill>
                    <a:latin typeface="时尚中黑简体" pitchFamily="2" charset="-122"/>
                    <a:ea typeface="时尚中黑简体" pitchFamily="2" charset="-122"/>
                    <a:cs typeface="字体管家幻影伯爵" panose="02010600060101010101" pitchFamily="2" charset="-122"/>
                    <a:sym typeface="+mn-ea"/>
                  </a:rPr>
                  <a:t>录</a:t>
                </a:r>
                <a:endParaRPr lang="zh-CN" altLang="en-US" sz="7200" b="1">
                  <a:latin typeface="时尚中黑简体" pitchFamily="2" charset="-122"/>
                  <a:ea typeface="时尚中黑简体" pitchFamily="2" charset="-122"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C47A37E-D23E-71FC-2145-E4B3863EF5F0}"/>
                </a:ext>
              </a:extLst>
            </p:cNvPr>
            <p:cNvSpPr txBox="1"/>
            <p:nvPr/>
          </p:nvSpPr>
          <p:spPr>
            <a:xfrm>
              <a:off x="2006008" y="2831138"/>
              <a:ext cx="677108" cy="2418468"/>
            </a:xfrm>
            <a:prstGeom prst="rect">
              <a:avLst/>
            </a:prstGeom>
            <a:noFill/>
          </p:spPr>
          <p:txBody>
            <a:bodyPr vert="eaVert" wrap="square" rtlCol="0" anchor="t">
              <a:spAutoFit/>
            </a:bodyPr>
            <a:lstStyle/>
            <a:p>
              <a:pPr algn="dist"/>
              <a:r>
                <a:rPr lang="en-US" altLang="zh-CN" sz="3200" b="1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CONTENTS</a:t>
              </a:r>
              <a:endParaRPr lang="en-US" sz="3200" b="1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D6590B1-4013-4BB0-DE70-32147BDB8B27}"/>
              </a:ext>
            </a:extLst>
          </p:cNvPr>
          <p:cNvGrpSpPr/>
          <p:nvPr/>
        </p:nvGrpSpPr>
        <p:grpSpPr>
          <a:xfrm>
            <a:off x="2977691" y="2183270"/>
            <a:ext cx="5170972" cy="3451986"/>
            <a:chOff x="3292545" y="2183270"/>
            <a:chExt cx="5170972" cy="3451986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076653D-12B7-341C-5D35-51F999ECA366}"/>
                </a:ext>
              </a:extLst>
            </p:cNvPr>
            <p:cNvGrpSpPr/>
            <p:nvPr/>
          </p:nvGrpSpPr>
          <p:grpSpPr>
            <a:xfrm>
              <a:off x="4126869" y="2184109"/>
              <a:ext cx="4336648" cy="3451147"/>
              <a:chOff x="4126868" y="2138046"/>
              <a:chExt cx="4878909" cy="345114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51E261BE-2E5B-C66B-D6EA-5CD01BB980E4}"/>
                  </a:ext>
                </a:extLst>
              </p:cNvPr>
              <p:cNvSpPr/>
              <p:nvPr/>
            </p:nvSpPr>
            <p:spPr>
              <a:xfrm>
                <a:off x="4126868" y="2138046"/>
                <a:ext cx="4878909" cy="70788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时尚中黑简体" pitchFamily="2" charset="-122"/>
                  <a:ea typeface="时尚中黑简体" pitchFamily="2" charset="-122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335A74B7-BEE2-8F40-D229-536E330D7EA7}"/>
                  </a:ext>
                </a:extLst>
              </p:cNvPr>
              <p:cNvSpPr/>
              <p:nvPr/>
            </p:nvSpPr>
            <p:spPr>
              <a:xfrm>
                <a:off x="4126868" y="3509677"/>
                <a:ext cx="4878909" cy="70788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时尚中黑简体" pitchFamily="2" charset="-122"/>
                  <a:ea typeface="时尚中黑简体" pitchFamily="2" charset="-122"/>
                </a:endParaRPr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27FDC62A-3EF2-D873-9F5E-AE28B023971D}"/>
                  </a:ext>
                </a:extLst>
              </p:cNvPr>
              <p:cNvSpPr/>
              <p:nvPr/>
            </p:nvSpPr>
            <p:spPr>
              <a:xfrm>
                <a:off x="4126868" y="4881307"/>
                <a:ext cx="4878909" cy="70788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时尚中黑简体" pitchFamily="2" charset="-122"/>
                  <a:ea typeface="时尚中黑简体" pitchFamily="2" charset="-122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29ABFF4-616B-D3DA-A514-2BE33CB92476}"/>
                </a:ext>
              </a:extLst>
            </p:cNvPr>
            <p:cNvSpPr txBox="1"/>
            <p:nvPr/>
          </p:nvSpPr>
          <p:spPr>
            <a:xfrm>
              <a:off x="4296991" y="2183270"/>
              <a:ext cx="4070829" cy="7078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40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“一起植树”</a:t>
              </a:r>
              <a:endParaRPr lang="en-US" sz="40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943A6A4-86F9-AEA2-6A1B-6C7676CA8C04}"/>
                </a:ext>
              </a:extLst>
            </p:cNvPr>
            <p:cNvSpPr txBox="1"/>
            <p:nvPr/>
          </p:nvSpPr>
          <p:spPr>
            <a:xfrm>
              <a:off x="4296991" y="3554901"/>
              <a:ext cx="4070829" cy="7078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40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“一起长大”</a:t>
              </a:r>
              <a:endParaRPr lang="en-US" sz="40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5BA0928-9E73-CC6A-63B1-7523E39E1EF0}"/>
                </a:ext>
              </a:extLst>
            </p:cNvPr>
            <p:cNvSpPr txBox="1"/>
            <p:nvPr/>
          </p:nvSpPr>
          <p:spPr>
            <a:xfrm>
              <a:off x="4296992" y="4926531"/>
              <a:ext cx="4070829" cy="7078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40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“唱首植物歌”</a:t>
              </a:r>
              <a:endParaRPr lang="en-US" sz="40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4E9BE9F-84B2-C67E-9CB8-5A239A157B16}"/>
                </a:ext>
              </a:extLst>
            </p:cNvPr>
            <p:cNvSpPr/>
            <p:nvPr/>
          </p:nvSpPr>
          <p:spPr>
            <a:xfrm>
              <a:off x="3292545" y="2184109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2B7703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01</a:t>
              </a:r>
              <a:endParaRPr lang="zh-CN" altLang="en-US" sz="2000">
                <a:solidFill>
                  <a:srgbClr val="2B7703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A343AA95-5FB1-CE57-64EF-CBCEF292D7F5}"/>
                </a:ext>
              </a:extLst>
            </p:cNvPr>
            <p:cNvSpPr/>
            <p:nvPr/>
          </p:nvSpPr>
          <p:spPr>
            <a:xfrm>
              <a:off x="3292545" y="3555740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2B7703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02</a:t>
              </a:r>
              <a:endParaRPr lang="zh-CN" altLang="en-US" sz="2000">
                <a:solidFill>
                  <a:srgbClr val="2B7703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321D430D-B8F6-E595-2D36-5A945802DAAE}"/>
                </a:ext>
              </a:extLst>
            </p:cNvPr>
            <p:cNvSpPr/>
            <p:nvPr/>
          </p:nvSpPr>
          <p:spPr>
            <a:xfrm>
              <a:off x="3292545" y="4927370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2B7703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03</a:t>
              </a:r>
              <a:endParaRPr lang="zh-CN" altLang="en-US" sz="2000">
                <a:solidFill>
                  <a:srgbClr val="2B7703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B2F05CE7-6C44-E1C7-D9E6-C7F95E6CE6EB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AE765723-C10C-935B-E627-187002F5F9B0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57701840-896A-0958-BCDF-6D106DC392C2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1C60983D-1FF7-0584-7FDD-9DDEFEC6D804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35963400-6456-5021-C5A7-6B572C90154D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5117E79C-04DE-6DBD-44E2-623BD20640AE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9703185-1CD6-A922-9917-887796756EA5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46CA2FE-5812-D80E-82D7-9E63C6453745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="1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8392813-0F32-B900-0897-C89069906C7A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B6BAA5A9-3776-9ED5-8AF5-A3ADEF588409}"/>
              </a:ext>
            </a:extLst>
          </p:cNvPr>
          <p:cNvSpPr/>
          <p:nvPr/>
        </p:nvSpPr>
        <p:spPr>
          <a:xfrm rot="16200000">
            <a:off x="1095416" y="5600306"/>
            <a:ext cx="485026" cy="998475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9723EE9-66B0-F81D-CDFF-8891353BC0C6}"/>
              </a:ext>
            </a:extLst>
          </p:cNvPr>
          <p:cNvSpPr/>
          <p:nvPr/>
        </p:nvSpPr>
        <p:spPr>
          <a:xfrm rot="16200000">
            <a:off x="1126047" y="1377411"/>
            <a:ext cx="485026" cy="998475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10F7E50-DD00-38F6-C41D-FDFA3B80A3B9}"/>
              </a:ext>
            </a:extLst>
          </p:cNvPr>
          <p:cNvGrpSpPr/>
          <p:nvPr/>
        </p:nvGrpSpPr>
        <p:grpSpPr>
          <a:xfrm>
            <a:off x="8443238" y="1376100"/>
            <a:ext cx="3660636" cy="4769474"/>
            <a:chOff x="8443237" y="1376100"/>
            <a:chExt cx="3660636" cy="4769474"/>
          </a:xfrm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769FE696-628B-BEE4-EC2D-2E4654904B39}"/>
                </a:ext>
              </a:extLst>
            </p:cNvPr>
            <p:cNvPicPr>
              <a:picLocks noChangeAspect="1"/>
            </p:cNvPicPr>
            <p:nvPr/>
          </p:nvPicPr>
          <p:blipFill>
            <a:blip r:embed="Rd3557fb747d5484e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3237" y="1502778"/>
              <a:ext cx="3660636" cy="4642796"/>
            </a:xfrm>
            <a:prstGeom prst="rect">
              <a:avLst/>
            </a:prstGeom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E6D3866E-E858-9187-0374-663A89125A39}"/>
                </a:ext>
              </a:extLst>
            </p:cNvPr>
            <p:cNvPicPr>
              <a:picLocks noChangeAspect="1"/>
            </p:cNvPicPr>
            <p:nvPr/>
          </p:nvPicPr>
          <p:blipFill>
            <a:blip r:embed="Rb3c2d976fb8d4cbd"/>
            <a:stretch>
              <a:fillRect/>
            </a:stretch>
          </p:blipFill>
          <p:spPr>
            <a:xfrm flipH="1">
              <a:off x="8581447" y="1376100"/>
              <a:ext cx="1401645" cy="1111919"/>
            </a:xfrm>
            <a:prstGeom prst="rect">
              <a:avLst/>
            </a:prstGeom>
          </p:spPr>
        </p:pic>
      </p:grpSp>
      <p:sp>
        <p:nvSpPr>
          <p:cNvPr id="34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15416" y="0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193043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6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B2D9-995E-E05A-74F2-0B7AA2DC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B862835-AFEA-58B8-23F2-D94AACB07C3E}"/>
              </a:ext>
            </a:extLst>
          </p:cNvPr>
          <p:cNvPicPr>
            <a:picLocks noChangeAspect="1"/>
          </p:cNvPicPr>
          <p:nvPr/>
        </p:nvPicPr>
        <p:blipFill>
          <a:blip r:embed="R472021b5c31b4e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063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892F2C1-E801-7B4C-2787-A03F2119DA93}"/>
              </a:ext>
            </a:extLst>
          </p:cNvPr>
          <p:cNvSpPr/>
          <p:nvPr/>
        </p:nvSpPr>
        <p:spPr>
          <a:xfrm>
            <a:off x="0" y="4970544"/>
            <a:ext cx="12192000" cy="1889164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1B709B-7150-5BC5-B6AE-69509587EDC8}"/>
              </a:ext>
            </a:extLst>
          </p:cNvPr>
          <p:cNvSpPr/>
          <p:nvPr/>
        </p:nvSpPr>
        <p:spPr>
          <a:xfrm>
            <a:off x="1938020" y="3354893"/>
            <a:ext cx="8315960" cy="2693936"/>
          </a:xfrm>
          <a:prstGeom prst="roundRect">
            <a:avLst>
              <a:gd name="adj" fmla="val 144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9FA9F6-BF7E-6C6B-673A-F165016C8631}"/>
              </a:ext>
            </a:extLst>
          </p:cNvPr>
          <p:cNvSpPr txBox="1"/>
          <p:nvPr/>
        </p:nvSpPr>
        <p:spPr>
          <a:xfrm>
            <a:off x="4361327" y="3565360"/>
            <a:ext cx="5171637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buClrTx/>
              <a:buSzTx/>
              <a:buFontTx/>
            </a:pPr>
            <a:r>
              <a:rPr lang="zh-CN" altLang="en-US" sz="8800">
                <a:solidFill>
                  <a:schemeClr val="tx1">
                    <a:lumMod val="85000"/>
                    <a:lumOff val="15000"/>
                  </a:schemeClr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rPr>
              <a:t>一起植树</a:t>
            </a:r>
            <a:endParaRPr lang="en-US" sz="8800">
              <a:solidFill>
                <a:schemeClr val="tx1">
                  <a:lumMod val="85000"/>
                  <a:lumOff val="15000"/>
                </a:schemeClr>
              </a:solidFill>
              <a:latin typeface="时尚中黑简体" pitchFamily="2" charset="-122"/>
              <a:ea typeface="时尚中黑简体" pitchFamily="2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D6B816-671A-9C17-9F5F-955C45AFC1D7}"/>
              </a:ext>
            </a:extLst>
          </p:cNvPr>
          <p:cNvSpPr txBox="1"/>
          <p:nvPr/>
        </p:nvSpPr>
        <p:spPr>
          <a:xfrm>
            <a:off x="4361328" y="4935177"/>
            <a:ext cx="4772041" cy="572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2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字体管家幻影伯爵" panose="02010600060101010101" pitchFamily="2" charset="-122"/>
                <a:sym typeface="+mn-ea"/>
              </a:rPr>
              <a:t>一颗种子，从播种下的那一刻就有了意义；一棵X树，从扎根的那一刻就有了生机；一棵X树，承载着生命，连接着未来。</a:t>
            </a:r>
            <a:endParaRPr lang="en-US" sz="13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408BB87-FE73-B79E-5A49-9F5DA90D8946}"/>
              </a:ext>
            </a:extLst>
          </p:cNvPr>
          <p:cNvSpPr/>
          <p:nvPr/>
        </p:nvSpPr>
        <p:spPr>
          <a:xfrm>
            <a:off x="2555689" y="3768661"/>
            <a:ext cx="1668403" cy="1668403"/>
          </a:xfrm>
          <a:prstGeom prst="ellipse">
            <a:avLst/>
          </a:prstGeom>
          <a:solidFill>
            <a:srgbClr val="F6DA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>
                <a:solidFill>
                  <a:srgbClr val="2B7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01</a:t>
            </a:r>
            <a:endParaRPr lang="zh-CN" altLang="en-US" sz="6000" b="1">
              <a:solidFill>
                <a:srgbClr val="2B770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408CC7-CC83-7E98-5C66-609F228E45D6}"/>
              </a:ext>
            </a:extLst>
          </p:cNvPr>
          <p:cNvPicPr>
            <a:picLocks noChangeAspect="1"/>
          </p:cNvPicPr>
          <p:nvPr/>
        </p:nvPicPr>
        <p:blipFill>
          <a:blip r:embed="R9dbd8ded4d0b43a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62" y="4165775"/>
            <a:ext cx="2535467" cy="26939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809C32-5E90-D9C2-3B4A-D349AC177F9E}"/>
              </a:ext>
            </a:extLst>
          </p:cNvPr>
          <p:cNvPicPr>
            <a:picLocks noChangeAspect="1"/>
          </p:cNvPicPr>
          <p:nvPr/>
        </p:nvPicPr>
        <p:blipFill>
          <a:blip r:embed="Rd3851996c93148c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2" y="4695346"/>
            <a:ext cx="2266521" cy="216436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7DA0553-843F-7907-A275-7D9BB6E83F79}"/>
              </a:ext>
            </a:extLst>
          </p:cNvPr>
          <p:cNvSpPr txBox="1"/>
          <p:nvPr/>
        </p:nvSpPr>
        <p:spPr>
          <a:xfrm>
            <a:off x="10870355" y="273685"/>
            <a:ext cx="492443" cy="1427716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种个春天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E7340-EEAD-47B6-241B-4EE291D36C56}"/>
              </a:ext>
            </a:extLst>
          </p:cNvPr>
          <p:cNvSpPr txBox="1"/>
          <p:nvPr/>
        </p:nvSpPr>
        <p:spPr>
          <a:xfrm>
            <a:off x="11305619" y="987957"/>
            <a:ext cx="492443" cy="1383104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浇个朋友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1AEDA92-F511-CA49-FC6D-A55AC2BB4EDF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E3271C6-640D-D14C-8676-93E3673B5076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FFF9B9D-29A6-582A-BCC1-EF04477D391A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89D9568-5FD8-93A4-C3A4-EB8DD621A822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8DD9AAA-54D6-ABA4-455C-CC9939F61317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C16C53A-4CFB-164C-C214-2A73F078189C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01EC8DC-A19B-EFD1-5030-A19FCD074965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757930E-EDFE-A6D9-C191-C93787860E5F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69877FC-6BC1-EA96-F6B3-B7820645DB3D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5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9B6D11AE-DA8B-BB28-CC5D-5042FF6AEB3B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B0985E4-1C8D-E4FF-5B9B-EEBE072DAD1D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B1A0CD5-BF8A-7D7D-E2AB-16BF3D65DEF7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“一起植树”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EE413C1-1D41-B35C-4246-719BF06DCF72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01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DF8CF203-9005-6E49-9CA5-9D59208EC77B}"/>
              </a:ext>
            </a:extLst>
          </p:cNvPr>
          <p:cNvPicPr>
            <a:picLocks noChangeAspect="1"/>
          </p:cNvPicPr>
          <p:nvPr/>
        </p:nvPicPr>
        <p:blipFill>
          <a:blip r:embed="R64d5694cb2244ea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6" t="11575" r="5130" b="9033"/>
          <a:stretch>
            <a:fillRect/>
          </a:stretch>
        </p:blipFill>
        <p:spPr>
          <a:xfrm>
            <a:off x="361190" y="1212113"/>
            <a:ext cx="5079719" cy="4448750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0DDD91C8-B41A-FF3A-AFE6-16CBD6B952FE}"/>
              </a:ext>
            </a:extLst>
          </p:cNvPr>
          <p:cNvGrpSpPr/>
          <p:nvPr/>
        </p:nvGrpSpPr>
        <p:grpSpPr>
          <a:xfrm>
            <a:off x="5217968" y="1741576"/>
            <a:ext cx="6541203" cy="4426425"/>
            <a:chOff x="5451884" y="1741575"/>
            <a:chExt cx="6541202" cy="442642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0A35AC10-2CAB-4CFD-4BA8-2AE70D2B5815}"/>
                </a:ext>
              </a:extLst>
            </p:cNvPr>
            <p:cNvGrpSpPr/>
            <p:nvPr/>
          </p:nvGrpSpPr>
          <p:grpSpPr>
            <a:xfrm>
              <a:off x="5933742" y="1743740"/>
              <a:ext cx="6059344" cy="4424260"/>
              <a:chOff x="5933742" y="1743740"/>
              <a:chExt cx="6059344" cy="442426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9E9D103A-9950-0291-10C8-52EA54EFD552}"/>
                  </a:ext>
                </a:extLst>
              </p:cNvPr>
              <p:cNvSpPr/>
              <p:nvPr/>
            </p:nvSpPr>
            <p:spPr>
              <a:xfrm>
                <a:off x="5933742" y="1743740"/>
                <a:ext cx="5315968" cy="3917122"/>
              </a:xfrm>
              <a:prstGeom prst="roundRect">
                <a:avLst>
                  <a:gd name="adj" fmla="val 7061"/>
                </a:avLst>
              </a:prstGeom>
              <a:noFill/>
              <a:ln w="38100">
                <a:solidFill>
                  <a:srgbClr val="2B7703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E87444C3-1E61-83A4-B877-C64B3D741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c5e0ef5d6817433f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19588" y="4739458"/>
                <a:ext cx="1873498" cy="1428542"/>
              </a:xfrm>
              <a:prstGeom prst="rect">
                <a:avLst/>
              </a:prstGeom>
            </p:spPr>
          </p:pic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4D617FC-E02B-8C08-45E7-599EE36FF211}"/>
                  </a:ext>
                </a:extLst>
              </p:cNvPr>
              <p:cNvSpPr/>
              <p:nvPr>
                <p:custDataLst>
                  <p:tags r:id="Ra604a4fec4364e6a"/>
                </p:custDataLst>
              </p:nvPr>
            </p:nvSpPr>
            <p:spPr>
              <a:xfrm>
                <a:off x="6096001" y="2250878"/>
                <a:ext cx="4868541" cy="2954655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上学期植树节的时候，</a:t>
                </a:r>
                <a:r>
                  <a:rPr lang="en-US" altLang="zh-CN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xxx</a:t>
                </a:r>
                <a:r>
                  <a:rPr lang="zh-CN" altLang="en-US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幼儿园中</a:t>
                </a:r>
                <a:r>
                  <a:rPr lang="en-US" altLang="zh-CN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x</a:t>
                </a:r>
                <a:r>
                  <a:rPr lang="zh-CN" altLang="en-US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班的孩子们收到了一棵X王老师带来的橘子树树苗，大家齐心协力把橘子树播种在了我们校园的大草坪上，现在X朋友们已经升入大班</a:t>
                </a:r>
                <a:endParaRPr lang="en-US" altLang="zh-CN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gradFill>
                      <a:gsLst>
                        <a:gs pos="22000">
                          <a:srgbClr val="368103"/>
                        </a:gs>
                        <a:gs pos="70000">
                          <a:srgbClr val="2B7703"/>
                        </a:gs>
                      </a:gsLst>
                      <a:lin ang="21594000" scaled="0"/>
                    </a:gra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+mn-lt"/>
                  </a:rPr>
                  <a:t>看看我们的橘子树变得怎么样啦？</a:t>
                </a:r>
                <a:endParaRPr lang="en-US" altLang="zh-CN" sz="2000" b="1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endParaRPr>
              </a:p>
            </p:txBody>
          </p:sp>
        </p:grp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35D0D625-740E-D3B2-F1EA-0DDE807AC9B0}"/>
                </a:ext>
              </a:extLst>
            </p:cNvPr>
            <p:cNvPicPr>
              <a:picLocks noChangeAspect="1"/>
            </p:cNvPicPr>
            <p:nvPr/>
          </p:nvPicPr>
          <p:blipFill>
            <a:blip r:embed="Ra88a60660fdf4d68"/>
            <a:stretch>
              <a:fillRect/>
            </a:stretch>
          </p:blipFill>
          <p:spPr>
            <a:xfrm flipH="1">
              <a:off x="5451884" y="1741575"/>
              <a:ext cx="985992" cy="782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33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6CAE-91F5-8F51-A1C1-D458EE96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EB1F095-CC9D-E199-AB61-7E0D04E77233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D84A988-7C16-C19D-E88B-4E84F410C300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BB764D0-E3F6-2405-B920-EFFAFD8A47D5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“一起植树”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A1C930-4BF8-64CD-EF95-63A7F7FC02F5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01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EF0A68B-5CBD-C5B0-5BF3-564BC91C3E66}"/>
              </a:ext>
            </a:extLst>
          </p:cNvPr>
          <p:cNvGrpSpPr/>
          <p:nvPr/>
        </p:nvGrpSpPr>
        <p:grpSpPr>
          <a:xfrm>
            <a:off x="4100280" y="1404297"/>
            <a:ext cx="3991443" cy="745500"/>
            <a:chOff x="4640580" y="1404297"/>
            <a:chExt cx="3991443" cy="745500"/>
          </a:xfrm>
        </p:grpSpPr>
        <p:sp>
          <p:nvSpPr>
            <p:cNvPr id="16" name="矩形 15"/>
            <p:cNvSpPr/>
            <p:nvPr/>
          </p:nvSpPr>
          <p:spPr>
            <a:xfrm>
              <a:off x="4640580" y="1466215"/>
              <a:ext cx="3647440" cy="621665"/>
            </a:xfrm>
            <a:prstGeom prst="rect">
              <a:avLst/>
            </a:prstGeom>
          </p:spPr>
          <p:txBody>
            <a:bodyPr wrap="square" rtlCol="0" anchor="t">
              <a:noAutofit/>
            </a:bodyPr>
            <a:lstStyle/>
            <a:p>
              <a:pPr lvl="0" algn="just">
                <a:buClrTx/>
                <a:buSzTx/>
                <a:buFontTx/>
              </a:pPr>
              <a:r>
                <a:rPr lang="zh-CN" altLang="en-US" sz="4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印品灵秀体（非商用）" panose="02000000000000000000" charset="-122"/>
                  <a:sym typeface="+mn-ea"/>
                </a:rPr>
                <a:t>“一起植树”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3922D51-3972-989D-2E54-1EFC133CFE46}"/>
                </a:ext>
              </a:extLst>
            </p:cNvPr>
            <p:cNvPicPr>
              <a:picLocks noChangeAspect="1"/>
            </p:cNvPicPr>
            <p:nvPr/>
          </p:nvPicPr>
          <p:blipFill>
            <a:blip r:embed="R212edcfd4bbb4c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4317" y="1404297"/>
              <a:ext cx="977706" cy="745500"/>
            </a:xfrm>
            <a:prstGeom prst="rect">
              <a:avLst/>
            </a:prstGeom>
          </p:spPr>
        </p:pic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7285FA0-BAF8-CF55-E840-22A1494B83E0}"/>
              </a:ext>
            </a:extLst>
          </p:cNvPr>
          <p:cNvGrpSpPr/>
          <p:nvPr/>
        </p:nvGrpSpPr>
        <p:grpSpPr>
          <a:xfrm>
            <a:off x="805600" y="2349633"/>
            <a:ext cx="10488869" cy="1987040"/>
            <a:chOff x="805599" y="2475919"/>
            <a:chExt cx="10488869" cy="1987040"/>
          </a:xfrm>
        </p:grpSpPr>
        <p:sp>
          <p:nvSpPr>
            <p:cNvPr id="8" name="文本框 7"/>
            <p:cNvSpPr txBox="1"/>
            <p:nvPr/>
          </p:nvSpPr>
          <p:spPr>
            <a:xfrm>
              <a:off x="805599" y="3262630"/>
              <a:ext cx="19964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印品灵秀体（非商用）" panose="02000000000000000000" charset="-122"/>
                  <a:sym typeface="+mn-ea"/>
                </a:rPr>
                <a:t>“哇，橘子树长得比我高了</a:t>
              </a:r>
              <a:r>
                <a:rPr lang="en-US" altLang="zh-CN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印品灵秀体（非商用）" panose="02000000000000000000" charset="-122"/>
                  <a:sym typeface="+mn-ea"/>
                </a:rPr>
                <a:t>!”</a:t>
              </a:r>
              <a:endPara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印品灵秀体（非商用）" panose="02000000000000000000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132536" y="3262629"/>
              <a:ext cx="27412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印品灵秀体（非商用）" panose="02000000000000000000" charset="-122"/>
                  <a:sym typeface="+mn-ea"/>
                </a:rPr>
                <a:t>“哎呀，橘子树上长X橘子啦，可是怎么这么绿，摸起来硬邦邦的”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18188" y="3262630"/>
              <a:ext cx="22042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印品灵秀体（非商用）" panose="02000000000000000000" charset="-122"/>
                  <a:sym typeface="+mn-ea"/>
                </a:rPr>
                <a:t>好想尝尝我们的橘子是什么味道的，甜不甜”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35C40C6-7A6D-F931-0705-23D3296DBAE6}"/>
                </a:ext>
              </a:extLst>
            </p:cNvPr>
            <p:cNvSpPr/>
            <p:nvPr/>
          </p:nvSpPr>
          <p:spPr>
            <a:xfrm>
              <a:off x="1458738" y="2475919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</a:rPr>
                <a:t>01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3640A40-9428-863A-FDFD-B8A6DD54E71D}"/>
                </a:ext>
              </a:extLst>
            </p:cNvPr>
            <p:cNvSpPr/>
            <p:nvPr/>
          </p:nvSpPr>
          <p:spPr>
            <a:xfrm>
              <a:off x="4158087" y="2475919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</a:rPr>
                <a:t>02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C2E42A4-5320-882F-B2A8-6D9F29CDDB4E}"/>
                </a:ext>
              </a:extLst>
            </p:cNvPr>
            <p:cNvSpPr/>
            <p:nvPr/>
          </p:nvSpPr>
          <p:spPr>
            <a:xfrm>
              <a:off x="7175216" y="2475919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</a:rPr>
                <a:t>03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6942940-6985-121D-7623-FA03F6483093}"/>
                </a:ext>
              </a:extLst>
            </p:cNvPr>
            <p:cNvSpPr txBox="1"/>
            <p:nvPr/>
          </p:nvSpPr>
          <p:spPr>
            <a:xfrm>
              <a:off x="9090221" y="3262630"/>
              <a:ext cx="22042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印品灵秀体（非商用）" panose="02000000000000000000" charset="-122"/>
                  <a:sym typeface="+mn-ea"/>
                </a:rPr>
                <a:t>“橘子闻起来香香的，感觉闻起来就有点酸”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8D5B55F-F22B-8F69-98B3-36DE75014AE5}"/>
                </a:ext>
              </a:extLst>
            </p:cNvPr>
            <p:cNvSpPr/>
            <p:nvPr/>
          </p:nvSpPr>
          <p:spPr>
            <a:xfrm>
              <a:off x="9847249" y="2475919"/>
              <a:ext cx="690192" cy="6901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</a:rPr>
                <a:t>03</a:t>
              </a:r>
              <a:endParaRPr lang="zh-CN" altLang="en-US" sz="2000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DF3D81B-FD35-2DEE-48CB-C9027B90A177}"/>
              </a:ext>
            </a:extLst>
          </p:cNvPr>
          <p:cNvGrpSpPr/>
          <p:nvPr/>
        </p:nvGrpSpPr>
        <p:grpSpPr>
          <a:xfrm>
            <a:off x="1169329" y="4278946"/>
            <a:ext cx="9661460" cy="1853255"/>
            <a:chOff x="965427" y="4389151"/>
            <a:chExt cx="9661460" cy="1853255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60A7736-3CB0-BACE-9DBF-A2C0F4E274AD}"/>
                </a:ext>
              </a:extLst>
            </p:cNvPr>
            <p:cNvPicPr>
              <a:picLocks noChangeAspect="1"/>
            </p:cNvPicPr>
            <p:nvPr/>
          </p:nvPicPr>
          <p:blipFill>
            <a:blip r:embed="Rd3f6f5f196944cb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427" y="4389151"/>
              <a:ext cx="1331476" cy="185325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D053D48-088E-F616-43BB-81833EB4AA50}"/>
                </a:ext>
              </a:extLst>
            </p:cNvPr>
            <p:cNvPicPr>
              <a:picLocks noChangeAspect="1"/>
            </p:cNvPicPr>
            <p:nvPr/>
          </p:nvPicPr>
          <p:blipFill>
            <a:blip r:embed="Rbca08673de1b46fd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28" y="4753993"/>
              <a:ext cx="1513448" cy="1488413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E5E332B-B5FE-FCC8-BB48-D45421262EDF}"/>
                </a:ext>
              </a:extLst>
            </p:cNvPr>
            <p:cNvPicPr>
              <a:picLocks noChangeAspect="1"/>
            </p:cNvPicPr>
            <p:nvPr/>
          </p:nvPicPr>
          <p:blipFill>
            <a:blip r:embed="R1575c21f9ab74d5f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0001" y="5088403"/>
              <a:ext cx="1513448" cy="1154003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8963718-B4FC-085E-2E11-BF7183EEDE58}"/>
                </a:ext>
              </a:extLst>
            </p:cNvPr>
            <p:cNvPicPr>
              <a:picLocks noChangeAspect="1"/>
            </p:cNvPicPr>
            <p:nvPr/>
          </p:nvPicPr>
          <p:blipFill>
            <a:blip r:embed="R3e439077f9754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8274" y="4819427"/>
              <a:ext cx="1339273" cy="1422979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B9530EE4-FA3C-33CD-2F2B-E6746B0FE149}"/>
                </a:ext>
              </a:extLst>
            </p:cNvPr>
            <p:cNvPicPr>
              <a:picLocks noChangeAspect="1"/>
            </p:cNvPicPr>
            <p:nvPr/>
          </p:nvPicPr>
          <p:blipFill>
            <a:blip r:embed="Re9ed935c7cf84d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372" y="4819427"/>
              <a:ext cx="1120016" cy="142297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061B85FA-9A74-CD73-4FAF-9A6971CFBB00}"/>
                </a:ext>
              </a:extLst>
            </p:cNvPr>
            <p:cNvPicPr>
              <a:picLocks noChangeAspect="1"/>
            </p:cNvPicPr>
            <p:nvPr/>
          </p:nvPicPr>
          <p:blipFill>
            <a:blip r:embed="R794c36dc29f54ca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7214" y="4819427"/>
              <a:ext cx="1069673" cy="14229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99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374E8-0750-158F-0988-3045B1C8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4D55F65-C12F-64B8-51D6-29054164D472}"/>
              </a:ext>
            </a:extLst>
          </p:cNvPr>
          <p:cNvPicPr>
            <a:picLocks noChangeAspect="1"/>
          </p:cNvPicPr>
          <p:nvPr/>
        </p:nvPicPr>
        <p:blipFill>
          <a:blip r:embed="R0c81b3cb873b43b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063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16D3157-92F5-4036-C060-BCEB356A5DC4}"/>
              </a:ext>
            </a:extLst>
          </p:cNvPr>
          <p:cNvSpPr/>
          <p:nvPr/>
        </p:nvSpPr>
        <p:spPr>
          <a:xfrm>
            <a:off x="0" y="4970544"/>
            <a:ext cx="12192000" cy="1889164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F205DC-0653-7DC3-FA73-0DB7EE9A2A71}"/>
              </a:ext>
            </a:extLst>
          </p:cNvPr>
          <p:cNvSpPr/>
          <p:nvPr/>
        </p:nvSpPr>
        <p:spPr>
          <a:xfrm>
            <a:off x="1938020" y="3354893"/>
            <a:ext cx="8315960" cy="2693936"/>
          </a:xfrm>
          <a:prstGeom prst="roundRect">
            <a:avLst>
              <a:gd name="adj" fmla="val 144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DE1A00-BFD6-BA0B-D677-94D89060FDCD}"/>
              </a:ext>
            </a:extLst>
          </p:cNvPr>
          <p:cNvSpPr txBox="1"/>
          <p:nvPr/>
        </p:nvSpPr>
        <p:spPr>
          <a:xfrm>
            <a:off x="4361327" y="3565360"/>
            <a:ext cx="5171637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lvl="0">
              <a:buClrTx/>
              <a:buSzTx/>
              <a:buFontTx/>
              <a:defRPr sz="8800">
                <a:solidFill>
                  <a:schemeClr val="tx1">
                    <a:lumMod val="85000"/>
                    <a:lumOff val="15000"/>
                  </a:schemeClr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defRPr>
            </a:lvl1pPr>
          </a:lstStyle>
          <a:p>
            <a:r>
              <a:rPr lang="zh-CN" altLang="en-US">
                <a:sym typeface="+mn-ea"/>
              </a:rPr>
              <a:t>一起长大</a:t>
            </a:r>
            <a:endParaRPr 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C50FFD-02C7-DA80-5A9D-B1D9D0744B8F}"/>
              </a:ext>
            </a:extLst>
          </p:cNvPr>
          <p:cNvSpPr txBox="1"/>
          <p:nvPr/>
        </p:nvSpPr>
        <p:spPr>
          <a:xfrm>
            <a:off x="4361328" y="4935177"/>
            <a:ext cx="4772041" cy="572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2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字体管家幻影伯爵" panose="02010600060101010101" pitchFamily="2" charset="-122"/>
                <a:sym typeface="+mn-ea"/>
              </a:rPr>
              <a:t>一颗种子，从播种下的那一刻就有了意义；一棵X树，从扎根的那一刻就有了生机；一棵X树，承载着生命，连接着未来。</a:t>
            </a:r>
            <a:endParaRPr lang="en-US" sz="13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558E31B-8CFD-4602-0767-0EA868905B6C}"/>
              </a:ext>
            </a:extLst>
          </p:cNvPr>
          <p:cNvSpPr/>
          <p:nvPr/>
        </p:nvSpPr>
        <p:spPr>
          <a:xfrm>
            <a:off x="2555689" y="3768661"/>
            <a:ext cx="1668403" cy="1668403"/>
          </a:xfrm>
          <a:prstGeom prst="ellipse">
            <a:avLst/>
          </a:prstGeom>
          <a:solidFill>
            <a:srgbClr val="F6DA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>
                <a:solidFill>
                  <a:srgbClr val="2B7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02</a:t>
            </a:r>
            <a:endParaRPr lang="zh-CN" altLang="en-US" sz="6000" b="1">
              <a:solidFill>
                <a:srgbClr val="2B770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6B7166-97DB-519B-0044-151C34B9190D}"/>
              </a:ext>
            </a:extLst>
          </p:cNvPr>
          <p:cNvPicPr>
            <a:picLocks noChangeAspect="1"/>
          </p:cNvPicPr>
          <p:nvPr/>
        </p:nvPicPr>
        <p:blipFill>
          <a:blip r:embed="R2c081efbce5c4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62" y="4165775"/>
            <a:ext cx="2535467" cy="26939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51A54D-AA22-8EF5-AF7A-610E63AC9C9B}"/>
              </a:ext>
            </a:extLst>
          </p:cNvPr>
          <p:cNvPicPr>
            <a:picLocks noChangeAspect="1"/>
          </p:cNvPicPr>
          <p:nvPr/>
        </p:nvPicPr>
        <p:blipFill>
          <a:blip r:embed="Rfa2accb9fd424e4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2" y="4695346"/>
            <a:ext cx="2266521" cy="216436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D2948E-52F3-A311-7EEB-12C0267EFEDC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82CC67D-BF03-5A78-50A8-4E5A3CA34CA8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8494AEB-8B98-F74D-4839-C154D3C7B707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2BC9B07-B69A-D500-7B14-CF9E18B53B41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3435670-A464-5A06-3696-40E08054E593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9EE2376-51AE-C992-3889-EC6AA1F5F476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6C54836-BA89-3521-85DC-1D1346ADBF3D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7601CCB-35C7-9AA7-C7C9-B1FFA54E9D7B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925692C-4D09-19E3-11FE-1C678D542E17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69E5F97-DD36-9FD4-934C-905F55BD129D}"/>
              </a:ext>
            </a:extLst>
          </p:cNvPr>
          <p:cNvSpPr txBox="1"/>
          <p:nvPr/>
        </p:nvSpPr>
        <p:spPr>
          <a:xfrm>
            <a:off x="10870355" y="273685"/>
            <a:ext cx="492443" cy="1427716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种个春天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CCF211-3AD2-6149-67AD-8FDA53ACA7C3}"/>
              </a:ext>
            </a:extLst>
          </p:cNvPr>
          <p:cNvSpPr txBox="1"/>
          <p:nvPr/>
        </p:nvSpPr>
        <p:spPr>
          <a:xfrm>
            <a:off x="11305619" y="987957"/>
            <a:ext cx="492443" cy="1383104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浇个朋友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669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4B20-4F05-B3A4-6EE6-119A308C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12D165C-77A7-DD9A-ADE6-B0198463BAB3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31534B4-267F-B6B5-0451-1DB450E1863B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23B141B-6366-CC60-B2D2-1BA200C10509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“一起长大”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BC0BFD2-01E5-F5B7-543D-F2988266CDF6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02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5E84DF0-83CE-2F79-6FD6-0241D949B4DD}"/>
              </a:ext>
            </a:extLst>
          </p:cNvPr>
          <p:cNvGrpSpPr/>
          <p:nvPr/>
        </p:nvGrpSpPr>
        <p:grpSpPr>
          <a:xfrm>
            <a:off x="916537" y="1874473"/>
            <a:ext cx="4379840" cy="3760778"/>
            <a:chOff x="959067" y="1800045"/>
            <a:chExt cx="4379840" cy="3760778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3EF659A-29E3-A37F-5A1D-4CA2D3C43B6C}"/>
                </a:ext>
              </a:extLst>
            </p:cNvPr>
            <p:cNvPicPr>
              <a:picLocks noChangeAspect="1"/>
            </p:cNvPicPr>
            <p:nvPr/>
          </p:nvPicPr>
          <p:blipFill>
            <a:blip r:embed="R47e5d920a74f45e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57" r="4557"/>
            <a:stretch>
              <a:fillRect/>
            </a:stretch>
          </p:blipFill>
          <p:spPr>
            <a:xfrm>
              <a:off x="1073635" y="1900027"/>
              <a:ext cx="4169575" cy="3531770"/>
            </a:xfrm>
            <a:prstGeom prst="wedgeRoundRectCallout">
              <a:avLst/>
            </a:prstGeom>
          </p:spPr>
        </p:pic>
        <p:sp>
          <p:nvSpPr>
            <p:cNvPr id="19" name="对话气泡: 圆角矩形 18">
              <a:extLst>
                <a:ext uri="{FF2B5EF4-FFF2-40B4-BE49-F238E27FC236}">
                  <a16:creationId xmlns:a16="http://schemas.microsoft.com/office/drawing/2014/main" id="{869E56CA-58C7-D096-E468-F0992FB48595}"/>
                </a:ext>
              </a:extLst>
            </p:cNvPr>
            <p:cNvSpPr/>
            <p:nvPr/>
          </p:nvSpPr>
          <p:spPr>
            <a:xfrm>
              <a:off x="959067" y="1800045"/>
              <a:ext cx="4379840" cy="3760778"/>
            </a:xfrm>
            <a:prstGeom prst="wedgeRoundRectCallout">
              <a:avLst/>
            </a:prstGeom>
            <a:noFill/>
            <a:ln w="38100">
              <a:solidFill>
                <a:srgbClr val="2B770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269AC03-C103-434C-3654-D20C9EF49160}"/>
              </a:ext>
            </a:extLst>
          </p:cNvPr>
          <p:cNvGrpSpPr/>
          <p:nvPr/>
        </p:nvGrpSpPr>
        <p:grpSpPr>
          <a:xfrm>
            <a:off x="5590796" y="2030819"/>
            <a:ext cx="5485041" cy="3475406"/>
            <a:chOff x="6019387" y="2092124"/>
            <a:chExt cx="5485041" cy="347540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8EE759E-8BF6-E93D-89E0-D03B2DC3DEAA}"/>
                </a:ext>
              </a:extLst>
            </p:cNvPr>
            <p:cNvGrpSpPr/>
            <p:nvPr/>
          </p:nvGrpSpPr>
          <p:grpSpPr>
            <a:xfrm>
              <a:off x="6019387" y="2092124"/>
              <a:ext cx="3744762" cy="775335"/>
              <a:chOff x="5530289" y="2156197"/>
              <a:chExt cx="3744762" cy="775335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5530289" y="2243192"/>
                <a:ext cx="2575670" cy="688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pPr lvl="0" algn="just">
                  <a:buClrTx/>
                  <a:buSzTx/>
                  <a:buFontTx/>
                </a:pPr>
                <a:r>
                  <a:rPr lang="zh-CN" altLang="en-US" sz="3600">
                    <a:gradFill>
                      <a:gsLst>
                        <a:gs pos="22000">
                          <a:srgbClr val="368103"/>
                        </a:gs>
                        <a:gs pos="70000">
                          <a:srgbClr val="2B7703"/>
                        </a:gs>
                      </a:gsLst>
                      <a:lin ang="21594000" scaled="0"/>
                    </a:gra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印品灵秀体（非商用）" panose="02000000000000000000" charset="-122"/>
                    <a:sym typeface="+mn-ea"/>
                  </a:rPr>
                  <a:t>“一起长大”</a:t>
                </a:r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7493FD2A-4652-44CF-1724-F69EE567E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c2297504cc1245f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7345" y="2156197"/>
                <a:ext cx="977706" cy="745500"/>
              </a:xfrm>
              <a:prstGeom prst="rect">
                <a:avLst/>
              </a:prstGeom>
            </p:spPr>
          </p:pic>
        </p:grpSp>
        <p:sp>
          <p:nvSpPr>
            <p:cNvPr id="23" name="文本框 22"/>
            <p:cNvSpPr txBox="1"/>
            <p:nvPr/>
          </p:nvSpPr>
          <p:spPr>
            <a:xfrm>
              <a:off x="6503802" y="3228813"/>
              <a:ext cx="4846454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在大</a:t>
              </a:r>
              <a:r>
                <a: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1</a:t>
              </a:r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班X朋友们和老师们的悉心照料下，我们的橘子树已经结出了丰硕的果实。</a:t>
              </a:r>
              <a:endPara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大</a:t>
              </a:r>
              <a:r>
                <a: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1</a:t>
              </a:r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班的孩子们为橘子树更新了X树牌，大家用自己的X手指作画，组成了一棵独一无二，专属大</a:t>
              </a:r>
              <a:r>
                <a: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1</a:t>
              </a:r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班的橘子树！</a:t>
              </a:r>
              <a:endParaRPr lang="en-US" altLang="zh-CN" b="1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20138D4-1F4B-AA82-127C-DB004017B019}"/>
                </a:ext>
              </a:extLst>
            </p:cNvPr>
            <p:cNvSpPr/>
            <p:nvPr/>
          </p:nvSpPr>
          <p:spPr>
            <a:xfrm>
              <a:off x="6349630" y="3021065"/>
              <a:ext cx="5154798" cy="2546465"/>
            </a:xfrm>
            <a:prstGeom prst="roundRect">
              <a:avLst>
                <a:gd name="adj" fmla="val 7061"/>
              </a:avLst>
            </a:prstGeom>
            <a:noFill/>
            <a:ln w="38100">
              <a:solidFill>
                <a:srgbClr val="2B770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24083DF8-AF11-3DDB-C31B-7741D691D308}"/>
              </a:ext>
            </a:extLst>
          </p:cNvPr>
          <p:cNvPicPr>
            <a:picLocks noChangeAspect="1"/>
          </p:cNvPicPr>
          <p:nvPr/>
        </p:nvPicPr>
        <p:blipFill>
          <a:blip r:embed="R88f13df2674b490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485" y="2959759"/>
            <a:ext cx="1285031" cy="119023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A0694E9-A713-6B75-E359-9759923EF076}"/>
              </a:ext>
            </a:extLst>
          </p:cNvPr>
          <p:cNvPicPr>
            <a:picLocks noChangeAspect="1"/>
          </p:cNvPicPr>
          <p:nvPr/>
        </p:nvPicPr>
        <p:blipFill>
          <a:blip r:embed="R81d02ad4c52e43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56" y="4985818"/>
            <a:ext cx="692213" cy="7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2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659C-14FB-572D-70C8-2852F02B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E60F1C3-8912-5D60-A53F-4282BF7FB251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C24E4EE-D6DE-4F75-3751-CEE04A6576B0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CADB45-A6BB-0960-A3EE-8E918B7A9A66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“一起长大”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87D8C34-B448-EE04-1051-0FBB4FAB5037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02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C56DBAF-EC25-AD4B-9772-E48455B37C1D}"/>
              </a:ext>
            </a:extLst>
          </p:cNvPr>
          <p:cNvGrpSpPr/>
          <p:nvPr/>
        </p:nvGrpSpPr>
        <p:grpSpPr>
          <a:xfrm>
            <a:off x="1169328" y="1477926"/>
            <a:ext cx="5116293" cy="4625163"/>
            <a:chOff x="1169328" y="1477924"/>
            <a:chExt cx="5116293" cy="462516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3F1AC95-4BA6-C47C-F2F9-9051BB4762DF}"/>
                </a:ext>
              </a:extLst>
            </p:cNvPr>
            <p:cNvPicPr>
              <a:picLocks noChangeAspect="1"/>
            </p:cNvPicPr>
            <p:nvPr/>
          </p:nvPicPr>
          <p:blipFill>
            <a:blip r:embed="R2f2197fef4a9421e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9328" y="1477924"/>
              <a:ext cx="5116293" cy="462516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C1996B9-8CFE-E1C1-D056-2011B84BF317}"/>
                </a:ext>
              </a:extLst>
            </p:cNvPr>
            <p:cNvSpPr txBox="1"/>
            <p:nvPr/>
          </p:nvSpPr>
          <p:spPr>
            <a:xfrm>
              <a:off x="1918877" y="3304250"/>
              <a:ext cx="29827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一起将X树牌系上，我们会好好守护你哒！</a:t>
              </a:r>
              <a:endParaRPr lang="en-US" altLang="zh-CN" sz="2000" b="1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9DEC5DD-028C-584F-D87C-1A61C81C585F}"/>
              </a:ext>
            </a:extLst>
          </p:cNvPr>
          <p:cNvPicPr>
            <a:picLocks noChangeAspect="1"/>
          </p:cNvPicPr>
          <p:nvPr/>
        </p:nvPicPr>
        <p:blipFill>
          <a:blip r:embed="R6c62785ff1854db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9" r="10739"/>
          <a:stretch>
            <a:fillRect/>
          </a:stretch>
        </p:blipFill>
        <p:spPr>
          <a:xfrm>
            <a:off x="6597918" y="2024620"/>
            <a:ext cx="4169575" cy="3531770"/>
          </a:xfrm>
          <a:prstGeom prst="wedgeRoundRectCallout">
            <a:avLst/>
          </a:prstGeom>
        </p:spPr>
      </p:pic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906827BC-42E2-FFC4-ECD1-E45ED7E1A39D}"/>
              </a:ext>
            </a:extLst>
          </p:cNvPr>
          <p:cNvSpPr/>
          <p:nvPr/>
        </p:nvSpPr>
        <p:spPr>
          <a:xfrm>
            <a:off x="6486635" y="1906375"/>
            <a:ext cx="4379840" cy="3760778"/>
          </a:xfrm>
          <a:prstGeom prst="wedgeRoundRectCallout">
            <a:avLst/>
          </a:prstGeom>
          <a:noFill/>
          <a:ln w="38100">
            <a:solidFill>
              <a:srgbClr val="2B770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48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D7A61-5078-ED71-021C-5A73BD11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0A3968B-A3BF-656D-B9AF-92AFF15B4A27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9AE90A2-103D-7618-396F-3D3A6BA92699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39FE78-B88E-FE5C-5724-2DFF2E53138A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“一起长大”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51200C6-F4A3-6A9C-7F8E-F85C4040DBA4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02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44E40CA-FE79-789A-A58C-C97C52F61D07}"/>
              </a:ext>
            </a:extLst>
          </p:cNvPr>
          <p:cNvGrpSpPr/>
          <p:nvPr/>
        </p:nvGrpSpPr>
        <p:grpSpPr>
          <a:xfrm>
            <a:off x="1061124" y="1874473"/>
            <a:ext cx="4379840" cy="3760778"/>
            <a:chOff x="959067" y="1800045"/>
            <a:chExt cx="4379840" cy="376077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4E15201-2B8B-CC8A-4E50-EDE8F74F2EC6}"/>
                </a:ext>
              </a:extLst>
            </p:cNvPr>
            <p:cNvPicPr>
              <a:picLocks noChangeAspect="1"/>
            </p:cNvPicPr>
            <p:nvPr/>
          </p:nvPicPr>
          <p:blipFill>
            <a:blip r:embed="R02046281b577413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47" r="10747"/>
            <a:stretch>
              <a:fillRect/>
            </a:stretch>
          </p:blipFill>
          <p:spPr>
            <a:xfrm>
              <a:off x="1073635" y="1900027"/>
              <a:ext cx="4169575" cy="3531770"/>
            </a:xfrm>
            <a:prstGeom prst="wedgeRoundRectCallout">
              <a:avLst/>
            </a:prstGeom>
          </p:spPr>
        </p:pic>
        <p:sp>
          <p:nvSpPr>
            <p:cNvPr id="14" name="对话气泡: 圆角矩形 13">
              <a:extLst>
                <a:ext uri="{FF2B5EF4-FFF2-40B4-BE49-F238E27FC236}">
                  <a16:creationId xmlns:a16="http://schemas.microsoft.com/office/drawing/2014/main" id="{531A650B-A99C-8B93-F769-454BFB2CA201}"/>
                </a:ext>
              </a:extLst>
            </p:cNvPr>
            <p:cNvSpPr/>
            <p:nvPr/>
          </p:nvSpPr>
          <p:spPr>
            <a:xfrm>
              <a:off x="959067" y="1800045"/>
              <a:ext cx="4379840" cy="3760778"/>
            </a:xfrm>
            <a:prstGeom prst="wedgeRoundRectCallout">
              <a:avLst/>
            </a:prstGeom>
            <a:noFill/>
            <a:ln w="38100">
              <a:solidFill>
                <a:srgbClr val="2B770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D96AB2-9219-AAF1-DE2E-B627AB3BD378}"/>
              </a:ext>
            </a:extLst>
          </p:cNvPr>
          <p:cNvGrpSpPr/>
          <p:nvPr/>
        </p:nvGrpSpPr>
        <p:grpSpPr>
          <a:xfrm>
            <a:off x="6335075" y="2371061"/>
            <a:ext cx="4605829" cy="2828260"/>
            <a:chOff x="6263936" y="2092124"/>
            <a:chExt cx="4605829" cy="282826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CBC519C-A2CC-C15F-BFC2-E0AA5925E38C}"/>
                </a:ext>
              </a:extLst>
            </p:cNvPr>
            <p:cNvGrpSpPr/>
            <p:nvPr/>
          </p:nvGrpSpPr>
          <p:grpSpPr>
            <a:xfrm>
              <a:off x="6263936" y="2092124"/>
              <a:ext cx="3063619" cy="775335"/>
              <a:chOff x="5774838" y="2156197"/>
              <a:chExt cx="3063619" cy="775335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0965B83-D857-7AB4-DDE1-F434A23F1B9E}"/>
                  </a:ext>
                </a:extLst>
              </p:cNvPr>
              <p:cNvSpPr/>
              <p:nvPr/>
            </p:nvSpPr>
            <p:spPr>
              <a:xfrm>
                <a:off x="5774838" y="2243192"/>
                <a:ext cx="2085913" cy="688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pPr lvl="0" algn="just">
                  <a:buClrTx/>
                  <a:buSzTx/>
                  <a:buFontTx/>
                </a:pPr>
                <a:r>
                  <a:rPr lang="zh-CN" altLang="en-US" sz="3600">
                    <a:gradFill>
                      <a:gsLst>
                        <a:gs pos="22000">
                          <a:srgbClr val="368103"/>
                        </a:gs>
                        <a:gs pos="70000">
                          <a:srgbClr val="2B7703"/>
                        </a:gs>
                      </a:gsLst>
                      <a:lin ang="21594000" scaled="0"/>
                    </a:gra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印品灵秀体（非商用）" panose="02000000000000000000" charset="-122"/>
                    <a:sym typeface="+mn-ea"/>
                  </a:rPr>
                  <a:t>照顾X树</a:t>
                </a:r>
              </a:p>
            </p:txBody>
          </p:sp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556D4927-B1C8-0EAD-786A-F00E35917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b8b95b42fdd743ff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60751" y="2156197"/>
                <a:ext cx="977706" cy="745500"/>
              </a:xfrm>
              <a:prstGeom prst="rect">
                <a:avLst/>
              </a:prstGeom>
            </p:spPr>
          </p:pic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5727E5E-CD37-6EA5-5DEE-B35E47AB4D03}"/>
                </a:ext>
              </a:extLst>
            </p:cNvPr>
            <p:cNvSpPr txBox="1"/>
            <p:nvPr/>
          </p:nvSpPr>
          <p:spPr>
            <a:xfrm>
              <a:off x="6503803" y="3228813"/>
              <a:ext cx="436596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X树，X树，让我们来照顾你吧！</a:t>
              </a:r>
              <a:endPara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松松土、喝点水、抱一抱，</a:t>
              </a:r>
              <a:endPara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X树和我们一起快快长大哦！</a:t>
              </a:r>
              <a:endParaRPr lang="en-US" altLang="zh-CN" sz="2000" b="1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C60559E-BB65-1FAC-1CF0-CC7A5C6C4537}"/>
                </a:ext>
              </a:extLst>
            </p:cNvPr>
            <p:cNvSpPr/>
            <p:nvPr/>
          </p:nvSpPr>
          <p:spPr>
            <a:xfrm>
              <a:off x="6349630" y="3021065"/>
              <a:ext cx="4520135" cy="1899319"/>
            </a:xfrm>
            <a:prstGeom prst="roundRect">
              <a:avLst>
                <a:gd name="adj" fmla="val 7061"/>
              </a:avLst>
            </a:prstGeom>
            <a:noFill/>
            <a:ln w="38100">
              <a:solidFill>
                <a:srgbClr val="2B770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F3574AB0-CB3E-ACD9-EE44-03185F049C13}"/>
              </a:ext>
            </a:extLst>
          </p:cNvPr>
          <p:cNvPicPr>
            <a:picLocks noChangeAspect="1"/>
          </p:cNvPicPr>
          <p:nvPr/>
        </p:nvPicPr>
        <p:blipFill>
          <a:blip r:embed="R7235ce29d029437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362" y="3300002"/>
            <a:ext cx="1285031" cy="119023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89FD2C2-5678-1A0D-80F7-1B530D2AF531}"/>
              </a:ext>
            </a:extLst>
          </p:cNvPr>
          <p:cNvPicPr>
            <a:picLocks noChangeAspect="1"/>
          </p:cNvPicPr>
          <p:nvPr/>
        </p:nvPicPr>
        <p:blipFill>
          <a:blip r:embed="R4287ce2a4881472b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833245"/>
            <a:ext cx="692213" cy="7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A504-2D35-30C4-4020-08236488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1D044AE-6DB0-0EC1-DC26-CDA6A8DA6094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07B3900-28CF-F56B-157F-9739A61A5CE5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66AE876-BD3B-B217-5EA4-19EFC4AF422B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“一起长大”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69F10D4-0D37-036D-C7B4-C63651F807CB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02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63D6FA7-586F-6CE2-C6B2-A19D3429EAF7}"/>
              </a:ext>
            </a:extLst>
          </p:cNvPr>
          <p:cNvGrpSpPr/>
          <p:nvPr/>
        </p:nvGrpSpPr>
        <p:grpSpPr>
          <a:xfrm>
            <a:off x="576967" y="2538622"/>
            <a:ext cx="11038068" cy="2947314"/>
            <a:chOff x="576966" y="2538621"/>
            <a:chExt cx="11038068" cy="294731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39819E1-6FB7-A528-51FD-A59B2EAB7D73}"/>
                </a:ext>
              </a:extLst>
            </p:cNvPr>
            <p:cNvPicPr>
              <a:picLocks noChangeAspect="1"/>
            </p:cNvPicPr>
            <p:nvPr/>
          </p:nvPicPr>
          <p:blipFill>
            <a:blip r:embed="R61ff6c9c388a4ff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66" y="2538621"/>
              <a:ext cx="11038068" cy="2947314"/>
            </a:xfrm>
            <a:prstGeom prst="rect">
              <a:avLst/>
            </a:prstGeom>
          </p:spPr>
        </p:pic>
        <p:sp>
          <p:nvSpPr>
            <p:cNvPr id="39" name="Title 6"/>
            <p:cNvSpPr/>
            <p:nvPr>
              <p:custDataLst>
                <p:tags r:id="R1fab31e3dafa4ba9"/>
              </p:custDataLst>
            </p:nvPr>
          </p:nvSpPr>
          <p:spPr>
            <a:xfrm>
              <a:off x="2605613" y="3312947"/>
              <a:ext cx="6768125" cy="1588127"/>
            </a:xfrm>
            <a:prstGeom prst="rect">
              <a:avLst/>
            </a:prstGeom>
          </p:spPr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fontAlgn="auto">
                <a:lnSpc>
                  <a:spcPct val="130000"/>
                </a:lnSpc>
                <a:spcAft>
                  <a:spcPts val="1000"/>
                </a:spcAft>
                <a:defRPr sz="1600" spc="150"/>
              </a:lvl1pPr>
            </a:lstStyle>
            <a:p>
              <a:pPr lvl="0" indent="457200">
                <a:lnSpc>
                  <a:spcPct val="180000"/>
                </a:lnSpc>
                <a:spcAft>
                  <a:spcPct val="0"/>
                </a:spcAft>
                <a:buClrTx/>
                <a:buSzTx/>
                <a:buFontTx/>
              </a:pPr>
              <a:r>
                <a:rPr lang="zh-CN" altLang="en-US" sz="1800" spc="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植物是大自然的缩影，是孩子们探索自然的窗口。</a:t>
              </a:r>
              <a:endParaRPr lang="en-US" altLang="zh-CN" sz="1800" spc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endParaRPr>
            </a:p>
            <a:p>
              <a:pPr lvl="0" indent="457200">
                <a:lnSpc>
                  <a:spcPct val="180000"/>
                </a:lnSpc>
                <a:spcAft>
                  <a:spcPct val="0"/>
                </a:spcAft>
                <a:buClrTx/>
                <a:buSzTx/>
                <a:buFontTx/>
              </a:pPr>
              <a:r>
                <a:rPr lang="zh-CN" altLang="en-US" sz="1800" spc="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ea"/>
                </a:rPr>
                <a:t>照顾植物可以让孩子们亲近大自然，让他们在照顾X树中亲身体验劳动的乐趣，感受和X树一起成长的意义。</a:t>
              </a:r>
              <a:endParaRPr sz="1800" spc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D78408F-0972-7355-6C46-E83A932627F6}"/>
              </a:ext>
            </a:extLst>
          </p:cNvPr>
          <p:cNvGrpSpPr/>
          <p:nvPr/>
        </p:nvGrpSpPr>
        <p:grpSpPr>
          <a:xfrm>
            <a:off x="4319643" y="1793122"/>
            <a:ext cx="3552717" cy="775335"/>
            <a:chOff x="5845976" y="2371061"/>
            <a:chExt cx="3552717" cy="77533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D2A32BF-D57D-3EE5-4CF2-361DAEBE167B}"/>
                </a:ext>
              </a:extLst>
            </p:cNvPr>
            <p:cNvSpPr/>
            <p:nvPr/>
          </p:nvSpPr>
          <p:spPr>
            <a:xfrm>
              <a:off x="5845976" y="2458056"/>
              <a:ext cx="2697846" cy="688340"/>
            </a:xfrm>
            <a:prstGeom prst="rect">
              <a:avLst/>
            </a:prstGeom>
          </p:spPr>
          <p:txBody>
            <a:bodyPr wrap="square" rtlCol="0" anchor="t">
              <a:noAutofit/>
            </a:bodyPr>
            <a:lstStyle/>
            <a:p>
              <a:pPr lvl="0" algn="just">
                <a:buClrTx/>
                <a:buSzTx/>
                <a:buFontTx/>
              </a:pPr>
              <a:r>
                <a:rPr lang="zh-CN" altLang="en-US" sz="3600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印品灵秀体（非商用）" panose="02000000000000000000" charset="-122"/>
                  <a:sym typeface="+mn-ea"/>
                </a:rPr>
                <a:t>植树的意义</a:t>
              </a: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6FCFE6D-8A08-7F67-8BAE-7B8E645F7513}"/>
                </a:ext>
              </a:extLst>
            </p:cNvPr>
            <p:cNvPicPr>
              <a:picLocks noChangeAspect="1"/>
            </p:cNvPicPr>
            <p:nvPr/>
          </p:nvPicPr>
          <p:blipFill>
            <a:blip r:embed="Rdaea0984f9834fc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0987" y="2371061"/>
              <a:ext cx="977706" cy="74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576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D3BE-8C6C-E3EC-A79B-AB657999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5151484-EA48-105F-9C0B-920D499FC8D6}"/>
              </a:ext>
            </a:extLst>
          </p:cNvPr>
          <p:cNvPicPr>
            <a:picLocks noChangeAspect="1"/>
          </p:cNvPicPr>
          <p:nvPr/>
        </p:nvPicPr>
        <p:blipFill>
          <a:blip r:embed="R854a725edfe54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063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8859FEB-3F96-9F58-E9EF-AF4F0FE39DFE}"/>
              </a:ext>
            </a:extLst>
          </p:cNvPr>
          <p:cNvSpPr/>
          <p:nvPr/>
        </p:nvSpPr>
        <p:spPr>
          <a:xfrm>
            <a:off x="0" y="4970544"/>
            <a:ext cx="12192000" cy="1889164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F6CC904-05F9-32AD-A016-C757EE6AD957}"/>
              </a:ext>
            </a:extLst>
          </p:cNvPr>
          <p:cNvSpPr/>
          <p:nvPr/>
        </p:nvSpPr>
        <p:spPr>
          <a:xfrm>
            <a:off x="1938020" y="3354893"/>
            <a:ext cx="8315960" cy="2693936"/>
          </a:xfrm>
          <a:prstGeom prst="roundRect">
            <a:avLst>
              <a:gd name="adj" fmla="val 144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822DEA-1F58-0546-2410-0B3B342F5CB1}"/>
              </a:ext>
            </a:extLst>
          </p:cNvPr>
          <p:cNvSpPr txBox="1"/>
          <p:nvPr/>
        </p:nvSpPr>
        <p:spPr>
          <a:xfrm>
            <a:off x="4361327" y="3565360"/>
            <a:ext cx="5811024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lvl="0">
              <a:buClrTx/>
              <a:buSzTx/>
              <a:buFontTx/>
              <a:defRPr sz="8800">
                <a:solidFill>
                  <a:schemeClr val="tx1">
                    <a:lumMod val="85000"/>
                    <a:lumOff val="15000"/>
                  </a:schemeClr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defRPr>
            </a:lvl1pPr>
          </a:lstStyle>
          <a:p>
            <a:r>
              <a:rPr lang="zh-CN" altLang="en-US">
                <a:sym typeface="+mn-ea"/>
              </a:rPr>
              <a:t>唱首植物歌</a:t>
            </a:r>
            <a:endParaRPr 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0AB256-EA64-EEC6-5EB8-1A6A912E0FD5}"/>
              </a:ext>
            </a:extLst>
          </p:cNvPr>
          <p:cNvSpPr txBox="1"/>
          <p:nvPr/>
        </p:nvSpPr>
        <p:spPr>
          <a:xfrm>
            <a:off x="4361328" y="4935177"/>
            <a:ext cx="5274985" cy="572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2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字体管家幻影伯爵" panose="02010600060101010101" pitchFamily="2" charset="-122"/>
                <a:sym typeface="+mn-ea"/>
              </a:rPr>
              <a:t>一颗种子，从播种下的那一刻就有了意义；一棵X树，从扎根的那一刻就有了生机；一棵X树，承载着生命，连接着未来。</a:t>
            </a:r>
            <a:endParaRPr lang="en-US" sz="13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BB584A0-635D-FFFF-3F5E-D86B55E9B35F}"/>
              </a:ext>
            </a:extLst>
          </p:cNvPr>
          <p:cNvSpPr/>
          <p:nvPr/>
        </p:nvSpPr>
        <p:spPr>
          <a:xfrm>
            <a:off x="2555689" y="3768661"/>
            <a:ext cx="1668403" cy="1668403"/>
          </a:xfrm>
          <a:prstGeom prst="ellipse">
            <a:avLst/>
          </a:prstGeom>
          <a:solidFill>
            <a:srgbClr val="F6DA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b="1">
                <a:solidFill>
                  <a:srgbClr val="2B7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03</a:t>
            </a:r>
            <a:endParaRPr lang="zh-CN" altLang="en-US" sz="6000" b="1">
              <a:solidFill>
                <a:srgbClr val="2B770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CFDD13-E6DA-FA44-1EF1-3904116B5B7D}"/>
              </a:ext>
            </a:extLst>
          </p:cNvPr>
          <p:cNvPicPr>
            <a:picLocks noChangeAspect="1"/>
          </p:cNvPicPr>
          <p:nvPr/>
        </p:nvPicPr>
        <p:blipFill>
          <a:blip r:embed="R3a1501732de443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62" y="4165775"/>
            <a:ext cx="2535467" cy="26939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D7E4F11-A1E7-E325-E87D-A53A6D30D94F}"/>
              </a:ext>
            </a:extLst>
          </p:cNvPr>
          <p:cNvPicPr>
            <a:picLocks noChangeAspect="1"/>
          </p:cNvPicPr>
          <p:nvPr/>
        </p:nvPicPr>
        <p:blipFill>
          <a:blip r:embed="Rf3b65e958fe14a9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2" y="4695346"/>
            <a:ext cx="2266521" cy="216436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859F81-B91D-AE8A-258C-84141D45C056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DA45A54-1834-A57C-9434-0D77B7EC745E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EE484F6-4A59-41E6-8636-B8C52D070AA6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400D477-B76B-DEB5-648A-FAAA868253B2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0728FBA-7262-086D-371C-8960FF1A8987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EC50C96-3170-1071-9687-BCEB2B803B5F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CCC87CE-285B-0208-252A-945AE53132DD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28DD745-AC02-31DB-E4F7-2F0756CBBC22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1EFADE9-CD7A-FBA4-6FF4-FED6699318CD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47E84A2-C85C-9449-65EB-23A5883EA2D8}"/>
              </a:ext>
            </a:extLst>
          </p:cNvPr>
          <p:cNvSpPr txBox="1"/>
          <p:nvPr/>
        </p:nvSpPr>
        <p:spPr>
          <a:xfrm>
            <a:off x="10870355" y="273685"/>
            <a:ext cx="492443" cy="1427716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种个春天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57B311-749F-9E96-C7E8-C986FBB238CE}"/>
              </a:ext>
            </a:extLst>
          </p:cNvPr>
          <p:cNvSpPr txBox="1"/>
          <p:nvPr/>
        </p:nvSpPr>
        <p:spPr>
          <a:xfrm>
            <a:off x="11305619" y="987957"/>
            <a:ext cx="492443" cy="1383104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浇个朋友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346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71CA-34CA-BB29-157A-48EDA504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51D7B2-9C98-748A-7993-3C20CC27492D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8A1C1E2-A311-737D-659B-2CF7D537A3D8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3A8AFE8-BD75-ADEB-C69E-5F91149B3BCA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“唱首植物歌”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8D9FE5B-8B54-7872-0849-0A80C53325A0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03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DBD9719-32FE-965A-BDA2-2D791E9C32E9}"/>
              </a:ext>
            </a:extLst>
          </p:cNvPr>
          <p:cNvPicPr>
            <a:picLocks noChangeAspect="1"/>
          </p:cNvPicPr>
          <p:nvPr/>
        </p:nvPicPr>
        <p:blipFill>
          <a:blip r:embed="R193b8d38f89049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" y="1482924"/>
            <a:ext cx="5915859" cy="4436894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F6C14DEE-CC43-BE86-AA56-08B405714362}"/>
              </a:ext>
            </a:extLst>
          </p:cNvPr>
          <p:cNvGrpSpPr/>
          <p:nvPr/>
        </p:nvGrpSpPr>
        <p:grpSpPr>
          <a:xfrm>
            <a:off x="5811861" y="942986"/>
            <a:ext cx="5355264" cy="4972028"/>
            <a:chOff x="6096000" y="949603"/>
            <a:chExt cx="5355264" cy="4972028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05E6608-4FF1-9820-3922-FF13BF342097}"/>
                </a:ext>
              </a:extLst>
            </p:cNvPr>
            <p:cNvGrpSpPr/>
            <p:nvPr/>
          </p:nvGrpSpPr>
          <p:grpSpPr>
            <a:xfrm>
              <a:off x="6096000" y="949603"/>
              <a:ext cx="3422379" cy="775335"/>
              <a:chOff x="6335074" y="2371061"/>
              <a:chExt cx="3422379" cy="775335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27DA8AF-ACB8-C82E-C7AC-794ECB88F63E}"/>
                  </a:ext>
                </a:extLst>
              </p:cNvPr>
              <p:cNvSpPr/>
              <p:nvPr/>
            </p:nvSpPr>
            <p:spPr>
              <a:xfrm>
                <a:off x="6335074" y="2458056"/>
                <a:ext cx="2479316" cy="688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pPr lvl="0" algn="just">
                  <a:buClrTx/>
                  <a:buSzTx/>
                  <a:buFontTx/>
                </a:pPr>
                <a:r>
                  <a:rPr lang="zh-CN" altLang="en-US" sz="3600">
                    <a:gradFill>
                      <a:gsLst>
                        <a:gs pos="22000">
                          <a:srgbClr val="368103"/>
                        </a:gs>
                        <a:gs pos="70000">
                          <a:srgbClr val="2B7703"/>
                        </a:gs>
                      </a:gsLst>
                      <a:lin ang="21594000" scaled="0"/>
                    </a:gra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印品灵秀体（非商用）" panose="02000000000000000000" charset="-122"/>
                    <a:sym typeface="+mn-ea"/>
                  </a:rPr>
                  <a:t>唱首植物歌</a:t>
                </a:r>
              </a:p>
            </p:txBody>
          </p: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DCB1F100-39E2-8841-6CD2-12DB1786B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510c50b244d454b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9747" y="2371061"/>
                <a:ext cx="977706" cy="745500"/>
              </a:xfrm>
              <a:prstGeom prst="rect">
                <a:avLst/>
              </a:prstGeom>
            </p:spPr>
          </p:pic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420E175-FEFF-0518-0D5C-878EF4917D21}"/>
                </a:ext>
              </a:extLst>
            </p:cNvPr>
            <p:cNvGrpSpPr/>
            <p:nvPr/>
          </p:nvGrpSpPr>
          <p:grpSpPr>
            <a:xfrm>
              <a:off x="6201213" y="1933027"/>
              <a:ext cx="5250051" cy="3988604"/>
              <a:chOff x="6201214" y="2539082"/>
              <a:chExt cx="3695474" cy="3988604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6FFA0CC4-C228-F87A-FEF8-B0B739B66E87}"/>
                  </a:ext>
                </a:extLst>
              </p:cNvPr>
              <p:cNvGrpSpPr/>
              <p:nvPr/>
            </p:nvGrpSpPr>
            <p:grpSpPr>
              <a:xfrm>
                <a:off x="6201214" y="2539082"/>
                <a:ext cx="3695474" cy="480564"/>
                <a:chOff x="6660638" y="2861103"/>
                <a:chExt cx="3695474" cy="634736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-01-</a:t>
                  </a:r>
                </a:p>
              </p:txBody>
            </p:sp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1648E993-691A-9FD0-B363-873CF9D8DA88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三月里春风吹，</a:t>
                  </a:r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920D581C-35D9-22C4-FB7A-9614D905FC57}"/>
                  </a:ext>
                </a:extLst>
              </p:cNvPr>
              <p:cNvGrpSpPr/>
              <p:nvPr/>
            </p:nvGrpSpPr>
            <p:grpSpPr>
              <a:xfrm>
                <a:off x="6201214" y="3123755"/>
                <a:ext cx="3695474" cy="480564"/>
                <a:chOff x="6660638" y="2861103"/>
                <a:chExt cx="3695474" cy="634736"/>
              </a:xfrm>
            </p:grpSpPr>
            <p:sp>
              <p:nvSpPr>
                <p:cNvPr id="16" name="矩形 50">
                  <a:extLst>
                    <a:ext uri="{FF2B5EF4-FFF2-40B4-BE49-F238E27FC236}">
                      <a16:creationId xmlns:a16="http://schemas.microsoft.com/office/drawing/2014/main" id="{A0715B71-130C-430A-CF49-9B5E1E4AB07E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-02-</a:t>
                  </a:r>
                </a:p>
              </p:txBody>
            </p:sp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3139195B-81A8-9D9E-6E1D-14F34E87D85F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河岸上蝴蝶飞，</a:t>
                  </a:r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6AD5E0CD-6195-A9C8-E1E1-839915690A24}"/>
                  </a:ext>
                </a:extLst>
              </p:cNvPr>
              <p:cNvGrpSpPr/>
              <p:nvPr/>
            </p:nvGrpSpPr>
            <p:grpSpPr>
              <a:xfrm>
                <a:off x="6201214" y="3708428"/>
                <a:ext cx="3695474" cy="480564"/>
                <a:chOff x="6660638" y="2861103"/>
                <a:chExt cx="3695474" cy="634736"/>
              </a:xfrm>
            </p:grpSpPr>
            <p:sp>
              <p:nvSpPr>
                <p:cNvPr id="19" name="矩形 50">
                  <a:extLst>
                    <a:ext uri="{FF2B5EF4-FFF2-40B4-BE49-F238E27FC236}">
                      <a16:creationId xmlns:a16="http://schemas.microsoft.com/office/drawing/2014/main" id="{3A97E81F-2F0C-214F-70E8-0786A0739A0C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-03-</a:t>
                  </a:r>
                </a:p>
              </p:txBody>
            </p:sp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C0120F93-F739-8DD3-7036-2F12C6EF5375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X盆友排好队，</a:t>
                  </a: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8F65A69E-0AF1-6E26-68EA-DB21C27BCC83}"/>
                  </a:ext>
                </a:extLst>
              </p:cNvPr>
              <p:cNvGrpSpPr/>
              <p:nvPr/>
            </p:nvGrpSpPr>
            <p:grpSpPr>
              <a:xfrm>
                <a:off x="6201214" y="4293101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2" name="矩形 50">
                  <a:extLst>
                    <a:ext uri="{FF2B5EF4-FFF2-40B4-BE49-F238E27FC236}">
                      <a16:creationId xmlns:a16="http://schemas.microsoft.com/office/drawing/2014/main" id="{4489DEA8-2FF7-3790-CC34-4F3C3F740FE0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-04-</a:t>
                  </a:r>
                </a:p>
              </p:txBody>
            </p:sp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7232275C-DD2A-4945-2B00-A03550AD89E8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老师来指挥，</a:t>
                  </a: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19B0C47A-6DC2-6D98-8A7F-A52464E14A06}"/>
                  </a:ext>
                </a:extLst>
              </p:cNvPr>
              <p:cNvGrpSpPr/>
              <p:nvPr/>
            </p:nvGrpSpPr>
            <p:grpSpPr>
              <a:xfrm>
                <a:off x="6201214" y="4877774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5" name="矩形 50">
                  <a:extLst>
                    <a:ext uri="{FF2B5EF4-FFF2-40B4-BE49-F238E27FC236}">
                      <a16:creationId xmlns:a16="http://schemas.microsoft.com/office/drawing/2014/main" id="{8F99DE21-1CEE-8CEF-D872-F0F7735DB74D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-05-</a:t>
                  </a:r>
                </a:p>
              </p:txBody>
            </p:sp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B40777B1-0616-7210-4D3B-F6E03DF0D657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你浇水，我施肥，</a:t>
                  </a:r>
                </a:p>
              </p:txBody>
            </p: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3D175061-DC7B-190B-3696-B7F9D368A2C3}"/>
                  </a:ext>
                </a:extLst>
              </p:cNvPr>
              <p:cNvGrpSpPr/>
              <p:nvPr/>
            </p:nvGrpSpPr>
            <p:grpSpPr>
              <a:xfrm>
                <a:off x="6201214" y="5462447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8" name="矩形 50">
                  <a:extLst>
                    <a:ext uri="{FF2B5EF4-FFF2-40B4-BE49-F238E27FC236}">
                      <a16:creationId xmlns:a16="http://schemas.microsoft.com/office/drawing/2014/main" id="{BABAA798-A7CF-5E90-8BD2-35BDF1DAEE6B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-06-</a:t>
                  </a:r>
                </a:p>
              </p:txBody>
            </p:sp>
            <p:sp>
              <p:nvSpPr>
                <p:cNvPr id="29" name="矩形: 圆角 28">
                  <a:extLst>
                    <a:ext uri="{FF2B5EF4-FFF2-40B4-BE49-F238E27FC236}">
                      <a16:creationId xmlns:a16="http://schemas.microsoft.com/office/drawing/2014/main" id="{827C5DAB-C2DE-5A48-8DBD-B7595E03F74F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一个一个又一个，</a:t>
                  </a: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56DE1737-1744-FBD1-01A2-D220815D5B86}"/>
                  </a:ext>
                </a:extLst>
              </p:cNvPr>
              <p:cNvGrpSpPr/>
              <p:nvPr/>
            </p:nvGrpSpPr>
            <p:grpSpPr>
              <a:xfrm>
                <a:off x="6201214" y="6047122"/>
                <a:ext cx="3695474" cy="480564"/>
                <a:chOff x="6660638" y="2861103"/>
                <a:chExt cx="3695474" cy="634736"/>
              </a:xfrm>
            </p:grpSpPr>
            <p:sp>
              <p:nvSpPr>
                <p:cNvPr id="33" name="矩形 50">
                  <a:extLst>
                    <a:ext uri="{FF2B5EF4-FFF2-40B4-BE49-F238E27FC236}">
                      <a16:creationId xmlns:a16="http://schemas.microsoft.com/office/drawing/2014/main" id="{B0939951-1D79-9E88-0220-A0D582C97010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-07-</a:t>
                  </a:r>
                </a:p>
              </p:txBody>
            </p:sp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771748FF-B8E3-47BB-63D4-849A7F22A40A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X树也排队</a:t>
                  </a:r>
                  <a:r>
                    <a:rPr lang="en-US" altLang="zh-CN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~</a:t>
                  </a:r>
                  <a:endParaRPr lang="zh-CN" altLang="en-US" sz="200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阿里巴巴普惠体" panose="00020600040101010101" pitchFamily="18" charset="-122"/>
                    <a:ea typeface="阿里巴巴普惠体" panose="00020600040101010101" pitchFamily="18" charset="-122"/>
                    <a:sym typeface="+mn-ea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1511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6CCC-7F58-9837-CBBE-88F87ABC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594341-C7C8-D85A-87BC-BDAFBE6A9695}"/>
              </a:ext>
            </a:extLst>
          </p:cNvPr>
          <p:cNvGrpSpPr/>
          <p:nvPr/>
        </p:nvGrpSpPr>
        <p:grpSpPr>
          <a:xfrm>
            <a:off x="415633" y="413386"/>
            <a:ext cx="4358387" cy="646331"/>
            <a:chOff x="3130455" y="2183270"/>
            <a:chExt cx="4358387" cy="6463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4B2D6DB-B699-24AF-F5D3-83AC6BAF815B}"/>
                </a:ext>
              </a:extLst>
            </p:cNvPr>
            <p:cNvSpPr/>
            <p:nvPr/>
          </p:nvSpPr>
          <p:spPr>
            <a:xfrm>
              <a:off x="3812015" y="2184109"/>
              <a:ext cx="3676827" cy="645492"/>
            </a:xfrm>
            <a:prstGeom prst="roundRect">
              <a:avLst>
                <a:gd name="adj" fmla="val 50000"/>
              </a:avLst>
            </a:prstGeom>
            <a:gradFill>
              <a:gsLst>
                <a:gs pos="22000">
                  <a:srgbClr val="368103"/>
                </a:gs>
                <a:gs pos="70000">
                  <a:srgbClr val="2B7703"/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6782536-5A4E-60AE-B0C5-5AC49F09CCBA}"/>
                </a:ext>
              </a:extLst>
            </p:cNvPr>
            <p:cNvSpPr txBox="1"/>
            <p:nvPr/>
          </p:nvSpPr>
          <p:spPr>
            <a:xfrm>
              <a:off x="3884151" y="2183270"/>
              <a:ext cx="3485440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3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  <a:sym typeface="+mn-ea"/>
                </a:rPr>
                <a:t>“唱首植物歌”</a:t>
              </a:r>
              <a:endParaRPr lang="en-US" sz="360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  <a:sym typeface="+mn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FAE6022-4648-A609-F85C-9F118D70E16B}"/>
                </a:ext>
              </a:extLst>
            </p:cNvPr>
            <p:cNvSpPr/>
            <p:nvPr/>
          </p:nvSpPr>
          <p:spPr>
            <a:xfrm>
              <a:off x="3130455" y="2184109"/>
              <a:ext cx="645492" cy="645492"/>
            </a:xfrm>
            <a:prstGeom prst="ellipse">
              <a:avLst/>
            </a:prstGeom>
            <a:solidFill>
              <a:srgbClr val="F6D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gradFill>
                    <a:gsLst>
                      <a:gs pos="22000">
                        <a:srgbClr val="368103"/>
                      </a:gs>
                      <a:gs pos="70000">
                        <a:srgbClr val="2B7703"/>
                      </a:gs>
                    </a:gsLst>
                    <a:lin ang="21594000" scaled="0"/>
                  </a:gradFill>
                  <a:latin typeface="时尚中黑简体" pitchFamily="2" charset="-122"/>
                  <a:ea typeface="时尚中黑简体" pitchFamily="2" charset="-122"/>
                  <a:cs typeface="字体管家幻影伯爵" panose="02010600060101010101" pitchFamily="2" charset="-122"/>
                </a:rPr>
                <a:t>03</a:t>
              </a:r>
              <a:endParaRPr lang="zh-CN" altLang="en-US">
                <a:gradFill>
                  <a:gsLst>
                    <a:gs pos="22000">
                      <a:srgbClr val="368103"/>
                    </a:gs>
                    <a:gs pos="70000">
                      <a:srgbClr val="2B7703"/>
                    </a:gs>
                  </a:gsLst>
                  <a:lin ang="21594000" scaled="0"/>
                </a:gradFill>
                <a:latin typeface="时尚中黑简体" pitchFamily="2" charset="-122"/>
                <a:ea typeface="时尚中黑简体" pitchFamily="2" charset="-122"/>
                <a:cs typeface="字体管家幻影伯爵" panose="02010600060101010101" pitchFamily="2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CEFD8C2-8C66-8C29-5CBB-39EA598D068C}"/>
              </a:ext>
            </a:extLst>
          </p:cNvPr>
          <p:cNvGrpSpPr/>
          <p:nvPr/>
        </p:nvGrpSpPr>
        <p:grpSpPr>
          <a:xfrm>
            <a:off x="664542" y="2016876"/>
            <a:ext cx="10862919" cy="3218007"/>
            <a:chOff x="1378086" y="2123200"/>
            <a:chExt cx="10862918" cy="321800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8A2867B-B7D5-3105-23EC-0CA8E681C5AE}"/>
                </a:ext>
              </a:extLst>
            </p:cNvPr>
            <p:cNvGrpSpPr/>
            <p:nvPr/>
          </p:nvGrpSpPr>
          <p:grpSpPr>
            <a:xfrm>
              <a:off x="1378086" y="2123200"/>
              <a:ext cx="3422379" cy="775335"/>
              <a:chOff x="6335074" y="2371061"/>
              <a:chExt cx="3422379" cy="775335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E1CF5C7-7AB1-73CF-2795-41AC59E1B683}"/>
                  </a:ext>
                </a:extLst>
              </p:cNvPr>
              <p:cNvSpPr/>
              <p:nvPr/>
            </p:nvSpPr>
            <p:spPr>
              <a:xfrm>
                <a:off x="6335074" y="2458056"/>
                <a:ext cx="2479316" cy="688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pPr lvl="0" algn="just">
                  <a:buClrTx/>
                  <a:buSzTx/>
                  <a:buFontTx/>
                </a:pPr>
                <a:r>
                  <a:rPr lang="zh-CN" altLang="en-US" sz="3600">
                    <a:gradFill>
                      <a:gsLst>
                        <a:gs pos="22000">
                          <a:srgbClr val="368103"/>
                        </a:gs>
                        <a:gs pos="70000">
                          <a:srgbClr val="2B7703"/>
                        </a:gs>
                      </a:gsLst>
                      <a:lin ang="21594000" scaled="0"/>
                    </a:gra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印品灵秀体（非商用）" panose="02000000000000000000" charset="-122"/>
                    <a:sym typeface="+mn-ea"/>
                  </a:rPr>
                  <a:t>唱首植物歌</a:t>
                </a:r>
              </a:p>
            </p:txBody>
          </p:sp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4CDA31C0-D1EB-657C-5D4D-36E93957D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31b58a215f124d2d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9747" y="2371061"/>
                <a:ext cx="977706" cy="745500"/>
              </a:xfrm>
              <a:prstGeom prst="rect">
                <a:avLst/>
              </a:prstGeom>
            </p:spPr>
          </p:pic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26325DE-FEB8-2AB8-A3E0-04490D56402D}"/>
                </a:ext>
              </a:extLst>
            </p:cNvPr>
            <p:cNvGrpSpPr/>
            <p:nvPr/>
          </p:nvGrpSpPr>
          <p:grpSpPr>
            <a:xfrm>
              <a:off x="1483299" y="3106624"/>
              <a:ext cx="5250051" cy="2234583"/>
              <a:chOff x="6201214" y="2539082"/>
              <a:chExt cx="3695474" cy="223458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2D7783EC-2FB4-E2AE-F121-A405FC132013}"/>
                  </a:ext>
                </a:extLst>
              </p:cNvPr>
              <p:cNvGrpSpPr/>
              <p:nvPr/>
            </p:nvGrpSpPr>
            <p:grpSpPr>
              <a:xfrm>
                <a:off x="6201214" y="2539082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8" name="矩形 50">
                  <a:extLst>
                    <a:ext uri="{FF2B5EF4-FFF2-40B4-BE49-F238E27FC236}">
                      <a16:creationId xmlns:a16="http://schemas.microsoft.com/office/drawing/2014/main" id="{4074DC5F-2833-BB2E-F2DE-264F8E4480C0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-01-</a:t>
                  </a:r>
                </a:p>
              </p:txBody>
            </p:sp>
            <p:sp>
              <p:nvSpPr>
                <p:cNvPr id="29" name="矩形: 圆角 28">
                  <a:extLst>
                    <a:ext uri="{FF2B5EF4-FFF2-40B4-BE49-F238E27FC236}">
                      <a16:creationId xmlns:a16="http://schemas.microsoft.com/office/drawing/2014/main" id="{51BEF0C3-5F98-2C27-FA3F-45436D357454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树呀树呀，</a:t>
                  </a: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D939D8F8-0FD2-3822-2DDB-88F0BDD5BCBA}"/>
                  </a:ext>
                </a:extLst>
              </p:cNvPr>
              <p:cNvGrpSpPr/>
              <p:nvPr/>
            </p:nvGrpSpPr>
            <p:grpSpPr>
              <a:xfrm>
                <a:off x="6201214" y="3123755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6" name="矩形 50">
                  <a:extLst>
                    <a:ext uri="{FF2B5EF4-FFF2-40B4-BE49-F238E27FC236}">
                      <a16:creationId xmlns:a16="http://schemas.microsoft.com/office/drawing/2014/main" id="{A5C00003-7C53-5A31-6B2E-0230AB6EBB14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-02-</a:t>
                  </a:r>
                </a:p>
              </p:txBody>
            </p:sp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8E0D4C02-3AE3-1246-D202-A39D40D02737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我把你种下，</a:t>
                  </a: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013351CB-8BF8-5F5C-7F3D-A5B1613801AF}"/>
                  </a:ext>
                </a:extLst>
              </p:cNvPr>
              <p:cNvGrpSpPr/>
              <p:nvPr/>
            </p:nvGrpSpPr>
            <p:grpSpPr>
              <a:xfrm>
                <a:off x="6201214" y="3708428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4" name="矩形 50">
                  <a:extLst>
                    <a:ext uri="{FF2B5EF4-FFF2-40B4-BE49-F238E27FC236}">
                      <a16:creationId xmlns:a16="http://schemas.microsoft.com/office/drawing/2014/main" id="{5D9C2270-7784-2647-BE21-CCA56596D9AD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-03-</a:t>
                  </a:r>
                </a:p>
              </p:txBody>
            </p:sp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6E9C30B4-6105-00D2-BF8E-EB247DA4DE34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不怕风雨快点长大。</a:t>
                  </a: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3D5247E0-A251-B7A9-3DC1-DBFC09E26934}"/>
                  </a:ext>
                </a:extLst>
              </p:cNvPr>
              <p:cNvGrpSpPr/>
              <p:nvPr/>
            </p:nvGrpSpPr>
            <p:grpSpPr>
              <a:xfrm>
                <a:off x="6201214" y="4293101"/>
                <a:ext cx="3695474" cy="480564"/>
                <a:chOff x="6660638" y="2861103"/>
                <a:chExt cx="3695474" cy="634736"/>
              </a:xfrm>
            </p:grpSpPr>
            <p:sp>
              <p:nvSpPr>
                <p:cNvPr id="22" name="矩形 50">
                  <a:extLst>
                    <a:ext uri="{FF2B5EF4-FFF2-40B4-BE49-F238E27FC236}">
                      <a16:creationId xmlns:a16="http://schemas.microsoft.com/office/drawing/2014/main" id="{9C21E1E6-A153-76D9-63CD-137CD2BBB91E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-04-</a:t>
                  </a:r>
                </a:p>
              </p:txBody>
            </p:sp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00FB4FB7-B95A-BCE3-A606-CDA3B140AFF9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长出绿的叶，</a:t>
                  </a:r>
                </a:p>
              </p:txBody>
            </p:sp>
          </p:grp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AFB7EE2-CE99-E410-749A-129C3DF8118C}"/>
                </a:ext>
              </a:extLst>
            </p:cNvPr>
            <p:cNvGrpSpPr/>
            <p:nvPr/>
          </p:nvGrpSpPr>
          <p:grpSpPr>
            <a:xfrm>
              <a:off x="6990953" y="3106624"/>
              <a:ext cx="5250051" cy="2234583"/>
              <a:chOff x="6201214" y="2539082"/>
              <a:chExt cx="3695474" cy="2234583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816271EB-D85E-2C97-9B06-56DEAEB268E9}"/>
                  </a:ext>
                </a:extLst>
              </p:cNvPr>
              <p:cNvGrpSpPr/>
              <p:nvPr/>
            </p:nvGrpSpPr>
            <p:grpSpPr>
              <a:xfrm>
                <a:off x="6201214" y="2539082"/>
                <a:ext cx="3695474" cy="480564"/>
                <a:chOff x="6660638" y="2861103"/>
                <a:chExt cx="3695474" cy="634736"/>
              </a:xfrm>
            </p:grpSpPr>
            <p:sp>
              <p:nvSpPr>
                <p:cNvPr id="43" name="矩形 50">
                  <a:extLst>
                    <a:ext uri="{FF2B5EF4-FFF2-40B4-BE49-F238E27FC236}">
                      <a16:creationId xmlns:a16="http://schemas.microsoft.com/office/drawing/2014/main" id="{8810B5FB-853B-B989-AD7F-84B943B1B22D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-01-</a:t>
                  </a:r>
                </a:p>
              </p:txBody>
            </p:sp>
            <p:sp>
              <p:nvSpPr>
                <p:cNvPr id="44" name="矩形: 圆角 43">
                  <a:extLst>
                    <a:ext uri="{FF2B5EF4-FFF2-40B4-BE49-F238E27FC236}">
                      <a16:creationId xmlns:a16="http://schemas.microsoft.com/office/drawing/2014/main" id="{4AEB3569-E424-E251-5C0A-942006EB958A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开着红的花，</a:t>
                  </a: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3F21645-5562-E033-7113-2CD3CEDDA128}"/>
                  </a:ext>
                </a:extLst>
              </p:cNvPr>
              <p:cNvGrpSpPr/>
              <p:nvPr/>
            </p:nvGrpSpPr>
            <p:grpSpPr>
              <a:xfrm>
                <a:off x="6201214" y="3123755"/>
                <a:ext cx="3695474" cy="480564"/>
                <a:chOff x="6660638" y="2861103"/>
                <a:chExt cx="3695474" cy="634736"/>
              </a:xfrm>
            </p:grpSpPr>
            <p:sp>
              <p:nvSpPr>
                <p:cNvPr id="41" name="矩形 50">
                  <a:extLst>
                    <a:ext uri="{FF2B5EF4-FFF2-40B4-BE49-F238E27FC236}">
                      <a16:creationId xmlns:a16="http://schemas.microsoft.com/office/drawing/2014/main" id="{27BA0DAA-F05B-5D57-7464-E00EFFB2B668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-02-</a:t>
                  </a:r>
                </a:p>
              </p:txBody>
            </p:sp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CF733E03-2D2B-88E8-F954-4DC94E56D424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鸟来做窝，</a:t>
                  </a: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462A3588-65B2-1DE8-0805-AD4BCA6A39A6}"/>
                  </a:ext>
                </a:extLst>
              </p:cNvPr>
              <p:cNvGrpSpPr/>
              <p:nvPr/>
            </p:nvGrpSpPr>
            <p:grpSpPr>
              <a:xfrm>
                <a:off x="6201214" y="3708428"/>
                <a:ext cx="3695474" cy="480564"/>
                <a:chOff x="6660638" y="2861103"/>
                <a:chExt cx="3695474" cy="634736"/>
              </a:xfrm>
            </p:grpSpPr>
            <p:sp>
              <p:nvSpPr>
                <p:cNvPr id="39" name="矩形 50">
                  <a:extLst>
                    <a:ext uri="{FF2B5EF4-FFF2-40B4-BE49-F238E27FC236}">
                      <a16:creationId xmlns:a16="http://schemas.microsoft.com/office/drawing/2014/main" id="{347252F2-C19F-DACD-85DC-767BBBD4682F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-03-</a:t>
                  </a:r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F04ABCA1-DBC2-0865-CA23-EE7BA2871970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猴子来爬，</a:t>
                  </a: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D087F922-68FA-EEC8-CF0A-C355FA9C61F2}"/>
                  </a:ext>
                </a:extLst>
              </p:cNvPr>
              <p:cNvGrpSpPr/>
              <p:nvPr/>
            </p:nvGrpSpPr>
            <p:grpSpPr>
              <a:xfrm>
                <a:off x="6201214" y="4293101"/>
                <a:ext cx="3695474" cy="480564"/>
                <a:chOff x="6660638" y="2861103"/>
                <a:chExt cx="3695474" cy="634736"/>
              </a:xfrm>
            </p:grpSpPr>
            <p:sp>
              <p:nvSpPr>
                <p:cNvPr id="37" name="矩形 50">
                  <a:extLst>
                    <a:ext uri="{FF2B5EF4-FFF2-40B4-BE49-F238E27FC236}">
                      <a16:creationId xmlns:a16="http://schemas.microsoft.com/office/drawing/2014/main" id="{16674C15-6608-DFD3-E17A-A79A2CECF52F}"/>
                    </a:ext>
                  </a:extLst>
                </p:cNvPr>
                <p:cNvSpPr/>
                <p:nvPr/>
              </p:nvSpPr>
              <p:spPr>
                <a:xfrm>
                  <a:off x="6660638" y="2861103"/>
                  <a:ext cx="649412" cy="634736"/>
                </a:xfrm>
                <a:prstGeom prst="roundRect">
                  <a:avLst/>
                </a:prstGeom>
                <a:solidFill>
                  <a:srgbClr val="F6DA4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altLang="zh-CN" b="0">
                      <a:gradFill>
                        <a:gsLst>
                          <a:gs pos="22000">
                            <a:srgbClr val="368103"/>
                          </a:gs>
                          <a:gs pos="70000">
                            <a:srgbClr val="2B7703"/>
                          </a:gs>
                        </a:gsLst>
                        <a:lin ang="21594000" scaled="0"/>
                      </a:gra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字体管家幻影伯爵" panose="02010600060101010101" pitchFamily="2" charset="-122"/>
                      <a:sym typeface="+mn-ea"/>
                    </a:rPr>
                    <a:t>-04-</a:t>
                  </a:r>
                </a:p>
              </p:txBody>
            </p:sp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6AF47FE5-77F6-F372-21A2-F8C7E4433476}"/>
                    </a:ext>
                  </a:extLst>
                </p:cNvPr>
                <p:cNvSpPr/>
                <p:nvPr/>
              </p:nvSpPr>
              <p:spPr>
                <a:xfrm>
                  <a:off x="7429797" y="2861103"/>
                  <a:ext cx="2926315" cy="63473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6DA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buClr>
                      <a:srgbClr val="007AA3"/>
                    </a:buClr>
                    <a:buSzTx/>
                    <a:buFont typeface="微软雅黑" panose="020B0503020204020204" charset="-122"/>
                  </a:pPr>
                  <a:r>
                    <a:rPr lang="zh-CN" altLang="en-US" sz="2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sym typeface="+mn-ea"/>
                    </a:rPr>
                    <a:t>我也来玩耍～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5581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0B51-33DE-1FBC-BD31-8FF49216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BB536-8DB5-A997-3173-5613E559BF78}"/>
              </a:ext>
            </a:extLst>
          </p:cNvPr>
          <p:cNvPicPr>
            <a:picLocks noChangeAspect="1"/>
          </p:cNvPicPr>
          <p:nvPr/>
        </p:nvPicPr>
        <p:blipFill>
          <a:blip r:embed="R5b6d1a18ca954be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59967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CF369A6-5378-0630-EDDC-D7C9EA2FE158}"/>
              </a:ext>
            </a:extLst>
          </p:cNvPr>
          <p:cNvSpPr/>
          <p:nvPr/>
        </p:nvSpPr>
        <p:spPr>
          <a:xfrm>
            <a:off x="0" y="4274288"/>
            <a:ext cx="12192000" cy="2583712"/>
          </a:xfrm>
          <a:prstGeom prst="rect">
            <a:avLst/>
          </a:prstGeom>
          <a:gradFill>
            <a:gsLst>
              <a:gs pos="22000">
                <a:srgbClr val="368103"/>
              </a:gs>
              <a:gs pos="70000">
                <a:srgbClr val="2B7703"/>
              </a:gs>
            </a:gsLst>
            <a:lin ang="21594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DCB6E3-BB2C-4D29-EEF7-63D25F786F89}"/>
              </a:ext>
            </a:extLst>
          </p:cNvPr>
          <p:cNvPicPr>
            <a:picLocks noChangeAspect="1"/>
          </p:cNvPicPr>
          <p:nvPr/>
        </p:nvPicPr>
        <p:blipFill>
          <a:blip r:embed="Re5d1e57ed45e4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933" y="3436177"/>
            <a:ext cx="6634137" cy="24393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3F5D5F1-6917-AE7A-F235-E15500653F6D}"/>
              </a:ext>
            </a:extLst>
          </p:cNvPr>
          <p:cNvSpPr txBox="1"/>
          <p:nvPr/>
        </p:nvSpPr>
        <p:spPr>
          <a:xfrm>
            <a:off x="171027" y="4874841"/>
            <a:ext cx="492443" cy="1642750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种个春天</a:t>
            </a:r>
            <a:endParaRPr 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D6258E-72FD-C53F-7A26-E5F793517161}"/>
              </a:ext>
            </a:extLst>
          </p:cNvPr>
          <p:cNvSpPr txBox="1"/>
          <p:nvPr/>
        </p:nvSpPr>
        <p:spPr>
          <a:xfrm>
            <a:off x="11528547" y="4874841"/>
            <a:ext cx="492443" cy="1642750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体管家幻影伯爵" panose="02010600060101010101" pitchFamily="2" charset="-122"/>
                <a:sym typeface="+mn-ea"/>
              </a:rPr>
              <a:t>浇个朋友</a:t>
            </a:r>
            <a:endParaRPr 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体管家幻影伯爵" panose="02010600060101010101" pitchFamily="2" charset="-122"/>
              <a:sym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29E9BE4-2864-E1FC-A7F8-823DCA8E6790}"/>
              </a:ext>
            </a:extLst>
          </p:cNvPr>
          <p:cNvGrpSpPr/>
          <p:nvPr/>
        </p:nvGrpSpPr>
        <p:grpSpPr>
          <a:xfrm>
            <a:off x="398405" y="266572"/>
            <a:ext cx="3498851" cy="463089"/>
            <a:chOff x="417241" y="266570"/>
            <a:chExt cx="3498850" cy="463089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DEE19A2-4E56-20C4-E6C4-2E8991E08273}"/>
                </a:ext>
              </a:extLst>
            </p:cNvPr>
            <p:cNvSpPr/>
            <p:nvPr/>
          </p:nvSpPr>
          <p:spPr>
            <a:xfrm>
              <a:off x="41724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5F901C8-86ED-375C-F803-4067D109A6E0}"/>
                </a:ext>
              </a:extLst>
            </p:cNvPr>
            <p:cNvSpPr/>
            <p:nvPr/>
          </p:nvSpPr>
          <p:spPr>
            <a:xfrm>
              <a:off x="92460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2A92607-E646-CCB0-F0BF-A49E2154B2AF}"/>
                </a:ext>
              </a:extLst>
            </p:cNvPr>
            <p:cNvSpPr/>
            <p:nvPr/>
          </p:nvSpPr>
          <p:spPr>
            <a:xfrm>
              <a:off x="143197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D68B747-3F24-B4D1-BD80-45ED6F1197C2}"/>
                </a:ext>
              </a:extLst>
            </p:cNvPr>
            <p:cNvSpPr/>
            <p:nvPr/>
          </p:nvSpPr>
          <p:spPr>
            <a:xfrm>
              <a:off x="193933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6F99D0C-AF9F-9F5A-F5B6-DF8B1B87680B}"/>
                </a:ext>
              </a:extLst>
            </p:cNvPr>
            <p:cNvSpPr/>
            <p:nvPr/>
          </p:nvSpPr>
          <p:spPr>
            <a:xfrm>
              <a:off x="244670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3BD12C0-0EAC-CDA1-C968-66878CF1DEDC}"/>
                </a:ext>
              </a:extLst>
            </p:cNvPr>
            <p:cNvSpPr/>
            <p:nvPr/>
          </p:nvSpPr>
          <p:spPr>
            <a:xfrm>
              <a:off x="2954066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B533E0-F3BB-9490-5F4C-74D4A157B2C6}"/>
                </a:ext>
              </a:extLst>
            </p:cNvPr>
            <p:cNvSpPr/>
            <p:nvPr/>
          </p:nvSpPr>
          <p:spPr>
            <a:xfrm>
              <a:off x="3461431" y="274999"/>
              <a:ext cx="454660" cy="454660"/>
            </a:xfrm>
            <a:prstGeom prst="ellipse">
              <a:avLst/>
            </a:prstGeom>
            <a:gradFill>
              <a:gsLst>
                <a:gs pos="0">
                  <a:srgbClr val="368103"/>
                </a:gs>
                <a:gs pos="100000">
                  <a:srgbClr val="29841A"/>
                </a:gs>
              </a:gsLst>
              <a:lin ang="135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57A4F3D-74BF-D033-7E9C-DC7C232A094B}"/>
                </a:ext>
              </a:extLst>
            </p:cNvPr>
            <p:cNvSpPr txBox="1"/>
            <p:nvPr/>
          </p:nvSpPr>
          <p:spPr>
            <a:xfrm>
              <a:off x="417241" y="266570"/>
              <a:ext cx="3498850" cy="356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t">
              <a:noAutofit/>
            </a:bodyPr>
            <a:lstStyle/>
            <a:p>
              <a:pPr algn="dist"/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体管家幻影伯爵" panose="02010600060101010101" pitchFamily="2" charset="-122"/>
                  <a:sym typeface="+mn-ea"/>
                </a:rPr>
                <a:t>和X树一起长大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DB892D81-7DEA-4B78-013E-7840722B2B57}"/>
              </a:ext>
            </a:extLst>
          </p:cNvPr>
          <p:cNvPicPr>
            <a:picLocks noChangeAspect="1"/>
          </p:cNvPicPr>
          <p:nvPr/>
        </p:nvPicPr>
        <p:blipFill>
          <a:blip r:embed="Ra753757310f847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784" y="4381142"/>
            <a:ext cx="1779505" cy="247685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6D661F7B-2D27-24FC-F0BA-8D1080FFEB80}"/>
              </a:ext>
            </a:extLst>
          </p:cNvPr>
          <p:cNvPicPr>
            <a:picLocks noChangeAspect="1"/>
          </p:cNvPicPr>
          <p:nvPr/>
        </p:nvPicPr>
        <p:blipFill>
          <a:blip r:embed="Rf9d324caa24247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1" y="3912781"/>
            <a:ext cx="2213961" cy="2945218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6D30918D-EB92-D5BA-4C7A-F90AC31A9853}"/>
              </a:ext>
            </a:extLst>
          </p:cNvPr>
          <p:cNvGrpSpPr/>
          <p:nvPr/>
        </p:nvGrpSpPr>
        <p:grpSpPr>
          <a:xfrm>
            <a:off x="3561654" y="6028914"/>
            <a:ext cx="5068695" cy="520828"/>
            <a:chOff x="3561907" y="5965116"/>
            <a:chExt cx="5068694" cy="520828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C2A76DA-5C20-867E-21CF-71CFCB7295B6}"/>
                </a:ext>
              </a:extLst>
            </p:cNvPr>
            <p:cNvSpPr/>
            <p:nvPr/>
          </p:nvSpPr>
          <p:spPr>
            <a:xfrm>
              <a:off x="3561907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植</a:t>
              </a: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8CA179C-C366-DBF8-6656-4E6BA5A33C25}"/>
                </a:ext>
              </a:extLst>
            </p:cNvPr>
            <p:cNvSpPr/>
            <p:nvPr/>
          </p:nvSpPr>
          <p:spPr>
            <a:xfrm>
              <a:off x="4130390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树</a:t>
              </a: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3DB424F4-44D5-151A-E64E-48BD5F9CBD1E}"/>
                </a:ext>
              </a:extLst>
            </p:cNvPr>
            <p:cNvSpPr/>
            <p:nvPr/>
          </p:nvSpPr>
          <p:spPr>
            <a:xfrm>
              <a:off x="4698873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节</a:t>
              </a: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27C88073-F8D7-75D0-C6CB-5FC03B3245C8}"/>
                </a:ext>
              </a:extLst>
            </p:cNvPr>
            <p:cNvSpPr/>
            <p:nvPr/>
          </p:nvSpPr>
          <p:spPr>
            <a:xfrm>
              <a:off x="5267356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F72ABEC0-E0D4-4245-D80B-75D3AA92D8EF}"/>
                </a:ext>
              </a:extLst>
            </p:cNvPr>
            <p:cNvSpPr/>
            <p:nvPr/>
          </p:nvSpPr>
          <p:spPr>
            <a:xfrm>
              <a:off x="5835839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题</a:t>
              </a: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529B67D3-B617-AB78-9266-1BA526529198}"/>
                </a:ext>
              </a:extLst>
            </p:cNvPr>
            <p:cNvSpPr/>
            <p:nvPr/>
          </p:nvSpPr>
          <p:spPr>
            <a:xfrm>
              <a:off x="6404322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活</a:t>
              </a: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EF03A75E-CD60-3BB3-4A19-5D8904B737A1}"/>
                </a:ext>
              </a:extLst>
            </p:cNvPr>
            <p:cNvSpPr/>
            <p:nvPr/>
          </p:nvSpPr>
          <p:spPr>
            <a:xfrm>
              <a:off x="6972805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动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676D824-7841-F09D-607F-DC949B91E9B1}"/>
                </a:ext>
              </a:extLst>
            </p:cNvPr>
            <p:cNvSpPr/>
            <p:nvPr/>
          </p:nvSpPr>
          <p:spPr>
            <a:xfrm>
              <a:off x="7541288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班</a:t>
              </a: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B1F36DA1-D9BA-7564-0110-76ADBC9C0277}"/>
                </a:ext>
              </a:extLst>
            </p:cNvPr>
            <p:cNvSpPr/>
            <p:nvPr/>
          </p:nvSpPr>
          <p:spPr>
            <a:xfrm>
              <a:off x="8109773" y="5965116"/>
              <a:ext cx="520828" cy="520828"/>
            </a:xfrm>
            <a:prstGeom prst="ellipse">
              <a:avLst/>
            </a:prstGeom>
            <a:noFill/>
            <a:ln w="15875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191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40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64ab834e4d2649c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da682134f98c4313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2ae0adccb5b54400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4c7569174e74644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2ae0adccb5b54400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be261523b09f4ae59638e36229cdac04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419970d4c0444df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855814fd91d641f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086186974bc4a8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54fea718a9040ff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82d0c8a2aca14e3c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8d27f6317a564b9c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84d54443ee0e4ff1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afb9df082aa47c1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e3492c95fd6d473e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8caa699b389433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138a20f23f7a4e6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29321c7fb684467e9773f34740641ac2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9f12b6cf5b9f4a0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a2bef1f3ce5149e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95c4c48697c4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1df50bb38eee4d7a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49a1cb0449634d53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4217893b8934e8d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49a1cb0449634d53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90ac2e0ca5804adc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49a1cb0449634d53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411461830774903bf9729eacfcfe223"/>
              </a:rPr>
              <a:t>部分字体来源于</a:t>
            </a:r>
            <a:r>
              <a:rPr lang="en-US" altLang="zh-CN" dirty="0">
                <a:hlinkClick r:id="Rb411461830774903bf9729eacfcfe223"/>
              </a:rPr>
              <a:t>100font.com  </a:t>
            </a:r>
            <a:r>
              <a:rPr lang="zh-CN" altLang="en-US" dirty="0">
                <a:hlinkClick r:id="Rb411461830774903bf9729eacfcfe223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22e08511dbfd44ecacb44778fad11812"/>
              </a:rPr>
              <a:t>部分图标来源于</a:t>
            </a:r>
            <a:r>
              <a:rPr lang="en-US" altLang="zh-CN" dirty="0">
                <a:hlinkClick r:id="R22e08511dbfd44ecacb44778fad11812"/>
              </a:rPr>
              <a:t>Storyset.com </a:t>
            </a:r>
            <a:r>
              <a:rPr lang="zh-CN" altLang="en-US" dirty="0">
                <a:hlinkClick r:id="R22e08511dbfd44ecacb44778fad11812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mixed"/>
  <p:tag name="KSO_WM_TEMPLATE_INDEX" val="20201941"/>
  <p:tag name="KSO_WM_UNIT_COMPATIBLE" val="0"/>
  <p:tag name="KSO_WM_UNIT_DIAGRAM_ISNUMVISUAL" val="0"/>
  <p:tag name="KSO_WM_UNIT_DIAGRAM_ISREFERUNIT" val="0"/>
  <p:tag name="KSO_WM_UNIT_HIGHLIGHT" val="0"/>
  <p:tag name="KSO_WM_UNIT_ID" val="mixed20201941_458*f*1"/>
  <p:tag name="KSO_WM_UNIT_LAYERLEVEL" val="1"/>
  <p:tag name="KSO_WM_UNIT_NOCLEAR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TEXTBOXSTYLE_GUID" val="{05b26435-6f4b-4823-95eb-c3ef419d12e0}"/>
  <p:tag name="KSO_WM_UNIT_TEXTBOXSTYLE_SHAPETYPE" val="0"/>
  <p:tag name="KSO_WM_UNIT_TEXTBOXSTYLE_TEMPLATEID" val="3135648"/>
  <p:tag name="KSO_WM_UNIT_TEXTBOXSTYLE_TEMPLATETYPE" val="1"/>
  <p:tag name="KSO_WM_UNIT_TEXTBOXSTYLE_TYPE" val="8"/>
  <p:tag name="KSO_WM_UNIT_VALUE" val="72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宽屏</PresentationFormat>
  <Paragraphs>124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阿里巴巴普惠体</vt:lpstr>
      <vt:lpstr>时尚中黑简体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2025-02-20T10:17:39Z</dcterms:created>
  <dcterms:modified xsi:type="dcterms:W3CDTF">2025-04-28T04:09:55Z</dcterms:modified>
</cp:coreProperties>
</file>