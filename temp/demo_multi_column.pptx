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双列布局示例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886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/>
            </a:pPr>
            <a:r>
              <a:t>第一列内容：</a:t>
            </a:r>
          </a:p>
          <a:p>
            <a:r>
              <a:t>• 要点一</a:t>
            </a:r>
          </a:p>
          <a:p>
            <a:r>
              <a:t>• 要点二</a:t>
            </a:r>
          </a:p>
          <a:p>
            <a:r>
              <a:t>• 要点三</a:t>
            </a:r>
          </a:p>
          <a:p>
            <a:r>
              <a:t>• 要点四</a:t>
            </a:r>
          </a:p>
          <a:p>
            <a:r>
              <a:t>• 要点五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59" y="1554480"/>
            <a:ext cx="3886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/>
            </a:pPr>
            <a:r>
              <a:t>第二列内容：</a:t>
            </a:r>
          </a:p>
          <a:p>
            <a:r>
              <a:t>• 要点A</a:t>
            </a:r>
          </a:p>
          <a:p>
            <a:r>
              <a:t>• 要点B</a:t>
            </a:r>
          </a:p>
          <a:p>
            <a:r>
              <a:t>• 要点C</a:t>
            </a:r>
          </a:p>
          <a:p>
            <a:r>
              <a:t>• 要点D</a:t>
            </a:r>
          </a:p>
          <a:p>
            <a:r>
              <a:t>• 要点E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三列布局示例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2499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/>
            </a:pPr>
            <a:r>
              <a:t>第一列：</a:t>
            </a:r>
          </a:p>
          <a:p>
            <a:r>
              <a:t>产品特性</a:t>
            </a:r>
          </a:p>
          <a:p>
            <a:r>
              <a:t>高性能</a:t>
            </a:r>
          </a:p>
          <a:p>
            <a:r>
              <a:t>易用性</a:t>
            </a:r>
          </a:p>
          <a:p>
            <a:r>
              <a:t>可扩展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22320" y="1554480"/>
            <a:ext cx="2499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/>
            </a:pPr>
            <a:r>
              <a:t>第二列：</a:t>
            </a:r>
          </a:p>
          <a:p>
            <a:r>
              <a:t>技术优势</a:t>
            </a:r>
          </a:p>
          <a:p>
            <a:r>
              <a:t>云原生</a:t>
            </a:r>
          </a:p>
          <a:p>
            <a:r>
              <a:t>微服务</a:t>
            </a:r>
          </a:p>
          <a:p>
            <a:r>
              <a:t>容器化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1554480"/>
            <a:ext cx="2499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/>
            </a:pPr>
            <a:r>
              <a:t>第三列：</a:t>
            </a:r>
          </a:p>
          <a:p>
            <a:r>
              <a:t>应用场景</a:t>
            </a:r>
          </a:p>
          <a:p>
            <a:r>
              <a:t>电商平台</a:t>
            </a:r>
          </a:p>
          <a:p>
            <a:r>
              <a:t>金融系统</a:t>
            </a:r>
          </a:p>
          <a:p>
            <a:r>
              <a:t>物联网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