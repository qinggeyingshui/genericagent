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AE1C2-92B5-9816-31E8-B5CF1366D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6BB252-DF70-DA68-CEFF-CA1BB3FE9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BB6E3A-AE3A-491F-D5FC-481D7547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386F-68E4-4C02-A228-C4C507B695DE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A5298C-EDAE-AEB6-5AD4-0CB59653B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378C50-0E78-8F59-E5AC-8400E885E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B8CCD-0F4A-450F-B3BE-DE7667160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310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11FD8-587B-E758-F593-91638F323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EA166-9035-7AD9-BDB9-4CC69D79F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6CADB6-B164-4097-7A91-891E7593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386F-68E4-4C02-A228-C4C507B695DE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0CC75C-FD2C-7239-0D37-2E98E4C61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0183CB-4DC5-7EEA-7BB5-180DA72E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B8CCD-0F4A-450F-B3BE-DE7667160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349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C5CF2-16A2-98AD-CCFB-B7CAEDDDF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7916F5-BF40-DD0B-93B7-5DE54D297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95D10C-89D7-90D0-4F16-37E41135B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386F-68E4-4C02-A228-C4C507B695DE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F0E201-BB71-FD50-91A8-FE2CFE7C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57F07D-A547-3DE4-A052-9B4E789D5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B8CCD-0F4A-450F-B3BE-DE7667160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597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A1894-B555-2973-3285-852BF359A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3BE87D-0CD0-6423-11BC-B94203F40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42F3A6-CA65-1F1B-B1A7-5D40DE92F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6E5FE6-5634-7A5A-C180-408202D1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386F-68E4-4C02-A228-C4C507B695DE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66D35C-0738-C76E-BB6C-9828F433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6005A2-DBAB-5257-81A5-D81F5570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B8CCD-0F4A-450F-B3BE-DE7667160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30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07F61-21C2-2B23-157F-819F51E49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21D987-C089-CD99-6279-1F6F1BE13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4DD04A-1445-DAA4-C1CE-A0ACFFC1A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5BBB4D-11F6-728B-47A0-0B77BC761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DE14D4-6906-C791-E879-ED8C4AF179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80095A-DBC0-4BFD-36B0-CF2ECA918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386F-68E4-4C02-A228-C4C507B695DE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3DB098-F403-8ADB-C4C5-3EEE7AA65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291B33-CD92-C5F6-CA82-F80993DA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B8CCD-0F4A-450F-B3BE-DE7667160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747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3F9955-8B3B-B611-D146-7644E3AF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86EAC1-5C89-C9C7-14AC-7FFF5EC1C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386F-68E4-4C02-A228-C4C507B695DE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23B5DD-BCE5-9A50-5DE8-A87FA38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E0B23E-391E-4C3B-3EEF-CB03E6DF8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B8CCD-0F4A-450F-B3BE-DE7667160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4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B17634-FF34-2AE9-3136-3B445E2D4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386F-68E4-4C02-A228-C4C507B695DE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AC7160-5A1D-0D70-CAB6-343AFF98A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7EE0B3-28B6-8FFC-7080-3A7F70D4C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B8CCD-0F4A-450F-B3BE-DE7667160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04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93BE6-2E34-6936-C563-FE7B55E22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65E08B-0AFC-23C1-7BAD-FE38AA733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CE5FD9-3473-47B2-A5C4-533DA71ED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845868-8019-ED38-1333-1495F38A7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386F-68E4-4C02-A228-C4C507B695DE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81ED4C-6264-DFB9-E0D0-D31654137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8E4199-1D4A-E930-B7AD-FC9F6A12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B8CCD-0F4A-450F-B3BE-DE7667160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622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25757-8908-52C8-B78E-729A17D75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4A4B93-172B-9E7C-59CD-FCD62D9E5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6367A2-909F-2642-D6A1-AFD9954A1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FF1E88-E67C-4737-433E-A47951623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386F-68E4-4C02-A228-C4C507B695DE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F29C34-BFD0-6B53-4DFC-84A67598E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1AB1A5-A789-071C-0CAB-AE899C36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B8CCD-0F4A-450F-B3BE-DE7667160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52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827D5E-AF2B-458C-4B43-DB64EE08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7C54C7-AF25-A5EC-2A22-4D3185D8F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8D0DE7-15ED-E854-3476-F8C7A36D7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386F-68E4-4C02-A228-C4C507B695DE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48D7D6-C165-3FAE-1244-DD0BDBED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0E497B-2491-F298-3FAD-1B6509AD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B8CCD-0F4A-450F-B3BE-DE7667160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108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E3A8FD-A9AC-9ACF-CC0D-BE138993FC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1C73AE-66F5-C7A5-7C37-322C272B5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622E2F-65FB-E1DA-F09F-AEE7BC2F6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8386F-68E4-4C02-A228-C4C507B695DE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BD336F-6D62-979C-2E88-F0ADACA6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A07406-8E08-EE0C-4422-961277DC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B8CCD-0F4A-450F-B3BE-DE7667160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202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7993E2-3884-CC95-3466-C3A28745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80B0F7-0E3B-FD45-42D1-4CDD64835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047FA-3B86-FE77-5888-152EEE43F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8386F-68E4-4C02-A228-C4C507B695DE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809753-C64F-C27C-63A8-3B20C2AE24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E69F0D-5877-1354-96B2-594C8E1F5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B8CCD-0F4A-450F-B3BE-DE7667160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15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ED5D60E-E263-18E4-6F3A-E3A9AAD0BE96}"/>
              </a:ext>
            </a:extLst>
          </p:cNvPr>
          <p:cNvSpPr txBox="1"/>
          <p:nvPr/>
        </p:nvSpPr>
        <p:spPr>
          <a:xfrm>
            <a:off x="720000" y="216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zh-CN" altLang="en-US" sz="4000" b="1">
                <a:solidFill>
                  <a:srgbClr val="003366"/>
                </a:solidFill>
                <a:latin typeface="微软雅黑" panose="020B0503020204020204" pitchFamily="34" charset="-122"/>
              </a:rPr>
              <a:t>商务蓝模板演示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53F541-D865-51A0-3535-48BE0E50C546}"/>
              </a:ext>
            </a:extLst>
          </p:cNvPr>
          <p:cNvSpPr txBox="1"/>
          <p:nvPr/>
        </p:nvSpPr>
        <p:spPr>
          <a:xfrm>
            <a:off x="720000" y="396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altLang="zh-CN" sz="2400">
                <a:solidFill>
                  <a:srgbClr val="666666"/>
                </a:solidFill>
                <a:latin typeface="微软雅黑" panose="020B0503020204020204" pitchFamily="34" charset="-122"/>
              </a:rPr>
              <a:t>PPT</a:t>
            </a:r>
            <a:r>
              <a:rPr lang="zh-CN" altLang="en-US" sz="2400">
                <a:solidFill>
                  <a:srgbClr val="666666"/>
                </a:solidFill>
                <a:latin typeface="微软雅黑" panose="020B0503020204020204" pitchFamily="34" charset="-122"/>
              </a:rPr>
              <a:t>模板管理系统</a:t>
            </a:r>
          </a:p>
        </p:txBody>
      </p:sp>
    </p:spTree>
    <p:extLst>
      <p:ext uri="{BB962C8B-B14F-4D97-AF65-F5344CB8AC3E}">
        <p14:creationId xmlns:p14="http://schemas.microsoft.com/office/powerpoint/2010/main" val="839812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446B97B-C539-60B1-8102-5C898768F153}"/>
              </a:ext>
            </a:extLst>
          </p:cNvPr>
          <p:cNvSpPr txBox="1"/>
          <p:nvPr/>
        </p:nvSpPr>
        <p:spPr>
          <a:xfrm>
            <a:off x="720000" y="36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zh-CN" altLang="en-US" sz="3200" b="1">
                <a:solidFill>
                  <a:srgbClr val="003366"/>
                </a:solidFill>
                <a:latin typeface="微软雅黑" panose="020B0503020204020204" pitchFamily="34" charset="-122"/>
              </a:rPr>
              <a:t>模板特性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B952FB-A563-753F-7A21-9844D30A4AAF}"/>
              </a:ext>
            </a:extLst>
          </p:cNvPr>
          <p:cNvSpPr txBox="1"/>
          <p:nvPr/>
        </p:nvSpPr>
        <p:spPr>
          <a:xfrm>
            <a:off x="720000" y="144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altLang="zh-CN" sz="2000">
                <a:solidFill>
                  <a:srgbClr val="333333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pitchFamily="34" charset="-122"/>
              </a:rPr>
              <a:t>模板名称：商务蓝
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pitchFamily="34" charset="-122"/>
              </a:rPr>
              <a:t>主色调：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pitchFamily="34" charset="-122"/>
              </a:rPr>
              <a:t>RGB[0, 51, 102]
•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pitchFamily="34" charset="-122"/>
              </a:rPr>
              <a:t>字体：微软雅黑
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pitchFamily="34" charset="-122"/>
              </a:rPr>
              <a:t>背景样式：</a:t>
            </a:r>
            <a:r>
              <a:rPr lang="en-US" altLang="zh-CN" sz="2000">
                <a:solidFill>
                  <a:srgbClr val="333333"/>
                </a:solidFill>
                <a:latin typeface="微软雅黑" panose="020B0503020204020204" pitchFamily="34" charset="-122"/>
              </a:rPr>
              <a:t>solid
</a:t>
            </a:r>
            <a:r>
              <a:rPr lang="zh-CN" altLang="en-US" sz="2000">
                <a:solidFill>
                  <a:srgbClr val="333333"/>
                </a:solidFill>
                <a:latin typeface="微软雅黑" panose="020B0503020204020204" pitchFamily="34" charset="-122"/>
              </a:rPr>
              <a:t>这是一个自动生成的演示页面，展示模板的基本样式和配色方案。</a:t>
            </a:r>
          </a:p>
        </p:txBody>
      </p:sp>
    </p:spTree>
    <p:extLst>
      <p:ext uri="{BB962C8B-B14F-4D97-AF65-F5344CB8AC3E}">
        <p14:creationId xmlns:p14="http://schemas.microsoft.com/office/powerpoint/2010/main" val="843466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5BA335E-13B0-F502-F02F-A7C733198F99}"/>
              </a:ext>
            </a:extLst>
          </p:cNvPr>
          <p:cNvSpPr txBox="1"/>
          <p:nvPr/>
        </p:nvSpPr>
        <p:spPr>
          <a:xfrm>
            <a:off x="720000" y="216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zh-CN" altLang="en-US" sz="4400" b="1">
                <a:solidFill>
                  <a:srgbClr val="2C3E50"/>
                </a:solidFill>
                <a:latin typeface="微软雅黑" panose="020B0503020204020204" pitchFamily="34" charset="-122"/>
              </a:rPr>
              <a:t>科技灰模板演示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FFD1B3-FE5F-2C98-CBE6-3ECE862149E6}"/>
              </a:ext>
            </a:extLst>
          </p:cNvPr>
          <p:cNvSpPr txBox="1"/>
          <p:nvPr/>
        </p:nvSpPr>
        <p:spPr>
          <a:xfrm>
            <a:off x="720000" y="396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altLang="zh-CN" sz="2600">
                <a:solidFill>
                  <a:srgbClr val="3498DB"/>
                </a:solidFill>
                <a:latin typeface="微软雅黑" panose="020B0503020204020204" pitchFamily="34" charset="-122"/>
              </a:rPr>
              <a:t>PPT</a:t>
            </a:r>
            <a:r>
              <a:rPr lang="zh-CN" altLang="en-US" sz="2600">
                <a:solidFill>
                  <a:srgbClr val="3498DB"/>
                </a:solidFill>
                <a:latin typeface="微软雅黑" panose="020B0503020204020204" pitchFamily="34" charset="-122"/>
              </a:rPr>
              <a:t>模板管理系统</a:t>
            </a:r>
          </a:p>
        </p:txBody>
      </p:sp>
    </p:spTree>
    <p:extLst>
      <p:ext uri="{BB962C8B-B14F-4D97-AF65-F5344CB8AC3E}">
        <p14:creationId xmlns:p14="http://schemas.microsoft.com/office/powerpoint/2010/main" val="2441934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E48C3C3-507C-9BF4-B876-951B8B91E749}"/>
              </a:ext>
            </a:extLst>
          </p:cNvPr>
          <p:cNvSpPr txBox="1"/>
          <p:nvPr/>
        </p:nvSpPr>
        <p:spPr>
          <a:xfrm>
            <a:off x="720000" y="36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zh-CN" altLang="en-US" sz="3600" b="1">
                <a:solidFill>
                  <a:srgbClr val="2C3E50"/>
                </a:solidFill>
                <a:latin typeface="微软雅黑" panose="020B0503020204020204" pitchFamily="34" charset="-122"/>
              </a:rPr>
              <a:t>模板特性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1453E4-33ED-324D-4D73-181311F2AD2D}"/>
              </a:ext>
            </a:extLst>
          </p:cNvPr>
          <p:cNvSpPr txBox="1"/>
          <p:nvPr/>
        </p:nvSpPr>
        <p:spPr>
          <a:xfrm>
            <a:off x="720000" y="144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altLang="zh-CN" sz="2200">
                <a:solidFill>
                  <a:srgbClr val="212121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212121"/>
                </a:solidFill>
                <a:latin typeface="微软雅黑" panose="020B0503020204020204" pitchFamily="34" charset="-122"/>
              </a:rPr>
              <a:t>模板名称：科技灰
</a:t>
            </a:r>
            <a:r>
              <a:rPr lang="en-US" altLang="zh-CN" sz="2200">
                <a:solidFill>
                  <a:srgbClr val="212121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212121"/>
                </a:solidFill>
                <a:latin typeface="微软雅黑" panose="020B0503020204020204" pitchFamily="34" charset="-122"/>
              </a:rPr>
              <a:t>主色调：</a:t>
            </a:r>
            <a:r>
              <a:rPr lang="en-US" altLang="zh-CN" sz="2200">
                <a:solidFill>
                  <a:srgbClr val="212121"/>
                </a:solidFill>
                <a:latin typeface="微软雅黑" panose="020B0503020204020204" pitchFamily="34" charset="-122"/>
              </a:rPr>
              <a:t>RGB[44, 62, 80]
• </a:t>
            </a:r>
            <a:r>
              <a:rPr lang="zh-CN" altLang="en-US" sz="2200">
                <a:solidFill>
                  <a:srgbClr val="212121"/>
                </a:solidFill>
                <a:latin typeface="微软雅黑" panose="020B0503020204020204" pitchFamily="34" charset="-122"/>
              </a:rPr>
              <a:t>字体：微软雅黑
</a:t>
            </a:r>
            <a:r>
              <a:rPr lang="en-US" altLang="zh-CN" sz="2200">
                <a:solidFill>
                  <a:srgbClr val="212121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212121"/>
                </a:solidFill>
                <a:latin typeface="微软雅黑" panose="020B0503020204020204" pitchFamily="34" charset="-122"/>
              </a:rPr>
              <a:t>背景样式：</a:t>
            </a:r>
            <a:r>
              <a:rPr lang="en-US" altLang="zh-CN" sz="2200">
                <a:solidFill>
                  <a:srgbClr val="212121"/>
                </a:solidFill>
                <a:latin typeface="微软雅黑" panose="020B0503020204020204" pitchFamily="34" charset="-122"/>
              </a:rPr>
              <a:t>gradient
</a:t>
            </a:r>
            <a:r>
              <a:rPr lang="zh-CN" altLang="en-US" sz="2200">
                <a:solidFill>
                  <a:srgbClr val="212121"/>
                </a:solidFill>
                <a:latin typeface="微软雅黑" panose="020B0503020204020204" pitchFamily="34" charset="-122"/>
              </a:rPr>
              <a:t>这是一个自动生成的演示页面，展示模板的基本样式和配色方案。</a:t>
            </a:r>
          </a:p>
        </p:txBody>
      </p:sp>
    </p:spTree>
    <p:extLst>
      <p:ext uri="{BB962C8B-B14F-4D97-AF65-F5344CB8AC3E}">
        <p14:creationId xmlns:p14="http://schemas.microsoft.com/office/powerpoint/2010/main" val="2748585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0CCBC7A-AE63-F172-69B9-F383189288A7}"/>
              </a:ext>
            </a:extLst>
          </p:cNvPr>
          <p:cNvSpPr txBox="1"/>
          <p:nvPr/>
        </p:nvSpPr>
        <p:spPr>
          <a:xfrm>
            <a:off x="720000" y="216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zh-CN" altLang="en-US" sz="4200" b="1">
                <a:solidFill>
                  <a:srgbClr val="E67E22"/>
                </a:solidFill>
                <a:latin typeface="微软雅黑" panose="020B0503020204020204" pitchFamily="34" charset="-122"/>
              </a:rPr>
              <a:t>教育橙模板演示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2B72F6-1F13-F08F-8531-592324279641}"/>
              </a:ext>
            </a:extLst>
          </p:cNvPr>
          <p:cNvSpPr txBox="1"/>
          <p:nvPr/>
        </p:nvSpPr>
        <p:spPr>
          <a:xfrm>
            <a:off x="720000" y="396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altLang="zh-CN" sz="2400">
                <a:solidFill>
                  <a:srgbClr val="ECF0F1"/>
                </a:solidFill>
                <a:latin typeface="微软雅黑" panose="020B0503020204020204" pitchFamily="34" charset="-122"/>
              </a:rPr>
              <a:t>PPT</a:t>
            </a:r>
            <a:r>
              <a:rPr lang="zh-CN" altLang="en-US" sz="2400">
                <a:solidFill>
                  <a:srgbClr val="ECF0F1"/>
                </a:solidFill>
                <a:latin typeface="微软雅黑" panose="020B0503020204020204" pitchFamily="34" charset="-122"/>
              </a:rPr>
              <a:t>模板管理系统</a:t>
            </a:r>
          </a:p>
        </p:txBody>
      </p:sp>
    </p:spTree>
    <p:extLst>
      <p:ext uri="{BB962C8B-B14F-4D97-AF65-F5344CB8AC3E}">
        <p14:creationId xmlns:p14="http://schemas.microsoft.com/office/powerpoint/2010/main" val="2241642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57D781C-21D7-F1BB-F4AC-4C5052475561}"/>
              </a:ext>
            </a:extLst>
          </p:cNvPr>
          <p:cNvSpPr txBox="1"/>
          <p:nvPr/>
        </p:nvSpPr>
        <p:spPr>
          <a:xfrm>
            <a:off x="720000" y="36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zh-CN" altLang="en-US" sz="3400" b="1">
                <a:solidFill>
                  <a:srgbClr val="E67E22"/>
                </a:solidFill>
                <a:latin typeface="微软雅黑" panose="020B0503020204020204" pitchFamily="34" charset="-122"/>
              </a:rPr>
              <a:t>模板特性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7AB7F7-1A9C-AF47-2400-E1326C5740BF}"/>
              </a:ext>
            </a:extLst>
          </p:cNvPr>
          <p:cNvSpPr txBox="1"/>
          <p:nvPr/>
        </p:nvSpPr>
        <p:spPr>
          <a:xfrm>
            <a:off x="720000" y="1440000"/>
            <a:ext cx="720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altLang="zh-CN" sz="2000">
                <a:solidFill>
                  <a:srgbClr val="34495E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34495E"/>
                </a:solidFill>
                <a:latin typeface="微软雅黑" panose="020B0503020204020204" pitchFamily="34" charset="-122"/>
              </a:rPr>
              <a:t>模板名称：教育橙
</a:t>
            </a:r>
            <a:r>
              <a:rPr lang="en-US" altLang="zh-CN" sz="2000">
                <a:solidFill>
                  <a:srgbClr val="34495E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34495E"/>
                </a:solidFill>
                <a:latin typeface="微软雅黑" panose="020B0503020204020204" pitchFamily="34" charset="-122"/>
              </a:rPr>
              <a:t>主色调：</a:t>
            </a:r>
            <a:r>
              <a:rPr lang="en-US" altLang="zh-CN" sz="2000">
                <a:solidFill>
                  <a:srgbClr val="34495E"/>
                </a:solidFill>
                <a:latin typeface="微软雅黑" panose="020B0503020204020204" pitchFamily="34" charset="-122"/>
              </a:rPr>
              <a:t>RGB[230, 126, 34]
• </a:t>
            </a:r>
            <a:r>
              <a:rPr lang="zh-CN" altLang="en-US" sz="2000">
                <a:solidFill>
                  <a:srgbClr val="34495E"/>
                </a:solidFill>
                <a:latin typeface="微软雅黑" panose="020B0503020204020204" pitchFamily="34" charset="-122"/>
              </a:rPr>
              <a:t>字体：微软雅黑
</a:t>
            </a:r>
            <a:r>
              <a:rPr lang="en-US" altLang="zh-CN" sz="2000">
                <a:solidFill>
                  <a:srgbClr val="34495E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34495E"/>
                </a:solidFill>
                <a:latin typeface="微软雅黑" panose="020B0503020204020204" pitchFamily="34" charset="-122"/>
              </a:rPr>
              <a:t>背景样式：</a:t>
            </a:r>
            <a:r>
              <a:rPr lang="en-US" altLang="zh-CN" sz="2000">
                <a:solidFill>
                  <a:srgbClr val="34495E"/>
                </a:solidFill>
                <a:latin typeface="微软雅黑" panose="020B0503020204020204" pitchFamily="34" charset="-122"/>
              </a:rPr>
              <a:t>solid
</a:t>
            </a:r>
            <a:r>
              <a:rPr lang="zh-CN" altLang="en-US" sz="2000">
                <a:solidFill>
                  <a:srgbClr val="34495E"/>
                </a:solidFill>
                <a:latin typeface="微软雅黑" panose="020B0503020204020204" pitchFamily="34" charset="-122"/>
              </a:rPr>
              <a:t>这是一个自动生成的演示页面，展示模板的基本样式和配色方案。</a:t>
            </a:r>
          </a:p>
        </p:txBody>
      </p:sp>
    </p:spTree>
    <p:extLst>
      <p:ext uri="{BB962C8B-B14F-4D97-AF65-F5344CB8AC3E}">
        <p14:creationId xmlns:p14="http://schemas.microsoft.com/office/powerpoint/2010/main" val="3580683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宽屏</PresentationFormat>
  <Paragraphs>12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 w</dc:creator>
  <cp:lastModifiedBy>hy w</cp:lastModifiedBy>
  <cp:revision>1</cp:revision>
  <dcterms:created xsi:type="dcterms:W3CDTF">2026-04-20T02:26:10Z</dcterms:created>
  <dcterms:modified xsi:type="dcterms:W3CDTF">2026-04-20T02:26:10Z</dcterms:modified>
</cp:coreProperties>
</file>