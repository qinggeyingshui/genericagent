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tags/tag1.xml" ContentType="application/vnd.openxmlformats-officedocument.presentationml.tags+xml"/>
  <Override PartName="/ppt/slideLayouts/tags/tag2.xml" ContentType="application/vnd.openxmlformats-officedocument.presentationml.tags+xml"/>
  <Override PartName="/ppt/slideLayouts/tags/tag3.xml" ContentType="application/vnd.openxmlformats-officedocument.presentationml.tags+xml"/>
  <Override PartName="/ppt/slideLayouts/tags/tag4.xml" ContentType="application/vnd.openxmlformats-officedocument.presentationml.tags+xml"/>
  <Override PartName="/ppt/slideLayouts/tags/tag5.xml" ContentType="application/vnd.openxmlformats-officedocument.presentationml.tags+xml"/>
  <Override PartName="/ppt/slideLayouts/slideLayout2.xml" ContentType="application/vnd.openxmlformats-officedocument.presentationml.slideLayout+xml"/>
  <Override PartName="/ppt/slideMasters/tags/tag6.xml" ContentType="application/vnd.openxmlformats-officedocument.presentationml.tags+xml"/>
  <Override PartName="/ppt/slideMasters/tags/tag7.xml" ContentType="application/vnd.openxmlformats-officedocument.presentationml.tags+xml"/>
  <Override PartName="/ppt/slideMasters/tags/tag8.xml" ContentType="application/vnd.openxmlformats-officedocument.presentationml.tags+xml"/>
  <Override PartName="/ppt/slideMasters/tags/tag9.xml" ContentType="application/vnd.openxmlformats-officedocument.presentationml.tags+xml"/>
  <Override PartName="/ppt/slideMasters/tags/tag10.xml" ContentType="application/vnd.openxmlformats-officedocument.presentationml.tags+xml"/>
  <Override PartName="/ppt/slideMasters/tags/tag11.xml" ContentType="application/vnd.openxmlformats-officedocument.presentationml.tags+xml"/>
  <Override PartName="/ppt/slides/slide1.xml" ContentType="application/vnd.openxmlformats-officedocument.presentationml.slide+xml"/>
  <Override PartName="/ppt/slides/tags/tag12.xml" ContentType="application/vnd.openxmlformats-officedocument.presentationml.tags+xml"/>
  <Override PartName="/ppt/slides/tags/tag13.xml" ContentType="application/vnd.openxmlformats-officedocument.presentationml.tags+xml"/>
  <Override PartName="/ppt/slides/slide2.xml" ContentType="application/vnd.openxmlformats-officedocument.presentationml.slide+xml"/>
  <Override PartName="/ppt/slides/tags/tag14.xml" ContentType="application/vnd.openxmlformats-officedocument.presentationml.tags+xml"/>
  <Override PartName="/ppt/slides/tags/tag15.xml" ContentType="application/vnd.openxmlformats-officedocument.presentationml.tags+xml"/>
  <Override PartName="/ppt/slides/tags/tag16.xml" ContentType="application/vnd.openxmlformats-officedocument.presentationml.tags+xml"/>
  <Override PartName="/ppt/slides/tags/tag17.xml" ContentType="application/vnd.openxmlformats-officedocument.presentationml.tags+xml"/>
  <Override PartName="/ppt/slides/tags/tag18.xml" ContentType="application/vnd.openxmlformats-officedocument.presentationml.tags+xml"/>
  <Override PartName="/ppt/slides/tags/tag19.xml" ContentType="application/vnd.openxmlformats-officedocument.presentationml.tags+xml"/>
  <Override PartName="/ppt/slides/tags/tag20.xml" ContentType="application/vnd.openxmlformats-officedocument.presentationml.tags+xml"/>
  <Override PartName="/ppt/slides/tags/tag21.xml" ContentType="application/vnd.openxmlformats-officedocument.presentationml.tags+xml"/>
  <Override PartName="/ppt/slides/tags/tag22.xml" ContentType="application/vnd.openxmlformats-officedocument.presentationml.tags+xml"/>
  <Override PartName="/ppt/slides/tags/tag23.xml" ContentType="application/vnd.openxmlformats-officedocument.presentationml.tags+xml"/>
  <Override PartName="/ppt/slides/tags/tag24.xml" ContentType="application/vnd.openxmlformats-officedocument.presentationml.tags+xml"/>
  <Override PartName="/ppt/slides/slide3.xml" ContentType="application/vnd.openxmlformats-officedocument.presentationml.slide+xml"/>
  <Override PartName="/ppt/slides/tags/tag25.xml" ContentType="application/vnd.openxmlformats-officedocument.presentationml.tags+xml"/>
  <Override PartName="/ppt/slides/tags/tag26.xml" ContentType="application/vnd.openxmlformats-officedocument.presentationml.tags+xml"/>
  <Override PartName="/ppt/slides/tags/tag27.xml" ContentType="application/vnd.openxmlformats-officedocument.presentationml.tags+xml"/>
  <Override PartName="/ppt/slides/slide4.xml" ContentType="application/vnd.openxmlformats-officedocument.presentationml.slide+xml"/>
  <Override PartName="/ppt/media/image8.bin" ContentType="image/jpeg"/>
  <Override PartName="/ppt/slides/tags/tag28.xml" ContentType="application/vnd.openxmlformats-officedocument.presentationml.tags+xml"/>
  <Override PartName="/ppt/slides/tags/tag29.xml" ContentType="application/vnd.openxmlformats-officedocument.presentationml.tags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tags/tag30.xml" ContentType="application/vnd.openxmlformats-officedocument.presentationml.tags+xml"/>
  <Override PartName="/ppt/slides/tags/tag31.xml" ContentType="application/vnd.openxmlformats-officedocument.presentationml.tags+xml"/>
  <Override PartName="/ppt/slides/tags/tag32.xml" ContentType="application/vnd.openxmlformats-officedocument.presentationml.tags+xml"/>
  <Override PartName="/ppt/slides/tags/tag33.xml" ContentType="application/vnd.openxmlformats-officedocument.presentationml.tags+xml"/>
  <Override PartName="/ppt/slides/slide6.xml" ContentType="application/vnd.openxmlformats-officedocument.presentationml.slide+xml"/>
  <Override PartName="/ppt/slides/tags/tag34.xml" ContentType="application/vnd.openxmlformats-officedocument.presentationml.tags+xml"/>
  <Override PartName="/ppt/slides/tags/tag35.xml" ContentType="application/vnd.openxmlformats-officedocument.presentationml.tags+xml"/>
  <Override PartName="/ppt/slides/tags/tag36.xml" ContentType="application/vnd.openxmlformats-officedocument.presentationml.tags+xml"/>
  <Override PartName="/ppt/slides/tags/tag37.xml" ContentType="application/vnd.openxmlformats-officedocument.presentationml.tags+xml"/>
  <Override PartName="/ppt/slides/slide7.xml" ContentType="application/vnd.openxmlformats-officedocument.presentationml.slide+xml"/>
  <Override PartName="/ppt/slides/tags/tag38.xml" ContentType="application/vnd.openxmlformats-officedocument.presentationml.tags+xml"/>
  <Override PartName="/ppt/slides/tags/tag39.xml" ContentType="application/vnd.openxmlformats-officedocument.presentationml.tags+xml"/>
  <Override PartName="/ppt/slides/tags/tag40.xml" ContentType="application/vnd.openxmlformats-officedocument.presentationml.tags+xml"/>
  <Override PartName="/ppt/slides/slide8.xml" ContentType="application/vnd.openxmlformats-officedocument.presentationml.slide+xml"/>
  <Override PartName="/ppt/media/image11.bin" ContentType="image/jpeg"/>
  <Override PartName="/ppt/slides/tags/tag41.xml" ContentType="application/vnd.openxmlformats-officedocument.presentationml.tags+xml"/>
  <Override PartName="/ppt/slides/tags/tag42.xml" ContentType="application/vnd.openxmlformats-officedocument.presentationml.tags+xml"/>
  <Override PartName="/ppt/slides/tags/tag43.xml" ContentType="application/vnd.openxmlformats-officedocument.presentationml.tags+xml"/>
  <Override PartName="/ppt/slides/tags/tag44.xml" ContentType="application/vnd.openxmlformats-officedocument.presentationml.tags+xml"/>
  <Override PartName="/ppt/slides/tags/tag45.xml" ContentType="application/vnd.openxmlformats-officedocument.presentationml.tags+xml"/>
  <Override PartName="/ppt/slides/tags/tag46.xml" ContentType="application/vnd.openxmlformats-officedocument.presentationml.tags+xml"/>
  <Override PartName="/ppt/slides/tags/tag47.xml" ContentType="application/vnd.openxmlformats-officedocument.presentationml.tags+xml"/>
  <Override PartName="/ppt/slides/tags/tag48.xml" ContentType="application/vnd.openxmlformats-officedocument.presentationml.tags+xml"/>
  <Override PartName="/ppt/slides/tags/tag49.xml" ContentType="application/vnd.openxmlformats-officedocument.presentationml.tags+xml"/>
  <Override PartName="/ppt/slides/slide9.xml" ContentType="application/vnd.openxmlformats-officedocument.presentationml.slide+xml"/>
  <Override PartName="/ppt/slides/tags/tag50.xml" ContentType="application/vnd.openxmlformats-officedocument.presentationml.tags+xml"/>
  <Override PartName="/ppt/slides/tags/tag51.xml" ContentType="application/vnd.openxmlformats-officedocument.presentationml.tags+xml"/>
  <Override PartName="/ppt/slides/tags/tag52.xml" ContentType="application/vnd.openxmlformats-officedocument.presentationml.tags+xml"/>
  <Override PartName="/ppt/slides/tags/tag53.xml" ContentType="application/vnd.openxmlformats-officedocument.presentationml.tags+xml"/>
  <Override PartName="/ppt/slides/tags/tag54.xml" ContentType="application/vnd.openxmlformats-officedocument.presentationml.tags+xml"/>
  <Override PartName="/ppt/slides/tags/tag55.xml" ContentType="application/vnd.openxmlformats-officedocument.presentationml.tags+xml"/>
  <Override PartName="/ppt/slides/tags/tag56.xml" ContentType="application/vnd.openxmlformats-officedocument.presentationml.tags+xml"/>
  <Override PartName="/ppt/slides/slide10.xml" ContentType="application/vnd.openxmlformats-officedocument.presentationml.slide+xml"/>
  <Override PartName="/ppt/media/image15.bin" ContentType="image/jpeg"/>
  <Override PartName="/ppt/media/image16.bin" ContentType="image/jpeg"/>
  <Override PartName="/ppt/slides/tags/tag57.xml" ContentType="application/vnd.openxmlformats-officedocument.presentationml.tags+xml"/>
  <Override PartName="/ppt/slides/tags/tag58.xml" ContentType="application/vnd.openxmlformats-officedocument.presentationml.tags+xml"/>
  <Override PartName="/ppt/slides/tags/tag59.xml" ContentType="application/vnd.openxmlformats-officedocument.presentationml.tags+xml"/>
  <Override PartName="/ppt/slides/tags/tag60.xml" ContentType="application/vnd.openxmlformats-officedocument.presentationml.tags+xml"/>
  <Override PartName="/ppt/slides/tags/tag61.xml" ContentType="application/vnd.openxmlformats-officedocument.presentationml.tags+xml"/>
  <Override PartName="/ppt/slides/slide11.xml" ContentType="application/vnd.openxmlformats-officedocument.presentationml.slide+xml"/>
  <Override PartName="/ppt/slides/tags/tag62.xml" ContentType="application/vnd.openxmlformats-officedocument.presentationml.tags+xml"/>
  <Override PartName="/ppt/slides/tags/tag63.xml" ContentType="application/vnd.openxmlformats-officedocument.presentationml.tags+xml"/>
  <Override PartName="/ppt/slides/tags/tag64.xml" ContentType="application/vnd.openxmlformats-officedocument.presentationml.tags+xml"/>
  <Override PartName="/ppt/slides/slide12.xml" ContentType="application/vnd.openxmlformats-officedocument.presentationml.slide+xml"/>
  <Override PartName="/ppt/slides/tags/tag65.xml" ContentType="application/vnd.openxmlformats-officedocument.presentationml.tags+xml"/>
  <Override PartName="/ppt/slides/tags/tag66.xml" ContentType="application/vnd.openxmlformats-officedocument.presentationml.tags+xml"/>
  <Override PartName="/ppt/slides/tags/tag67.xml" ContentType="application/vnd.openxmlformats-officedocument.presentationml.tags+xml"/>
  <Override PartName="/ppt/slides/tags/tag68.xml" ContentType="application/vnd.openxmlformats-officedocument.presentationml.tags+xml"/>
  <Override PartName="/ppt/slides/tags/tag69.xml" ContentType="application/vnd.openxmlformats-officedocument.presentationml.tags+xml"/>
  <Override PartName="/ppt/slides/tags/tag70.xml" ContentType="application/vnd.openxmlformats-officedocument.presentationml.tags+xml"/>
  <Override PartName="/ppt/slides/tags/tag71.xml" ContentType="application/vnd.openxmlformats-officedocument.presentationml.tags+xml"/>
  <Override PartName="/ppt/slides/tags/tag72.xml" ContentType="application/vnd.openxmlformats-officedocument.presentationml.tags+xml"/>
  <Override PartName="/ppt/slides/tags/tag73.xml" ContentType="application/vnd.openxmlformats-officedocument.presentationml.tags+xml"/>
  <Override PartName="/ppt/slides/tags/tag74.xml" ContentType="application/vnd.openxmlformats-officedocument.presentationml.tags+xml"/>
  <Override PartName="/ppt/slides/tags/tag75.xml" ContentType="application/vnd.openxmlformats-officedocument.presentationml.tags+xml"/>
  <Override PartName="/ppt/slides/slide13.xml" ContentType="application/vnd.openxmlformats-officedocument.presentationml.slide+xml"/>
  <Override PartName="/ppt/media/image21.bin" ContentType="image/jpeg"/>
  <Override PartName="/ppt/slides/tags/tag76.xml" ContentType="application/vnd.openxmlformats-officedocument.presentationml.tags+xml"/>
  <Override PartName="/ppt/slides/tags/tag77.xml" ContentType="application/vnd.openxmlformats-officedocument.presentationml.tags+xml"/>
  <Override PartName="/ppt/slides/tags/tag78.xml" ContentType="application/vnd.openxmlformats-officedocument.presentationml.tags+xml"/>
  <Override PartName="/ppt/slides/tags/tag79.xml" ContentType="application/vnd.openxmlformats-officedocument.presentationml.tags+xml"/>
  <Override PartName="/ppt/slides/tags/tag80.xml" ContentType="application/vnd.openxmlformats-officedocument.presentationml.tags+xml"/>
  <Override PartName="/ppt/slides/tags/tag81.xml" ContentType="application/vnd.openxmlformats-officedocument.presentationml.tags+xml"/>
  <Override PartName="/ppt/slides/tags/tag82.xml" ContentType="application/vnd.openxmlformats-officedocument.presentationml.tags+xml"/>
  <Override PartName="/ppt/slides/tags/tag83.xml" ContentType="application/vnd.openxmlformats-officedocument.presentationml.tags+xml"/>
  <Override PartName="/ppt/slides/tags/tag84.xml" ContentType="application/vnd.openxmlformats-officedocument.presentationml.tags+xml"/>
  <Override PartName="/ppt/slides/tags/tag85.xml" ContentType="application/vnd.openxmlformats-officedocument.presentationml.tags+xml"/>
  <Override PartName="/ppt/slides/slide14.xml" ContentType="application/vnd.openxmlformats-officedocument.presentationml.slide+xml"/>
  <Override PartName="/ppt/media/image22.bin" ContentType="image/jpeg"/>
  <Override PartName="/ppt/slides/tags/tag86.xml" ContentType="application/vnd.openxmlformats-officedocument.presentationml.tags+xml"/>
  <Override PartName="/ppt/slides/tags/tag87.xml" ContentType="application/vnd.openxmlformats-officedocument.presentationml.tags+xml"/>
  <Override PartName="/ppt/slides/tags/tag88.xml" ContentType="application/vnd.openxmlformats-officedocument.presentationml.tags+xml"/>
  <Override PartName="/ppt/slides/tags/tag89.xml" ContentType="application/vnd.openxmlformats-officedocument.presentationml.tags+xml"/>
  <Override PartName="/ppt/slides/tags/tag90.xml" ContentType="application/vnd.openxmlformats-officedocument.presentationml.tags+xml"/>
  <Override PartName="/ppt/slides/tags/tag91.xml" ContentType="application/vnd.openxmlformats-officedocument.presentationml.tags+xml"/>
  <Override PartName="/ppt/slides/tags/tag92.xml" ContentType="application/vnd.openxmlformats-officedocument.presentationml.tags+xml"/>
  <Override PartName="/ppt/slides/tags/tag93.xml" ContentType="application/vnd.openxmlformats-officedocument.presentationml.tags+xml"/>
  <Override PartName="/ppt/slides/tags/tag94.xml" ContentType="application/vnd.openxmlformats-officedocument.presentationml.tags+xml"/>
  <Override PartName="/ppt/slides/tags/tag95.xml" ContentType="application/vnd.openxmlformats-officedocument.presentationml.tags+xml"/>
  <Override PartName="/ppt/slides/slide15.xml" ContentType="application/vnd.openxmlformats-officedocument.presentationml.slide+xml"/>
  <Override PartName="/ppt/slides/tags/tag96.xml" ContentType="application/vnd.openxmlformats-officedocument.presentationml.tags+xml"/>
  <Override PartName="/ppt/slides/tags/tag97.xml" ContentType="application/vnd.openxmlformats-officedocument.presentationml.tags+xml"/>
  <Override PartName="/ppt/slides/tags/tag98.xml" ContentType="application/vnd.openxmlformats-officedocument.presentationml.tags+xml"/>
  <Override PartName="/ppt/slides/slide16.xml" ContentType="application/vnd.openxmlformats-officedocument.presentationml.slide+xml"/>
  <Override PartName="/ppt/slides/tags/tag99.xml" ContentType="application/vnd.openxmlformats-officedocument.presentationml.tags+xml"/>
  <Override PartName="/ppt/slides/tags/tag100.xml" ContentType="application/vnd.openxmlformats-officedocument.presentationml.tags+xml"/>
  <Override PartName="/ppt/slides/tags/tag101.xml" ContentType="application/vnd.openxmlformats-officedocument.presentationml.tags+xml"/>
  <Override PartName="/ppt/slides/tags/tag102.xml" ContentType="application/vnd.openxmlformats-officedocument.presentationml.tags+xml"/>
  <Override PartName="/ppt/slides/tags/tag103.xml" ContentType="application/vnd.openxmlformats-officedocument.presentationml.tags+xml"/>
  <Override PartName="/ppt/slides/tags/tag104.xml" ContentType="application/vnd.openxmlformats-officedocument.presentationml.tags+xml"/>
  <Override PartName="/ppt/slides/tags/tag105.xml" ContentType="application/vnd.openxmlformats-officedocument.presentationml.tags+xml"/>
  <Override PartName="/ppt/slides/slide17.xml" ContentType="application/vnd.openxmlformats-officedocument.presentationml.slide+xml"/>
  <Override PartName="/ppt/slides/tags/tag106.xml" ContentType="application/vnd.openxmlformats-officedocument.presentationml.tags+xml"/>
  <Override PartName="/ppt/slides/tags/tag107.xml" ContentType="application/vnd.openxmlformats-officedocument.presentationml.tags+xml"/>
  <Override PartName="/ppt/slides/tags/tag108.xml" ContentType="application/vnd.openxmlformats-officedocument.presentationml.tags+xml"/>
  <Override PartName="/ppt/slides/tags/tag109.xml" ContentType="application/vnd.openxmlformats-officedocument.presentationml.tags+xml"/>
  <Override PartName="/ppt/slides/tags/tag110.xml" ContentType="application/vnd.openxmlformats-officedocument.presentationml.tags+xml"/>
  <Override PartName="/ppt/slides/tags/tag111.xml" ContentType="application/vnd.openxmlformats-officedocument.presentationml.tags+xml"/>
  <Override PartName="/ppt/slides/tags/tag112.xml" ContentType="application/vnd.openxmlformats-officedocument.presentationml.tags+xml"/>
  <Override PartName="/ppt/slides/tags/tag113.xml" ContentType="application/vnd.openxmlformats-officedocument.presentationml.tags+xml"/>
  <Override PartName="/ppt/slides/tags/tag114.xml" ContentType="application/vnd.openxmlformats-officedocument.presentationml.tags+xml"/>
  <Override PartName="/ppt/slides/tags/tag115.xml" ContentType="application/vnd.openxmlformats-officedocument.presentationml.tags+xml"/>
  <Override PartName="/ppt/slides/tags/tag116.xml" ContentType="application/vnd.openxmlformats-officedocument.presentationml.tags+xml"/>
  <Override PartName="/ppt/slides/tags/tag117.xml" ContentType="application/vnd.openxmlformats-officedocument.presentationml.tags+xml"/>
  <Override PartName="/ppt/slides/tags/tag118.xml" ContentType="application/vnd.openxmlformats-officedocument.presentationml.tags+xml"/>
  <Override PartName="/ppt/slides/slide18.xml" ContentType="application/vnd.openxmlformats-officedocument.presentationml.slide+xml"/>
  <Override PartName="/ppt/media/image27.bin" ContentType="image/jpeg"/>
  <Override PartName="/ppt/slides/tags/tag119.xml" ContentType="application/vnd.openxmlformats-officedocument.presentationml.tags+xml"/>
  <Override PartName="/ppt/slides/tags/tag120.xml" ContentType="application/vnd.openxmlformats-officedocument.presentationml.tags+xml"/>
  <Override PartName="/ppt/slides/tags/tag121.xml" ContentType="application/vnd.openxmlformats-officedocument.presentationml.tags+xml"/>
  <Override PartName="/ppt/slides/tags/tag122.xml" ContentType="application/vnd.openxmlformats-officedocument.presentationml.tags+xml"/>
  <Override PartName="/ppt/slides/tags/tag123.xml" ContentType="application/vnd.openxmlformats-officedocument.presentationml.tags+xml"/>
  <Override PartName="/ppt/slides/tags/tag124.xml" ContentType="application/vnd.openxmlformats-officedocument.presentationml.tags+xml"/>
  <Override PartName="/ppt/notesSlides/notesSlide2.xml" ContentType="application/vnd.openxmlformats-officedocument.presentationml.notesSlide+xml"/>
  <Override PartName="/ppt/slides/slide19.xml" ContentType="application/vnd.openxmlformats-officedocument.presentationml.slide+xml"/>
  <Override PartName="/ppt/slides/tags/tag125.xml" ContentType="application/vnd.openxmlformats-officedocument.presentationml.tags+xml"/>
  <Override PartName="/ppt/slides/tags/tag126.xml" ContentType="application/vnd.openxmlformats-officedocument.presentationml.tags+xml"/>
  <Override PartName="/ppt/slides/slide20.xml" ContentType="application/vnd.openxmlformats-officedocument.presentationml.slide+xml"/>
  <Override PartName="/ppt/media/image28.bin" ContentType="image/jpeg"/>
  <Override PartName="/ppt/customXML/item.xml" ContentType="application/inkml+xml"/>
  <Override PartName="/ppt/customXML/item2.xml" ContentType="application/inkml+xml"/>
  <Override PartName="/ppt/slides/slide21.xml" ContentType="application/vnd.openxmlformats-officedocument.presentationml.slide+xml"/>
  <Override PartName="/ppt/media/image31.bin" ContentType="image/jpeg"/>
  <Override PartName="/ppt/media/image32.bin" ContentType="image/jpeg"/>
  <Override PartName="/ppt/media/image35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2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f53d1ff5b5747d3" /><Relationship Type="http://schemas.openxmlformats.org/package/2006/relationships/metadata/core-properties" Target="/docProps/core.xml" Id="R603821942f084fae" /><Relationship Type="http://schemas.openxmlformats.org/officeDocument/2006/relationships/extended-properties" Target="/docProps/app.xml" Id="R66ed153bdedf455d" /><Relationship Type="http://schemas.openxmlformats.org/officeDocument/2006/relationships/custom-properties" Target="/docProps/custom.xml" Id="R03172e3af9e74dea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f877cf68e8944769"/>
  </p:sldMasterIdLst>
  <p:notesMasterIdLst>
    <p:notesMasterId r:id="Rb28579e9ba664b6b"/>
  </p:notesMasterIdLst>
  <p:sldIdLst>
    <p:sldId id="256" r:id="R394ee1df044842a7"/>
    <p:sldId id="257" r:id="Rc91138e2b8ed4e85"/>
    <p:sldId id="258" r:id="R1e38094cb32c4fd3"/>
    <p:sldId id="259" r:id="R8dd150c5125c4d3b"/>
    <p:sldId id="260" r:id="Rf9630306479c4bd4"/>
    <p:sldId id="261" r:id="R95d197a2c22b46cc"/>
    <p:sldId id="262" r:id="R862528c2223d435b"/>
    <p:sldId id="263" r:id="R2e69bd41804443b5"/>
    <p:sldId id="264" r:id="Rc3e5f683ff894761"/>
    <p:sldId id="265" r:id="R8ceff2bef1604be6"/>
    <p:sldId id="266" r:id="Rc56f1c236f364c84"/>
    <p:sldId id="267" r:id="R6ddea55bbec74b4c"/>
    <p:sldId id="268" r:id="R723d6657a35d4afc"/>
    <p:sldId id="269" r:id="Redaf44fbd0784da7"/>
    <p:sldId id="270" r:id="R9391321b7c8c42b5"/>
    <p:sldId id="271" r:id="R62456d9a855b4a49"/>
    <p:sldId id="272" r:id="R83a9e936082347b7"/>
    <p:sldId id="273" r:id="R37b5021edf384321"/>
    <p:sldId id="274" r:id="Rfcfacf712154427e"/>
    <p:sldId id="275" r:id="R6d7de639b0c44506"/>
    <p:sldId id="276" r:id="Rffa02059d0944aab"/>
    <p:sldId id="277" r:id="Reb387abab3dd46cb"/>
    <p:sldId id="278" r:id="R9e27b8c7bfd04cc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5597" autoAdjust="0"/>
  </p:normalViewPr>
  <p:slideViewPr>
    <p:cSldViewPr snapToGrid="0" showGuides="1">
      <p:cViewPr varScale="1">
        <p:scale>
          <a:sx n="83" d="100"/>
          <a:sy n="83" d="100"/>
        </p:scale>
        <p:origin x="114" y="378"/>
      </p:cViewPr>
      <p:guideLst>
        <p:guide orient="horz" pos="2160"/>
        <p:guide pos="385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28579e9ba664b6b" /><Relationship Type="http://schemas.openxmlformats.org/officeDocument/2006/relationships/presProps" Target="/ppt/presProps.xml" Id="Rfa157cedd7d3459d" /><Relationship Type="http://schemas.openxmlformats.org/officeDocument/2006/relationships/viewProps" Target="/ppt/viewProps.xml" Id="Re6c1aa41731c46c6" /><Relationship Type="http://schemas.openxmlformats.org/officeDocument/2006/relationships/slideMaster" Target="/ppt/slideMasters/slideMaster1.xml" Id="Rf877cf68e8944769" /><Relationship Type="http://schemas.openxmlformats.org/officeDocument/2006/relationships/theme" Target="/ppt/slideMasters/theme/theme2.xml" Id="R38615d49245240df" /><Relationship Type="http://schemas.openxmlformats.org/officeDocument/2006/relationships/slide" Target="/ppt/slides/slide1.xml" Id="R394ee1df044842a7" /><Relationship Type="http://schemas.openxmlformats.org/officeDocument/2006/relationships/slide" Target="/ppt/slides/slide2.xml" Id="Rc91138e2b8ed4e85" /><Relationship Type="http://schemas.openxmlformats.org/officeDocument/2006/relationships/slide" Target="/ppt/slides/slide3.xml" Id="R1e38094cb32c4fd3" /><Relationship Type="http://schemas.openxmlformats.org/officeDocument/2006/relationships/slide" Target="/ppt/slides/slide4.xml" Id="R8dd150c5125c4d3b" /><Relationship Type="http://schemas.openxmlformats.org/officeDocument/2006/relationships/slide" Target="/ppt/slides/slide5.xml" Id="Rf9630306479c4bd4" /><Relationship Type="http://schemas.openxmlformats.org/officeDocument/2006/relationships/slide" Target="/ppt/slides/slide6.xml" Id="R95d197a2c22b46cc" /><Relationship Type="http://schemas.openxmlformats.org/officeDocument/2006/relationships/slide" Target="/ppt/slides/slide7.xml" Id="R862528c2223d435b" /><Relationship Type="http://schemas.openxmlformats.org/officeDocument/2006/relationships/slide" Target="/ppt/slides/slide8.xml" Id="R2e69bd41804443b5" /><Relationship Type="http://schemas.openxmlformats.org/officeDocument/2006/relationships/slide" Target="/ppt/slides/slide9.xml" Id="Rc3e5f683ff894761" /><Relationship Type="http://schemas.openxmlformats.org/officeDocument/2006/relationships/slide" Target="/ppt/slides/slide10.xml" Id="R8ceff2bef1604be6" /><Relationship Type="http://schemas.openxmlformats.org/officeDocument/2006/relationships/slide" Target="/ppt/slides/slide11.xml" Id="Rc56f1c236f364c84" /><Relationship Type="http://schemas.openxmlformats.org/officeDocument/2006/relationships/slide" Target="/ppt/slides/slide12.xml" Id="R6ddea55bbec74b4c" /><Relationship Type="http://schemas.openxmlformats.org/officeDocument/2006/relationships/slide" Target="/ppt/slides/slide13.xml" Id="R723d6657a35d4afc" /><Relationship Type="http://schemas.openxmlformats.org/officeDocument/2006/relationships/slide" Target="/ppt/slides/slide14.xml" Id="Redaf44fbd0784da7" /><Relationship Type="http://schemas.openxmlformats.org/officeDocument/2006/relationships/slide" Target="/ppt/slides/slide15.xml" Id="R9391321b7c8c42b5" /><Relationship Type="http://schemas.openxmlformats.org/officeDocument/2006/relationships/slide" Target="/ppt/slides/slide16.xml" Id="R62456d9a855b4a49" /><Relationship Type="http://schemas.openxmlformats.org/officeDocument/2006/relationships/slide" Target="/ppt/slides/slide17.xml" Id="R83a9e936082347b7" /><Relationship Type="http://schemas.openxmlformats.org/officeDocument/2006/relationships/slide" Target="/ppt/slides/slide18.xml" Id="R37b5021edf384321" /><Relationship Type="http://schemas.openxmlformats.org/officeDocument/2006/relationships/slide" Target="/ppt/slides/slide19.xml" Id="Rfcfacf712154427e" /><Relationship Type="http://schemas.openxmlformats.org/officeDocument/2006/relationships/slide" Target="/ppt/slides/slide20.xml" Id="R6d7de639b0c44506" /><Relationship Type="http://schemas.openxmlformats.org/officeDocument/2006/relationships/slide" Target="/ppt/slides/slide21.xml" Id="Rffa02059d0944aab" /><Relationship Type="http://schemas.openxmlformats.org/officeDocument/2006/relationships/slide" Target="/ppt/slides/slide22.xml" Id="Reb387abab3dd46cb" /><Relationship Type="http://schemas.openxmlformats.org/officeDocument/2006/relationships/slide" Target="/ppt/slides/slide23.xml" Id="R9e27b8c7bfd04cc3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96440d56d77b4c6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8141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4.xml" Id="R80e2a4264d7348eb" /><Relationship Type="http://schemas.openxmlformats.org/officeDocument/2006/relationships/notesMaster" Target="/ppt/notesMasters/notesMaster1.xml" Id="Rfafe87327f234a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18.xml" Id="R27268327767f4735" /><Relationship Type="http://schemas.openxmlformats.org/officeDocument/2006/relationships/notesMaster" Target="/ppt/notesMasters/notesMaster1.xml" Id="R1c52b8efcdea4184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XX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tags" Target="/ppt/slideLayouts/tags/tag1.xml" Id="R766a1d4fdae9486a" /><Relationship Type="http://schemas.openxmlformats.org/officeDocument/2006/relationships/tags" Target="/ppt/slideLayouts/tags/tag2.xml" Id="R98db84ca8ce14577" /><Relationship Type="http://schemas.openxmlformats.org/officeDocument/2006/relationships/tags" Target="/ppt/slideLayouts/tags/tag3.xml" Id="R4b73578540f64cbe" /><Relationship Type="http://schemas.openxmlformats.org/officeDocument/2006/relationships/tags" Target="/ppt/slideLayouts/tags/tag4.xml" Id="R7e8ac97f907248ae" /><Relationship Type="http://schemas.openxmlformats.org/officeDocument/2006/relationships/tags" Target="/ppt/slideLayouts/tags/tag5.xml" Id="R85c16c376c1143e6" /><Relationship Type="http://schemas.openxmlformats.org/officeDocument/2006/relationships/slideMaster" Target="/ppt/slideMasters/slideMaster1.xml" Id="Rc2bbce0699be4f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0e282e2fc3a84665934f6d06e8a86377" /><Relationship Type="http://schemas.openxmlformats.org/officeDocument/2006/relationships/slideMaster" Target="/ppt/slideMasters/slideMaster1.xml" Id="R9447a7a7735a4dbb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766a1d4fdae9486a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98db84ca8ce14577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4b73578540f64cbe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7e8ac97f907248ae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85c16c376c1143e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3144FF2-9A31-487A-93DC-8B70206A9DE4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49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思源宋体 CN Heavy" pitchFamily="18" charset="-122"/>
                <a:hlinkClick r:id="R0e282e2fc3a84665934f6d06e8a86377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思源宋体 CN Heavy" pitchFamily="18" charset="-122"/>
                <a:hlinkClick r:id="R0e282e2fc3a84665934f6d06e8a86377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思源宋体 CN Heavy" pitchFamily="18" charset="-122"/>
                <a:hlinkClick r:id="R0e282e2fc3a84665934f6d06e8a86377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 charset="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 charset="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 charset="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 charset="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 charset="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 charset="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 charset="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 charset="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 charset="0"/>
              </a:defRPr>
            </a:lvl9pPr>
          </a:lstStyle>
          <a:p>
            <a:r>
              <a:rPr lang="zh-CN" altLang="en-US" dirty="0">
                <a:ea typeface="思源宋体 CN Heavy" pitchFamily="18" charset="-122"/>
              </a:rPr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9pPr>
          </a:lstStyle>
          <a:p>
            <a:pPr lvl="0"/>
            <a:r>
              <a:rPr lang="zh-CN" altLang="en-US" dirty="0">
                <a:ea typeface="思源宋体 CN Heavy" pitchFamily="18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 charset="0"/>
              </a:defRPr>
            </a:lvl9pPr>
          </a:lstStyle>
          <a:p>
            <a:pPr lvl="0"/>
            <a:r>
              <a:rPr lang="zh-CN" altLang="en-US" dirty="0">
                <a:ea typeface="思源宋体 CN Heavy" pitchFamily="18" charset="-122"/>
              </a:rPr>
              <a:t>单击此处编辑母版文本样式</a:t>
            </a:r>
          </a:p>
          <a:p>
            <a:pPr lvl="1"/>
            <a:r>
              <a:rPr lang="zh-CN" altLang="en-US" dirty="0">
                <a:ea typeface="思源宋体 CN Heavy" pitchFamily="18" charset="-122"/>
              </a:rPr>
              <a:t>二级</a:t>
            </a:r>
          </a:p>
          <a:p>
            <a:pPr lvl="2"/>
            <a:r>
              <a:rPr lang="zh-CN" altLang="en-US" dirty="0">
                <a:ea typeface="思源宋体 CN Heavy" pitchFamily="18" charset="-122"/>
              </a:rPr>
              <a:t>三级</a:t>
            </a:r>
          </a:p>
          <a:p>
            <a:pPr lvl="3"/>
            <a:r>
              <a:rPr lang="zh-CN" altLang="en-US" dirty="0">
                <a:ea typeface="思源宋体 CN Heavy" pitchFamily="18" charset="-122"/>
              </a:rPr>
              <a:t>四级</a:t>
            </a:r>
          </a:p>
          <a:p>
            <a:pPr lvl="4"/>
            <a:r>
              <a:rPr lang="zh-CN" altLang="en-US" dirty="0">
                <a:ea typeface="思源宋体 CN Heavy" pitchFamily="18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slideLayout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slideLayout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slideLayout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slideLayout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dc46a236f04f3a" /><Relationship Type="http://schemas.openxmlformats.org/officeDocument/2006/relationships/slideLayout" Target="/ppt/slideLayouts/slideLayout1.xml" Id="Ra5b7cd90b8824211" /><Relationship Type="http://schemas.openxmlformats.org/officeDocument/2006/relationships/slideLayout" Target="/ppt/slideLayouts/slideLayout2.xml" Id="Rf54d63287bd94cb9" /><Relationship Type="http://schemas.openxmlformats.org/officeDocument/2006/relationships/tags" Target="/ppt/slideMasters/tags/tag6.xml" Id="R15ebf430843f4038" /><Relationship Type="http://schemas.openxmlformats.org/officeDocument/2006/relationships/tags" Target="/ppt/slideMasters/tags/tag7.xml" Id="R6a47ac7819854011" /><Relationship Type="http://schemas.openxmlformats.org/officeDocument/2006/relationships/tags" Target="/ppt/slideMasters/tags/tag8.xml" Id="Rdcf6bc34cffa4450" /><Relationship Type="http://schemas.openxmlformats.org/officeDocument/2006/relationships/tags" Target="/ppt/slideMasters/tags/tag9.xml" Id="Rdf3070cf577a4786" /><Relationship Type="http://schemas.openxmlformats.org/officeDocument/2006/relationships/tags" Target="/ppt/slideMasters/tags/tag10.xml" Id="R00098add15654f71" /><Relationship Type="http://schemas.openxmlformats.org/officeDocument/2006/relationships/tags" Target="/ppt/slideMasters/tags/tag11.xml" Id="Rf3c006156c304a1d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15ebf430843f403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6a47ac781985401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dcf6bc34cffa445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思源宋体 CN Heavy" pitchFamily="18" charset="-122"/>
              </a:defRPr>
            </a:lvl1pPr>
          </a:lstStyle>
          <a:p>
            <a:fld id="{760FBDFE-C587-4B4C-A407-44438C67B59E}" type="datetimeFigureOut">
              <a:rPr lang="zh-CN" altLang="en-US"/>
              <a:pPr/>
              <a:t>2025/4/28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df3070cf577a478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思源宋体 CN Heavy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00098add15654f71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思源宋体 CN Heavy" pitchFamily="18" charset="-122"/>
              </a:defRPr>
            </a:lvl1pPr>
          </a:lstStyle>
          <a:p>
            <a:fld id="{49AE70B2-8BF9-45C0-BB95-33D1B9D3A854}" type="slidenum">
              <a:rPr lang="zh-CN" altLang="en-US"/>
              <a:pPr/>
              <a:t>‹#›</a:t>
            </a:fld>
            <a:endParaRPr lang="zh-CN" altLang="en-US" dirty="0"/>
          </a:p>
        </p:txBody>
      </p:sp>
    </p:spTree>
    <p:custDataLst>
      <p:tags r:id="Rf3c006156c304a1d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0" r:id="Rf54d63287bd94cb9"/>
    <p:sldLayoutId id="2147483649" r:id="Ra5b7cd90b8824211"/>
  </p:sldLayoutIdLst>
  <p:transition/>
  <p:hf sldNum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思源宋体 CN Heavy" pitchFamily="18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宋体 CN Heavy" pitchFamily="18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宋体 CN Heavy" pitchFamily="18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宋体 CN Heavy" pitchFamily="18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宋体 CN Heavy" pitchFamily="18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思源宋体 CN Heavy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slideMaster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slideMaster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slideMasters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slideMasters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slideMasters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Masters/theme/theme2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353267a247344843" /><Relationship Type="http://schemas.openxmlformats.org/officeDocument/2006/relationships/image" Target="/ppt/media/image2.bin" Id="R5468c7d40a63471a" /><Relationship Type="http://schemas.openxmlformats.org/officeDocument/2006/relationships/tags" Target="/ppt/slides/tags/tag12.xml" Id="Rcc1aea2bb50b4090" /><Relationship Type="http://schemas.openxmlformats.org/officeDocument/2006/relationships/tags" Target="/ppt/slides/tags/tag13.xml" Id="Rdb64c15953254771" /><Relationship Type="http://schemas.openxmlformats.org/officeDocument/2006/relationships/slideLayout" Target="/ppt/slideLayouts/slideLayout1.xml" Id="R4c16c5d5b7ee4d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3.bin" Id="Rae223a72201f4d27" /><Relationship Type="http://schemas.openxmlformats.org/officeDocument/2006/relationships/tags" Target="/ppt/slides/tags/tag14.xml" Id="Ra200b8bfc5964899" /><Relationship Type="http://schemas.openxmlformats.org/officeDocument/2006/relationships/tags" Target="/ppt/slides/tags/tag15.xml" Id="Rf97727833bab4aba" /><Relationship Type="http://schemas.openxmlformats.org/officeDocument/2006/relationships/tags" Target="/ppt/slides/tags/tag16.xml" Id="R438edce569ae4b2b" /><Relationship Type="http://schemas.openxmlformats.org/officeDocument/2006/relationships/tags" Target="/ppt/slides/tags/tag17.xml" Id="Rd369a9e9164f4856" /><Relationship Type="http://schemas.openxmlformats.org/officeDocument/2006/relationships/tags" Target="/ppt/slides/tags/tag18.xml" Id="R59c45df913a3443f" /><Relationship Type="http://schemas.openxmlformats.org/officeDocument/2006/relationships/tags" Target="/ppt/slides/tags/tag19.xml" Id="Racf78ffb104a4390" /><Relationship Type="http://schemas.openxmlformats.org/officeDocument/2006/relationships/tags" Target="/ppt/slides/tags/tag20.xml" Id="Rc60d0b36dac9449f" /><Relationship Type="http://schemas.openxmlformats.org/officeDocument/2006/relationships/tags" Target="/ppt/slides/tags/tag21.xml" Id="R4fcf83fc94be44ce" /><Relationship Type="http://schemas.openxmlformats.org/officeDocument/2006/relationships/tags" Target="/ppt/slides/tags/tag22.xml" Id="R957ea6c1b2514d5a" /><Relationship Type="http://schemas.openxmlformats.org/officeDocument/2006/relationships/tags" Target="/ppt/slides/tags/tag23.xml" Id="Rb2f9483e161d4272" /><Relationship Type="http://schemas.openxmlformats.org/officeDocument/2006/relationships/tags" Target="/ppt/slides/tags/tag24.xml" Id="R27488753642a4eb4" /><Relationship Type="http://schemas.openxmlformats.org/officeDocument/2006/relationships/slideLayout" Target="/ppt/slideLayouts/slideLayout1.xml" Id="Rafd400752e8c4f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4.bin" Id="R7a38565967454e91" /><Relationship Type="http://schemas.openxmlformats.org/officeDocument/2006/relationships/image" Target="/ppt/media/image5.bin" Id="R0691fa449e1547a7" /><Relationship Type="http://schemas.openxmlformats.org/officeDocument/2006/relationships/image" Target="/ppt/media/image6.bin" Id="R7f86661e96c04bc1" /><Relationship Type="http://schemas.openxmlformats.org/officeDocument/2006/relationships/image" Target="/ppt/media/image7.bin" Id="R62def52f9468401d" /><Relationship Type="http://schemas.openxmlformats.org/officeDocument/2006/relationships/tags" Target="/ppt/slides/tags/tag25.xml" Id="R3818f301630c48fd" /><Relationship Type="http://schemas.openxmlformats.org/officeDocument/2006/relationships/tags" Target="/ppt/slides/tags/tag26.xml" Id="Rc86c8024bfde4b42" /><Relationship Type="http://schemas.openxmlformats.org/officeDocument/2006/relationships/tags" Target="/ppt/slides/tags/tag27.xml" Id="R417892e8de2d4135" /><Relationship Type="http://schemas.openxmlformats.org/officeDocument/2006/relationships/slideLayout" Target="/ppt/slideLayouts/slideLayout1.xml" Id="R3be3df06609148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8.bin" Id="R396bf101d82b4b3e" /><Relationship Type="http://schemas.openxmlformats.org/officeDocument/2006/relationships/tags" Target="/ppt/slides/tags/tag28.xml" Id="R202d07f66fe0464c" /><Relationship Type="http://schemas.openxmlformats.org/officeDocument/2006/relationships/tags" Target="/ppt/slides/tags/tag29.xml" Id="R06ca502202e04e53" /><Relationship Type="http://schemas.openxmlformats.org/officeDocument/2006/relationships/notesSlide" Target="/ppt/notesSlides/notesSlide1.xml" Id="Rd81e770523fb4570" /><Relationship Type="http://schemas.openxmlformats.org/officeDocument/2006/relationships/slideLayout" Target="/ppt/slideLayouts/slideLayout1.xml" Id="Ra06ee79454c54b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9.bin" Id="Rba2a0510bfc74a7e" /><Relationship Type="http://schemas.openxmlformats.org/officeDocument/2006/relationships/tags" Target="/ppt/slides/tags/tag30.xml" Id="R311326dee8014113" /><Relationship Type="http://schemas.openxmlformats.org/officeDocument/2006/relationships/tags" Target="/ppt/slides/tags/tag31.xml" Id="R2e121109fe0442a2" /><Relationship Type="http://schemas.openxmlformats.org/officeDocument/2006/relationships/tags" Target="/ppt/slides/tags/tag32.xml" Id="R6fe79a43693a486e" /><Relationship Type="http://schemas.openxmlformats.org/officeDocument/2006/relationships/tags" Target="/ppt/slides/tags/tag33.xml" Id="R9159f91b3c5c4b47" /><Relationship Type="http://schemas.openxmlformats.org/officeDocument/2006/relationships/slideLayout" Target="/ppt/slideLayouts/slideLayout1.xml" Id="R7ce49a2382024e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10.bin" Id="Ra066c26d860946bf" /><Relationship Type="http://schemas.openxmlformats.org/officeDocument/2006/relationships/tags" Target="/ppt/slides/tags/tag34.xml" Id="Rbd835bee86344084" /><Relationship Type="http://schemas.openxmlformats.org/officeDocument/2006/relationships/tags" Target="/ppt/slides/tags/tag35.xml" Id="R309afa5a33a44f99" /><Relationship Type="http://schemas.openxmlformats.org/officeDocument/2006/relationships/tags" Target="/ppt/slides/tags/tag36.xml" Id="R89632744aa304ba9" /><Relationship Type="http://schemas.openxmlformats.org/officeDocument/2006/relationships/tags" Target="/ppt/slides/tags/tag37.xml" Id="R0f8029ce7df9425f" /><Relationship Type="http://schemas.openxmlformats.org/officeDocument/2006/relationships/slideLayout" Target="/ppt/slideLayouts/slideLayout1.xml" Id="Ra0e60802dd0540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4.bin" Id="Rec245054615c44b4" /><Relationship Type="http://schemas.openxmlformats.org/officeDocument/2006/relationships/image" Target="/ppt/media/image5.bin" Id="R3c3992b6fd074571" /><Relationship Type="http://schemas.openxmlformats.org/officeDocument/2006/relationships/image" Target="/ppt/media/image6.bin" Id="Rd47e0093a04a49ae" /><Relationship Type="http://schemas.openxmlformats.org/officeDocument/2006/relationships/image" Target="/ppt/media/image7.bin" Id="Re4914c75206f4742" /><Relationship Type="http://schemas.openxmlformats.org/officeDocument/2006/relationships/tags" Target="/ppt/slides/tags/tag38.xml" Id="R53247ff268774f40" /><Relationship Type="http://schemas.openxmlformats.org/officeDocument/2006/relationships/tags" Target="/ppt/slides/tags/tag39.xml" Id="R43585f966f024d19" /><Relationship Type="http://schemas.openxmlformats.org/officeDocument/2006/relationships/tags" Target="/ppt/slides/tags/tag40.xml" Id="R3579d9d8050842d1" /><Relationship Type="http://schemas.openxmlformats.org/officeDocument/2006/relationships/slideLayout" Target="/ppt/slideLayouts/slideLayout1.xml" Id="R989fed4cca284e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1.bin" Id="Ref08c73f92a14384" /><Relationship Type="http://schemas.openxmlformats.org/officeDocument/2006/relationships/tags" Target="/ppt/slides/tags/tag41.xml" Id="Rb8a42960a8af4e1b" /><Relationship Type="http://schemas.openxmlformats.org/officeDocument/2006/relationships/tags" Target="/ppt/slides/tags/tag42.xml" Id="R334dfe5c90864d44" /><Relationship Type="http://schemas.openxmlformats.org/officeDocument/2006/relationships/tags" Target="/ppt/slides/tags/tag43.xml" Id="R7e928267ef70468b" /><Relationship Type="http://schemas.openxmlformats.org/officeDocument/2006/relationships/tags" Target="/ppt/slides/tags/tag44.xml" Id="R050c49ff326b42bb" /><Relationship Type="http://schemas.openxmlformats.org/officeDocument/2006/relationships/tags" Target="/ppt/slides/tags/tag45.xml" Id="R7be3d777fa4845c4" /><Relationship Type="http://schemas.openxmlformats.org/officeDocument/2006/relationships/tags" Target="/ppt/slides/tags/tag46.xml" Id="Reb7781fa401f4c3b" /><Relationship Type="http://schemas.openxmlformats.org/officeDocument/2006/relationships/tags" Target="/ppt/slides/tags/tag47.xml" Id="Rdb44f5d9b7f34254" /><Relationship Type="http://schemas.openxmlformats.org/officeDocument/2006/relationships/tags" Target="/ppt/slides/tags/tag48.xml" Id="R2f2204250d954107" /><Relationship Type="http://schemas.openxmlformats.org/officeDocument/2006/relationships/tags" Target="/ppt/slides/tags/tag49.xml" Id="R20d8a9372e69428a" /><Relationship Type="http://schemas.openxmlformats.org/officeDocument/2006/relationships/slideLayout" Target="/ppt/slideLayouts/slideLayout1.xml" Id="Rb05f7fa4474e49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2.bin" Id="R4c220a706de24ec5" /><Relationship Type="http://schemas.openxmlformats.org/officeDocument/2006/relationships/image" Target="/ppt/media/image13.bin" Id="Recbe49aac17145bc" /><Relationship Type="http://schemas.openxmlformats.org/officeDocument/2006/relationships/image" Target="/ppt/media/image14.bin" Id="R1d1eadb88d9242e1" /><Relationship Type="http://schemas.openxmlformats.org/officeDocument/2006/relationships/tags" Target="/ppt/slides/tags/tag50.xml" Id="R155977ce47254917" /><Relationship Type="http://schemas.openxmlformats.org/officeDocument/2006/relationships/tags" Target="/ppt/slides/tags/tag51.xml" Id="Rc6a5b0ae8d984391" /><Relationship Type="http://schemas.openxmlformats.org/officeDocument/2006/relationships/tags" Target="/ppt/slides/tags/tag52.xml" Id="Rfc1f972a60054c3d" /><Relationship Type="http://schemas.openxmlformats.org/officeDocument/2006/relationships/tags" Target="/ppt/slides/tags/tag53.xml" Id="Rde8c9a1f6588455c" /><Relationship Type="http://schemas.openxmlformats.org/officeDocument/2006/relationships/tags" Target="/ppt/slides/tags/tag54.xml" Id="Rc0d3a40059c9402c" /><Relationship Type="http://schemas.openxmlformats.org/officeDocument/2006/relationships/tags" Target="/ppt/slides/tags/tag55.xml" Id="R6b24884a24fa4a11" /><Relationship Type="http://schemas.openxmlformats.org/officeDocument/2006/relationships/tags" Target="/ppt/slides/tags/tag56.xml" Id="R684f60682bf14663" /><Relationship Type="http://schemas.openxmlformats.org/officeDocument/2006/relationships/slideLayout" Target="/ppt/slideLayouts/slideLayout1.xml" Id="Rcb9855d3594b42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5.bin" Id="R5289c21ac0814200" /><Relationship Type="http://schemas.openxmlformats.org/officeDocument/2006/relationships/image" Target="/ppt/media/image16.bin" Id="Rac36ed71601d40df" /><Relationship Type="http://schemas.openxmlformats.org/officeDocument/2006/relationships/image" Target="/ppt/media/image17.bin" Id="Rf3244445fb3e4841" /><Relationship Type="http://schemas.openxmlformats.org/officeDocument/2006/relationships/tags" Target="/ppt/slides/tags/tag57.xml" Id="Rdcd93baa8e574b8f" /><Relationship Type="http://schemas.openxmlformats.org/officeDocument/2006/relationships/tags" Target="/ppt/slides/tags/tag58.xml" Id="Rc0a461fe369f48ff" /><Relationship Type="http://schemas.openxmlformats.org/officeDocument/2006/relationships/tags" Target="/ppt/slides/tags/tag59.xml" Id="Red0e9222b3da4783" /><Relationship Type="http://schemas.openxmlformats.org/officeDocument/2006/relationships/tags" Target="/ppt/slides/tags/tag60.xml" Id="Rad2ef213a57d45b9" /><Relationship Type="http://schemas.openxmlformats.org/officeDocument/2006/relationships/tags" Target="/ppt/slides/tags/tag61.xml" Id="Rda9b1557ecee4090" /><Relationship Type="http://schemas.openxmlformats.org/officeDocument/2006/relationships/slideLayout" Target="/ppt/slideLayouts/slideLayout1.xml" Id="Rdcb3842e29e848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4.bin" Id="R1055e49b26574682" /><Relationship Type="http://schemas.openxmlformats.org/officeDocument/2006/relationships/image" Target="/ppt/media/image5.bin" Id="Rd25e61ef47004f46" /><Relationship Type="http://schemas.openxmlformats.org/officeDocument/2006/relationships/image" Target="/ppt/media/image6.bin" Id="R3014b5851f934bd0" /><Relationship Type="http://schemas.openxmlformats.org/officeDocument/2006/relationships/image" Target="/ppt/media/image7.bin" Id="R9b215b9436764a0a" /><Relationship Type="http://schemas.openxmlformats.org/officeDocument/2006/relationships/tags" Target="/ppt/slides/tags/tag62.xml" Id="R155a296a73624c75" /><Relationship Type="http://schemas.openxmlformats.org/officeDocument/2006/relationships/tags" Target="/ppt/slides/tags/tag63.xml" Id="Rcabd37600adb4926" /><Relationship Type="http://schemas.openxmlformats.org/officeDocument/2006/relationships/tags" Target="/ppt/slides/tags/tag64.xml" Id="R89ca655e0c5e4e4d" /><Relationship Type="http://schemas.openxmlformats.org/officeDocument/2006/relationships/slideLayout" Target="/ppt/slideLayouts/slideLayout1.xml" Id="R5c3c1e1829a549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8.bin" Id="Rce35d243eaaf493a" /><Relationship Type="http://schemas.openxmlformats.org/officeDocument/2006/relationships/image" Target="/ppt/media/image19.bin" Id="Rbec1979123df44bc" /><Relationship Type="http://schemas.openxmlformats.org/officeDocument/2006/relationships/image" Target="/ppt/media/image20.bin" Id="R1468bbad60fa4a61" /><Relationship Type="http://schemas.openxmlformats.org/officeDocument/2006/relationships/tags" Target="/ppt/slides/tags/tag65.xml" Id="R1fbabf05335f4440" /><Relationship Type="http://schemas.openxmlformats.org/officeDocument/2006/relationships/tags" Target="/ppt/slides/tags/tag66.xml" Id="Rf17695a40af2448d" /><Relationship Type="http://schemas.openxmlformats.org/officeDocument/2006/relationships/tags" Target="/ppt/slides/tags/tag67.xml" Id="Re5a38a52242d423b" /><Relationship Type="http://schemas.openxmlformats.org/officeDocument/2006/relationships/tags" Target="/ppt/slides/tags/tag68.xml" Id="R6a98c10834b548f3" /><Relationship Type="http://schemas.openxmlformats.org/officeDocument/2006/relationships/tags" Target="/ppt/slides/tags/tag69.xml" Id="R254a26d4e8474f9a" /><Relationship Type="http://schemas.openxmlformats.org/officeDocument/2006/relationships/tags" Target="/ppt/slides/tags/tag70.xml" Id="R82ca4b423d794c83" /><Relationship Type="http://schemas.openxmlformats.org/officeDocument/2006/relationships/tags" Target="/ppt/slides/tags/tag71.xml" Id="R2f9c0d63e3e44546" /><Relationship Type="http://schemas.openxmlformats.org/officeDocument/2006/relationships/tags" Target="/ppt/slides/tags/tag72.xml" Id="Rbfeea92ba95e4d09" /><Relationship Type="http://schemas.openxmlformats.org/officeDocument/2006/relationships/tags" Target="/ppt/slides/tags/tag73.xml" Id="R4442b196098e4001" /><Relationship Type="http://schemas.openxmlformats.org/officeDocument/2006/relationships/tags" Target="/ppt/slides/tags/tag74.xml" Id="Re20f493b3bc94ac5" /><Relationship Type="http://schemas.openxmlformats.org/officeDocument/2006/relationships/tags" Target="/ppt/slides/tags/tag75.xml" Id="Rda5b3b8d55384c2e" /><Relationship Type="http://schemas.openxmlformats.org/officeDocument/2006/relationships/slideLayout" Target="/ppt/slideLayouts/slideLayout1.xml" Id="R7ab5e28d7e4d4c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21.bin" Id="R3d7d9f48f5b741a6" /><Relationship Type="http://schemas.openxmlformats.org/officeDocument/2006/relationships/tags" Target="/ppt/slides/tags/tag76.xml" Id="R6938233de09341ce" /><Relationship Type="http://schemas.openxmlformats.org/officeDocument/2006/relationships/tags" Target="/ppt/slides/tags/tag77.xml" Id="R8ed9f849a7e94be0" /><Relationship Type="http://schemas.openxmlformats.org/officeDocument/2006/relationships/tags" Target="/ppt/slides/tags/tag78.xml" Id="R8851cfa4e0ff4b57" /><Relationship Type="http://schemas.openxmlformats.org/officeDocument/2006/relationships/tags" Target="/ppt/slides/tags/tag79.xml" Id="R9934e9801c914fa3" /><Relationship Type="http://schemas.openxmlformats.org/officeDocument/2006/relationships/tags" Target="/ppt/slides/tags/tag80.xml" Id="Rf6829fdb19194777" /><Relationship Type="http://schemas.openxmlformats.org/officeDocument/2006/relationships/tags" Target="/ppt/slides/tags/tag81.xml" Id="Rcef347de1fb24657" /><Relationship Type="http://schemas.openxmlformats.org/officeDocument/2006/relationships/tags" Target="/ppt/slides/tags/tag82.xml" Id="R70cfecb8276e4050" /><Relationship Type="http://schemas.openxmlformats.org/officeDocument/2006/relationships/tags" Target="/ppt/slides/tags/tag83.xml" Id="Rd3d3ffa0f1a64e16" /><Relationship Type="http://schemas.openxmlformats.org/officeDocument/2006/relationships/tags" Target="/ppt/slides/tags/tag84.xml" Id="R393f2ab382df4aca" /><Relationship Type="http://schemas.openxmlformats.org/officeDocument/2006/relationships/tags" Target="/ppt/slides/tags/tag85.xml" Id="R4f3e7f9284a242fc" /><Relationship Type="http://schemas.openxmlformats.org/officeDocument/2006/relationships/slideLayout" Target="/ppt/slideLayouts/slideLayout1.xml" Id="R8569384761cf48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22.bin" Id="R70db42fee6964e12" /><Relationship Type="http://schemas.openxmlformats.org/officeDocument/2006/relationships/image" Target="/ppt/media/image23.bin" Id="R6f182bff76be405f" /><Relationship Type="http://schemas.openxmlformats.org/officeDocument/2006/relationships/tags" Target="/ppt/slides/tags/tag86.xml" Id="Rdde1e4a2ab2a441b" /><Relationship Type="http://schemas.openxmlformats.org/officeDocument/2006/relationships/tags" Target="/ppt/slides/tags/tag87.xml" Id="Rbc831b1044944b3d" /><Relationship Type="http://schemas.openxmlformats.org/officeDocument/2006/relationships/tags" Target="/ppt/slides/tags/tag88.xml" Id="Rb9707877dab64a8c" /><Relationship Type="http://schemas.openxmlformats.org/officeDocument/2006/relationships/tags" Target="/ppt/slides/tags/tag89.xml" Id="R1a55d3c5d4144343" /><Relationship Type="http://schemas.openxmlformats.org/officeDocument/2006/relationships/tags" Target="/ppt/slides/tags/tag90.xml" Id="R590f2614bc9e4734" /><Relationship Type="http://schemas.openxmlformats.org/officeDocument/2006/relationships/tags" Target="/ppt/slides/tags/tag91.xml" Id="R7cef3357b0ed402d" /><Relationship Type="http://schemas.openxmlformats.org/officeDocument/2006/relationships/tags" Target="/ppt/slides/tags/tag92.xml" Id="Re401f682d5e94bcd" /><Relationship Type="http://schemas.openxmlformats.org/officeDocument/2006/relationships/tags" Target="/ppt/slides/tags/tag93.xml" Id="R27f93ce6772147ce" /><Relationship Type="http://schemas.openxmlformats.org/officeDocument/2006/relationships/tags" Target="/ppt/slides/tags/tag94.xml" Id="Rdc9e689d383e4afb" /><Relationship Type="http://schemas.openxmlformats.org/officeDocument/2006/relationships/tags" Target="/ppt/slides/tags/tag95.xml" Id="R128cbea122824d5a" /><Relationship Type="http://schemas.openxmlformats.org/officeDocument/2006/relationships/slideLayout" Target="/ppt/slideLayouts/slideLayout1.xml" Id="Rba3236b01d9d47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4.bin" Id="R57052534f0ef4841" /><Relationship Type="http://schemas.openxmlformats.org/officeDocument/2006/relationships/image" Target="/ppt/media/image5.bin" Id="R5dbbc0e33f164752" /><Relationship Type="http://schemas.openxmlformats.org/officeDocument/2006/relationships/image" Target="/ppt/media/image6.bin" Id="R482f0930802c41d7" /><Relationship Type="http://schemas.openxmlformats.org/officeDocument/2006/relationships/image" Target="/ppt/media/image7.bin" Id="R0fcc307bddb84454" /><Relationship Type="http://schemas.openxmlformats.org/officeDocument/2006/relationships/tags" Target="/ppt/slides/tags/tag96.xml" Id="R1b041f22db684026" /><Relationship Type="http://schemas.openxmlformats.org/officeDocument/2006/relationships/tags" Target="/ppt/slides/tags/tag97.xml" Id="R71492771a3194017" /><Relationship Type="http://schemas.openxmlformats.org/officeDocument/2006/relationships/tags" Target="/ppt/slides/tags/tag98.xml" Id="R82fba15e7af24a45" /><Relationship Type="http://schemas.openxmlformats.org/officeDocument/2006/relationships/slideLayout" Target="/ppt/slideLayouts/slideLayout1.xml" Id="Rb06d76a46e2049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24.bin" Id="R7f7d8d253e5c40d8" /><Relationship Type="http://schemas.openxmlformats.org/officeDocument/2006/relationships/tags" Target="/ppt/slides/tags/tag99.xml" Id="R2184eb20cf804beb" /><Relationship Type="http://schemas.openxmlformats.org/officeDocument/2006/relationships/tags" Target="/ppt/slides/tags/tag100.xml" Id="R02588354a0f742d1" /><Relationship Type="http://schemas.openxmlformats.org/officeDocument/2006/relationships/tags" Target="/ppt/slides/tags/tag101.xml" Id="R090de22193cd414b" /><Relationship Type="http://schemas.openxmlformats.org/officeDocument/2006/relationships/tags" Target="/ppt/slides/tags/tag102.xml" Id="Raf3f3771c0fa4651" /><Relationship Type="http://schemas.openxmlformats.org/officeDocument/2006/relationships/tags" Target="/ppt/slides/tags/tag103.xml" Id="R0b3129f0a79b4de2" /><Relationship Type="http://schemas.openxmlformats.org/officeDocument/2006/relationships/tags" Target="/ppt/slides/tags/tag104.xml" Id="Rf590d0316a01442e" /><Relationship Type="http://schemas.openxmlformats.org/officeDocument/2006/relationships/tags" Target="/ppt/slides/tags/tag105.xml" Id="Rbf23a32c3b0746d6" /><Relationship Type="http://schemas.openxmlformats.org/officeDocument/2006/relationships/slideLayout" Target="/ppt/slideLayouts/slideLayout1.xml" Id="Ra9b58232402c41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25.bin" Id="R2d03ef666dd34455" /><Relationship Type="http://schemas.openxmlformats.org/officeDocument/2006/relationships/image" Target="/ppt/media/image26.bin" Id="R63859daec9834d61" /><Relationship Type="http://schemas.openxmlformats.org/officeDocument/2006/relationships/tags" Target="/ppt/slides/tags/tag106.xml" Id="R637ff16b87f04fd6" /><Relationship Type="http://schemas.openxmlformats.org/officeDocument/2006/relationships/tags" Target="/ppt/slides/tags/tag107.xml" Id="R2cd915be40b24b09" /><Relationship Type="http://schemas.openxmlformats.org/officeDocument/2006/relationships/tags" Target="/ppt/slides/tags/tag108.xml" Id="R9af5e8ba5d7040bd" /><Relationship Type="http://schemas.openxmlformats.org/officeDocument/2006/relationships/tags" Target="/ppt/slides/tags/tag109.xml" Id="Rf5554b8836fb4494" /><Relationship Type="http://schemas.openxmlformats.org/officeDocument/2006/relationships/tags" Target="/ppt/slides/tags/tag110.xml" Id="Re19cc01c47134b30" /><Relationship Type="http://schemas.openxmlformats.org/officeDocument/2006/relationships/tags" Target="/ppt/slides/tags/tag111.xml" Id="R6ecd5548a4de435e" /><Relationship Type="http://schemas.openxmlformats.org/officeDocument/2006/relationships/tags" Target="/ppt/slides/tags/tag112.xml" Id="R674429ac955e4d79" /><Relationship Type="http://schemas.openxmlformats.org/officeDocument/2006/relationships/tags" Target="/ppt/slides/tags/tag113.xml" Id="R0a67775e460d4976" /><Relationship Type="http://schemas.openxmlformats.org/officeDocument/2006/relationships/tags" Target="/ppt/slides/tags/tag114.xml" Id="R13426c9df2664338" /><Relationship Type="http://schemas.openxmlformats.org/officeDocument/2006/relationships/tags" Target="/ppt/slides/tags/tag115.xml" Id="R6d4a947a93644a8d" /><Relationship Type="http://schemas.openxmlformats.org/officeDocument/2006/relationships/tags" Target="/ppt/slides/tags/tag116.xml" Id="R8fb90d7475964b6f" /><Relationship Type="http://schemas.openxmlformats.org/officeDocument/2006/relationships/tags" Target="/ppt/slides/tags/tag117.xml" Id="Rd65769d4e8f64b50" /><Relationship Type="http://schemas.openxmlformats.org/officeDocument/2006/relationships/tags" Target="/ppt/slides/tags/tag118.xml" Id="R7e7b3d870ca44953" /><Relationship Type="http://schemas.openxmlformats.org/officeDocument/2006/relationships/slideLayout" Target="/ppt/slideLayouts/slideLayout1.xml" Id="Rabaeaf227af641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27.bin" Id="R57b8b729362c44fc" /><Relationship Type="http://schemas.openxmlformats.org/officeDocument/2006/relationships/tags" Target="/ppt/slides/tags/tag119.xml" Id="Rcbeac6b150b74774" /><Relationship Type="http://schemas.openxmlformats.org/officeDocument/2006/relationships/tags" Target="/ppt/slides/tags/tag120.xml" Id="R252941b515514641" /><Relationship Type="http://schemas.openxmlformats.org/officeDocument/2006/relationships/tags" Target="/ppt/slides/tags/tag121.xml" Id="Rcc9174ca0df14a81" /><Relationship Type="http://schemas.openxmlformats.org/officeDocument/2006/relationships/tags" Target="/ppt/slides/tags/tag122.xml" Id="Rb32f729292df4ca8" /><Relationship Type="http://schemas.openxmlformats.org/officeDocument/2006/relationships/tags" Target="/ppt/slides/tags/tag123.xml" Id="R3200302d1e03479b" /><Relationship Type="http://schemas.openxmlformats.org/officeDocument/2006/relationships/tags" Target="/ppt/slides/tags/tag124.xml" Id="Rfbf73a33ac89419a" /><Relationship Type="http://schemas.openxmlformats.org/officeDocument/2006/relationships/notesSlide" Target="/ppt/notesSlides/notesSlide2.xml" Id="R0aea67b1a4ed4484" /><Relationship Type="http://schemas.openxmlformats.org/officeDocument/2006/relationships/slideLayout" Target="/ppt/slideLayouts/slideLayout1.xml" Id="Rf9804628ae9044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.bin" Id="R974e5735c92b40c0" /><Relationship Type="http://schemas.openxmlformats.org/officeDocument/2006/relationships/image" Target="/ppt/media/image2.bin" Id="Rd2b738bee8704bad" /><Relationship Type="http://schemas.openxmlformats.org/officeDocument/2006/relationships/tags" Target="/ppt/slides/tags/tag125.xml" Id="R879474069c97437c" /><Relationship Type="http://schemas.openxmlformats.org/officeDocument/2006/relationships/tags" Target="/ppt/slides/tags/tag126.xml" Id="Rcd6a9834805d4e1c" /><Relationship Type="http://schemas.openxmlformats.org/officeDocument/2006/relationships/slideLayout" Target="/ppt/slideLayouts/slideLayout1.xml" Id="R1ad848fb1acb4e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361189604abb48ddbd0ff5fd703466ec" /><Relationship Type="http://schemas.openxmlformats.org/officeDocument/2006/relationships/image" Target="/ppt/media/image28.bin" Id="Rd0570f9d105c4778" /><Relationship Type="http://schemas.openxmlformats.org/officeDocument/2006/relationships/image" Target="/ppt/media/image29.bin" Id="Re75b0452ffcb4914" /><Relationship Type="http://schemas.openxmlformats.org/officeDocument/2006/relationships/image" Target="/ppt/media/image30.bin" Id="Rd892fd5570414180" /><Relationship Type="http://schemas.openxmlformats.org/officeDocument/2006/relationships/customXml" Target="/ppt/customXML/item.xml" Id="R9b44d5d312de40b6" /><Relationship Type="http://schemas.openxmlformats.org/officeDocument/2006/relationships/customXml" Target="/ppt/customXML/item2.xml" Id="R541cf673bdd441dc" /><Relationship Type="http://schemas.openxmlformats.org/officeDocument/2006/relationships/slideLayout" Target="/ppt/slideLayouts/slideLayout1.xml" Id="R7c14114f99e847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d3d9926d212b41e39b622fceec5ee3ba" /><Relationship Type="http://schemas.openxmlformats.org/officeDocument/2006/relationships/image" Target="/ppt/media/image31.bin" Id="Rafc60c812f8b44b2" /><Relationship Type="http://schemas.openxmlformats.org/officeDocument/2006/relationships/image" Target="/ppt/media/image32.bin" Id="R4a1e8084b2f542a6" /><Relationship Type="http://schemas.openxmlformats.org/officeDocument/2006/relationships/image" Target="/ppt/media/image33.bin" Id="R5c7d59e9a35a4ba4" /><Relationship Type="http://schemas.openxmlformats.org/officeDocument/2006/relationships/image" Target="/ppt/media/image29.bin" Id="Rb965e75f44934d01" /><Relationship Type="http://schemas.openxmlformats.org/officeDocument/2006/relationships/image" Target="/ppt/media/image34.bin" Id="Rd9f09f8770fa4f4f" /><Relationship Type="http://schemas.openxmlformats.org/officeDocument/2006/relationships/image" Target="/ppt/media/image35.bin" Id="Rb95627a13e5c441e" /><Relationship Type="http://schemas.openxmlformats.org/officeDocument/2006/relationships/image" Target="/ppt/media/image30.bin" Id="Rc78368e1b7ed4402" /><Relationship Type="http://schemas.openxmlformats.org/officeDocument/2006/relationships/customXml" Target="/ppt/customXML/item3.xml" Id="R0666b17e011c44d8" /><Relationship Type="http://schemas.openxmlformats.org/officeDocument/2006/relationships/customXml" Target="/ppt/customXML/item4.xml" Id="R7c6c269149bc45ea" /><Relationship Type="http://schemas.openxmlformats.org/officeDocument/2006/relationships/customXml" Target="/ppt/customXML/item5.xml" Id="Rd9da00aab84540ed" /><Relationship Type="http://schemas.openxmlformats.org/officeDocument/2006/relationships/slideLayout" Target="/ppt/slideLayouts/slideLayout1.xml" Id="Rc56b665d84e948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36.bin" Id="R23f0048137084d4d" /><Relationship Type="http://schemas.openxmlformats.org/officeDocument/2006/relationships/image" Target="/ppt/media/image37.bin" Id="Ra086078a98c0471f" /><Relationship Type="http://schemas.openxmlformats.org/officeDocument/2006/relationships/image" Target="/ppt/media/image35.bin" Id="R0a23249bc8984130" /><Relationship Type="http://schemas.openxmlformats.org/officeDocument/2006/relationships/image" Target="/ppt/media/image38.bin" Id="R40764be2b7334e25" /><Relationship Type="http://schemas.openxmlformats.org/officeDocument/2006/relationships/customXml" Target="/ppt/customXML/item6.xml" Id="Rdc8ece3f3d5a4419" /><Relationship Type="http://schemas.openxmlformats.org/officeDocument/2006/relationships/customXml" Target="/ppt/customXML/item7.xml" Id="Rba67feb890c54b37" /><Relationship Type="http://schemas.openxmlformats.org/officeDocument/2006/relationships/customXml" Target="/ppt/customXML/item8.xml" Id="R31e984c44d5d4f1e" /><Relationship Type="http://schemas.openxmlformats.org/officeDocument/2006/relationships/slideLayout" Target="/ppt/slideLayouts/slideLayout1.xml" Id="R2500e91f8bf043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0d6179b6120e489fb059ae823ef044f4" /><Relationship Type="http://schemas.openxmlformats.org/officeDocument/2006/relationships/hyperlink" Target="https://storyset.com/" TargetMode="External" Id="R0622fdb355ea46cfa55d4ec871138c7c" /><Relationship Type="http://schemas.openxmlformats.org/officeDocument/2006/relationships/slideLayout" Target="/ppt/slideLayouts/slideLayout1.xml" Id="R16d41112fb4641d5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8"/>
          <p:cNvPicPr>
            <a:picLocks noChangeAspect="1"/>
          </p:cNvPicPr>
          <p:nvPr>
            <p:custDataLst>
              <p:tags r:id="Rcc1aea2bb50b4090"/>
            </p:custDataLst>
          </p:nvPr>
        </p:nvPicPr>
        <p:blipFill>
          <a:blip r:embed="R353267a247344843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2395" y="913765"/>
            <a:ext cx="5158740" cy="5884545"/>
          </a:xfrm>
          <a:prstGeom prst="rect">
            <a:avLst/>
          </a:prstGeom>
        </p:spPr>
      </p:pic>
      <p:pic>
        <p:nvPicPr>
          <p:cNvPr id="6" name="图片 5" descr="8"/>
          <p:cNvPicPr>
            <a:picLocks noChangeAspect="1"/>
          </p:cNvPicPr>
          <p:nvPr/>
        </p:nvPicPr>
        <p:blipFill>
          <a:blip r:embed="R5468c7d40a63471a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2105" y="574040"/>
            <a:ext cx="5509895" cy="62839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07645" y="4070985"/>
            <a:ext cx="3825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禁苑钟声催报晓，枝间处处闻啼鸟。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35" y="5561965"/>
            <a:ext cx="12191365" cy="1296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0" b="1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0" y="2132965"/>
            <a:ext cx="647319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古往今来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07645" y="4622165"/>
            <a:ext cx="7364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开帘岂复雪霜寒，掩镜齐欢风日好。无边乐事趁春明，韶华满目最关情。娇颜任使名花妒，缓步偏多细草承。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328295" y="4479925"/>
            <a:ext cx="6867525" cy="10160"/>
          </a:xfrm>
          <a:prstGeom prst="line">
            <a:avLst/>
          </a:prstGeom>
          <a:ln w="28575" cmpd="sng">
            <a:solidFill>
              <a:srgbClr val="6F775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201930" y="1676400"/>
            <a:ext cx="465455" cy="456565"/>
          </a:xfrm>
          <a:prstGeom prst="ellipse">
            <a:avLst/>
          </a:prstGeom>
          <a:noFill/>
          <a:ln w="28575" cmpd="sng">
            <a:solidFill>
              <a:srgbClr val="6F77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 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36498" y="200025"/>
            <a:ext cx="430887" cy="17049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202X / 03 / 13</a:t>
            </a:r>
            <a:endParaRPr lang="zh-CN" altLang="en-US" sz="1600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7385" y="199390"/>
            <a:ext cx="1085215" cy="2039718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algn="l"/>
            <a:r>
              <a:rPr lang="zh-CN" altLang="en-US" sz="12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土地平旷，屋舍俨然，有良田美池桑竹之属。阡陌交通，鸡犬相闻。其中往来种作，男女衣着，悉如外人。黄发垂髫，并怡然自乐。</a:t>
            </a:r>
          </a:p>
          <a:p>
            <a:pPr algn="l"/>
            <a:endParaRPr lang="zh-CN" altLang="en-US" sz="1200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</p:spTree>
    <p:custDataLst>
      <p:tags r:id="Rdb64c1595325477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>
            <p:custDataLst>
              <p:tags r:id="Ra200b8bfc5964899"/>
            </p:custDataLst>
          </p:nvPr>
        </p:nvSpPr>
        <p:spPr>
          <a:xfrm>
            <a:off x="0" y="1899920"/>
            <a:ext cx="12192000" cy="266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8800" b="1" dirty="0">
                <a:solidFill>
                  <a:srgbClr val="C4C9B3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</a:t>
            </a:r>
          </a:p>
          <a:p>
            <a:r>
              <a:rPr lang="en-US" altLang="zh-CN" sz="8800" b="1" dirty="0">
                <a:solidFill>
                  <a:srgbClr val="C4C9B3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JIN LAI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2145030"/>
            <a:ext cx="12213590" cy="1725930"/>
          </a:xfrm>
          <a:prstGeom prst="rect">
            <a:avLst/>
          </a:prstGeom>
          <a:solidFill>
            <a:srgbClr val="6F7755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76510" y="0"/>
            <a:ext cx="179324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0" dirty="0">
                <a:solidFill>
                  <a:srgbClr val="FFFFFF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古</a:t>
            </a:r>
          </a:p>
        </p:txBody>
      </p:sp>
      <p:sp>
        <p:nvSpPr>
          <p:cNvPr id="9" name="文本框 8"/>
          <p:cNvSpPr txBox="1"/>
          <p:nvPr>
            <p:custDataLst>
              <p:tags r:id="Rf97727833bab4aba"/>
            </p:custDataLst>
          </p:nvPr>
        </p:nvSpPr>
        <p:spPr>
          <a:xfrm>
            <a:off x="9183370" y="1610360"/>
            <a:ext cx="179324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0" dirty="0">
                <a:solidFill>
                  <a:srgbClr val="FFFFFF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往</a:t>
            </a:r>
          </a:p>
        </p:txBody>
      </p:sp>
      <p:sp>
        <p:nvSpPr>
          <p:cNvPr id="10" name="文本框 9"/>
          <p:cNvSpPr txBox="1"/>
          <p:nvPr>
            <p:custDataLst>
              <p:tags r:id="R438edce569ae4b2b"/>
            </p:custDataLst>
          </p:nvPr>
        </p:nvSpPr>
        <p:spPr>
          <a:xfrm>
            <a:off x="10303510" y="3028950"/>
            <a:ext cx="179324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0" dirty="0">
                <a:solidFill>
                  <a:srgbClr val="FFFFFF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今</a:t>
            </a:r>
          </a:p>
        </p:txBody>
      </p:sp>
      <p:sp>
        <p:nvSpPr>
          <p:cNvPr id="11" name="文本框 10"/>
          <p:cNvSpPr txBox="1"/>
          <p:nvPr>
            <p:custDataLst>
              <p:tags r:id="Rd369a9e9164f4856"/>
            </p:custDataLst>
          </p:nvPr>
        </p:nvSpPr>
        <p:spPr>
          <a:xfrm>
            <a:off x="9250045" y="4441581"/>
            <a:ext cx="179324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0" dirty="0">
                <a:solidFill>
                  <a:srgbClr val="FFFFFF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来</a:t>
            </a:r>
          </a:p>
        </p:txBody>
      </p:sp>
      <p:pic>
        <p:nvPicPr>
          <p:cNvPr id="13" name="图片 12" descr="JPG分段 (9)"/>
          <p:cNvPicPr>
            <a:picLocks noChangeAspect="1"/>
          </p:cNvPicPr>
          <p:nvPr/>
        </p:nvPicPr>
        <p:blipFill>
          <a:blip r:embed="Rae223a72201f4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82880" y="1311275"/>
            <a:ext cx="2767965" cy="55467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382000" y="2399665"/>
            <a:ext cx="24098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目</a:t>
            </a:r>
            <a:r>
              <a:rPr lang="en-US" altLang="zh-CN" sz="72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 </a:t>
            </a:r>
            <a:r>
              <a:rPr lang="zh-CN" altLang="en-US" sz="72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录</a:t>
            </a:r>
          </a:p>
        </p:txBody>
      </p:sp>
      <p:sp>
        <p:nvSpPr>
          <p:cNvPr id="15" name="椭圆 14"/>
          <p:cNvSpPr/>
          <p:nvPr>
            <p:custDataLst>
              <p:tags r:id="R59c45df913a3443f"/>
            </p:custDataLst>
          </p:nvPr>
        </p:nvSpPr>
        <p:spPr>
          <a:xfrm>
            <a:off x="201930" y="1676400"/>
            <a:ext cx="465455" cy="456565"/>
          </a:xfrm>
          <a:prstGeom prst="ellipse">
            <a:avLst/>
          </a:prstGeom>
          <a:noFill/>
          <a:ln w="28575" cmpd="sng">
            <a:solidFill>
              <a:srgbClr val="6F77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 </a:t>
            </a:r>
          </a:p>
        </p:txBody>
      </p:sp>
      <p:sp>
        <p:nvSpPr>
          <p:cNvPr id="16" name="文本框 15"/>
          <p:cNvSpPr txBox="1"/>
          <p:nvPr>
            <p:custDataLst>
              <p:tags r:id="Racf78ffb104a4390"/>
            </p:custDataLst>
          </p:nvPr>
        </p:nvSpPr>
        <p:spPr>
          <a:xfrm>
            <a:off x="205720" y="200025"/>
            <a:ext cx="461665" cy="17049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202X / 03 / 13</a:t>
            </a:r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7945755" y="5193030"/>
            <a:ext cx="2846070" cy="8255"/>
          </a:xfrm>
          <a:prstGeom prst="line">
            <a:avLst/>
          </a:prstGeom>
          <a:ln w="1270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c60d0b36dac9449f"/>
            </p:custDataLst>
          </p:nvPr>
        </p:nvCxnSpPr>
        <p:spPr>
          <a:xfrm>
            <a:off x="4046220" y="5184775"/>
            <a:ext cx="2846070" cy="8255"/>
          </a:xfrm>
          <a:prstGeom prst="line">
            <a:avLst/>
          </a:prstGeom>
          <a:ln w="1270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415020" y="4586605"/>
            <a:ext cx="2376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第壹章节：古往今来</a:t>
            </a:r>
          </a:p>
        </p:txBody>
      </p:sp>
      <p:sp>
        <p:nvSpPr>
          <p:cNvPr id="22" name="文本框 21"/>
          <p:cNvSpPr txBox="1"/>
          <p:nvPr>
            <p:custDataLst>
              <p:tags r:id="R4fcf83fc94be44ce"/>
            </p:custDataLst>
          </p:nvPr>
        </p:nvSpPr>
        <p:spPr>
          <a:xfrm>
            <a:off x="8415020" y="5417185"/>
            <a:ext cx="2376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第叁章节：古往今来</a:t>
            </a:r>
          </a:p>
        </p:txBody>
      </p:sp>
      <p:sp>
        <p:nvSpPr>
          <p:cNvPr id="23" name="文本框 22"/>
          <p:cNvSpPr txBox="1"/>
          <p:nvPr>
            <p:custDataLst>
              <p:tags r:id="R957ea6c1b2514d5a"/>
            </p:custDataLst>
          </p:nvPr>
        </p:nvSpPr>
        <p:spPr>
          <a:xfrm>
            <a:off x="4515485" y="4586605"/>
            <a:ext cx="2376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第贰章节：古往今来</a:t>
            </a:r>
          </a:p>
        </p:txBody>
      </p:sp>
      <p:sp>
        <p:nvSpPr>
          <p:cNvPr id="24" name="文本框 23"/>
          <p:cNvSpPr txBox="1"/>
          <p:nvPr>
            <p:custDataLst>
              <p:tags r:id="Rb2f9483e161d4272"/>
            </p:custDataLst>
          </p:nvPr>
        </p:nvSpPr>
        <p:spPr>
          <a:xfrm>
            <a:off x="4515485" y="5422900"/>
            <a:ext cx="2376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第肆章节：古往今来</a:t>
            </a:r>
          </a:p>
        </p:txBody>
      </p:sp>
    </p:spTree>
    <p:custDataLst>
      <p:tags r:id="R27488753642a4eb4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0" y="1166495"/>
            <a:ext cx="3888105" cy="705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FIRSTLY</a:t>
            </a:r>
          </a:p>
        </p:txBody>
      </p:sp>
      <p:sp>
        <p:nvSpPr>
          <p:cNvPr id="9" name="矩形 8"/>
          <p:cNvSpPr/>
          <p:nvPr/>
        </p:nvSpPr>
        <p:spPr>
          <a:xfrm>
            <a:off x="-30480" y="3619500"/>
            <a:ext cx="12280900" cy="3260090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 descr="JPG分段 (9)"/>
          <p:cNvPicPr>
            <a:picLocks noChangeAspect="1"/>
          </p:cNvPicPr>
          <p:nvPr/>
        </p:nvPicPr>
        <p:blipFill>
          <a:blip r:embed="R7a38565967454e9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3940" y="2135505"/>
            <a:ext cx="2258060" cy="4722495"/>
          </a:xfrm>
          <a:prstGeom prst="rect">
            <a:avLst/>
          </a:prstGeom>
        </p:spPr>
      </p:pic>
      <p:pic>
        <p:nvPicPr>
          <p:cNvPr id="4" name="图片 3" descr="JPG分段 (8)"/>
          <p:cNvPicPr>
            <a:picLocks noChangeAspect="1"/>
          </p:cNvPicPr>
          <p:nvPr/>
        </p:nvPicPr>
        <p:blipFill>
          <a:blip r:embed="R0691fa449e1547a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69135"/>
            <a:ext cx="2285365" cy="4888865"/>
          </a:xfrm>
          <a:prstGeom prst="rect">
            <a:avLst/>
          </a:prstGeom>
        </p:spPr>
      </p:pic>
      <p:pic>
        <p:nvPicPr>
          <p:cNvPr id="5" name="图片 4" descr="JPG分段 (8)"/>
          <p:cNvPicPr>
            <a:picLocks noChangeAspect="1"/>
          </p:cNvPicPr>
          <p:nvPr/>
        </p:nvPicPr>
        <p:blipFill>
          <a:blip r:embed="R7f86661e96c04bc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3795" y="1686560"/>
            <a:ext cx="3740785" cy="5171440"/>
          </a:xfrm>
          <a:prstGeom prst="rect">
            <a:avLst/>
          </a:prstGeom>
          <a:ln>
            <a:noFill/>
          </a:ln>
        </p:spPr>
      </p:pic>
      <p:pic>
        <p:nvPicPr>
          <p:cNvPr id="8" name="图片 7" descr="JPG分段 (9)"/>
          <p:cNvPicPr>
            <a:picLocks noChangeAspect="1"/>
          </p:cNvPicPr>
          <p:nvPr/>
        </p:nvPicPr>
        <p:blipFill>
          <a:blip r:embed="R62def52f9468401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3015" y="1703705"/>
            <a:ext cx="3700780" cy="517588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3818f301630c48fd"/>
            </p:custDataLst>
          </p:nvPr>
        </p:nvSpPr>
        <p:spPr>
          <a:xfrm>
            <a:off x="2533015" y="1165860"/>
            <a:ext cx="51765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/</a:t>
            </a:r>
            <a:r>
              <a:rPr lang="zh-CN" altLang="en-US" sz="4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第壹章节：古往今来</a:t>
            </a:r>
          </a:p>
        </p:txBody>
      </p:sp>
      <p:sp>
        <p:nvSpPr>
          <p:cNvPr id="11" name="文本框 10"/>
          <p:cNvSpPr txBox="1"/>
          <p:nvPr>
            <p:custDataLst>
              <p:tags r:id="Rc86c8024bfde4b42"/>
            </p:custDataLst>
          </p:nvPr>
        </p:nvSpPr>
        <p:spPr>
          <a:xfrm>
            <a:off x="-30481" y="323215"/>
            <a:ext cx="441388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</p:spTree>
    <p:custDataLst>
      <p:tags r:id="R417892e8de2d4135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JPG分段 (13)"/>
          <p:cNvPicPr>
            <a:picLocks noChangeAspect="1"/>
          </p:cNvPicPr>
          <p:nvPr/>
        </p:nvPicPr>
        <p:blipFill>
          <a:blip r:embed="R396bf101d82b4b3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065" y="427990"/>
            <a:ext cx="11660505" cy="41878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35834" y="4868545"/>
            <a:ext cx="7663636" cy="17360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我闻琵琶已叹息，又闻此语重唧唧。同是天涯沦落人，相逢何必曾相识！我从去年辞帝京，谪居卧病浔阳城。浔阳地僻无音乐，终岁不闻丝竹声。住近湓江地低湿，黄芦苦竹绕宅生。其间旦暮闻何物？杜鹃啼血猿哀鸣。春江花朝秋月夜，往往取酒还独倾。岂无山歌与村笛？呕哑嘲哳难为听。今夜闻君琵琶语，如听仙乐耳暂明。莫辞更坐弹一曲，为君翻作《琵琶行》。</a:t>
            </a:r>
          </a:p>
        </p:txBody>
      </p:sp>
      <p:sp>
        <p:nvSpPr>
          <p:cNvPr id="5" name="文本框 4"/>
          <p:cNvSpPr txBox="1"/>
          <p:nvPr>
            <p:custDataLst>
              <p:tags r:id="R202d07f66fe0464c"/>
            </p:custDataLst>
          </p:nvPr>
        </p:nvSpPr>
        <p:spPr>
          <a:xfrm>
            <a:off x="11064796" y="4868545"/>
            <a:ext cx="861774" cy="18516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琵琶行</a:t>
            </a:r>
          </a:p>
        </p:txBody>
      </p:sp>
    </p:spTree>
    <p:custDataLst>
      <p:tags r:id="R06ca502202e04e53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>
            <p:custDataLst>
              <p:tags r:id="R311326dee8014113"/>
            </p:custDataLst>
          </p:nvPr>
        </p:nvSpPr>
        <p:spPr>
          <a:xfrm>
            <a:off x="5142865" y="3902710"/>
            <a:ext cx="6902450" cy="266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0" dirty="0">
                <a:solidFill>
                  <a:srgbClr val="C4C9B3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</a:t>
            </a:r>
          </a:p>
          <a:p>
            <a:r>
              <a:rPr lang="en-US" altLang="zh-CN" sz="9000" dirty="0">
                <a:solidFill>
                  <a:srgbClr val="C4C9B3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JIN LAI</a:t>
            </a:r>
          </a:p>
        </p:txBody>
      </p:sp>
      <p:pic>
        <p:nvPicPr>
          <p:cNvPr id="3" name="图片 2" descr="10"/>
          <p:cNvPicPr>
            <a:picLocks noChangeAspect="1"/>
          </p:cNvPicPr>
          <p:nvPr/>
        </p:nvPicPr>
        <p:blipFill>
          <a:blip r:embed="Rba2a0510bfc74a7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765" y="1089025"/>
            <a:ext cx="5071110" cy="57689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09970" y="1401445"/>
            <a:ext cx="4093845" cy="40551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大弦嘈嘈如急雨，X弦切切如私语。嘈嘈切切错杂弹，大珠X珠落玉盘。间关莺语花底滑，幽咽泉流冰下难。冰泉冷涩弦凝绝，凝绝不通声暂歇。别有幽愁暗恨生，此时无声胜有声。银瓶乍破水浆迸，铁骑突出刀枪鸣。曲终收拨当心画，四弦一声如裂帛。</a:t>
            </a:r>
          </a:p>
        </p:txBody>
      </p:sp>
      <p:sp>
        <p:nvSpPr>
          <p:cNvPr id="15" name="椭圆 14"/>
          <p:cNvSpPr/>
          <p:nvPr>
            <p:custDataLst>
              <p:tags r:id="R2e121109fe0442a2"/>
            </p:custDataLst>
          </p:nvPr>
        </p:nvSpPr>
        <p:spPr>
          <a:xfrm>
            <a:off x="10452100" y="3201035"/>
            <a:ext cx="465455" cy="456565"/>
          </a:xfrm>
          <a:prstGeom prst="ellipse">
            <a:avLst/>
          </a:prstGeom>
          <a:noFill/>
          <a:ln w="28575" cmpd="sng">
            <a:solidFill>
              <a:srgbClr val="6F77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 </a:t>
            </a:r>
          </a:p>
        </p:txBody>
      </p:sp>
      <p:sp>
        <p:nvSpPr>
          <p:cNvPr id="16" name="文本框 15"/>
          <p:cNvSpPr txBox="1"/>
          <p:nvPr>
            <p:custDataLst>
              <p:tags r:id="R6fe79a43693a486e"/>
            </p:custDataLst>
          </p:nvPr>
        </p:nvSpPr>
        <p:spPr>
          <a:xfrm>
            <a:off x="11589365" y="102870"/>
            <a:ext cx="461665" cy="17049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202X / 03 / 13</a:t>
            </a:r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29599" y="872490"/>
            <a:ext cx="1107996" cy="25565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60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琵琶行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5222875" y="1237615"/>
            <a:ext cx="2540" cy="5045710"/>
          </a:xfrm>
          <a:prstGeom prst="line">
            <a:avLst/>
          </a:prstGeom>
          <a:ln w="12700" cmpd="sng">
            <a:solidFill>
              <a:srgbClr val="6F77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9159f91b3c5c4b47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5638800" y="1461770"/>
            <a:ext cx="6275070" cy="0"/>
          </a:xfrm>
          <a:prstGeom prst="line">
            <a:avLst/>
          </a:prstGeom>
          <a:ln w="28575" cmpd="sng">
            <a:solidFill>
              <a:srgbClr val="6F775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626100" y="2312670"/>
            <a:ext cx="6284595" cy="4292600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 descr="11"/>
          <p:cNvPicPr>
            <a:picLocks noChangeAspect="1"/>
          </p:cNvPicPr>
          <p:nvPr/>
        </p:nvPicPr>
        <p:blipFill>
          <a:blip r:embed="Ra066c26d860946bf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6380" y="941070"/>
            <a:ext cx="5595620" cy="59169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5470" y="2312670"/>
            <a:ext cx="3060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琵琶行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5470" y="3429000"/>
            <a:ext cx="374332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大弦嘈嘈如急雨，X弦切切如私语。嘈嘈切切错杂弹，大珠X珠落玉盘。间关莺语花底滑，幽咽泉流冰下难。冰泉冷涩弦凝绝，凝绝不通声暂歇。别有幽愁暗恨生，此时无声胜有声。银瓶乍破水浆迸，铁骑突出刀枪鸣。曲终收拨当心画，四弦一声如裂帛。</a:t>
            </a:r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>
            <p:custDataLst>
              <p:tags r:id="Rbd835bee86344084"/>
            </p:custDataLst>
          </p:nvPr>
        </p:nvSpPr>
        <p:spPr>
          <a:xfrm>
            <a:off x="5860415" y="4123055"/>
            <a:ext cx="465455" cy="456565"/>
          </a:xfrm>
          <a:prstGeom prst="ellipse">
            <a:avLst/>
          </a:prstGeom>
          <a:noFill/>
          <a:ln w="28575" cmpd="sng">
            <a:solidFill>
              <a:srgbClr val="6F77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 </a:t>
            </a:r>
          </a:p>
        </p:txBody>
      </p:sp>
      <p:sp>
        <p:nvSpPr>
          <p:cNvPr id="16" name="文本框 15"/>
          <p:cNvSpPr txBox="1"/>
          <p:nvPr>
            <p:custDataLst>
              <p:tags r:id="R309afa5a33a44f99"/>
            </p:custDataLst>
          </p:nvPr>
        </p:nvSpPr>
        <p:spPr>
          <a:xfrm>
            <a:off x="5864205" y="2646680"/>
            <a:ext cx="461665" cy="17049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202X / 03 / 13</a:t>
            </a:r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89632744aa304ba9"/>
            </p:custDataLst>
          </p:nvPr>
        </p:nvSpPr>
        <p:spPr>
          <a:xfrm>
            <a:off x="7160895" y="744220"/>
            <a:ext cx="4749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开帘岂复雪霜寒，掩镜齐欢风日好。无边乐事趁春明，韶华满目最关情。娇颜任使名花妒，缓步偏多细草承。</a:t>
            </a:r>
          </a:p>
        </p:txBody>
      </p:sp>
    </p:spTree>
    <p:custDataLst>
      <p:tags r:id="R0f8029ce7df9425f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0" y="1166495"/>
            <a:ext cx="3888105" cy="705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SECOND</a:t>
            </a:r>
          </a:p>
        </p:txBody>
      </p:sp>
      <p:sp>
        <p:nvSpPr>
          <p:cNvPr id="9" name="矩形 8"/>
          <p:cNvSpPr/>
          <p:nvPr/>
        </p:nvSpPr>
        <p:spPr>
          <a:xfrm>
            <a:off x="-30480" y="3619500"/>
            <a:ext cx="12280900" cy="3260090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 descr="JPG分段 (9)"/>
          <p:cNvPicPr>
            <a:picLocks noChangeAspect="1"/>
          </p:cNvPicPr>
          <p:nvPr/>
        </p:nvPicPr>
        <p:blipFill>
          <a:blip r:embed="Rec245054615c44b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3940" y="2135505"/>
            <a:ext cx="2258060" cy="4722495"/>
          </a:xfrm>
          <a:prstGeom prst="rect">
            <a:avLst/>
          </a:prstGeom>
        </p:spPr>
      </p:pic>
      <p:pic>
        <p:nvPicPr>
          <p:cNvPr id="4" name="图片 3" descr="JPG分段 (8)"/>
          <p:cNvPicPr>
            <a:picLocks noChangeAspect="1"/>
          </p:cNvPicPr>
          <p:nvPr/>
        </p:nvPicPr>
        <p:blipFill>
          <a:blip r:embed="R3c3992b6fd07457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69135"/>
            <a:ext cx="2285365" cy="4888865"/>
          </a:xfrm>
          <a:prstGeom prst="rect">
            <a:avLst/>
          </a:prstGeom>
        </p:spPr>
      </p:pic>
      <p:pic>
        <p:nvPicPr>
          <p:cNvPr id="5" name="图片 4" descr="JPG分段 (8)"/>
          <p:cNvPicPr>
            <a:picLocks noChangeAspect="1"/>
          </p:cNvPicPr>
          <p:nvPr/>
        </p:nvPicPr>
        <p:blipFill>
          <a:blip r:embed="Rd47e0093a04a49a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3795" y="1686560"/>
            <a:ext cx="3740785" cy="5171440"/>
          </a:xfrm>
          <a:prstGeom prst="rect">
            <a:avLst/>
          </a:prstGeom>
          <a:ln>
            <a:noFill/>
          </a:ln>
        </p:spPr>
      </p:pic>
      <p:pic>
        <p:nvPicPr>
          <p:cNvPr id="8" name="图片 7" descr="JPG分段 (9)"/>
          <p:cNvPicPr>
            <a:picLocks noChangeAspect="1"/>
          </p:cNvPicPr>
          <p:nvPr/>
        </p:nvPicPr>
        <p:blipFill>
          <a:blip r:embed="Re4914c75206f474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3015" y="1703705"/>
            <a:ext cx="3700780" cy="517588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53247ff268774f40"/>
            </p:custDataLst>
          </p:nvPr>
        </p:nvSpPr>
        <p:spPr>
          <a:xfrm>
            <a:off x="2533015" y="1165860"/>
            <a:ext cx="51765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/</a:t>
            </a:r>
            <a:r>
              <a:rPr lang="zh-CN" altLang="en-US" sz="4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第贰章节：古往今来</a:t>
            </a:r>
          </a:p>
        </p:txBody>
      </p:sp>
      <p:sp>
        <p:nvSpPr>
          <p:cNvPr id="11" name="文本框 10"/>
          <p:cNvSpPr txBox="1"/>
          <p:nvPr>
            <p:custDataLst>
              <p:tags r:id="R43585f966f024d19"/>
            </p:custDataLst>
          </p:nvPr>
        </p:nvSpPr>
        <p:spPr>
          <a:xfrm>
            <a:off x="-30480" y="323215"/>
            <a:ext cx="4022725" cy="7118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36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</p:spTree>
    <p:custDataLst>
      <p:tags r:id="R3579d9d8050842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JPG分段 (5)"/>
          <p:cNvPicPr>
            <a:picLocks noChangeAspect="1"/>
          </p:cNvPicPr>
          <p:nvPr/>
        </p:nvPicPr>
        <p:blipFill>
          <a:blip r:embed="Ref08c73f92a1438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915" y="4024630"/>
            <a:ext cx="11473815" cy="2486025"/>
          </a:xfrm>
          <a:prstGeom prst="rect">
            <a:avLst/>
          </a:prstGeom>
        </p:spPr>
      </p:pic>
      <p:cxnSp>
        <p:nvCxnSpPr>
          <p:cNvPr id="5" name="直接连接符 4"/>
          <p:cNvCxnSpPr/>
          <p:nvPr>
            <p:custDataLst>
              <p:tags r:id="Rb8a42960a8af4e1b"/>
            </p:custDataLst>
          </p:nvPr>
        </p:nvCxnSpPr>
        <p:spPr>
          <a:xfrm>
            <a:off x="343535" y="2612390"/>
            <a:ext cx="11466195" cy="698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334dfe5c90864d44"/>
            </p:custDataLst>
          </p:nvPr>
        </p:nvSpPr>
        <p:spPr>
          <a:xfrm>
            <a:off x="11336655" y="1676400"/>
            <a:ext cx="465455" cy="456565"/>
          </a:xfrm>
          <a:prstGeom prst="ellipse">
            <a:avLst/>
          </a:prstGeom>
          <a:noFill/>
          <a:ln w="28575" cmpd="sng">
            <a:solidFill>
              <a:srgbClr val="6F77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 </a:t>
            </a:r>
          </a:p>
        </p:txBody>
      </p:sp>
      <p:sp>
        <p:nvSpPr>
          <p:cNvPr id="16" name="文本框 15"/>
          <p:cNvSpPr txBox="1"/>
          <p:nvPr>
            <p:custDataLst>
              <p:tags r:id="R7e928267ef70468b"/>
            </p:custDataLst>
          </p:nvPr>
        </p:nvSpPr>
        <p:spPr>
          <a:xfrm>
            <a:off x="11340445" y="200025"/>
            <a:ext cx="461665" cy="17049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202X / 03 / 13</a:t>
            </a:r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050c49ff326b42bb"/>
            </p:custDataLst>
          </p:nvPr>
        </p:nvSpPr>
        <p:spPr>
          <a:xfrm>
            <a:off x="10154920" y="199390"/>
            <a:ext cx="1085215" cy="193357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algn="l"/>
            <a:r>
              <a:rPr lang="zh-CN" altLang="en-US" sz="12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土地平旷，屋舍俨然，有良田美池桑竹之属。阡陌交通，鸡犬相闻。其中往来种作，男女衣着，悉如外人。黄发垂髫，并怡然自乐。</a:t>
            </a:r>
          </a:p>
          <a:p>
            <a:pPr algn="l"/>
            <a:endParaRPr lang="zh-CN" altLang="en-US" sz="1200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>
            <p:custDataLst>
              <p:tags r:id="R7be3d777fa4845c4"/>
            </p:custDataLst>
          </p:nvPr>
        </p:nvCxnSpPr>
        <p:spPr>
          <a:xfrm>
            <a:off x="343535" y="3213735"/>
            <a:ext cx="11466195" cy="698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eb7781fa401f4c3b"/>
            </p:custDataLst>
          </p:nvPr>
        </p:nvCxnSpPr>
        <p:spPr>
          <a:xfrm>
            <a:off x="335915" y="3815080"/>
            <a:ext cx="11466195" cy="698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35915" y="2723515"/>
            <a:ext cx="7397115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堪笑高台止避风，岂能对槛却当熊。丹青图画春风里，哀怨琵琶夜月中。</a:t>
            </a:r>
          </a:p>
          <a:p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db44f5d9b7f34254"/>
            </p:custDataLst>
          </p:nvPr>
        </p:nvSpPr>
        <p:spPr>
          <a:xfrm>
            <a:off x="343535" y="3326765"/>
            <a:ext cx="7397115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春去春来人渐老，花落花开春竞巧。年年岁岁奉宸游，何论承恩先与后。</a:t>
            </a:r>
          </a:p>
          <a:p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  <a:p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43535" y="1912620"/>
            <a:ext cx="2813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汉宫春晓图</a:t>
            </a:r>
          </a:p>
        </p:txBody>
      </p:sp>
      <p:sp>
        <p:nvSpPr>
          <p:cNvPr id="13" name="文本框 12"/>
          <p:cNvSpPr txBox="1"/>
          <p:nvPr>
            <p:custDataLst>
              <p:tags r:id="R2f2204250d954107"/>
            </p:custDataLst>
          </p:nvPr>
        </p:nvSpPr>
        <p:spPr>
          <a:xfrm>
            <a:off x="343535" y="1193165"/>
            <a:ext cx="4533265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dirty="0">
                <a:solidFill>
                  <a:schemeClr val="tx1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</p:spTree>
    <p:custDataLst>
      <p:tags r:id="R20d8a9372e69428a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19175" y="1853565"/>
            <a:ext cx="2868295" cy="2857500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155977ce47254917"/>
            </p:custDataLst>
          </p:nvPr>
        </p:nvSpPr>
        <p:spPr>
          <a:xfrm>
            <a:off x="4691380" y="1853565"/>
            <a:ext cx="2868295" cy="2857500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c6a5b0ae8d984391"/>
            </p:custDataLst>
          </p:nvPr>
        </p:nvSpPr>
        <p:spPr>
          <a:xfrm>
            <a:off x="8363585" y="1853565"/>
            <a:ext cx="2868295" cy="2857500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5" name="图片 4" descr="8"/>
          <p:cNvPicPr>
            <a:picLocks noChangeAspect="1"/>
          </p:cNvPicPr>
          <p:nvPr/>
        </p:nvPicPr>
        <p:blipFill>
          <a:blip r:embed="R4c220a706de24ec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8395" y="1458595"/>
            <a:ext cx="2838450" cy="3252470"/>
          </a:xfrm>
          <a:prstGeom prst="rect">
            <a:avLst/>
          </a:prstGeom>
        </p:spPr>
      </p:pic>
      <p:pic>
        <p:nvPicPr>
          <p:cNvPr id="6" name="图片 5" descr="10"/>
          <p:cNvPicPr>
            <a:picLocks noChangeAspect="1"/>
          </p:cNvPicPr>
          <p:nvPr/>
        </p:nvPicPr>
        <p:blipFill>
          <a:blip r:embed="Recbe49aac17145bc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6595" y="1436370"/>
            <a:ext cx="3053080" cy="3274695"/>
          </a:xfrm>
          <a:prstGeom prst="rect">
            <a:avLst/>
          </a:prstGeom>
        </p:spPr>
      </p:pic>
      <p:pic>
        <p:nvPicPr>
          <p:cNvPr id="7" name="图片 6" descr="6"/>
          <p:cNvPicPr>
            <a:picLocks noChangeAspect="1"/>
          </p:cNvPicPr>
          <p:nvPr/>
        </p:nvPicPr>
        <p:blipFill>
          <a:blip r:embed="R1d1eadb88d9242e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7235" y="1695450"/>
            <a:ext cx="3364865" cy="300482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fc1f972a60054c3d"/>
            </p:custDataLst>
          </p:nvPr>
        </p:nvSpPr>
        <p:spPr>
          <a:xfrm>
            <a:off x="972820" y="4881245"/>
            <a:ext cx="291465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大弦嘈嘈如急雨，X弦切切如私语。嘈嘈切切错杂弹，大珠X珠落玉盘。间关莺语花底滑，幽咽泉流冰下难。冰泉冷涩弦凝绝，凝绝不通声暂歇。别有幽愁暗恨生，此时无声胜有声。银瓶乍破水浆迸，铁骑突出刀枪鸣。曲终收拨当心画，四弦一声如裂帛。</a:t>
            </a:r>
          </a:p>
        </p:txBody>
      </p:sp>
      <p:sp>
        <p:nvSpPr>
          <p:cNvPr id="8" name="文本框 7"/>
          <p:cNvSpPr txBox="1"/>
          <p:nvPr>
            <p:custDataLst>
              <p:tags r:id="Rde8c9a1f6588455c"/>
            </p:custDataLst>
          </p:nvPr>
        </p:nvSpPr>
        <p:spPr>
          <a:xfrm>
            <a:off x="4645025" y="4881245"/>
            <a:ext cx="291465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大弦嘈嘈如急雨，X弦切切如私语。嘈嘈切切错杂弹，大珠X珠落玉盘。间关莺语花底滑，幽咽泉流冰下难。冰泉冷涩弦凝绝，凝绝不通声暂歇。别有幽愁暗恨生，此时无声胜有声。银瓶乍破水浆迸，铁骑突出刀枪鸣。曲终收拨当心画，四弦一声如裂帛。</a:t>
            </a:r>
          </a:p>
        </p:txBody>
      </p:sp>
      <p:sp>
        <p:nvSpPr>
          <p:cNvPr id="9" name="文本框 8"/>
          <p:cNvSpPr txBox="1"/>
          <p:nvPr>
            <p:custDataLst>
              <p:tags r:id="Rc0d3a40059c9402c"/>
            </p:custDataLst>
          </p:nvPr>
        </p:nvSpPr>
        <p:spPr>
          <a:xfrm>
            <a:off x="8317230" y="4881245"/>
            <a:ext cx="2914650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大弦嘈嘈如急雨，X弦切切如私语。嘈嘈切切错杂弹，大珠X珠落玉盘。间关莺语花底滑，幽咽泉流冰下难。冰泉冷涩弦凝绝，凝绝不通声暂歇。别有幽愁暗恨生，此时无声胜有声。银瓶乍破水浆迸，铁骑突出刀枪鸣。曲终收拨当心画，四弦一声如裂帛。</a:t>
            </a:r>
          </a:p>
        </p:txBody>
      </p:sp>
      <p:sp>
        <p:nvSpPr>
          <p:cNvPr id="12" name="文本框 11"/>
          <p:cNvSpPr txBox="1"/>
          <p:nvPr>
            <p:custDataLst>
              <p:tags r:id="R6b24884a24fa4a11"/>
            </p:custDataLst>
          </p:nvPr>
        </p:nvSpPr>
        <p:spPr>
          <a:xfrm>
            <a:off x="222885" y="0"/>
            <a:ext cx="11620500" cy="1172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8800" dirty="0">
                <a:solidFill>
                  <a:srgbClr val="C4C9B3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</p:spTree>
    <p:custDataLst>
      <p:tags r:id="R684f60682bf14663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1925955" y="3429000"/>
            <a:ext cx="4942205" cy="28232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783" h="4446">
                <a:moveTo>
                  <a:pt x="0" y="0"/>
                </a:moveTo>
                <a:lnTo>
                  <a:pt x="7782" y="0"/>
                </a:lnTo>
                <a:lnTo>
                  <a:pt x="7782" y="2753"/>
                </a:lnTo>
                <a:lnTo>
                  <a:pt x="0" y="2753"/>
                </a:lnTo>
                <a:lnTo>
                  <a:pt x="0" y="0"/>
                </a:lnTo>
                <a:close/>
                <a:moveTo>
                  <a:pt x="0" y="2929"/>
                </a:moveTo>
                <a:lnTo>
                  <a:pt x="7783" y="2929"/>
                </a:lnTo>
                <a:lnTo>
                  <a:pt x="7783" y="4446"/>
                </a:lnTo>
                <a:lnTo>
                  <a:pt x="0" y="4446"/>
                </a:lnTo>
                <a:lnTo>
                  <a:pt x="0" y="2929"/>
                </a:lnTo>
                <a:close/>
              </a:path>
            </a:pathLst>
          </a:custGeom>
          <a:blipFill rotWithShape="1">
            <a:blip r:embed="R5289c21ac081420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5" name="图片 4" descr="JPG分段 (9)"/>
          <p:cNvPicPr>
            <a:picLocks noChangeAspect="1"/>
          </p:cNvPicPr>
          <p:nvPr/>
        </p:nvPicPr>
        <p:blipFill>
          <a:blip r:embed="Rac36ed71601d40df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0885" y="654685"/>
            <a:ext cx="4270375" cy="2339975"/>
          </a:xfrm>
          <a:prstGeom prst="rect">
            <a:avLst/>
          </a:prstGeom>
        </p:spPr>
      </p:pic>
      <p:pic>
        <p:nvPicPr>
          <p:cNvPr id="7" name="图片 6" descr="4"/>
          <p:cNvPicPr>
            <a:picLocks noChangeAspect="1"/>
          </p:cNvPicPr>
          <p:nvPr/>
        </p:nvPicPr>
        <p:blipFill>
          <a:blip r:embed="Rf3244445fb3e484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5955" y="365760"/>
            <a:ext cx="4406265" cy="29178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52946" y="3429635"/>
            <a:ext cx="1261884" cy="28232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浔阳地僻无音乐，终岁不闻丝竹声。住近湓江地低湿，黄芦苦竹绕宅生。其间旦暮闻何物？杜鹃啼血猿哀鸣。春江花朝秋月夜，往往取酒还独倾。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013575" y="4545330"/>
            <a:ext cx="4359910" cy="170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大弦嘈嘈如急雨，X弦切切如私语。嘈嘈切切错杂弹，大珠X珠落玉盘。间关莺语花底滑，幽咽泉流冰下难。冰泉冷涩弦凝绝，凝绝不通声暂歇。别有幽愁暗恨生，此时无声胜有声。银瓶乍破水浆迸，铁骑突出刀枪鸣。曲终收拨当心画，四弦一声如裂帛。</a:t>
            </a:r>
          </a:p>
        </p:txBody>
      </p:sp>
      <p:sp>
        <p:nvSpPr>
          <p:cNvPr id="11" name="文本框 10"/>
          <p:cNvSpPr txBox="1"/>
          <p:nvPr>
            <p:custDataLst>
              <p:tags r:id="Rdcd93baa8e574b8f"/>
            </p:custDataLst>
          </p:nvPr>
        </p:nvSpPr>
        <p:spPr>
          <a:xfrm>
            <a:off x="7080885" y="3961765"/>
            <a:ext cx="3060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琵琶行</a:t>
            </a:r>
          </a:p>
        </p:txBody>
      </p:sp>
      <p:sp>
        <p:nvSpPr>
          <p:cNvPr id="15" name="椭圆 14"/>
          <p:cNvSpPr/>
          <p:nvPr>
            <p:custDataLst>
              <p:tags r:id="Rc0a461fe369f48ff"/>
            </p:custDataLst>
          </p:nvPr>
        </p:nvSpPr>
        <p:spPr>
          <a:xfrm>
            <a:off x="6402705" y="2131060"/>
            <a:ext cx="465455" cy="456565"/>
          </a:xfrm>
          <a:prstGeom prst="ellipse">
            <a:avLst/>
          </a:prstGeom>
          <a:noFill/>
          <a:ln w="28575" cmpd="sng">
            <a:solidFill>
              <a:srgbClr val="6F77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 </a:t>
            </a:r>
          </a:p>
        </p:txBody>
      </p:sp>
      <p:sp>
        <p:nvSpPr>
          <p:cNvPr id="16" name="文本框 15"/>
          <p:cNvSpPr txBox="1"/>
          <p:nvPr>
            <p:custDataLst>
              <p:tags r:id="Red0e9222b3da4783"/>
            </p:custDataLst>
          </p:nvPr>
        </p:nvSpPr>
        <p:spPr>
          <a:xfrm>
            <a:off x="6406495" y="654685"/>
            <a:ext cx="461665" cy="17049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202X / 03 / 13</a:t>
            </a:r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ad2ef213a57d45b9"/>
            </p:custDataLst>
          </p:nvPr>
        </p:nvSpPr>
        <p:spPr>
          <a:xfrm>
            <a:off x="1143635" y="2415540"/>
            <a:ext cx="5333365" cy="724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</p:spTree>
    <p:custDataLst>
      <p:tags r:id="Rda9b1557ecee4090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0" y="1166495"/>
            <a:ext cx="3888105" cy="705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THIRD</a:t>
            </a:r>
          </a:p>
        </p:txBody>
      </p:sp>
      <p:sp>
        <p:nvSpPr>
          <p:cNvPr id="9" name="矩形 8"/>
          <p:cNvSpPr/>
          <p:nvPr/>
        </p:nvSpPr>
        <p:spPr>
          <a:xfrm>
            <a:off x="-30480" y="3619500"/>
            <a:ext cx="12280900" cy="3260090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 descr="JPG分段 (9)"/>
          <p:cNvPicPr>
            <a:picLocks noChangeAspect="1"/>
          </p:cNvPicPr>
          <p:nvPr/>
        </p:nvPicPr>
        <p:blipFill>
          <a:blip r:embed="R1055e49b2657468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3940" y="2135505"/>
            <a:ext cx="2258060" cy="4722495"/>
          </a:xfrm>
          <a:prstGeom prst="rect">
            <a:avLst/>
          </a:prstGeom>
        </p:spPr>
      </p:pic>
      <p:pic>
        <p:nvPicPr>
          <p:cNvPr id="4" name="图片 3" descr="JPG分段 (8)"/>
          <p:cNvPicPr>
            <a:picLocks noChangeAspect="1"/>
          </p:cNvPicPr>
          <p:nvPr/>
        </p:nvPicPr>
        <p:blipFill>
          <a:blip r:embed="Rd25e61ef47004f4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69135"/>
            <a:ext cx="2285365" cy="4888865"/>
          </a:xfrm>
          <a:prstGeom prst="rect">
            <a:avLst/>
          </a:prstGeom>
        </p:spPr>
      </p:pic>
      <p:pic>
        <p:nvPicPr>
          <p:cNvPr id="5" name="图片 4" descr="JPG分段 (8)"/>
          <p:cNvPicPr>
            <a:picLocks noChangeAspect="1"/>
          </p:cNvPicPr>
          <p:nvPr/>
        </p:nvPicPr>
        <p:blipFill>
          <a:blip r:embed="R3014b5851f934bd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3795" y="1686560"/>
            <a:ext cx="3740785" cy="5171440"/>
          </a:xfrm>
          <a:prstGeom prst="rect">
            <a:avLst/>
          </a:prstGeom>
          <a:ln>
            <a:noFill/>
          </a:ln>
        </p:spPr>
      </p:pic>
      <p:pic>
        <p:nvPicPr>
          <p:cNvPr id="8" name="图片 7" descr="JPG分段 (9)"/>
          <p:cNvPicPr>
            <a:picLocks noChangeAspect="1"/>
          </p:cNvPicPr>
          <p:nvPr/>
        </p:nvPicPr>
        <p:blipFill>
          <a:blip r:embed="R9b215b9436764a0a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3015" y="1703705"/>
            <a:ext cx="3700780" cy="517588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155a296a73624c75"/>
            </p:custDataLst>
          </p:nvPr>
        </p:nvSpPr>
        <p:spPr>
          <a:xfrm>
            <a:off x="2214245" y="1166495"/>
            <a:ext cx="51765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/</a:t>
            </a:r>
            <a:r>
              <a:rPr lang="zh-CN" altLang="en-US" sz="4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第叁章节：古往今来</a:t>
            </a:r>
          </a:p>
        </p:txBody>
      </p:sp>
      <p:sp>
        <p:nvSpPr>
          <p:cNvPr id="11" name="文本框 10"/>
          <p:cNvSpPr txBox="1"/>
          <p:nvPr>
            <p:custDataLst>
              <p:tags r:id="Rcabd37600adb4926"/>
            </p:custDataLst>
          </p:nvPr>
        </p:nvSpPr>
        <p:spPr>
          <a:xfrm>
            <a:off x="-30480" y="323215"/>
            <a:ext cx="4022725" cy="7118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36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</p:spTree>
    <p:custDataLst>
      <p:tags r:id="R89ca655e0c5e4e4d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60090" y="2667000"/>
            <a:ext cx="2700655" cy="4191000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1fbabf05335f4440"/>
            </p:custDataLst>
          </p:nvPr>
        </p:nvSpPr>
        <p:spPr>
          <a:xfrm>
            <a:off x="6158230" y="2016760"/>
            <a:ext cx="2700655" cy="4191000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f17695a40af2448d"/>
            </p:custDataLst>
          </p:nvPr>
        </p:nvSpPr>
        <p:spPr>
          <a:xfrm>
            <a:off x="9056370" y="1456690"/>
            <a:ext cx="2700655" cy="4191000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5" name="图片 4" descr="JPG分段 (9)"/>
          <p:cNvPicPr>
            <a:picLocks noChangeAspect="1"/>
          </p:cNvPicPr>
          <p:nvPr/>
        </p:nvPicPr>
        <p:blipFill>
          <a:blip r:embed="Rce35d243eaaf493a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9190" y="1807210"/>
            <a:ext cx="1863090" cy="3840480"/>
          </a:xfrm>
          <a:prstGeom prst="rect">
            <a:avLst/>
          </a:prstGeom>
        </p:spPr>
      </p:pic>
      <p:pic>
        <p:nvPicPr>
          <p:cNvPr id="6" name="图片 5" descr="JPG分段 (9)"/>
          <p:cNvPicPr>
            <a:picLocks noChangeAspect="1"/>
          </p:cNvPicPr>
          <p:nvPr/>
        </p:nvPicPr>
        <p:blipFill>
          <a:blip r:embed="Rbec1979123df44bc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98305" y="461010"/>
            <a:ext cx="1990725" cy="3799205"/>
          </a:xfrm>
          <a:prstGeom prst="rect">
            <a:avLst/>
          </a:prstGeom>
        </p:spPr>
      </p:pic>
      <p:pic>
        <p:nvPicPr>
          <p:cNvPr id="7" name="图片 6" descr="JPG分段 (9)"/>
          <p:cNvPicPr>
            <a:picLocks noChangeAspect="1"/>
          </p:cNvPicPr>
          <p:nvPr/>
        </p:nvPicPr>
        <p:blipFill>
          <a:blip r:embed="R1468bbad60fa4a6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807835" y="1349375"/>
            <a:ext cx="1925320" cy="347218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e5a38a52242d423b"/>
            </p:custDataLst>
          </p:nvPr>
        </p:nvSpPr>
        <p:spPr>
          <a:xfrm>
            <a:off x="3386455" y="5647690"/>
            <a:ext cx="24491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开帘岂复雪霜寒，掩镜齐欢风日好。无边乐事趁春明，韶华满目最关情。娇颜任使名花妒，缓步偏多细草承。</a:t>
            </a:r>
          </a:p>
        </p:txBody>
      </p:sp>
      <p:sp>
        <p:nvSpPr>
          <p:cNvPr id="8" name="文本框 7"/>
          <p:cNvSpPr txBox="1"/>
          <p:nvPr>
            <p:custDataLst>
              <p:tags r:id="R6a98c10834b548f3"/>
            </p:custDataLst>
          </p:nvPr>
        </p:nvSpPr>
        <p:spPr>
          <a:xfrm>
            <a:off x="6283960" y="4821555"/>
            <a:ext cx="24491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开帘岂复雪霜寒，掩镜齐欢风日好。无边乐事趁春明，韶华满目最关情。娇颜任使名花妒，缓步偏多细草承。</a:t>
            </a:r>
          </a:p>
        </p:txBody>
      </p:sp>
      <p:sp>
        <p:nvSpPr>
          <p:cNvPr id="9" name="文本框 8"/>
          <p:cNvSpPr txBox="1"/>
          <p:nvPr>
            <p:custDataLst>
              <p:tags r:id="R254a26d4e8474f9a"/>
            </p:custDataLst>
          </p:nvPr>
        </p:nvSpPr>
        <p:spPr>
          <a:xfrm>
            <a:off x="9181465" y="4260215"/>
            <a:ext cx="24491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开帘岂复雪霜寒，掩镜齐欢风日好。无边乐事趁春明，韶华满目最关情。娇颜任使名花妒，缓步偏多细草承。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14429" y="461010"/>
            <a:ext cx="1107996" cy="35712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60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古往今来</a:t>
            </a:r>
          </a:p>
        </p:txBody>
      </p:sp>
      <p:sp>
        <p:nvSpPr>
          <p:cNvPr id="15" name="椭圆 14"/>
          <p:cNvSpPr/>
          <p:nvPr>
            <p:custDataLst>
              <p:tags r:id="R82ca4b423d794c83"/>
            </p:custDataLst>
          </p:nvPr>
        </p:nvSpPr>
        <p:spPr>
          <a:xfrm>
            <a:off x="144780" y="4260215"/>
            <a:ext cx="465455" cy="456565"/>
          </a:xfrm>
          <a:prstGeom prst="ellipse">
            <a:avLst/>
          </a:prstGeom>
          <a:noFill/>
          <a:ln w="28575" cmpd="sng">
            <a:solidFill>
              <a:srgbClr val="6F77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 </a:t>
            </a:r>
          </a:p>
        </p:txBody>
      </p:sp>
      <p:sp>
        <p:nvSpPr>
          <p:cNvPr id="16" name="文本框 15"/>
          <p:cNvSpPr txBox="1"/>
          <p:nvPr>
            <p:custDataLst>
              <p:tags r:id="R2f9c0d63e3e44546"/>
            </p:custDataLst>
          </p:nvPr>
        </p:nvSpPr>
        <p:spPr>
          <a:xfrm>
            <a:off x="148570" y="2783840"/>
            <a:ext cx="461665" cy="17049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202X / 03 / 13</a:t>
            </a:r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bfeea92ba95e4d09"/>
            </p:custDataLst>
          </p:nvPr>
        </p:nvSpPr>
        <p:spPr>
          <a:xfrm>
            <a:off x="1622425" y="1068705"/>
            <a:ext cx="578167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大弦嘈嘈如急雨，X弦切切如私语。嘈嘈切切错杂弹，大珠X珠落玉盘。间关莺语花底滑，幽咽泉流冰下难。冰泉冷涩弦凝绝，凝绝不通声暂歇。别有幽愁暗恨生，此时无声胜有声。银瓶乍破水浆迸，铁骑突出刀枪鸣。</a:t>
            </a:r>
          </a:p>
        </p:txBody>
      </p:sp>
      <p:sp>
        <p:nvSpPr>
          <p:cNvPr id="19" name="文本框 18"/>
          <p:cNvSpPr txBox="1"/>
          <p:nvPr>
            <p:custDataLst>
              <p:tags r:id="R4442b196098e4001"/>
            </p:custDataLst>
          </p:nvPr>
        </p:nvSpPr>
        <p:spPr>
          <a:xfrm>
            <a:off x="1622425" y="461010"/>
            <a:ext cx="5333365" cy="724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  <p:sp>
        <p:nvSpPr>
          <p:cNvPr id="20" name="文本框 19"/>
          <p:cNvSpPr txBox="1"/>
          <p:nvPr>
            <p:custDataLst>
              <p:tags r:id="Re20f493b3bc94ac5"/>
            </p:custDataLst>
          </p:nvPr>
        </p:nvSpPr>
        <p:spPr>
          <a:xfrm>
            <a:off x="1405116" y="2667000"/>
            <a:ext cx="1261884" cy="28232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浔阳地僻无音乐，终岁不闻丝竹声。住近湓江地低湿，黄芦苦竹绕宅生。其间旦暮闻何物？杜鹃啼血猿哀鸣。春江花朝秋月夜，往往取酒还独倾。</a:t>
            </a:r>
          </a:p>
        </p:txBody>
      </p:sp>
    </p:spTree>
    <p:custDataLst>
      <p:tags r:id="Rda5b3b8d55384c2e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JPG分段 (6)"/>
          <p:cNvPicPr>
            <a:picLocks noChangeAspect="1"/>
          </p:cNvPicPr>
          <p:nvPr/>
        </p:nvPicPr>
        <p:blipFill>
          <a:blip r:embed="R3d7d9f48f5b741a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190" y="2104390"/>
            <a:ext cx="11183620" cy="2912110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6938233de09341ce"/>
            </p:custDataLst>
          </p:nvPr>
        </p:nvCxnSpPr>
        <p:spPr>
          <a:xfrm>
            <a:off x="5415915" y="1918335"/>
            <a:ext cx="6275070" cy="0"/>
          </a:xfrm>
          <a:prstGeom prst="line">
            <a:avLst/>
          </a:prstGeom>
          <a:ln w="28575" cmpd="sng">
            <a:solidFill>
              <a:srgbClr val="6F775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>
            <p:custDataLst>
              <p:tags r:id="R8ed9f849a7e94be0"/>
            </p:custDataLst>
          </p:nvPr>
        </p:nvSpPr>
        <p:spPr>
          <a:xfrm>
            <a:off x="6938010" y="1200785"/>
            <a:ext cx="4749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开帘岂复雪霜寒，掩镜齐欢风日好。无边乐事趁春明，韶华满目最关情。娇颜任使名花妒，缓步偏多细草承。</a:t>
            </a:r>
          </a:p>
        </p:txBody>
      </p:sp>
      <p:sp>
        <p:nvSpPr>
          <p:cNvPr id="12" name="文本框 11"/>
          <p:cNvSpPr txBox="1"/>
          <p:nvPr>
            <p:custDataLst>
              <p:tags r:id="R8851cfa4e0ff4b57"/>
            </p:custDataLst>
          </p:nvPr>
        </p:nvSpPr>
        <p:spPr>
          <a:xfrm>
            <a:off x="504190" y="1208405"/>
            <a:ext cx="2813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汉宫春晓图</a:t>
            </a:r>
          </a:p>
        </p:txBody>
      </p:sp>
      <p:sp>
        <p:nvSpPr>
          <p:cNvPr id="3" name="文本框 2"/>
          <p:cNvSpPr txBox="1"/>
          <p:nvPr>
            <p:custDataLst>
              <p:tags r:id="R9934e9801c914fa3"/>
            </p:custDataLst>
          </p:nvPr>
        </p:nvSpPr>
        <p:spPr>
          <a:xfrm>
            <a:off x="504190" y="488950"/>
            <a:ext cx="4556908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dirty="0">
                <a:solidFill>
                  <a:schemeClr val="tx1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  <p:cxnSp>
        <p:nvCxnSpPr>
          <p:cNvPr id="5" name="直接连接符 4"/>
          <p:cNvCxnSpPr/>
          <p:nvPr>
            <p:custDataLst>
              <p:tags r:id="Rf6829fdb19194777"/>
            </p:custDataLst>
          </p:nvPr>
        </p:nvCxnSpPr>
        <p:spPr>
          <a:xfrm>
            <a:off x="511810" y="5156200"/>
            <a:ext cx="11149330" cy="317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cef347de1fb24657"/>
            </p:custDataLst>
          </p:nvPr>
        </p:nvCxnSpPr>
        <p:spPr>
          <a:xfrm flipV="1">
            <a:off x="511810" y="5753735"/>
            <a:ext cx="11137900" cy="381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70cfecb8276e4050"/>
            </p:custDataLst>
          </p:nvPr>
        </p:nvCxnSpPr>
        <p:spPr>
          <a:xfrm flipV="1">
            <a:off x="504190" y="6336030"/>
            <a:ext cx="11158855" cy="2286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d3d3ffa0f1a64e16"/>
            </p:custDataLst>
          </p:nvPr>
        </p:nvSpPr>
        <p:spPr>
          <a:xfrm>
            <a:off x="504190" y="5267325"/>
            <a:ext cx="7397115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堪笑高台止避风，岂能对槛却当熊。丹青图画春风里，哀怨琵琶夜月中。</a:t>
            </a:r>
          </a:p>
          <a:p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393f2ab382df4aca"/>
            </p:custDataLst>
          </p:nvPr>
        </p:nvSpPr>
        <p:spPr>
          <a:xfrm>
            <a:off x="511810" y="5870575"/>
            <a:ext cx="7397115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春去春来人渐老，花落花开春竞巧。年年岁岁奉宸游，何论承恩先与后。</a:t>
            </a:r>
          </a:p>
          <a:p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  <a:p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</p:spTree>
    <p:custDataLst>
      <p:tags r:id="R4f3e7f9284a242fc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JPG分段 (7)"/>
          <p:cNvPicPr>
            <a:picLocks noChangeAspect="1"/>
          </p:cNvPicPr>
          <p:nvPr/>
        </p:nvPicPr>
        <p:blipFill>
          <a:blip r:embed="R70db42fee6964e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3890" y="812165"/>
            <a:ext cx="1605280" cy="2700655"/>
          </a:xfrm>
          <a:prstGeom prst="rect">
            <a:avLst/>
          </a:prstGeom>
        </p:spPr>
      </p:pic>
      <p:pic>
        <p:nvPicPr>
          <p:cNvPr id="3" name="图片 2" descr="JPG分段 (7)"/>
          <p:cNvPicPr>
            <a:picLocks noChangeAspect="1"/>
          </p:cNvPicPr>
          <p:nvPr>
            <p:custDataLst>
              <p:tags r:id="Rdde1e4a2ab2a441b"/>
            </p:custDataLst>
          </p:nvPr>
        </p:nvPicPr>
        <p:blipFill>
          <a:blip r:embed="R70db42fee6964e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3890" y="3750945"/>
            <a:ext cx="1605280" cy="2700655"/>
          </a:xfrm>
          <a:prstGeom prst="rect">
            <a:avLst/>
          </a:prstGeom>
        </p:spPr>
      </p:pic>
      <p:sp>
        <p:nvSpPr>
          <p:cNvPr id="15" name="椭圆 14"/>
          <p:cNvSpPr/>
          <p:nvPr>
            <p:custDataLst>
              <p:tags r:id="Rbc831b1044944b3d"/>
            </p:custDataLst>
          </p:nvPr>
        </p:nvSpPr>
        <p:spPr>
          <a:xfrm>
            <a:off x="11336655" y="1676400"/>
            <a:ext cx="465455" cy="456565"/>
          </a:xfrm>
          <a:prstGeom prst="ellipse">
            <a:avLst/>
          </a:prstGeom>
          <a:noFill/>
          <a:ln w="28575" cmpd="sng">
            <a:solidFill>
              <a:srgbClr val="6F77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 </a:t>
            </a:r>
          </a:p>
        </p:txBody>
      </p:sp>
      <p:sp>
        <p:nvSpPr>
          <p:cNvPr id="16" name="文本框 15"/>
          <p:cNvSpPr txBox="1"/>
          <p:nvPr>
            <p:custDataLst>
              <p:tags r:id="Rb9707877dab64a8c"/>
            </p:custDataLst>
          </p:nvPr>
        </p:nvSpPr>
        <p:spPr>
          <a:xfrm>
            <a:off x="11340445" y="200025"/>
            <a:ext cx="461665" cy="17049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202X / 03 / 13</a:t>
            </a:r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1a55d3c5d4144343"/>
            </p:custDataLst>
          </p:nvPr>
        </p:nvSpPr>
        <p:spPr>
          <a:xfrm>
            <a:off x="7530197" y="890270"/>
            <a:ext cx="1800493" cy="26225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浔阳地僻无音乐，终岁不闻丝竹声。住近湓江地低湿，黄芦苦竹绕宅生。其间旦暮闻何物？杜鹃啼血猿哀鸣。春江花朝秋月夜，往往取酒还独倾。</a:t>
            </a:r>
          </a:p>
        </p:txBody>
      </p:sp>
      <p:sp>
        <p:nvSpPr>
          <p:cNvPr id="4" name="文本框 3"/>
          <p:cNvSpPr txBox="1"/>
          <p:nvPr>
            <p:custDataLst>
              <p:tags r:id="R590f2614bc9e4734"/>
            </p:custDataLst>
          </p:nvPr>
        </p:nvSpPr>
        <p:spPr>
          <a:xfrm>
            <a:off x="7530197" y="3785235"/>
            <a:ext cx="1800493" cy="26663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浔阳地僻无音乐，终岁不闻丝竹声。住近湓江地低湿，黄芦苦竹绕宅生。其间旦暮闻何物？杜鹃啼血猿哀鸣。春江花朝秋月夜，往往取酒还独倾。</a:t>
            </a:r>
          </a:p>
        </p:txBody>
      </p:sp>
      <p:sp>
        <p:nvSpPr>
          <p:cNvPr id="5" name="矩形 4"/>
          <p:cNvSpPr/>
          <p:nvPr/>
        </p:nvSpPr>
        <p:spPr>
          <a:xfrm>
            <a:off x="-1" y="812165"/>
            <a:ext cx="4659631" cy="5592445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 descr="8"/>
          <p:cNvPicPr>
            <a:picLocks noChangeAspect="1"/>
          </p:cNvPicPr>
          <p:nvPr/>
        </p:nvPicPr>
        <p:blipFill>
          <a:blip r:embed="R6f182bff76be405f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2870" y="890270"/>
            <a:ext cx="3541395" cy="399669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762000" y="890270"/>
            <a:ext cx="1477645" cy="4255770"/>
            <a:chOff x="1200" y="1402"/>
            <a:chExt cx="2327" cy="6702"/>
          </a:xfrm>
        </p:grpSpPr>
        <p:sp>
          <p:nvSpPr>
            <p:cNvPr id="11" name="文本框 10"/>
            <p:cNvSpPr txBox="1"/>
            <p:nvPr>
              <p:custDataLst>
                <p:tags r:id="R7cef3357b0ed402d"/>
              </p:custDataLst>
            </p:nvPr>
          </p:nvSpPr>
          <p:spPr>
            <a:xfrm>
              <a:off x="1782" y="1402"/>
              <a:ext cx="1745" cy="562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6000" dirty="0">
                  <a:latin typeface="思源宋体 CN Heavy" pitchFamily="18" charset="-122"/>
                  <a:ea typeface="华文新魏" panose="02010800040101010101" pitchFamily="2" charset="-122"/>
                  <a:sym typeface="微软雅黑" panose="020B0503020204020204" pitchFamily="34" charset="-122"/>
                </a:rPr>
                <a:t>古往今来</a:t>
              </a:r>
            </a:p>
          </p:txBody>
        </p:sp>
        <p:sp>
          <p:nvSpPr>
            <p:cNvPr id="7" name="椭圆 6"/>
            <p:cNvSpPr/>
            <p:nvPr>
              <p:custDataLst>
                <p:tags r:id="Re401f682d5e94bcd"/>
              </p:custDataLst>
            </p:nvPr>
          </p:nvSpPr>
          <p:spPr>
            <a:xfrm>
              <a:off x="1200" y="7385"/>
              <a:ext cx="733" cy="719"/>
            </a:xfrm>
            <a:prstGeom prst="ellipse">
              <a:avLst/>
            </a:prstGeom>
            <a:noFill/>
            <a:ln w="28575" cmpd="sng">
              <a:solidFill>
                <a:srgbClr val="6F775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思源宋体 CN Heavy" pitchFamily="18" charset="-122"/>
                  <a:ea typeface="华文新魏" panose="02010800040101010101" pitchFamily="2" charset="-122"/>
                  <a:sym typeface="微软雅黑" panose="020B0503020204020204" pitchFamily="34" charset="-122"/>
                </a:rPr>
                <a:t> </a:t>
              </a:r>
            </a:p>
          </p:txBody>
        </p:sp>
        <p:sp>
          <p:nvSpPr>
            <p:cNvPr id="8" name="文本框 7"/>
            <p:cNvSpPr txBox="1"/>
            <p:nvPr>
              <p:custDataLst>
                <p:tags r:id="R27f93ce6772147ce"/>
              </p:custDataLst>
            </p:nvPr>
          </p:nvSpPr>
          <p:spPr>
            <a:xfrm>
              <a:off x="1206" y="5060"/>
              <a:ext cx="727" cy="268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>
                  <a:latin typeface="思源宋体 CN Heavy" pitchFamily="18" charset="-122"/>
                  <a:ea typeface="华文新魏" panose="02010800040101010101" pitchFamily="2" charset="-122"/>
                  <a:sym typeface="微软雅黑" panose="020B0503020204020204" pitchFamily="34" charset="-122"/>
                </a:rPr>
                <a:t>202X / 03 / 13</a:t>
              </a:r>
              <a:endPara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dc9e689d383e4afb"/>
            </p:custDataLst>
          </p:nvPr>
        </p:nvSpPr>
        <p:spPr>
          <a:xfrm>
            <a:off x="2384425" y="5078730"/>
            <a:ext cx="405828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开帘岂复雪霜寒，掩镜齐欢风日好。无边乐事趁春明，韶华满目最关情。娇颜任使名花妒，缓步偏多细草承。</a:t>
            </a:r>
          </a:p>
        </p:txBody>
      </p:sp>
    </p:spTree>
    <p:custDataLst>
      <p:tags r:id="R128cbea122824d5a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0" y="1166495"/>
            <a:ext cx="3888105" cy="705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FOURTH</a:t>
            </a:r>
          </a:p>
        </p:txBody>
      </p:sp>
      <p:sp>
        <p:nvSpPr>
          <p:cNvPr id="9" name="矩形 8"/>
          <p:cNvSpPr/>
          <p:nvPr/>
        </p:nvSpPr>
        <p:spPr>
          <a:xfrm>
            <a:off x="-30480" y="3619500"/>
            <a:ext cx="12280900" cy="3260090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 descr="JPG分段 (9)"/>
          <p:cNvPicPr>
            <a:picLocks noChangeAspect="1"/>
          </p:cNvPicPr>
          <p:nvPr/>
        </p:nvPicPr>
        <p:blipFill>
          <a:blip r:embed="R57052534f0ef484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3940" y="2135505"/>
            <a:ext cx="2258060" cy="4722495"/>
          </a:xfrm>
          <a:prstGeom prst="rect">
            <a:avLst/>
          </a:prstGeom>
        </p:spPr>
      </p:pic>
      <p:pic>
        <p:nvPicPr>
          <p:cNvPr id="4" name="图片 3" descr="JPG分段 (8)"/>
          <p:cNvPicPr>
            <a:picLocks noChangeAspect="1"/>
          </p:cNvPicPr>
          <p:nvPr/>
        </p:nvPicPr>
        <p:blipFill>
          <a:blip r:embed="R5dbbc0e33f16475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969135"/>
            <a:ext cx="2285365" cy="4888865"/>
          </a:xfrm>
          <a:prstGeom prst="rect">
            <a:avLst/>
          </a:prstGeom>
        </p:spPr>
      </p:pic>
      <p:pic>
        <p:nvPicPr>
          <p:cNvPr id="5" name="图片 4" descr="JPG分段 (8)"/>
          <p:cNvPicPr>
            <a:picLocks noChangeAspect="1"/>
          </p:cNvPicPr>
          <p:nvPr/>
        </p:nvPicPr>
        <p:blipFill>
          <a:blip r:embed="R482f0930802c41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3795" y="1686560"/>
            <a:ext cx="3740785" cy="5171440"/>
          </a:xfrm>
          <a:prstGeom prst="rect">
            <a:avLst/>
          </a:prstGeom>
          <a:ln>
            <a:noFill/>
          </a:ln>
        </p:spPr>
      </p:pic>
      <p:pic>
        <p:nvPicPr>
          <p:cNvPr id="8" name="图片 7" descr="JPG分段 (9)"/>
          <p:cNvPicPr>
            <a:picLocks noChangeAspect="1"/>
          </p:cNvPicPr>
          <p:nvPr/>
        </p:nvPicPr>
        <p:blipFill>
          <a:blip r:embed="R0fcc307bddb8445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3015" y="1703705"/>
            <a:ext cx="3700780" cy="517588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1b041f22db684026"/>
            </p:custDataLst>
          </p:nvPr>
        </p:nvSpPr>
        <p:spPr>
          <a:xfrm>
            <a:off x="2695575" y="1166495"/>
            <a:ext cx="51765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/</a:t>
            </a:r>
            <a:r>
              <a:rPr lang="zh-CN" altLang="en-US" sz="4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第肆章节：古往今来</a:t>
            </a:r>
          </a:p>
        </p:txBody>
      </p:sp>
      <p:sp>
        <p:nvSpPr>
          <p:cNvPr id="11" name="文本框 10"/>
          <p:cNvSpPr txBox="1"/>
          <p:nvPr>
            <p:custDataLst>
              <p:tags r:id="R71492771a3194017"/>
            </p:custDataLst>
          </p:nvPr>
        </p:nvSpPr>
        <p:spPr>
          <a:xfrm>
            <a:off x="-30481" y="323215"/>
            <a:ext cx="4740703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</p:spTree>
    <p:custDataLst>
      <p:tags r:id="R82fba15e7af24a45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1"/>
          <p:cNvPicPr>
            <a:picLocks noChangeAspect="1"/>
          </p:cNvPicPr>
          <p:nvPr/>
        </p:nvPicPr>
        <p:blipFill>
          <a:blip r:embed="R7f7d8d253e5c40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3045" y="970280"/>
            <a:ext cx="4338955" cy="491807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2184eb20cf804beb"/>
            </p:custDataLst>
          </p:nvPr>
        </p:nvSpPr>
        <p:spPr>
          <a:xfrm>
            <a:off x="-1" y="4195445"/>
            <a:ext cx="7701915" cy="266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0" b="1" dirty="0">
                <a:solidFill>
                  <a:srgbClr val="C4C9B3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</a:t>
            </a:r>
          </a:p>
          <a:p>
            <a:r>
              <a:rPr lang="en-US" altLang="zh-CN" sz="9000" b="1" dirty="0">
                <a:solidFill>
                  <a:srgbClr val="C4C9B3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JIN LAI</a:t>
            </a:r>
          </a:p>
        </p:txBody>
      </p:sp>
      <p:sp>
        <p:nvSpPr>
          <p:cNvPr id="4" name="文本框 3"/>
          <p:cNvSpPr txBox="1"/>
          <p:nvPr>
            <p:custDataLst>
              <p:tags r:id="R02588354a0f742d1"/>
            </p:custDataLst>
          </p:nvPr>
        </p:nvSpPr>
        <p:spPr>
          <a:xfrm>
            <a:off x="2649220" y="1401445"/>
            <a:ext cx="4093845" cy="40551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大弦嘈嘈如急雨，X弦切切如私语。嘈嘈切切错杂弹，大珠X珠落玉盘。间关莺语花底滑，幽咽泉流冰下难。冰泉冷涩弦凝绝，凝绝不通声暂歇。别有幽愁暗恨生，此时无声胜有声。银瓶乍破水浆迸，铁骑突出刀枪鸣。曲终收拨当心画，四弦一声如裂帛。</a:t>
            </a:r>
          </a:p>
        </p:txBody>
      </p:sp>
      <p:sp>
        <p:nvSpPr>
          <p:cNvPr id="15" name="椭圆 14"/>
          <p:cNvSpPr/>
          <p:nvPr>
            <p:custDataLst>
              <p:tags r:id="R090de22193cd414b"/>
            </p:custDataLst>
          </p:nvPr>
        </p:nvSpPr>
        <p:spPr>
          <a:xfrm>
            <a:off x="6205220" y="3201035"/>
            <a:ext cx="465455" cy="456565"/>
          </a:xfrm>
          <a:prstGeom prst="ellipse">
            <a:avLst/>
          </a:prstGeom>
          <a:noFill/>
          <a:ln w="28575" cmpd="sng">
            <a:solidFill>
              <a:srgbClr val="6F77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 </a:t>
            </a:r>
          </a:p>
        </p:txBody>
      </p:sp>
      <p:sp>
        <p:nvSpPr>
          <p:cNvPr id="16" name="文本框 15"/>
          <p:cNvSpPr txBox="1"/>
          <p:nvPr>
            <p:custDataLst>
              <p:tags r:id="Raf3f3771c0fa4651"/>
            </p:custDataLst>
          </p:nvPr>
        </p:nvSpPr>
        <p:spPr>
          <a:xfrm>
            <a:off x="226675" y="427355"/>
            <a:ext cx="461665" cy="17049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202X / 03 / 13</a:t>
            </a:r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0b3129f0a79b4de2"/>
            </p:custDataLst>
          </p:nvPr>
        </p:nvSpPr>
        <p:spPr>
          <a:xfrm>
            <a:off x="6440249" y="872490"/>
            <a:ext cx="1107996" cy="25565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60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琵琶行</a:t>
            </a:r>
          </a:p>
        </p:txBody>
      </p:sp>
      <p:cxnSp>
        <p:nvCxnSpPr>
          <p:cNvPr id="9" name="直接连接符 8"/>
          <p:cNvCxnSpPr/>
          <p:nvPr>
            <p:custDataLst>
              <p:tags r:id="Rf590d0316a01442e"/>
            </p:custDataLst>
          </p:nvPr>
        </p:nvCxnSpPr>
        <p:spPr>
          <a:xfrm>
            <a:off x="7699375" y="1069340"/>
            <a:ext cx="2540" cy="5045710"/>
          </a:xfrm>
          <a:prstGeom prst="line">
            <a:avLst/>
          </a:prstGeom>
          <a:ln w="12700" cmpd="sng">
            <a:solidFill>
              <a:srgbClr val="6F77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bf23a32c3b0746d6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96859" y="574675"/>
            <a:ext cx="9395142" cy="5871845"/>
          </a:xfrm>
          <a:prstGeom prst="rect">
            <a:avLst/>
          </a:prstGeom>
          <a:solidFill>
            <a:srgbClr val="C4C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>
            <p:custDataLst>
              <p:tags r:id="R637ff16b87f04fd6"/>
            </p:custDataLst>
          </p:nvPr>
        </p:nvCxnSpPr>
        <p:spPr>
          <a:xfrm>
            <a:off x="343535" y="2612390"/>
            <a:ext cx="11466195" cy="698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2cd915be40b24b09"/>
            </p:custDataLst>
          </p:nvPr>
        </p:nvSpPr>
        <p:spPr>
          <a:xfrm>
            <a:off x="11247120" y="2051685"/>
            <a:ext cx="465455" cy="456565"/>
          </a:xfrm>
          <a:prstGeom prst="ellipse">
            <a:avLst/>
          </a:prstGeom>
          <a:noFill/>
          <a:ln w="28575" cmpd="sng">
            <a:solidFill>
              <a:srgbClr val="6F775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 </a:t>
            </a:r>
          </a:p>
        </p:txBody>
      </p:sp>
      <p:sp>
        <p:nvSpPr>
          <p:cNvPr id="16" name="文本框 15"/>
          <p:cNvSpPr txBox="1"/>
          <p:nvPr>
            <p:custDataLst>
              <p:tags r:id="R9af5e8ba5d7040bd"/>
            </p:custDataLst>
          </p:nvPr>
        </p:nvSpPr>
        <p:spPr>
          <a:xfrm>
            <a:off x="11250910" y="575310"/>
            <a:ext cx="461665" cy="17049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202X / 03 / 13</a:t>
            </a:r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f5554b8836fb4494"/>
            </p:custDataLst>
          </p:nvPr>
        </p:nvSpPr>
        <p:spPr>
          <a:xfrm>
            <a:off x="10065385" y="574675"/>
            <a:ext cx="1085215" cy="193357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algn="l"/>
            <a:r>
              <a:rPr lang="zh-CN" altLang="en-US" sz="12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土地平旷，屋舍俨然，有良田美池桑竹之属。阡陌交通，鸡犬相闻。其中往来种作，男女衣着，悉如外人。黄发垂髫，并怡然自乐。</a:t>
            </a:r>
          </a:p>
          <a:p>
            <a:pPr algn="l"/>
            <a:endParaRPr lang="zh-CN" altLang="en-US" sz="1200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>
            <p:custDataLst>
              <p:tags r:id="Re19cc01c47134b30"/>
            </p:custDataLst>
          </p:nvPr>
        </p:nvCxnSpPr>
        <p:spPr>
          <a:xfrm>
            <a:off x="343535" y="3213735"/>
            <a:ext cx="11466195" cy="698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6ecd5548a4de435e"/>
            </p:custDataLst>
          </p:nvPr>
        </p:nvCxnSpPr>
        <p:spPr>
          <a:xfrm>
            <a:off x="335915" y="3815080"/>
            <a:ext cx="11466195" cy="698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674429ac955e4d79"/>
            </p:custDataLst>
          </p:nvPr>
        </p:nvSpPr>
        <p:spPr>
          <a:xfrm>
            <a:off x="335915" y="2723515"/>
            <a:ext cx="7397115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堪笑高台止避风，岂能对槛却当熊。丹青图画春风里，哀怨琵琶夜月中。</a:t>
            </a:r>
          </a:p>
          <a:p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0a67775e460d4976"/>
            </p:custDataLst>
          </p:nvPr>
        </p:nvSpPr>
        <p:spPr>
          <a:xfrm>
            <a:off x="343535" y="3326765"/>
            <a:ext cx="7397115" cy="38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春去春来人渐老，花落花开春竞巧。年年岁岁奉宸游，何论承恩先与后。</a:t>
            </a:r>
          </a:p>
          <a:p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  <a:p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 descr="2"/>
          <p:cNvPicPr>
            <a:picLocks noChangeAspect="1"/>
          </p:cNvPicPr>
          <p:nvPr/>
        </p:nvPicPr>
        <p:blipFill>
          <a:blip r:embed="R2d03ef666dd3445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5250" y="2731135"/>
            <a:ext cx="1826895" cy="392493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13426c9df2664338"/>
            </p:custDataLst>
          </p:nvPr>
        </p:nvSpPr>
        <p:spPr>
          <a:xfrm>
            <a:off x="343535" y="1912620"/>
            <a:ext cx="2813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汉宫春晓图</a:t>
            </a:r>
          </a:p>
        </p:txBody>
      </p:sp>
      <p:sp>
        <p:nvSpPr>
          <p:cNvPr id="13" name="文本框 12"/>
          <p:cNvSpPr txBox="1"/>
          <p:nvPr>
            <p:custDataLst>
              <p:tags r:id="R6d4a947a93644a8d"/>
            </p:custDataLst>
          </p:nvPr>
        </p:nvSpPr>
        <p:spPr>
          <a:xfrm>
            <a:off x="343535" y="1193165"/>
            <a:ext cx="4978742" cy="711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dirty="0">
                <a:solidFill>
                  <a:schemeClr val="tx1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  <p:pic>
        <p:nvPicPr>
          <p:cNvPr id="5" name="图片 4" descr="3"/>
          <p:cNvPicPr>
            <a:picLocks noChangeAspect="1"/>
          </p:cNvPicPr>
          <p:nvPr/>
        </p:nvPicPr>
        <p:blipFill>
          <a:blip r:embed="R63859daec9834d6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26880" y="3230245"/>
            <a:ext cx="1757045" cy="381190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8fb90d7475964b6f"/>
            </p:custDataLst>
          </p:nvPr>
        </p:nvSpPr>
        <p:spPr>
          <a:xfrm>
            <a:off x="1140322" y="4015740"/>
            <a:ext cx="7663636" cy="17360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我闻琵琶已叹息，又闻此语重唧唧。同是天涯沦落人，相逢何必曾相识！我从去年辞帝京，谪居卧病浔阳城。浔阳地僻无音乐，终岁不闻丝竹声。住近湓江地低湿，黄芦苦竹绕宅生。其间旦暮闻何物？杜鹃啼血猿哀鸣。春江花朝秋月夜，往往取酒还独倾。岂无山歌与村笛？呕哑嘲哳难为听。今夜闻君琵琶语，如听仙乐耳暂明。莫辞更坐弹一曲，为君翻作《琵琶行》。</a:t>
            </a:r>
          </a:p>
        </p:txBody>
      </p:sp>
      <p:sp>
        <p:nvSpPr>
          <p:cNvPr id="14" name="文本框 13"/>
          <p:cNvSpPr txBox="1"/>
          <p:nvPr>
            <p:custDataLst>
              <p:tags r:id="Rd65769d4e8f64b50"/>
            </p:custDataLst>
          </p:nvPr>
        </p:nvSpPr>
        <p:spPr>
          <a:xfrm>
            <a:off x="8869284" y="4015740"/>
            <a:ext cx="861774" cy="18516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琵琶行</a:t>
            </a:r>
          </a:p>
        </p:txBody>
      </p:sp>
    </p:spTree>
    <p:custDataLst>
      <p:tags r:id="R7e7b3d870ca44953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cbeac6b150b74774"/>
            </p:custDataLst>
          </p:nvPr>
        </p:nvCxnSpPr>
        <p:spPr>
          <a:xfrm>
            <a:off x="5385435" y="2330450"/>
            <a:ext cx="6275070" cy="0"/>
          </a:xfrm>
          <a:prstGeom prst="line">
            <a:avLst/>
          </a:prstGeom>
          <a:ln w="28575" cmpd="sng">
            <a:solidFill>
              <a:srgbClr val="6F775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7" name="任意多边形: 形状 1596"/>
          <p:cNvSpPr/>
          <p:nvPr>
            <p:custDataLst>
              <p:tags r:id="R252941b515514641"/>
            </p:custDataLst>
          </p:nvPr>
        </p:nvSpPr>
        <p:spPr>
          <a:xfrm>
            <a:off x="638810" y="802640"/>
            <a:ext cx="7238365" cy="5387340"/>
          </a:xfrm>
          <a:custGeom>
            <a:avLst/>
            <a:gdLst>
              <a:gd name="connsiteX0" fmla="*/ 1098937 w 1422020"/>
              <a:gd name="connsiteY0" fmla="*/ 675444 h 953453"/>
              <a:gd name="connsiteX1" fmla="*/ 1105664 w 1422020"/>
              <a:gd name="connsiteY1" fmla="*/ 683324 h 953453"/>
              <a:gd name="connsiteX2" fmla="*/ 1104511 w 1422020"/>
              <a:gd name="connsiteY2" fmla="*/ 691803 h 953453"/>
              <a:gd name="connsiteX3" fmla="*/ 1097704 w 1422020"/>
              <a:gd name="connsiteY3" fmla="*/ 683612 h 953453"/>
              <a:gd name="connsiteX4" fmla="*/ 1098937 w 1422020"/>
              <a:gd name="connsiteY4" fmla="*/ 675444 h 953453"/>
              <a:gd name="connsiteX5" fmla="*/ 1106219 w 1422020"/>
              <a:gd name="connsiteY5" fmla="*/ 648660 h 953453"/>
              <a:gd name="connsiteX6" fmla="*/ 1108606 w 1422020"/>
              <a:gd name="connsiteY6" fmla="*/ 651947 h 953453"/>
              <a:gd name="connsiteX7" fmla="*/ 1107049 w 1422020"/>
              <a:gd name="connsiteY7" fmla="*/ 661002 h 953453"/>
              <a:gd name="connsiteX8" fmla="*/ 1105434 w 1422020"/>
              <a:gd name="connsiteY8" fmla="*/ 652812 h 953453"/>
              <a:gd name="connsiteX9" fmla="*/ 1106219 w 1422020"/>
              <a:gd name="connsiteY9" fmla="*/ 648660 h 953453"/>
              <a:gd name="connsiteX10" fmla="*/ 1080069 w 1422020"/>
              <a:gd name="connsiteY10" fmla="*/ 647478 h 953453"/>
              <a:gd name="connsiteX11" fmla="*/ 1076133 w 1422020"/>
              <a:gd name="connsiteY11" fmla="*/ 655986 h 953453"/>
              <a:gd name="connsiteX12" fmla="*/ 1076133 w 1422020"/>
              <a:gd name="connsiteY12" fmla="*/ 656043 h 953453"/>
              <a:gd name="connsiteX13" fmla="*/ 1080920 w 1422020"/>
              <a:gd name="connsiteY13" fmla="*/ 669598 h 953453"/>
              <a:gd name="connsiteX14" fmla="*/ 1087034 w 1422020"/>
              <a:gd name="connsiteY14" fmla="*/ 665502 h 953453"/>
              <a:gd name="connsiteX15" fmla="*/ 1087034 w 1422020"/>
              <a:gd name="connsiteY15" fmla="*/ 657831 h 953453"/>
              <a:gd name="connsiteX16" fmla="*/ 1080069 w 1422020"/>
              <a:gd name="connsiteY16" fmla="*/ 647478 h 953453"/>
              <a:gd name="connsiteX17" fmla="*/ 1018973 w 1422020"/>
              <a:gd name="connsiteY17" fmla="*/ 643353 h 953453"/>
              <a:gd name="connsiteX18" fmla="*/ 1032008 w 1422020"/>
              <a:gd name="connsiteY18" fmla="*/ 657484 h 953453"/>
              <a:gd name="connsiteX19" fmla="*/ 1015108 w 1422020"/>
              <a:gd name="connsiteY19" fmla="*/ 648197 h 953453"/>
              <a:gd name="connsiteX20" fmla="*/ 1018973 w 1422020"/>
              <a:gd name="connsiteY20" fmla="*/ 643353 h 953453"/>
              <a:gd name="connsiteX21" fmla="*/ 1235938 w 1422020"/>
              <a:gd name="connsiteY21" fmla="*/ 642430 h 953453"/>
              <a:gd name="connsiteX22" fmla="*/ 1239536 w 1422020"/>
              <a:gd name="connsiteY22" fmla="*/ 645545 h 953453"/>
              <a:gd name="connsiteX23" fmla="*/ 1229788 w 1422020"/>
              <a:gd name="connsiteY23" fmla="*/ 662502 h 953453"/>
              <a:gd name="connsiteX24" fmla="*/ 1230307 w 1422020"/>
              <a:gd name="connsiteY24" fmla="*/ 652812 h 953453"/>
              <a:gd name="connsiteX25" fmla="*/ 1235938 w 1422020"/>
              <a:gd name="connsiteY25" fmla="*/ 642430 h 953453"/>
              <a:gd name="connsiteX26" fmla="*/ 1199854 w 1422020"/>
              <a:gd name="connsiteY26" fmla="*/ 615668 h 953453"/>
              <a:gd name="connsiteX27" fmla="*/ 1198239 w 1422020"/>
              <a:gd name="connsiteY27" fmla="*/ 620398 h 953453"/>
              <a:gd name="connsiteX28" fmla="*/ 1202853 w 1422020"/>
              <a:gd name="connsiteY28" fmla="*/ 626800 h 953453"/>
              <a:gd name="connsiteX29" fmla="*/ 1204468 w 1422020"/>
              <a:gd name="connsiteY29" fmla="*/ 622070 h 953453"/>
              <a:gd name="connsiteX30" fmla="*/ 1199854 w 1422020"/>
              <a:gd name="connsiteY30" fmla="*/ 615668 h 953453"/>
              <a:gd name="connsiteX31" fmla="*/ 1244843 w 1422020"/>
              <a:gd name="connsiteY31" fmla="*/ 615379 h 953453"/>
              <a:gd name="connsiteX32" fmla="*/ 1245939 w 1422020"/>
              <a:gd name="connsiteY32" fmla="*/ 635163 h 953453"/>
              <a:gd name="connsiteX33" fmla="*/ 1242709 w 1422020"/>
              <a:gd name="connsiteY33" fmla="*/ 636085 h 953453"/>
              <a:gd name="connsiteX34" fmla="*/ 1236595 w 1422020"/>
              <a:gd name="connsiteY34" fmla="*/ 631529 h 953453"/>
              <a:gd name="connsiteX35" fmla="*/ 1238095 w 1422020"/>
              <a:gd name="connsiteY35" fmla="*/ 624377 h 953453"/>
              <a:gd name="connsiteX36" fmla="*/ 1244843 w 1422020"/>
              <a:gd name="connsiteY36" fmla="*/ 615379 h 953453"/>
              <a:gd name="connsiteX37" fmla="*/ 1214216 w 1422020"/>
              <a:gd name="connsiteY37" fmla="*/ 605113 h 953453"/>
              <a:gd name="connsiteX38" fmla="*/ 1214212 w 1422020"/>
              <a:gd name="connsiteY38" fmla="*/ 605175 h 953453"/>
              <a:gd name="connsiteX39" fmla="*/ 1207237 w 1422020"/>
              <a:gd name="connsiteY39" fmla="*/ 611342 h 953453"/>
              <a:gd name="connsiteX40" fmla="*/ 1213927 w 1422020"/>
              <a:gd name="connsiteY40" fmla="*/ 609554 h 953453"/>
              <a:gd name="connsiteX41" fmla="*/ 1214212 w 1422020"/>
              <a:gd name="connsiteY41" fmla="*/ 605175 h 953453"/>
              <a:gd name="connsiteX42" fmla="*/ 1214216 w 1422020"/>
              <a:gd name="connsiteY42" fmla="*/ 605171 h 953453"/>
              <a:gd name="connsiteX43" fmla="*/ 1254706 w 1422020"/>
              <a:gd name="connsiteY43" fmla="*/ 593750 h 953453"/>
              <a:gd name="connsiteX44" fmla="*/ 1255974 w 1422020"/>
              <a:gd name="connsiteY44" fmla="*/ 600556 h 953453"/>
              <a:gd name="connsiteX45" fmla="*/ 1251476 w 1422020"/>
              <a:gd name="connsiteY45" fmla="*/ 599864 h 953453"/>
              <a:gd name="connsiteX46" fmla="*/ 1254706 w 1422020"/>
              <a:gd name="connsiteY46" fmla="*/ 593750 h 953453"/>
              <a:gd name="connsiteX47" fmla="*/ 1093898 w 1422020"/>
              <a:gd name="connsiteY47" fmla="*/ 556547 h 953453"/>
              <a:gd name="connsiteX48" fmla="*/ 1093898 w 1422020"/>
              <a:gd name="connsiteY48" fmla="*/ 556605 h 953453"/>
              <a:gd name="connsiteX49" fmla="*/ 1081382 w 1422020"/>
              <a:gd name="connsiteY49" fmla="*/ 567679 h 953453"/>
              <a:gd name="connsiteX50" fmla="*/ 1070134 w 1422020"/>
              <a:gd name="connsiteY50" fmla="*/ 582214 h 953453"/>
              <a:gd name="connsiteX51" fmla="*/ 1065866 w 1422020"/>
              <a:gd name="connsiteY51" fmla="*/ 587636 h 953453"/>
              <a:gd name="connsiteX52" fmla="*/ 1061713 w 1422020"/>
              <a:gd name="connsiteY52" fmla="*/ 593387 h 953453"/>
              <a:gd name="connsiteX53" fmla="*/ 1061713 w 1422020"/>
              <a:gd name="connsiteY53" fmla="*/ 593404 h 953453"/>
              <a:gd name="connsiteX54" fmla="*/ 1060271 w 1422020"/>
              <a:gd name="connsiteY54" fmla="*/ 598537 h 953453"/>
              <a:gd name="connsiteX55" fmla="*/ 1057272 w 1422020"/>
              <a:gd name="connsiteY55" fmla="*/ 590751 h 953453"/>
              <a:gd name="connsiteX56" fmla="*/ 1054792 w 1422020"/>
              <a:gd name="connsiteY56" fmla="*/ 589078 h 953453"/>
              <a:gd name="connsiteX57" fmla="*/ 1063155 w 1422020"/>
              <a:gd name="connsiteY57" fmla="*/ 604940 h 953453"/>
              <a:gd name="connsiteX58" fmla="*/ 1082016 w 1422020"/>
              <a:gd name="connsiteY58" fmla="*/ 599172 h 953453"/>
              <a:gd name="connsiteX59" fmla="*/ 1089284 w 1422020"/>
              <a:gd name="connsiteY59" fmla="*/ 574255 h 953453"/>
              <a:gd name="connsiteX60" fmla="*/ 1095051 w 1422020"/>
              <a:gd name="connsiteY60" fmla="*/ 565026 h 953453"/>
              <a:gd name="connsiteX61" fmla="*/ 1093898 w 1422020"/>
              <a:gd name="connsiteY61" fmla="*/ 556547 h 953453"/>
              <a:gd name="connsiteX62" fmla="*/ 1406711 w 1422020"/>
              <a:gd name="connsiteY62" fmla="*/ 252415 h 953453"/>
              <a:gd name="connsiteX63" fmla="*/ 1402248 w 1422020"/>
              <a:gd name="connsiteY63" fmla="*/ 254484 h 953453"/>
              <a:gd name="connsiteX64" fmla="*/ 1394289 w 1422020"/>
              <a:gd name="connsiteY64" fmla="*/ 255580 h 953453"/>
              <a:gd name="connsiteX65" fmla="*/ 1394289 w 1422020"/>
              <a:gd name="connsiteY65" fmla="*/ 255637 h 953453"/>
              <a:gd name="connsiteX66" fmla="*/ 1384253 w 1422020"/>
              <a:gd name="connsiteY66" fmla="*/ 273633 h 953453"/>
              <a:gd name="connsiteX67" fmla="*/ 1402537 w 1422020"/>
              <a:gd name="connsiteY67" fmla="*/ 294513 h 953453"/>
              <a:gd name="connsiteX68" fmla="*/ 1397980 w 1422020"/>
              <a:gd name="connsiteY68" fmla="*/ 281881 h 953453"/>
              <a:gd name="connsiteX69" fmla="*/ 1392570 w 1422020"/>
              <a:gd name="connsiteY69" fmla="*/ 284912 h 953453"/>
              <a:gd name="connsiteX70" fmla="*/ 1391116 w 1422020"/>
              <a:gd name="connsiteY70" fmla="*/ 284188 h 953453"/>
              <a:gd name="connsiteX71" fmla="*/ 1403921 w 1422020"/>
              <a:gd name="connsiteY71" fmla="*/ 266885 h 953453"/>
              <a:gd name="connsiteX72" fmla="*/ 1408016 w 1422020"/>
              <a:gd name="connsiteY72" fmla="*/ 257656 h 953453"/>
              <a:gd name="connsiteX73" fmla="*/ 1406711 w 1422020"/>
              <a:gd name="connsiteY73" fmla="*/ 252415 h 953453"/>
              <a:gd name="connsiteX74" fmla="*/ 20900 w 1422020"/>
              <a:gd name="connsiteY74" fmla="*/ 227259 h 953453"/>
              <a:gd name="connsiteX75" fmla="*/ 25399 w 1422020"/>
              <a:gd name="connsiteY75" fmla="*/ 239429 h 953453"/>
              <a:gd name="connsiteX76" fmla="*/ 19170 w 1422020"/>
              <a:gd name="connsiteY76" fmla="*/ 233661 h 953453"/>
              <a:gd name="connsiteX77" fmla="*/ 20900 w 1422020"/>
              <a:gd name="connsiteY77" fmla="*/ 227259 h 953453"/>
              <a:gd name="connsiteX78" fmla="*/ 1412652 w 1422020"/>
              <a:gd name="connsiteY78" fmla="*/ 214331 h 953453"/>
              <a:gd name="connsiteX79" fmla="*/ 1416841 w 1422020"/>
              <a:gd name="connsiteY79" fmla="*/ 220279 h 953453"/>
              <a:gd name="connsiteX80" fmla="*/ 1416847 w 1422020"/>
              <a:gd name="connsiteY80" fmla="*/ 220299 h 953453"/>
              <a:gd name="connsiteX81" fmla="*/ 1413957 w 1422020"/>
              <a:gd name="connsiteY81" fmla="*/ 225413 h 953453"/>
              <a:gd name="connsiteX82" fmla="*/ 1408766 w 1422020"/>
              <a:gd name="connsiteY82" fmla="*/ 215780 h 953453"/>
              <a:gd name="connsiteX83" fmla="*/ 1412652 w 1422020"/>
              <a:gd name="connsiteY83" fmla="*/ 214331 h 953453"/>
              <a:gd name="connsiteX84" fmla="*/ 295567 w 1422020"/>
              <a:gd name="connsiteY84" fmla="*/ 161505 h 953453"/>
              <a:gd name="connsiteX85" fmla="*/ 299200 w 1422020"/>
              <a:gd name="connsiteY85" fmla="*/ 165312 h 953453"/>
              <a:gd name="connsiteX86" fmla="*/ 296143 w 1422020"/>
              <a:gd name="connsiteY86" fmla="*/ 171080 h 953453"/>
              <a:gd name="connsiteX87" fmla="*/ 292509 w 1422020"/>
              <a:gd name="connsiteY87" fmla="*/ 167273 h 953453"/>
              <a:gd name="connsiteX88" fmla="*/ 295567 w 1422020"/>
              <a:gd name="connsiteY88" fmla="*/ 161505 h 953453"/>
              <a:gd name="connsiteX89" fmla="*/ 305890 w 1422020"/>
              <a:gd name="connsiteY89" fmla="*/ 154079 h 953453"/>
              <a:gd name="connsiteX90" fmla="*/ 315119 w 1422020"/>
              <a:gd name="connsiteY90" fmla="*/ 156083 h 953453"/>
              <a:gd name="connsiteX91" fmla="*/ 324463 w 1422020"/>
              <a:gd name="connsiteY91" fmla="*/ 163120 h 953453"/>
              <a:gd name="connsiteX92" fmla="*/ 321637 w 1422020"/>
              <a:gd name="connsiteY92" fmla="*/ 165312 h 953453"/>
              <a:gd name="connsiteX93" fmla="*/ 313447 w 1422020"/>
              <a:gd name="connsiteY93" fmla="*/ 163755 h 953453"/>
              <a:gd name="connsiteX94" fmla="*/ 307044 w 1422020"/>
              <a:gd name="connsiteY94" fmla="*/ 159256 h 953453"/>
              <a:gd name="connsiteX95" fmla="*/ 305890 w 1422020"/>
              <a:gd name="connsiteY95" fmla="*/ 154079 h 953453"/>
              <a:gd name="connsiteX96" fmla="*/ 1358066 w 1422020"/>
              <a:gd name="connsiteY96" fmla="*/ 149623 h 953453"/>
              <a:gd name="connsiteX97" fmla="*/ 1360143 w 1422020"/>
              <a:gd name="connsiteY97" fmla="*/ 166927 h 953453"/>
              <a:gd name="connsiteX98" fmla="*/ 1356567 w 1422020"/>
              <a:gd name="connsiteY98" fmla="*/ 160236 h 953453"/>
              <a:gd name="connsiteX99" fmla="*/ 1358066 w 1422020"/>
              <a:gd name="connsiteY99" fmla="*/ 149623 h 953453"/>
              <a:gd name="connsiteX100" fmla="*/ 359698 w 1422020"/>
              <a:gd name="connsiteY100" fmla="*/ 139674 h 953453"/>
              <a:gd name="connsiteX101" fmla="*/ 360916 w 1422020"/>
              <a:gd name="connsiteY101" fmla="*/ 143221 h 953453"/>
              <a:gd name="connsiteX102" fmla="*/ 329943 w 1422020"/>
              <a:gd name="connsiteY102" fmla="*/ 161217 h 953453"/>
              <a:gd name="connsiteX103" fmla="*/ 343901 w 1422020"/>
              <a:gd name="connsiteY103" fmla="*/ 150258 h 953453"/>
              <a:gd name="connsiteX104" fmla="*/ 352380 w 1422020"/>
              <a:gd name="connsiteY104" fmla="*/ 146508 h 953453"/>
              <a:gd name="connsiteX105" fmla="*/ 359698 w 1422020"/>
              <a:gd name="connsiteY105" fmla="*/ 139674 h 953453"/>
              <a:gd name="connsiteX106" fmla="*/ 368184 w 1422020"/>
              <a:gd name="connsiteY106" fmla="*/ 133588 h 953453"/>
              <a:gd name="connsiteX107" fmla="*/ 373144 w 1422020"/>
              <a:gd name="connsiteY107" fmla="*/ 136068 h 953453"/>
              <a:gd name="connsiteX108" fmla="*/ 363915 w 1422020"/>
              <a:gd name="connsiteY108" fmla="*/ 139010 h 953453"/>
              <a:gd name="connsiteX109" fmla="*/ 368184 w 1422020"/>
              <a:gd name="connsiteY109" fmla="*/ 133588 h 953453"/>
              <a:gd name="connsiteX110" fmla="*/ 1294425 w 1422020"/>
              <a:gd name="connsiteY110" fmla="*/ 119716 h 953453"/>
              <a:gd name="connsiteX111" fmla="*/ 1300733 w 1422020"/>
              <a:gd name="connsiteY111" fmla="*/ 124763 h 953453"/>
              <a:gd name="connsiteX112" fmla="*/ 1299868 w 1422020"/>
              <a:gd name="connsiteY112" fmla="*/ 132146 h 953453"/>
              <a:gd name="connsiteX113" fmla="*/ 1291966 w 1422020"/>
              <a:gd name="connsiteY113" fmla="*/ 123321 h 953453"/>
              <a:gd name="connsiteX114" fmla="*/ 1294425 w 1422020"/>
              <a:gd name="connsiteY114" fmla="*/ 119716 h 953453"/>
              <a:gd name="connsiteX115" fmla="*/ 418387 w 1422020"/>
              <a:gd name="connsiteY115" fmla="*/ 113777 h 953453"/>
              <a:gd name="connsiteX116" fmla="*/ 423377 w 1422020"/>
              <a:gd name="connsiteY116" fmla="*/ 116196 h 953453"/>
              <a:gd name="connsiteX117" fmla="*/ 420960 w 1422020"/>
              <a:gd name="connsiteY117" fmla="*/ 121187 h 953453"/>
              <a:gd name="connsiteX118" fmla="*/ 415826 w 1422020"/>
              <a:gd name="connsiteY118" fmla="*/ 118246 h 953453"/>
              <a:gd name="connsiteX119" fmla="*/ 418387 w 1422020"/>
              <a:gd name="connsiteY119" fmla="*/ 113777 h 953453"/>
              <a:gd name="connsiteX120" fmla="*/ 1285967 w 1422020"/>
              <a:gd name="connsiteY120" fmla="*/ 101058 h 953453"/>
              <a:gd name="connsiteX121" fmla="*/ 1286833 w 1422020"/>
              <a:gd name="connsiteY121" fmla="*/ 107518 h 953453"/>
              <a:gd name="connsiteX122" fmla="*/ 1279796 w 1422020"/>
              <a:gd name="connsiteY122" fmla="*/ 106999 h 953453"/>
              <a:gd name="connsiteX123" fmla="*/ 1285967 w 1422020"/>
              <a:gd name="connsiteY123" fmla="*/ 101058 h 953453"/>
              <a:gd name="connsiteX124" fmla="*/ 792527 w 1422020"/>
              <a:gd name="connsiteY124" fmla="*/ 97540 h 953453"/>
              <a:gd name="connsiteX125" fmla="*/ 786759 w 1422020"/>
              <a:gd name="connsiteY125" fmla="*/ 101001 h 953453"/>
              <a:gd name="connsiteX126" fmla="*/ 795872 w 1422020"/>
              <a:gd name="connsiteY126" fmla="*/ 101001 h 953453"/>
              <a:gd name="connsiteX127" fmla="*/ 792527 w 1422020"/>
              <a:gd name="connsiteY127" fmla="*/ 97540 h 953453"/>
              <a:gd name="connsiteX128" fmla="*/ 418018 w 1422020"/>
              <a:gd name="connsiteY128" fmla="*/ 89925 h 953453"/>
              <a:gd name="connsiteX129" fmla="*/ 418096 w 1422020"/>
              <a:gd name="connsiteY129" fmla="*/ 89961 h 953453"/>
              <a:gd name="connsiteX130" fmla="*/ 418018 w 1422020"/>
              <a:gd name="connsiteY130" fmla="*/ 90098 h 953453"/>
              <a:gd name="connsiteX131" fmla="*/ 420746 w 1422020"/>
              <a:gd name="connsiteY131" fmla="*/ 85290 h 953453"/>
              <a:gd name="connsiteX132" fmla="*/ 428689 w 1422020"/>
              <a:gd name="connsiteY132" fmla="*/ 87157 h 953453"/>
              <a:gd name="connsiteX133" fmla="*/ 424536 w 1422020"/>
              <a:gd name="connsiteY133" fmla="*/ 92924 h 953453"/>
              <a:gd name="connsiteX134" fmla="*/ 418096 w 1422020"/>
              <a:gd name="connsiteY134" fmla="*/ 89961 h 953453"/>
              <a:gd name="connsiteX135" fmla="*/ 634948 w 1422020"/>
              <a:gd name="connsiteY135" fmla="*/ 47648 h 953453"/>
              <a:gd name="connsiteX136" fmla="*/ 646945 w 1422020"/>
              <a:gd name="connsiteY136" fmla="*/ 55838 h 953453"/>
              <a:gd name="connsiteX137" fmla="*/ 645446 w 1422020"/>
              <a:gd name="connsiteY137" fmla="*/ 52435 h 953453"/>
              <a:gd name="connsiteX138" fmla="*/ 636909 w 1422020"/>
              <a:gd name="connsiteY138" fmla="*/ 48109 h 953453"/>
              <a:gd name="connsiteX139" fmla="*/ 636794 w 1422020"/>
              <a:gd name="connsiteY139" fmla="*/ 48109 h 953453"/>
              <a:gd name="connsiteX140" fmla="*/ 634948 w 1422020"/>
              <a:gd name="connsiteY140" fmla="*/ 47648 h 953453"/>
              <a:gd name="connsiteX141" fmla="*/ 665943 w 1422020"/>
              <a:gd name="connsiteY141" fmla="*/ 46811 h 953453"/>
              <a:gd name="connsiteX142" fmla="*/ 671228 w 1422020"/>
              <a:gd name="connsiteY142" fmla="*/ 51915 h 953453"/>
              <a:gd name="connsiteX143" fmla="*/ 671631 w 1422020"/>
              <a:gd name="connsiteY143" fmla="*/ 60624 h 953453"/>
              <a:gd name="connsiteX144" fmla="*/ 666498 w 1422020"/>
              <a:gd name="connsiteY144" fmla="*/ 55376 h 953453"/>
              <a:gd name="connsiteX145" fmla="*/ 665943 w 1422020"/>
              <a:gd name="connsiteY145" fmla="*/ 46811 h 953453"/>
              <a:gd name="connsiteX146" fmla="*/ 1058058 w 1422020"/>
              <a:gd name="connsiteY146" fmla="*/ 36955 h 953453"/>
              <a:gd name="connsiteX147" fmla="*/ 1063559 w 1422020"/>
              <a:gd name="connsiteY147" fmla="*/ 42513 h 953453"/>
              <a:gd name="connsiteX148" fmla="*/ 1063980 w 1422020"/>
              <a:gd name="connsiteY148" fmla="*/ 43663 h 953453"/>
              <a:gd name="connsiteX149" fmla="*/ 1060502 w 1422020"/>
              <a:gd name="connsiteY149" fmla="*/ 49089 h 953453"/>
              <a:gd name="connsiteX150" fmla="*/ 1053811 w 1422020"/>
              <a:gd name="connsiteY150" fmla="*/ 39399 h 953453"/>
              <a:gd name="connsiteX151" fmla="*/ 1058058 w 1422020"/>
              <a:gd name="connsiteY151" fmla="*/ 36955 h 953453"/>
              <a:gd name="connsiteX152" fmla="*/ 772498 w 1422020"/>
              <a:gd name="connsiteY152" fmla="*/ 32153 h 953453"/>
              <a:gd name="connsiteX153" fmla="*/ 777645 w 1422020"/>
              <a:gd name="connsiteY153" fmla="*/ 34323 h 953453"/>
              <a:gd name="connsiteX154" fmla="*/ 764610 w 1422020"/>
              <a:gd name="connsiteY154" fmla="*/ 51627 h 953453"/>
              <a:gd name="connsiteX155" fmla="*/ 764610 w 1422020"/>
              <a:gd name="connsiteY155" fmla="*/ 48743 h 953453"/>
              <a:gd name="connsiteX156" fmla="*/ 768821 w 1422020"/>
              <a:gd name="connsiteY156" fmla="*/ 39976 h 953453"/>
              <a:gd name="connsiteX157" fmla="*/ 772498 w 1422020"/>
              <a:gd name="connsiteY157" fmla="*/ 32153 h 953453"/>
              <a:gd name="connsiteX158" fmla="*/ 1014719 w 1422020"/>
              <a:gd name="connsiteY158" fmla="*/ 647 h 953453"/>
              <a:gd name="connsiteX159" fmla="*/ 1013724 w 1422020"/>
              <a:gd name="connsiteY159" fmla="*/ 8253 h 953453"/>
              <a:gd name="connsiteX160" fmla="*/ 1014013 w 1422020"/>
              <a:gd name="connsiteY160" fmla="*/ 27287 h 953453"/>
              <a:gd name="connsiteX161" fmla="*/ 1014763 w 1422020"/>
              <a:gd name="connsiteY161" fmla="*/ 39515 h 953453"/>
              <a:gd name="connsiteX162" fmla="*/ 1024164 w 1422020"/>
              <a:gd name="connsiteY162" fmla="*/ 63740 h 953453"/>
              <a:gd name="connsiteX163" fmla="*/ 1029009 w 1422020"/>
              <a:gd name="connsiteY163" fmla="*/ 71931 h 953453"/>
              <a:gd name="connsiteX164" fmla="*/ 1036046 w 1422020"/>
              <a:gd name="connsiteY164" fmla="*/ 82947 h 953453"/>
              <a:gd name="connsiteX165" fmla="*/ 1044525 w 1422020"/>
              <a:gd name="connsiteY165" fmla="*/ 94079 h 953453"/>
              <a:gd name="connsiteX166" fmla="*/ 1056464 w 1422020"/>
              <a:gd name="connsiteY166" fmla="*/ 99847 h 953453"/>
              <a:gd name="connsiteX167" fmla="*/ 1065866 w 1422020"/>
              <a:gd name="connsiteY167" fmla="*/ 100597 h 953453"/>
              <a:gd name="connsiteX168" fmla="*/ 1069961 w 1422020"/>
              <a:gd name="connsiteY168" fmla="*/ 100943 h 953453"/>
              <a:gd name="connsiteX169" fmla="*/ 1083054 w 1422020"/>
              <a:gd name="connsiteY169" fmla="*/ 107865 h 953453"/>
              <a:gd name="connsiteX170" fmla="*/ 1095686 w 1422020"/>
              <a:gd name="connsiteY170" fmla="*/ 112075 h 953453"/>
              <a:gd name="connsiteX171" fmla="*/ 1099896 w 1422020"/>
              <a:gd name="connsiteY171" fmla="*/ 107634 h 953453"/>
              <a:gd name="connsiteX172" fmla="*/ 1123718 w 1422020"/>
              <a:gd name="connsiteY172" fmla="*/ 75795 h 953453"/>
              <a:gd name="connsiteX173" fmla="*/ 1147251 w 1422020"/>
              <a:gd name="connsiteY173" fmla="*/ 45052 h 953453"/>
              <a:gd name="connsiteX174" fmla="*/ 1156306 w 1422020"/>
              <a:gd name="connsiteY174" fmla="*/ 46898 h 953453"/>
              <a:gd name="connsiteX175" fmla="*/ 1162651 w 1422020"/>
              <a:gd name="connsiteY175" fmla="*/ 49955 h 953453"/>
              <a:gd name="connsiteX176" fmla="*/ 1166573 w 1422020"/>
              <a:gd name="connsiteY176" fmla="*/ 60337 h 953453"/>
              <a:gd name="connsiteX177" fmla="*/ 1171476 w 1422020"/>
              <a:gd name="connsiteY177" fmla="*/ 71873 h 953453"/>
              <a:gd name="connsiteX178" fmla="*/ 1190452 w 1422020"/>
              <a:gd name="connsiteY178" fmla="*/ 91080 h 953453"/>
              <a:gd name="connsiteX179" fmla="*/ 1195816 w 1422020"/>
              <a:gd name="connsiteY179" fmla="*/ 89580 h 953453"/>
              <a:gd name="connsiteX180" fmla="*/ 1196797 w 1422020"/>
              <a:gd name="connsiteY180" fmla="*/ 86927 h 953453"/>
              <a:gd name="connsiteX181" fmla="*/ 1205506 w 1422020"/>
              <a:gd name="connsiteY181" fmla="*/ 84101 h 953453"/>
              <a:gd name="connsiteX182" fmla="*/ 1211909 w 1422020"/>
              <a:gd name="connsiteY182" fmla="*/ 82371 h 953453"/>
              <a:gd name="connsiteX183" fmla="*/ 1219234 w 1422020"/>
              <a:gd name="connsiteY183" fmla="*/ 87043 h 953453"/>
              <a:gd name="connsiteX184" fmla="*/ 1229039 w 1422020"/>
              <a:gd name="connsiteY184" fmla="*/ 93503 h 953453"/>
              <a:gd name="connsiteX185" fmla="*/ 1233769 w 1422020"/>
              <a:gd name="connsiteY185" fmla="*/ 89811 h 953453"/>
              <a:gd name="connsiteX186" fmla="*/ 1239537 w 1422020"/>
              <a:gd name="connsiteY186" fmla="*/ 83524 h 953453"/>
              <a:gd name="connsiteX187" fmla="*/ 1248304 w 1422020"/>
              <a:gd name="connsiteY187" fmla="*/ 84043 h 953453"/>
              <a:gd name="connsiteX188" fmla="*/ 1246574 w 1422020"/>
              <a:gd name="connsiteY188" fmla="*/ 98809 h 953453"/>
              <a:gd name="connsiteX189" fmla="*/ 1252341 w 1422020"/>
              <a:gd name="connsiteY189" fmla="*/ 120208 h 953453"/>
              <a:gd name="connsiteX190" fmla="*/ 1259090 w 1422020"/>
              <a:gd name="connsiteY190" fmla="*/ 105904 h 953453"/>
              <a:gd name="connsiteX191" fmla="*/ 1261685 w 1422020"/>
              <a:gd name="connsiteY191" fmla="*/ 82832 h 953453"/>
              <a:gd name="connsiteX192" fmla="*/ 1261685 w 1422020"/>
              <a:gd name="connsiteY192" fmla="*/ 88600 h 953453"/>
              <a:gd name="connsiteX193" fmla="*/ 1269530 w 1422020"/>
              <a:gd name="connsiteY193" fmla="*/ 106999 h 953453"/>
              <a:gd name="connsiteX194" fmla="*/ 1275009 w 1422020"/>
              <a:gd name="connsiteY194" fmla="*/ 121765 h 953453"/>
              <a:gd name="connsiteX195" fmla="*/ 1281700 w 1422020"/>
              <a:gd name="connsiteY195" fmla="*/ 139992 h 953453"/>
              <a:gd name="connsiteX196" fmla="*/ 1290588 w 1422020"/>
              <a:gd name="connsiteY196" fmla="*/ 139830 h 953453"/>
              <a:gd name="connsiteX197" fmla="*/ 1291851 w 1422020"/>
              <a:gd name="connsiteY197" fmla="*/ 141549 h 953453"/>
              <a:gd name="connsiteX198" fmla="*/ 1301945 w 1422020"/>
              <a:gd name="connsiteY198" fmla="*/ 141549 h 953453"/>
              <a:gd name="connsiteX199" fmla="*/ 1310597 w 1422020"/>
              <a:gd name="connsiteY199" fmla="*/ 144894 h 953453"/>
              <a:gd name="connsiteX200" fmla="*/ 1314000 w 1422020"/>
              <a:gd name="connsiteY200" fmla="*/ 147836 h 953453"/>
              <a:gd name="connsiteX201" fmla="*/ 1312154 w 1422020"/>
              <a:gd name="connsiteY201" fmla="*/ 135896 h 953453"/>
              <a:gd name="connsiteX202" fmla="*/ 1312154 w 1422020"/>
              <a:gd name="connsiteY202" fmla="*/ 123957 h 953453"/>
              <a:gd name="connsiteX203" fmla="*/ 1317230 w 1422020"/>
              <a:gd name="connsiteY203" fmla="*/ 126899 h 953453"/>
              <a:gd name="connsiteX204" fmla="*/ 1324555 w 1422020"/>
              <a:gd name="connsiteY204" fmla="*/ 132666 h 953453"/>
              <a:gd name="connsiteX205" fmla="*/ 1349414 w 1422020"/>
              <a:gd name="connsiteY205" fmla="*/ 149970 h 953453"/>
              <a:gd name="connsiteX206" fmla="*/ 1364642 w 1422020"/>
              <a:gd name="connsiteY206" fmla="*/ 176445 h 953453"/>
              <a:gd name="connsiteX207" fmla="*/ 1368564 w 1422020"/>
              <a:gd name="connsiteY207" fmla="*/ 183481 h 953453"/>
              <a:gd name="connsiteX208" fmla="*/ 1373813 w 1422020"/>
              <a:gd name="connsiteY208" fmla="*/ 220742 h 953453"/>
              <a:gd name="connsiteX209" fmla="*/ 1378715 w 1422020"/>
              <a:gd name="connsiteY209" fmla="*/ 226106 h 953453"/>
              <a:gd name="connsiteX210" fmla="*/ 1375601 w 1422020"/>
              <a:gd name="connsiteY210" fmla="*/ 229336 h 953453"/>
              <a:gd name="connsiteX211" fmla="*/ 1374274 w 1422020"/>
              <a:gd name="connsiteY211" fmla="*/ 234008 h 953453"/>
              <a:gd name="connsiteX212" fmla="*/ 1383964 w 1422020"/>
              <a:gd name="connsiteY212" fmla="*/ 238045 h 953453"/>
              <a:gd name="connsiteX213" fmla="*/ 1387137 w 1422020"/>
              <a:gd name="connsiteY213" fmla="*/ 229567 h 953453"/>
              <a:gd name="connsiteX214" fmla="*/ 1388348 w 1422020"/>
              <a:gd name="connsiteY214" fmla="*/ 224491 h 953453"/>
              <a:gd name="connsiteX215" fmla="*/ 1390655 w 1422020"/>
              <a:gd name="connsiteY215" fmla="*/ 217166 h 953453"/>
              <a:gd name="connsiteX216" fmla="*/ 1390655 w 1422020"/>
              <a:gd name="connsiteY216" fmla="*/ 207533 h 953453"/>
              <a:gd name="connsiteX217" fmla="*/ 1395039 w 1422020"/>
              <a:gd name="connsiteY217" fmla="*/ 213301 h 953453"/>
              <a:gd name="connsiteX218" fmla="*/ 1405363 w 1422020"/>
              <a:gd name="connsiteY218" fmla="*/ 224837 h 953453"/>
              <a:gd name="connsiteX219" fmla="*/ 1416899 w 1422020"/>
              <a:gd name="connsiteY219" fmla="*/ 250908 h 953453"/>
              <a:gd name="connsiteX220" fmla="*/ 1412977 w 1422020"/>
              <a:gd name="connsiteY220" fmla="*/ 243871 h 953453"/>
              <a:gd name="connsiteX221" fmla="*/ 1398269 w 1422020"/>
              <a:gd name="connsiteY221" fmla="*/ 243525 h 953453"/>
              <a:gd name="connsiteX222" fmla="*/ 1403517 w 1422020"/>
              <a:gd name="connsiteY222" fmla="*/ 244967 h 953453"/>
              <a:gd name="connsiteX223" fmla="*/ 1409862 w 1422020"/>
              <a:gd name="connsiteY223" fmla="*/ 246120 h 953453"/>
              <a:gd name="connsiteX224" fmla="*/ 1417764 w 1422020"/>
              <a:gd name="connsiteY224" fmla="*/ 258291 h 953453"/>
              <a:gd name="connsiteX225" fmla="*/ 1417187 w 1422020"/>
              <a:gd name="connsiteY225" fmla="*/ 280439 h 953453"/>
              <a:gd name="connsiteX226" fmla="*/ 1407670 w 1422020"/>
              <a:gd name="connsiteY226" fmla="*/ 319372 h 953453"/>
              <a:gd name="connsiteX227" fmla="*/ 1409112 w 1422020"/>
              <a:gd name="connsiteY227" fmla="*/ 325659 h 953453"/>
              <a:gd name="connsiteX228" fmla="*/ 1404382 w 1422020"/>
              <a:gd name="connsiteY228" fmla="*/ 347462 h 953453"/>
              <a:gd name="connsiteX229" fmla="*/ 1399191 w 1422020"/>
              <a:gd name="connsiteY229" fmla="*/ 357960 h 953453"/>
              <a:gd name="connsiteX230" fmla="*/ 1396827 w 1422020"/>
              <a:gd name="connsiteY230" fmla="*/ 368169 h 953453"/>
              <a:gd name="connsiteX231" fmla="*/ 1398557 w 1422020"/>
              <a:gd name="connsiteY231" fmla="*/ 382992 h 953453"/>
              <a:gd name="connsiteX232" fmla="*/ 1397288 w 1422020"/>
              <a:gd name="connsiteY232" fmla="*/ 400296 h 953453"/>
              <a:gd name="connsiteX233" fmla="*/ 1396192 w 1422020"/>
              <a:gd name="connsiteY233" fmla="*/ 406813 h 953453"/>
              <a:gd name="connsiteX234" fmla="*/ 1391693 w 1422020"/>
              <a:gd name="connsiteY234" fmla="*/ 401046 h 953453"/>
              <a:gd name="connsiteX235" fmla="*/ 1387771 w 1422020"/>
              <a:gd name="connsiteY235" fmla="*/ 394932 h 953453"/>
              <a:gd name="connsiteX236" fmla="*/ 1388579 w 1422020"/>
              <a:gd name="connsiteY236" fmla="*/ 409524 h 953453"/>
              <a:gd name="connsiteX237" fmla="*/ 1382811 w 1422020"/>
              <a:gd name="connsiteY237" fmla="*/ 412120 h 953453"/>
              <a:gd name="connsiteX238" fmla="*/ 1379235 w 1422020"/>
              <a:gd name="connsiteY238" fmla="*/ 412639 h 953453"/>
              <a:gd name="connsiteX239" fmla="*/ 1380907 w 1422020"/>
              <a:gd name="connsiteY239" fmla="*/ 423136 h 953453"/>
              <a:gd name="connsiteX240" fmla="*/ 1377389 w 1422020"/>
              <a:gd name="connsiteY240" fmla="*/ 421695 h 953453"/>
              <a:gd name="connsiteX241" fmla="*/ 1372025 w 1422020"/>
              <a:gd name="connsiteY241" fmla="*/ 423194 h 953453"/>
              <a:gd name="connsiteX242" fmla="*/ 1376004 w 1422020"/>
              <a:gd name="connsiteY242" fmla="*/ 433576 h 953453"/>
              <a:gd name="connsiteX243" fmla="*/ 1381461 w 1422020"/>
              <a:gd name="connsiteY243" fmla="*/ 433305 h 953453"/>
              <a:gd name="connsiteX244" fmla="*/ 1382234 w 1422020"/>
              <a:gd name="connsiteY244" fmla="*/ 434268 h 953453"/>
              <a:gd name="connsiteX245" fmla="*/ 1381138 w 1422020"/>
              <a:gd name="connsiteY245" fmla="*/ 440036 h 953453"/>
              <a:gd name="connsiteX246" fmla="*/ 1373409 w 1422020"/>
              <a:gd name="connsiteY246" fmla="*/ 461262 h 953453"/>
              <a:gd name="connsiteX247" fmla="*/ 1362738 w 1422020"/>
              <a:gd name="connsiteY247" fmla="*/ 483238 h 953453"/>
              <a:gd name="connsiteX248" fmla="*/ 1359220 w 1422020"/>
              <a:gd name="connsiteY248" fmla="*/ 475624 h 953453"/>
              <a:gd name="connsiteX249" fmla="*/ 1359624 w 1422020"/>
              <a:gd name="connsiteY249" fmla="*/ 450649 h 953453"/>
              <a:gd name="connsiteX250" fmla="*/ 1357605 w 1422020"/>
              <a:gd name="connsiteY250" fmla="*/ 457917 h 953453"/>
              <a:gd name="connsiteX251" fmla="*/ 1350222 w 1422020"/>
              <a:gd name="connsiteY251" fmla="*/ 469741 h 953453"/>
              <a:gd name="connsiteX252" fmla="*/ 1346358 w 1422020"/>
              <a:gd name="connsiteY252" fmla="*/ 480815 h 953453"/>
              <a:gd name="connsiteX253" fmla="*/ 1339898 w 1422020"/>
              <a:gd name="connsiteY253" fmla="*/ 483526 h 953453"/>
              <a:gd name="connsiteX254" fmla="*/ 1333495 w 1422020"/>
              <a:gd name="connsiteY254" fmla="*/ 485314 h 953453"/>
              <a:gd name="connsiteX255" fmla="*/ 1324209 w 1422020"/>
              <a:gd name="connsiteY255" fmla="*/ 493562 h 953453"/>
              <a:gd name="connsiteX256" fmla="*/ 1317980 w 1422020"/>
              <a:gd name="connsiteY256" fmla="*/ 500022 h 953453"/>
              <a:gd name="connsiteX257" fmla="*/ 1303099 w 1422020"/>
              <a:gd name="connsiteY257" fmla="*/ 523671 h 953453"/>
              <a:gd name="connsiteX258" fmla="*/ 1276970 w 1422020"/>
              <a:gd name="connsiteY258" fmla="*/ 539359 h 953453"/>
              <a:gd name="connsiteX259" fmla="*/ 1265030 w 1422020"/>
              <a:gd name="connsiteY259" fmla="*/ 558855 h 953453"/>
              <a:gd name="connsiteX260" fmla="*/ 1263185 w 1422020"/>
              <a:gd name="connsiteY260" fmla="*/ 563642 h 953453"/>
              <a:gd name="connsiteX261" fmla="*/ 1258109 w 1422020"/>
              <a:gd name="connsiteY261" fmla="*/ 573620 h 953453"/>
              <a:gd name="connsiteX262" fmla="*/ 1248362 w 1422020"/>
              <a:gd name="connsiteY262" fmla="*/ 590924 h 953453"/>
              <a:gd name="connsiteX263" fmla="*/ 1240517 w 1422020"/>
              <a:gd name="connsiteY263" fmla="*/ 607362 h 953453"/>
              <a:gd name="connsiteX264" fmla="*/ 1239306 w 1422020"/>
              <a:gd name="connsiteY264" fmla="*/ 612496 h 953453"/>
              <a:gd name="connsiteX265" fmla="*/ 1234865 w 1422020"/>
              <a:gd name="connsiteY265" fmla="*/ 621321 h 953453"/>
              <a:gd name="connsiteX266" fmla="*/ 1229097 w 1422020"/>
              <a:gd name="connsiteY266" fmla="*/ 632856 h 953453"/>
              <a:gd name="connsiteX267" fmla="*/ 1222175 w 1422020"/>
              <a:gd name="connsiteY267" fmla="*/ 639028 h 953453"/>
              <a:gd name="connsiteX268" fmla="*/ 1218945 w 1422020"/>
              <a:gd name="connsiteY268" fmla="*/ 647103 h 953453"/>
              <a:gd name="connsiteX269" fmla="*/ 1199738 w 1422020"/>
              <a:gd name="connsiteY269" fmla="*/ 649468 h 953453"/>
              <a:gd name="connsiteX270" fmla="*/ 1198008 w 1422020"/>
              <a:gd name="connsiteY270" fmla="*/ 650391 h 953453"/>
              <a:gd name="connsiteX271" fmla="*/ 1186184 w 1422020"/>
              <a:gd name="connsiteY271" fmla="*/ 665099 h 953453"/>
              <a:gd name="connsiteX272" fmla="*/ 1185492 w 1422020"/>
              <a:gd name="connsiteY272" fmla="*/ 660484 h 953453"/>
              <a:gd name="connsiteX273" fmla="*/ 1186414 w 1422020"/>
              <a:gd name="connsiteY273" fmla="*/ 651140 h 953453"/>
              <a:gd name="connsiteX274" fmla="*/ 1186991 w 1422020"/>
              <a:gd name="connsiteY274" fmla="*/ 639605 h 953453"/>
              <a:gd name="connsiteX275" fmla="*/ 1180762 w 1422020"/>
              <a:gd name="connsiteY275" fmla="*/ 613592 h 953453"/>
              <a:gd name="connsiteX276" fmla="*/ 1175628 w 1422020"/>
              <a:gd name="connsiteY276" fmla="*/ 638855 h 953453"/>
              <a:gd name="connsiteX277" fmla="*/ 1178397 w 1422020"/>
              <a:gd name="connsiteY277" fmla="*/ 657716 h 953453"/>
              <a:gd name="connsiteX278" fmla="*/ 1174014 w 1422020"/>
              <a:gd name="connsiteY278" fmla="*/ 664637 h 953453"/>
              <a:gd name="connsiteX279" fmla="*/ 1177013 w 1422020"/>
              <a:gd name="connsiteY279" fmla="*/ 666195 h 953453"/>
              <a:gd name="connsiteX280" fmla="*/ 1181916 w 1422020"/>
              <a:gd name="connsiteY280" fmla="*/ 666195 h 953453"/>
              <a:gd name="connsiteX281" fmla="*/ 1177780 w 1422020"/>
              <a:gd name="connsiteY281" fmla="*/ 671963 h 953453"/>
              <a:gd name="connsiteX282" fmla="*/ 1177763 w 1422020"/>
              <a:gd name="connsiteY282" fmla="*/ 671963 h 953453"/>
              <a:gd name="connsiteX283" fmla="*/ 1172341 w 1422020"/>
              <a:gd name="connsiteY283" fmla="*/ 656274 h 953453"/>
              <a:gd name="connsiteX284" fmla="*/ 1170149 w 1422020"/>
              <a:gd name="connsiteY284" fmla="*/ 648257 h 953453"/>
              <a:gd name="connsiteX285" fmla="*/ 1167727 w 1422020"/>
              <a:gd name="connsiteY285" fmla="*/ 656101 h 953453"/>
              <a:gd name="connsiteX286" fmla="*/ 1166112 w 1422020"/>
              <a:gd name="connsiteY286" fmla="*/ 660831 h 953453"/>
              <a:gd name="connsiteX287" fmla="*/ 1163804 w 1422020"/>
              <a:gd name="connsiteY287" fmla="*/ 642777 h 953453"/>
              <a:gd name="connsiteX288" fmla="*/ 1160113 w 1422020"/>
              <a:gd name="connsiteY288" fmla="*/ 627088 h 953453"/>
              <a:gd name="connsiteX289" fmla="*/ 1147943 w 1422020"/>
              <a:gd name="connsiteY289" fmla="*/ 629915 h 953453"/>
              <a:gd name="connsiteX290" fmla="*/ 1139060 w 1422020"/>
              <a:gd name="connsiteY290" fmla="*/ 635221 h 953453"/>
              <a:gd name="connsiteX291" fmla="*/ 1141944 w 1422020"/>
              <a:gd name="connsiteY291" fmla="*/ 622474 h 953453"/>
              <a:gd name="connsiteX292" fmla="*/ 1140791 w 1422020"/>
              <a:gd name="connsiteY292" fmla="*/ 615149 h 953453"/>
              <a:gd name="connsiteX293" fmla="*/ 1131158 w 1422020"/>
              <a:gd name="connsiteY293" fmla="*/ 627319 h 953453"/>
              <a:gd name="connsiteX294" fmla="*/ 1123718 w 1422020"/>
              <a:gd name="connsiteY294" fmla="*/ 638855 h 953453"/>
              <a:gd name="connsiteX295" fmla="*/ 1122161 w 1422020"/>
              <a:gd name="connsiteY295" fmla="*/ 646872 h 953453"/>
              <a:gd name="connsiteX296" fmla="*/ 1120373 w 1422020"/>
              <a:gd name="connsiteY296" fmla="*/ 653102 h 953453"/>
              <a:gd name="connsiteX297" fmla="*/ 1113509 w 1422020"/>
              <a:gd name="connsiteY297" fmla="*/ 632049 h 953453"/>
              <a:gd name="connsiteX298" fmla="*/ 1110048 w 1422020"/>
              <a:gd name="connsiteY298" fmla="*/ 627723 h 953453"/>
              <a:gd name="connsiteX299" fmla="*/ 1103069 w 1422020"/>
              <a:gd name="connsiteY299" fmla="*/ 630607 h 953453"/>
              <a:gd name="connsiteX300" fmla="*/ 1099146 w 1422020"/>
              <a:gd name="connsiteY300" fmla="*/ 633087 h 953453"/>
              <a:gd name="connsiteX301" fmla="*/ 1089745 w 1422020"/>
              <a:gd name="connsiteY301" fmla="*/ 628011 h 953453"/>
              <a:gd name="connsiteX302" fmla="*/ 1087899 w 1422020"/>
              <a:gd name="connsiteY302" fmla="*/ 622243 h 953453"/>
              <a:gd name="connsiteX303" fmla="*/ 1095859 w 1422020"/>
              <a:gd name="connsiteY303" fmla="*/ 622936 h 953453"/>
              <a:gd name="connsiteX304" fmla="*/ 1100819 w 1422020"/>
              <a:gd name="connsiteY304" fmla="*/ 621090 h 953453"/>
              <a:gd name="connsiteX305" fmla="*/ 1103530 w 1422020"/>
              <a:gd name="connsiteY305" fmla="*/ 613188 h 953453"/>
              <a:gd name="connsiteX306" fmla="*/ 1110336 w 1422020"/>
              <a:gd name="connsiteY306" fmla="*/ 597961 h 953453"/>
              <a:gd name="connsiteX307" fmla="*/ 1112124 w 1422020"/>
              <a:gd name="connsiteY307" fmla="*/ 584579 h 953453"/>
              <a:gd name="connsiteX308" fmla="*/ 1106818 w 1422020"/>
              <a:gd name="connsiteY308" fmla="*/ 595596 h 953453"/>
              <a:gd name="connsiteX309" fmla="*/ 1098051 w 1422020"/>
              <a:gd name="connsiteY309" fmla="*/ 600383 h 953453"/>
              <a:gd name="connsiteX310" fmla="*/ 1095167 w 1422020"/>
              <a:gd name="connsiteY310" fmla="*/ 593981 h 953453"/>
              <a:gd name="connsiteX311" fmla="*/ 1092686 w 1422020"/>
              <a:gd name="connsiteY311" fmla="*/ 601825 h 953453"/>
              <a:gd name="connsiteX312" fmla="*/ 1080632 w 1422020"/>
              <a:gd name="connsiteY312" fmla="*/ 619879 h 953453"/>
              <a:gd name="connsiteX313" fmla="*/ 1079594 w 1422020"/>
              <a:gd name="connsiteY313" fmla="*/ 624493 h 953453"/>
              <a:gd name="connsiteX314" fmla="*/ 1083285 w 1422020"/>
              <a:gd name="connsiteY314" fmla="*/ 630665 h 953453"/>
              <a:gd name="connsiteX315" fmla="*/ 1091648 w 1422020"/>
              <a:gd name="connsiteY315" fmla="*/ 641277 h 953453"/>
              <a:gd name="connsiteX316" fmla="*/ 1081382 w 1422020"/>
              <a:gd name="connsiteY316" fmla="*/ 678480 h 953453"/>
              <a:gd name="connsiteX317" fmla="*/ 1073422 w 1422020"/>
              <a:gd name="connsiteY317" fmla="*/ 678480 h 953453"/>
              <a:gd name="connsiteX318" fmla="*/ 1071230 w 1422020"/>
              <a:gd name="connsiteY318" fmla="*/ 674789 h 953453"/>
              <a:gd name="connsiteX319" fmla="*/ 1066616 w 1422020"/>
              <a:gd name="connsiteY319" fmla="*/ 668386 h 953453"/>
              <a:gd name="connsiteX320" fmla="*/ 1064309 w 1422020"/>
              <a:gd name="connsiteY320" fmla="*/ 676692 h 953453"/>
              <a:gd name="connsiteX321" fmla="*/ 1060271 w 1422020"/>
              <a:gd name="connsiteY321" fmla="*/ 683037 h 953453"/>
              <a:gd name="connsiteX322" fmla="*/ 1053811 w 1422020"/>
              <a:gd name="connsiteY322" fmla="*/ 686671 h 953453"/>
              <a:gd name="connsiteX323" fmla="*/ 1046428 w 1422020"/>
              <a:gd name="connsiteY323" fmla="*/ 699706 h 953453"/>
              <a:gd name="connsiteX324" fmla="*/ 1036796 w 1422020"/>
              <a:gd name="connsiteY324" fmla="*/ 717010 h 953453"/>
              <a:gd name="connsiteX325" fmla="*/ 1029759 w 1422020"/>
              <a:gd name="connsiteY325" fmla="*/ 721797 h 953453"/>
              <a:gd name="connsiteX326" fmla="*/ 1028721 w 1422020"/>
              <a:gd name="connsiteY326" fmla="*/ 716837 h 953453"/>
              <a:gd name="connsiteX327" fmla="*/ 1046543 w 1422020"/>
              <a:gd name="connsiteY327" fmla="*/ 675654 h 953453"/>
              <a:gd name="connsiteX328" fmla="*/ 1042621 w 1422020"/>
              <a:gd name="connsiteY328" fmla="*/ 678134 h 953453"/>
              <a:gd name="connsiteX329" fmla="*/ 1026875 w 1422020"/>
              <a:gd name="connsiteY329" fmla="*/ 676231 h 953453"/>
              <a:gd name="connsiteX330" fmla="*/ 1030059 w 1422020"/>
              <a:gd name="connsiteY330" fmla="*/ 668721 h 953453"/>
              <a:gd name="connsiteX331" fmla="*/ 1030509 w 1422020"/>
              <a:gd name="connsiteY331" fmla="*/ 668559 h 953453"/>
              <a:gd name="connsiteX332" fmla="*/ 1037200 w 1422020"/>
              <a:gd name="connsiteY332" fmla="*/ 671963 h 953453"/>
              <a:gd name="connsiteX333" fmla="*/ 1040833 w 1422020"/>
              <a:gd name="connsiteY333" fmla="*/ 670521 h 953453"/>
              <a:gd name="connsiteX334" fmla="*/ 1039968 w 1422020"/>
              <a:gd name="connsiteY334" fmla="*/ 657831 h 953453"/>
              <a:gd name="connsiteX335" fmla="*/ 1039968 w 1422020"/>
              <a:gd name="connsiteY335" fmla="*/ 653505 h 953453"/>
              <a:gd name="connsiteX336" fmla="*/ 1045736 w 1422020"/>
              <a:gd name="connsiteY336" fmla="*/ 662388 h 953453"/>
              <a:gd name="connsiteX337" fmla="*/ 1052254 w 1422020"/>
              <a:gd name="connsiteY337" fmla="*/ 661119 h 953453"/>
              <a:gd name="connsiteX338" fmla="*/ 1053811 w 1422020"/>
              <a:gd name="connsiteY338" fmla="*/ 666887 h 953453"/>
              <a:gd name="connsiteX339" fmla="*/ 1057041 w 1422020"/>
              <a:gd name="connsiteY339" fmla="*/ 670290 h 953453"/>
              <a:gd name="connsiteX340" fmla="*/ 1064655 w 1422020"/>
              <a:gd name="connsiteY340" fmla="*/ 653909 h 953453"/>
              <a:gd name="connsiteX341" fmla="*/ 1060444 w 1422020"/>
              <a:gd name="connsiteY341" fmla="*/ 633087 h 953453"/>
              <a:gd name="connsiteX342" fmla="*/ 1057906 w 1422020"/>
              <a:gd name="connsiteY342" fmla="*/ 624666 h 953453"/>
              <a:gd name="connsiteX343" fmla="*/ 1053119 w 1422020"/>
              <a:gd name="connsiteY343" fmla="*/ 604940 h 953453"/>
              <a:gd name="connsiteX344" fmla="*/ 1047351 w 1422020"/>
              <a:gd name="connsiteY344" fmla="*/ 594558 h 953453"/>
              <a:gd name="connsiteX345" fmla="*/ 1042448 w 1422020"/>
              <a:gd name="connsiteY345" fmla="*/ 583945 h 953453"/>
              <a:gd name="connsiteX346" fmla="*/ 1039507 w 1422020"/>
              <a:gd name="connsiteY346" fmla="*/ 579504 h 953453"/>
              <a:gd name="connsiteX347" fmla="*/ 1047813 w 1422020"/>
              <a:gd name="connsiteY347" fmla="*/ 577254 h 953453"/>
              <a:gd name="connsiteX348" fmla="*/ 1056810 w 1422020"/>
              <a:gd name="connsiteY348" fmla="*/ 572409 h 953453"/>
              <a:gd name="connsiteX349" fmla="*/ 1065058 w 1422020"/>
              <a:gd name="connsiteY349" fmla="*/ 565834 h 953453"/>
              <a:gd name="connsiteX350" fmla="*/ 1072326 w 1422020"/>
              <a:gd name="connsiteY350" fmla="*/ 558624 h 953453"/>
              <a:gd name="connsiteX351" fmla="*/ 1068692 w 1422020"/>
              <a:gd name="connsiteY351" fmla="*/ 554817 h 953453"/>
              <a:gd name="connsiteX352" fmla="*/ 1063559 w 1422020"/>
              <a:gd name="connsiteY352" fmla="*/ 552856 h 953453"/>
              <a:gd name="connsiteX353" fmla="*/ 1068116 w 1422020"/>
              <a:gd name="connsiteY353" fmla="*/ 541320 h 953453"/>
              <a:gd name="connsiteX354" fmla="*/ 1066674 w 1422020"/>
              <a:gd name="connsiteY354" fmla="*/ 535956 h 953453"/>
              <a:gd name="connsiteX355" fmla="*/ 1058714 w 1422020"/>
              <a:gd name="connsiteY355" fmla="*/ 530938 h 953453"/>
              <a:gd name="connsiteX356" fmla="*/ 1055368 w 1422020"/>
              <a:gd name="connsiteY356" fmla="*/ 532322 h 953453"/>
              <a:gd name="connsiteX357" fmla="*/ 1050523 w 1422020"/>
              <a:gd name="connsiteY357" fmla="*/ 535610 h 953453"/>
              <a:gd name="connsiteX358" fmla="*/ 1049255 w 1422020"/>
              <a:gd name="connsiteY358" fmla="*/ 538321 h 953453"/>
              <a:gd name="connsiteX359" fmla="*/ 1046440 w 1422020"/>
              <a:gd name="connsiteY359" fmla="*/ 544835 h 953453"/>
              <a:gd name="connsiteX360" fmla="*/ 1046428 w 1422020"/>
              <a:gd name="connsiteY360" fmla="*/ 544839 h 953453"/>
              <a:gd name="connsiteX361" fmla="*/ 1042795 w 1422020"/>
              <a:gd name="connsiteY361" fmla="*/ 541032 h 953453"/>
              <a:gd name="connsiteX362" fmla="*/ 1040257 w 1422020"/>
              <a:gd name="connsiteY362" fmla="*/ 536937 h 953453"/>
              <a:gd name="connsiteX363" fmla="*/ 1040257 w 1422020"/>
              <a:gd name="connsiteY363" fmla="*/ 544031 h 953453"/>
              <a:gd name="connsiteX364" fmla="*/ 1033162 w 1422020"/>
              <a:gd name="connsiteY364" fmla="*/ 577023 h 953453"/>
              <a:gd name="connsiteX365" fmla="*/ 1028144 w 1422020"/>
              <a:gd name="connsiteY365" fmla="*/ 581753 h 953453"/>
              <a:gd name="connsiteX366" fmla="*/ 1025491 w 1422020"/>
              <a:gd name="connsiteY366" fmla="*/ 586771 h 953453"/>
              <a:gd name="connsiteX367" fmla="*/ 995210 w 1422020"/>
              <a:gd name="connsiteY367" fmla="*/ 611746 h 953453"/>
              <a:gd name="connsiteX368" fmla="*/ 984193 w 1422020"/>
              <a:gd name="connsiteY368" fmla="*/ 616649 h 953453"/>
              <a:gd name="connsiteX369" fmla="*/ 974849 w 1422020"/>
              <a:gd name="connsiteY369" fmla="*/ 624435 h 953453"/>
              <a:gd name="connsiteX370" fmla="*/ 961756 w 1422020"/>
              <a:gd name="connsiteY370" fmla="*/ 631357 h 953453"/>
              <a:gd name="connsiteX371" fmla="*/ 920631 w 1422020"/>
              <a:gd name="connsiteY371" fmla="*/ 650160 h 953453"/>
              <a:gd name="connsiteX372" fmla="*/ 870681 w 1422020"/>
              <a:gd name="connsiteY372" fmla="*/ 743080 h 953453"/>
              <a:gd name="connsiteX373" fmla="*/ 860241 w 1422020"/>
              <a:gd name="connsiteY373" fmla="*/ 752136 h 953453"/>
              <a:gd name="connsiteX374" fmla="*/ 846745 w 1422020"/>
              <a:gd name="connsiteY374" fmla="*/ 758654 h 953453"/>
              <a:gd name="connsiteX375" fmla="*/ 842130 w 1422020"/>
              <a:gd name="connsiteY375" fmla="*/ 763729 h 953453"/>
              <a:gd name="connsiteX376" fmla="*/ 840631 w 1422020"/>
              <a:gd name="connsiteY376" fmla="*/ 765575 h 953453"/>
              <a:gd name="connsiteX377" fmla="*/ 784567 w 1422020"/>
              <a:gd name="connsiteY377" fmla="*/ 781264 h 953453"/>
              <a:gd name="connsiteX378" fmla="*/ 776895 w 1422020"/>
              <a:gd name="connsiteY378" fmla="*/ 780514 h 953453"/>
              <a:gd name="connsiteX379" fmla="*/ 774069 w 1422020"/>
              <a:gd name="connsiteY379" fmla="*/ 771228 h 953453"/>
              <a:gd name="connsiteX380" fmla="*/ 759592 w 1422020"/>
              <a:gd name="connsiteY380" fmla="*/ 772785 h 953453"/>
              <a:gd name="connsiteX381" fmla="*/ 735770 w 1422020"/>
              <a:gd name="connsiteY381" fmla="*/ 774977 h 953453"/>
              <a:gd name="connsiteX382" fmla="*/ 709642 w 1422020"/>
              <a:gd name="connsiteY382" fmla="*/ 768690 h 953453"/>
              <a:gd name="connsiteX383" fmla="*/ 706585 w 1422020"/>
              <a:gd name="connsiteY383" fmla="*/ 769959 h 953453"/>
              <a:gd name="connsiteX384" fmla="*/ 700298 w 1422020"/>
              <a:gd name="connsiteY384" fmla="*/ 771228 h 953453"/>
              <a:gd name="connsiteX385" fmla="*/ 668921 w 1422020"/>
              <a:gd name="connsiteY385" fmla="*/ 762518 h 953453"/>
              <a:gd name="connsiteX386" fmla="*/ 673881 w 1422020"/>
              <a:gd name="connsiteY386" fmla="*/ 766902 h 953453"/>
              <a:gd name="connsiteX387" fmla="*/ 672151 w 1422020"/>
              <a:gd name="connsiteY387" fmla="*/ 770247 h 953453"/>
              <a:gd name="connsiteX388" fmla="*/ 664653 w 1422020"/>
              <a:gd name="connsiteY388" fmla="*/ 777572 h 953453"/>
              <a:gd name="connsiteX389" fmla="*/ 656289 w 1422020"/>
              <a:gd name="connsiteY389" fmla="*/ 784609 h 953453"/>
              <a:gd name="connsiteX390" fmla="*/ 649714 w 1422020"/>
              <a:gd name="connsiteY390" fmla="*/ 791184 h 953453"/>
              <a:gd name="connsiteX391" fmla="*/ 647464 w 1422020"/>
              <a:gd name="connsiteY391" fmla="*/ 796549 h 953453"/>
              <a:gd name="connsiteX392" fmla="*/ 636678 w 1422020"/>
              <a:gd name="connsiteY392" fmla="*/ 807623 h 953453"/>
              <a:gd name="connsiteX393" fmla="*/ 532857 w 1422020"/>
              <a:gd name="connsiteY393" fmla="*/ 838654 h 953453"/>
              <a:gd name="connsiteX394" fmla="*/ 467161 w 1422020"/>
              <a:gd name="connsiteY394" fmla="*/ 848344 h 953453"/>
              <a:gd name="connsiteX395" fmla="*/ 456086 w 1422020"/>
              <a:gd name="connsiteY395" fmla="*/ 856188 h 953453"/>
              <a:gd name="connsiteX396" fmla="*/ 442936 w 1422020"/>
              <a:gd name="connsiteY396" fmla="*/ 866917 h 953453"/>
              <a:gd name="connsiteX397" fmla="*/ 431977 w 1422020"/>
              <a:gd name="connsiteY397" fmla="*/ 874184 h 953453"/>
              <a:gd name="connsiteX398" fmla="*/ 425459 w 1422020"/>
              <a:gd name="connsiteY398" fmla="*/ 875453 h 953453"/>
              <a:gd name="connsiteX399" fmla="*/ 389929 w 1422020"/>
              <a:gd name="connsiteY399" fmla="*/ 887508 h 953453"/>
              <a:gd name="connsiteX400" fmla="*/ 344478 w 1422020"/>
              <a:gd name="connsiteY400" fmla="*/ 910579 h 953453"/>
              <a:gd name="connsiteX401" fmla="*/ 203511 w 1422020"/>
              <a:gd name="connsiteY401" fmla="*/ 951762 h 953453"/>
              <a:gd name="connsiteX402" fmla="*/ 166540 w 1422020"/>
              <a:gd name="connsiteY402" fmla="*/ 953204 h 953453"/>
              <a:gd name="connsiteX403" fmla="*/ 94383 w 1422020"/>
              <a:gd name="connsiteY403" fmla="*/ 935900 h 953453"/>
              <a:gd name="connsiteX404" fmla="*/ 87520 w 1422020"/>
              <a:gd name="connsiteY404" fmla="*/ 925345 h 953453"/>
              <a:gd name="connsiteX405" fmla="*/ 49798 w 1422020"/>
              <a:gd name="connsiteY405" fmla="*/ 830002 h 953453"/>
              <a:gd name="connsiteX406" fmla="*/ 22227 w 1422020"/>
              <a:gd name="connsiteY406" fmla="*/ 504406 h 953453"/>
              <a:gd name="connsiteX407" fmla="*/ 20266 w 1422020"/>
              <a:gd name="connsiteY407" fmla="*/ 387376 h 953453"/>
              <a:gd name="connsiteX408" fmla="*/ 15017 w 1422020"/>
              <a:gd name="connsiteY408" fmla="*/ 369207 h 953453"/>
              <a:gd name="connsiteX409" fmla="*/ 7231 w 1422020"/>
              <a:gd name="connsiteY409" fmla="*/ 347923 h 953453"/>
              <a:gd name="connsiteX410" fmla="*/ 5212 w 1422020"/>
              <a:gd name="connsiteY410" fmla="*/ 334138 h 953453"/>
              <a:gd name="connsiteX411" fmla="*/ 3366 w 1422020"/>
              <a:gd name="connsiteY411" fmla="*/ 309336 h 953453"/>
              <a:gd name="connsiteX412" fmla="*/ 252 w 1422020"/>
              <a:gd name="connsiteY412" fmla="*/ 294859 h 953453"/>
              <a:gd name="connsiteX413" fmla="*/ 252 w 1422020"/>
              <a:gd name="connsiteY413" fmla="*/ 255234 h 953453"/>
              <a:gd name="connsiteX414" fmla="*/ 7462 w 1422020"/>
              <a:gd name="connsiteY414" fmla="*/ 203323 h 953453"/>
              <a:gd name="connsiteX415" fmla="*/ 11038 w 1422020"/>
              <a:gd name="connsiteY415" fmla="*/ 208053 h 953453"/>
              <a:gd name="connsiteX416" fmla="*/ 19805 w 1422020"/>
              <a:gd name="connsiteY416" fmla="*/ 248428 h 953453"/>
              <a:gd name="connsiteX417" fmla="*/ 29264 w 1422020"/>
              <a:gd name="connsiteY417" fmla="*/ 231470 h 953453"/>
              <a:gd name="connsiteX418" fmla="*/ 45241 w 1422020"/>
              <a:gd name="connsiteY418" fmla="*/ 223799 h 953453"/>
              <a:gd name="connsiteX419" fmla="*/ 76503 w 1422020"/>
              <a:gd name="connsiteY419" fmla="*/ 192883 h 953453"/>
              <a:gd name="connsiteX420" fmla="*/ 113879 w 1422020"/>
              <a:gd name="connsiteY420" fmla="*/ 176387 h 953453"/>
              <a:gd name="connsiteX421" fmla="*/ 159560 w 1422020"/>
              <a:gd name="connsiteY421" fmla="*/ 184981 h 953453"/>
              <a:gd name="connsiteX422" fmla="*/ 169423 w 1422020"/>
              <a:gd name="connsiteY422" fmla="*/ 184231 h 953453"/>
              <a:gd name="connsiteX423" fmla="*/ 178075 w 1422020"/>
              <a:gd name="connsiteY423" fmla="*/ 188557 h 953453"/>
              <a:gd name="connsiteX424" fmla="*/ 183843 w 1422020"/>
              <a:gd name="connsiteY424" fmla="*/ 194325 h 953453"/>
              <a:gd name="connsiteX425" fmla="*/ 188342 w 1422020"/>
              <a:gd name="connsiteY425" fmla="*/ 200093 h 953453"/>
              <a:gd name="connsiteX426" fmla="*/ 189553 w 1422020"/>
              <a:gd name="connsiteY426" fmla="*/ 194037 h 953453"/>
              <a:gd name="connsiteX427" fmla="*/ 192783 w 1422020"/>
              <a:gd name="connsiteY427" fmla="*/ 193114 h 953453"/>
              <a:gd name="connsiteX428" fmla="*/ 199532 w 1422020"/>
              <a:gd name="connsiteY428" fmla="*/ 192710 h 953453"/>
              <a:gd name="connsiteX429" fmla="*/ 203511 w 1422020"/>
              <a:gd name="connsiteY429" fmla="*/ 187346 h 953453"/>
              <a:gd name="connsiteX430" fmla="*/ 211298 w 1422020"/>
              <a:gd name="connsiteY430" fmla="*/ 189538 h 953453"/>
              <a:gd name="connsiteX431" fmla="*/ 220007 w 1422020"/>
              <a:gd name="connsiteY431" fmla="*/ 187634 h 953453"/>
              <a:gd name="connsiteX432" fmla="*/ 236850 w 1422020"/>
              <a:gd name="connsiteY432" fmla="*/ 177829 h 953453"/>
              <a:gd name="connsiteX433" fmla="*/ 251846 w 1422020"/>
              <a:gd name="connsiteY433" fmla="*/ 172061 h 953453"/>
              <a:gd name="connsiteX434" fmla="*/ 255307 w 1422020"/>
              <a:gd name="connsiteY434" fmla="*/ 172061 h 953453"/>
              <a:gd name="connsiteX435" fmla="*/ 261998 w 1422020"/>
              <a:gd name="connsiteY435" fmla="*/ 175522 h 953453"/>
              <a:gd name="connsiteX436" fmla="*/ 268919 w 1422020"/>
              <a:gd name="connsiteY436" fmla="*/ 179841 h 953453"/>
              <a:gd name="connsiteX437" fmla="*/ 268919 w 1422020"/>
              <a:gd name="connsiteY437" fmla="*/ 179848 h 953453"/>
              <a:gd name="connsiteX438" fmla="*/ 277398 w 1422020"/>
              <a:gd name="connsiteY438" fmla="*/ 184577 h 953453"/>
              <a:gd name="connsiteX439" fmla="*/ 283166 w 1422020"/>
              <a:gd name="connsiteY439" fmla="*/ 179675 h 953453"/>
              <a:gd name="connsiteX440" fmla="*/ 297701 w 1422020"/>
              <a:gd name="connsiteY440" fmla="*/ 180482 h 953453"/>
              <a:gd name="connsiteX441" fmla="*/ 321868 w 1422020"/>
              <a:gd name="connsiteY441" fmla="*/ 176272 h 953453"/>
              <a:gd name="connsiteX442" fmla="*/ 331962 w 1422020"/>
              <a:gd name="connsiteY442" fmla="*/ 176272 h 953453"/>
              <a:gd name="connsiteX443" fmla="*/ 361551 w 1422020"/>
              <a:gd name="connsiteY443" fmla="*/ 171080 h 953453"/>
              <a:gd name="connsiteX444" fmla="*/ 363800 w 1422020"/>
              <a:gd name="connsiteY444" fmla="*/ 169985 h 953453"/>
              <a:gd name="connsiteX445" fmla="*/ 395870 w 1422020"/>
              <a:gd name="connsiteY445" fmla="*/ 152681 h 953453"/>
              <a:gd name="connsiteX446" fmla="*/ 407752 w 1422020"/>
              <a:gd name="connsiteY446" fmla="*/ 140338 h 953453"/>
              <a:gd name="connsiteX447" fmla="*/ 422056 w 1422020"/>
              <a:gd name="connsiteY447" fmla="*/ 127360 h 953453"/>
              <a:gd name="connsiteX448" fmla="*/ 433592 w 1422020"/>
              <a:gd name="connsiteY448" fmla="*/ 117093 h 953453"/>
              <a:gd name="connsiteX449" fmla="*/ 442013 w 1422020"/>
              <a:gd name="connsiteY449" fmla="*/ 109999 h 953453"/>
              <a:gd name="connsiteX450" fmla="*/ 451299 w 1422020"/>
              <a:gd name="connsiteY450" fmla="*/ 105096 h 953453"/>
              <a:gd name="connsiteX451" fmla="*/ 460015 w 1422020"/>
              <a:gd name="connsiteY451" fmla="*/ 105606 h 953453"/>
              <a:gd name="connsiteX452" fmla="*/ 460066 w 1422020"/>
              <a:gd name="connsiteY452" fmla="*/ 105557 h 953453"/>
              <a:gd name="connsiteX453" fmla="*/ 466815 w 1422020"/>
              <a:gd name="connsiteY453" fmla="*/ 105154 h 953453"/>
              <a:gd name="connsiteX454" fmla="*/ 472294 w 1422020"/>
              <a:gd name="connsiteY454" fmla="*/ 105154 h 953453"/>
              <a:gd name="connsiteX455" fmla="*/ 479222 w 1422020"/>
              <a:gd name="connsiteY455" fmla="*/ 105396 h 953453"/>
              <a:gd name="connsiteX456" fmla="*/ 479677 w 1422020"/>
              <a:gd name="connsiteY456" fmla="*/ 105961 h 953453"/>
              <a:gd name="connsiteX457" fmla="*/ 485532 w 1422020"/>
              <a:gd name="connsiteY457" fmla="*/ 106453 h 953453"/>
              <a:gd name="connsiteX458" fmla="*/ 486022 w 1422020"/>
              <a:gd name="connsiteY458" fmla="*/ 105961 h 953453"/>
              <a:gd name="connsiteX459" fmla="*/ 497557 w 1422020"/>
              <a:gd name="connsiteY459" fmla="*/ 106653 h 953453"/>
              <a:gd name="connsiteX460" fmla="*/ 509439 w 1422020"/>
              <a:gd name="connsiteY460" fmla="*/ 103885 h 953453"/>
              <a:gd name="connsiteX461" fmla="*/ 518207 w 1422020"/>
              <a:gd name="connsiteY461" fmla="*/ 102443 h 953453"/>
              <a:gd name="connsiteX462" fmla="*/ 536894 w 1422020"/>
              <a:gd name="connsiteY462" fmla="*/ 104577 h 953453"/>
              <a:gd name="connsiteX463" fmla="*/ 533261 w 1422020"/>
              <a:gd name="connsiteY463" fmla="*/ 96444 h 953453"/>
              <a:gd name="connsiteX464" fmla="*/ 531011 w 1422020"/>
              <a:gd name="connsiteY464" fmla="*/ 90388 h 953453"/>
              <a:gd name="connsiteX465" fmla="*/ 537990 w 1422020"/>
              <a:gd name="connsiteY465" fmla="*/ 92753 h 953453"/>
              <a:gd name="connsiteX466" fmla="*/ 546469 w 1422020"/>
              <a:gd name="connsiteY466" fmla="*/ 93330 h 953453"/>
              <a:gd name="connsiteX467" fmla="*/ 553736 w 1422020"/>
              <a:gd name="connsiteY467" fmla="*/ 89465 h 953453"/>
              <a:gd name="connsiteX468" fmla="*/ 560543 w 1422020"/>
              <a:gd name="connsiteY468" fmla="*/ 82832 h 953453"/>
              <a:gd name="connsiteX469" fmla="*/ 587133 w 1422020"/>
              <a:gd name="connsiteY469" fmla="*/ 67489 h 953453"/>
              <a:gd name="connsiteX470" fmla="*/ 591228 w 1422020"/>
              <a:gd name="connsiteY470" fmla="*/ 56300 h 953453"/>
              <a:gd name="connsiteX471" fmla="*/ 591920 w 1422020"/>
              <a:gd name="connsiteY471" fmla="*/ 47071 h 953453"/>
              <a:gd name="connsiteX472" fmla="*/ 595323 w 1422020"/>
              <a:gd name="connsiteY472" fmla="*/ 53301 h 953453"/>
              <a:gd name="connsiteX473" fmla="*/ 599187 w 1422020"/>
              <a:gd name="connsiteY473" fmla="*/ 62298 h 953453"/>
              <a:gd name="connsiteX474" fmla="*/ 600168 w 1422020"/>
              <a:gd name="connsiteY474" fmla="*/ 60568 h 953453"/>
              <a:gd name="connsiteX475" fmla="*/ 603917 w 1422020"/>
              <a:gd name="connsiteY475" fmla="*/ 54339 h 953453"/>
              <a:gd name="connsiteX476" fmla="*/ 612338 w 1422020"/>
              <a:gd name="connsiteY476" fmla="*/ 47244 h 953453"/>
              <a:gd name="connsiteX477" fmla="*/ 622432 w 1422020"/>
              <a:gd name="connsiteY477" fmla="*/ 46437 h 953453"/>
              <a:gd name="connsiteX478" fmla="*/ 631603 w 1422020"/>
              <a:gd name="connsiteY478" fmla="*/ 45341 h 953453"/>
              <a:gd name="connsiteX479" fmla="*/ 643715 w 1422020"/>
              <a:gd name="connsiteY479" fmla="*/ 44418 h 953453"/>
              <a:gd name="connsiteX480" fmla="*/ 655251 w 1422020"/>
              <a:gd name="connsiteY480" fmla="*/ 53243 h 953453"/>
              <a:gd name="connsiteX481" fmla="*/ 658020 w 1422020"/>
              <a:gd name="connsiteY481" fmla="*/ 60164 h 953453"/>
              <a:gd name="connsiteX482" fmla="*/ 661711 w 1422020"/>
              <a:gd name="connsiteY482" fmla="*/ 69624 h 953453"/>
              <a:gd name="connsiteX483" fmla="*/ 666153 w 1422020"/>
              <a:gd name="connsiteY483" fmla="*/ 72277 h 953453"/>
              <a:gd name="connsiteX484" fmla="*/ 674689 w 1422020"/>
              <a:gd name="connsiteY484" fmla="*/ 65644 h 953453"/>
              <a:gd name="connsiteX485" fmla="*/ 680457 w 1422020"/>
              <a:gd name="connsiteY485" fmla="*/ 59876 h 953453"/>
              <a:gd name="connsiteX486" fmla="*/ 700702 w 1422020"/>
              <a:gd name="connsiteY486" fmla="*/ 78275 h 953453"/>
              <a:gd name="connsiteX487" fmla="*/ 707970 w 1422020"/>
              <a:gd name="connsiteY487" fmla="*/ 74411 h 953453"/>
              <a:gd name="connsiteX488" fmla="*/ 720486 w 1422020"/>
              <a:gd name="connsiteY488" fmla="*/ 67663 h 953453"/>
              <a:gd name="connsiteX489" fmla="*/ 732022 w 1422020"/>
              <a:gd name="connsiteY489" fmla="*/ 65990 h 953453"/>
              <a:gd name="connsiteX490" fmla="*/ 736059 w 1422020"/>
              <a:gd name="connsiteY490" fmla="*/ 60626 h 953453"/>
              <a:gd name="connsiteX491" fmla="*/ 741827 w 1422020"/>
              <a:gd name="connsiteY491" fmla="*/ 54281 h 953453"/>
              <a:gd name="connsiteX492" fmla="*/ 745172 w 1422020"/>
              <a:gd name="connsiteY492" fmla="*/ 48513 h 953453"/>
              <a:gd name="connsiteX493" fmla="*/ 746614 w 1422020"/>
              <a:gd name="connsiteY493" fmla="*/ 54800 h 953453"/>
              <a:gd name="connsiteX494" fmla="*/ 749152 w 1422020"/>
              <a:gd name="connsiteY494" fmla="*/ 63221 h 953453"/>
              <a:gd name="connsiteX495" fmla="*/ 745518 w 1422020"/>
              <a:gd name="connsiteY495" fmla="*/ 69912 h 953453"/>
              <a:gd name="connsiteX496" fmla="*/ 744596 w 1422020"/>
              <a:gd name="connsiteY496" fmla="*/ 85485 h 953453"/>
              <a:gd name="connsiteX497" fmla="*/ 763572 w 1422020"/>
              <a:gd name="connsiteY497" fmla="*/ 86523 h 953453"/>
              <a:gd name="connsiteX498" fmla="*/ 780875 w 1422020"/>
              <a:gd name="connsiteY498" fmla="*/ 69220 h 953453"/>
              <a:gd name="connsiteX499" fmla="*/ 784682 w 1422020"/>
              <a:gd name="connsiteY499" fmla="*/ 77756 h 953453"/>
              <a:gd name="connsiteX500" fmla="*/ 786528 w 1422020"/>
              <a:gd name="connsiteY500" fmla="*/ 86812 h 953453"/>
              <a:gd name="connsiteX501" fmla="*/ 790162 w 1422020"/>
              <a:gd name="connsiteY501" fmla="*/ 84389 h 953453"/>
              <a:gd name="connsiteX502" fmla="*/ 796587 w 1422020"/>
              <a:gd name="connsiteY502" fmla="*/ 80673 h 953453"/>
              <a:gd name="connsiteX503" fmla="*/ 796680 w 1422020"/>
              <a:gd name="connsiteY503" fmla="*/ 80698 h 953453"/>
              <a:gd name="connsiteX504" fmla="*/ 802101 w 1422020"/>
              <a:gd name="connsiteY504" fmla="*/ 85889 h 953453"/>
              <a:gd name="connsiteX505" fmla="*/ 804812 w 1422020"/>
              <a:gd name="connsiteY505" fmla="*/ 89465 h 953453"/>
              <a:gd name="connsiteX506" fmla="*/ 807062 w 1422020"/>
              <a:gd name="connsiteY506" fmla="*/ 79775 h 953453"/>
              <a:gd name="connsiteX507" fmla="*/ 809484 w 1422020"/>
              <a:gd name="connsiteY507" fmla="*/ 71931 h 953453"/>
              <a:gd name="connsiteX508" fmla="*/ 825000 w 1422020"/>
              <a:gd name="connsiteY508" fmla="*/ 53877 h 953453"/>
              <a:gd name="connsiteX509" fmla="*/ 824654 w 1422020"/>
              <a:gd name="connsiteY509" fmla="*/ 45341 h 953453"/>
              <a:gd name="connsiteX510" fmla="*/ 833132 w 1422020"/>
              <a:gd name="connsiteY510" fmla="*/ 37324 h 953453"/>
              <a:gd name="connsiteX511" fmla="*/ 841727 w 1422020"/>
              <a:gd name="connsiteY511" fmla="*/ 32132 h 953453"/>
              <a:gd name="connsiteX512" fmla="*/ 850609 w 1422020"/>
              <a:gd name="connsiteY512" fmla="*/ 27807 h 953453"/>
              <a:gd name="connsiteX513" fmla="*/ 854358 w 1422020"/>
              <a:gd name="connsiteY513" fmla="*/ 41592 h 953453"/>
              <a:gd name="connsiteX514" fmla="*/ 864221 w 1422020"/>
              <a:gd name="connsiteY514" fmla="*/ 51339 h 953453"/>
              <a:gd name="connsiteX515" fmla="*/ 870335 w 1422020"/>
              <a:gd name="connsiteY515" fmla="*/ 44418 h 953453"/>
              <a:gd name="connsiteX516" fmla="*/ 871258 w 1422020"/>
              <a:gd name="connsiteY516" fmla="*/ 41303 h 953453"/>
              <a:gd name="connsiteX517" fmla="*/ 879414 w 1422020"/>
              <a:gd name="connsiteY517" fmla="*/ 44839 h 953453"/>
              <a:gd name="connsiteX518" fmla="*/ 883370 w 1422020"/>
              <a:gd name="connsiteY518" fmla="*/ 38477 h 953453"/>
              <a:gd name="connsiteX519" fmla="*/ 912729 w 1422020"/>
              <a:gd name="connsiteY519" fmla="*/ 58722 h 953453"/>
              <a:gd name="connsiteX520" fmla="*/ 918497 w 1422020"/>
              <a:gd name="connsiteY520" fmla="*/ 66682 h 953453"/>
              <a:gd name="connsiteX521" fmla="*/ 918151 w 1422020"/>
              <a:gd name="connsiteY521" fmla="*/ 60049 h 953453"/>
              <a:gd name="connsiteX522" fmla="*/ 922477 w 1422020"/>
              <a:gd name="connsiteY522" fmla="*/ 57915 h 953453"/>
              <a:gd name="connsiteX523" fmla="*/ 934531 w 1422020"/>
              <a:gd name="connsiteY523" fmla="*/ 72796 h 953453"/>
              <a:gd name="connsiteX524" fmla="*/ 943472 w 1422020"/>
              <a:gd name="connsiteY524" fmla="*/ 80410 h 953453"/>
              <a:gd name="connsiteX525" fmla="*/ 954373 w 1422020"/>
              <a:gd name="connsiteY525" fmla="*/ 85601 h 953453"/>
              <a:gd name="connsiteX526" fmla="*/ 989269 w 1422020"/>
              <a:gd name="connsiteY526" fmla="*/ 79833 h 953453"/>
              <a:gd name="connsiteX527" fmla="*/ 1000804 w 1422020"/>
              <a:gd name="connsiteY527" fmla="*/ 48975 h 953453"/>
              <a:gd name="connsiteX528" fmla="*/ 1004092 w 1422020"/>
              <a:gd name="connsiteY528" fmla="*/ 20827 h 953453"/>
              <a:gd name="connsiteX529" fmla="*/ 1004784 w 1422020"/>
              <a:gd name="connsiteY529" fmla="*/ 9638 h 953453"/>
              <a:gd name="connsiteX530" fmla="*/ 1009918 w 1422020"/>
              <a:gd name="connsiteY530" fmla="*/ 698 h 953453"/>
              <a:gd name="connsiteX531" fmla="*/ 1014719 w 1422020"/>
              <a:gd name="connsiteY531" fmla="*/ 647 h 953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</a:cxnLst>
            <a:rect l="l" t="t" r="r" b="b"/>
            <a:pathLst>
              <a:path w="1422020" h="953453">
                <a:moveTo>
                  <a:pt x="1098937" y="675444"/>
                </a:moveTo>
                <a:cubicBezTo>
                  <a:pt x="1100747" y="675365"/>
                  <a:pt x="1103472" y="677960"/>
                  <a:pt x="1105664" y="683324"/>
                </a:cubicBezTo>
                <a:cubicBezTo>
                  <a:pt x="1107395" y="687650"/>
                  <a:pt x="1107164" y="691111"/>
                  <a:pt x="1104511" y="691803"/>
                </a:cubicBezTo>
                <a:cubicBezTo>
                  <a:pt x="1101857" y="692495"/>
                  <a:pt x="1099146" y="688919"/>
                  <a:pt x="1097704" y="683612"/>
                </a:cubicBezTo>
                <a:cubicBezTo>
                  <a:pt x="1096233" y="678277"/>
                  <a:pt x="1097128" y="675523"/>
                  <a:pt x="1098937" y="675444"/>
                </a:cubicBezTo>
                <a:close/>
                <a:moveTo>
                  <a:pt x="1106219" y="648660"/>
                </a:moveTo>
                <a:cubicBezTo>
                  <a:pt x="1106688" y="648530"/>
                  <a:pt x="1107423" y="649640"/>
                  <a:pt x="1108606" y="651947"/>
                </a:cubicBezTo>
                <a:cubicBezTo>
                  <a:pt x="1111663" y="657830"/>
                  <a:pt x="1110567" y="664348"/>
                  <a:pt x="1107049" y="661002"/>
                </a:cubicBezTo>
                <a:cubicBezTo>
                  <a:pt x="1105618" y="658528"/>
                  <a:pt x="1105053" y="655644"/>
                  <a:pt x="1105434" y="652812"/>
                </a:cubicBezTo>
                <a:cubicBezTo>
                  <a:pt x="1105549" y="650159"/>
                  <a:pt x="1105751" y="648789"/>
                  <a:pt x="1106219" y="648660"/>
                </a:cubicBezTo>
                <a:close/>
                <a:moveTo>
                  <a:pt x="1080069" y="647478"/>
                </a:moveTo>
                <a:cubicBezTo>
                  <a:pt x="1077964" y="647147"/>
                  <a:pt x="1076363" y="649959"/>
                  <a:pt x="1076133" y="655986"/>
                </a:cubicBezTo>
                <a:lnTo>
                  <a:pt x="1076133" y="656043"/>
                </a:lnTo>
                <a:cubicBezTo>
                  <a:pt x="1075498" y="670578"/>
                  <a:pt x="1077921" y="677557"/>
                  <a:pt x="1080920" y="669598"/>
                </a:cubicBezTo>
                <a:cubicBezTo>
                  <a:pt x="1082362" y="666310"/>
                  <a:pt x="1084958" y="664176"/>
                  <a:pt x="1087034" y="665502"/>
                </a:cubicBezTo>
                <a:cubicBezTo>
                  <a:pt x="1089110" y="666829"/>
                  <a:pt x="1089860" y="664291"/>
                  <a:pt x="1087034" y="657831"/>
                </a:cubicBezTo>
                <a:cubicBezTo>
                  <a:pt x="1084784" y="651285"/>
                  <a:pt x="1082174" y="647810"/>
                  <a:pt x="1080069" y="647478"/>
                </a:cubicBezTo>
                <a:close/>
                <a:moveTo>
                  <a:pt x="1018973" y="643353"/>
                </a:moveTo>
                <a:cubicBezTo>
                  <a:pt x="1023529" y="642084"/>
                  <a:pt x="1033335" y="652812"/>
                  <a:pt x="1032008" y="657484"/>
                </a:cubicBezTo>
                <a:cubicBezTo>
                  <a:pt x="1030681" y="662156"/>
                  <a:pt x="1014589" y="653619"/>
                  <a:pt x="1015108" y="648197"/>
                </a:cubicBezTo>
                <a:cubicBezTo>
                  <a:pt x="1015506" y="646040"/>
                  <a:pt x="1016954" y="644223"/>
                  <a:pt x="1018973" y="643353"/>
                </a:cubicBezTo>
                <a:close/>
                <a:moveTo>
                  <a:pt x="1235938" y="642430"/>
                </a:moveTo>
                <a:cubicBezTo>
                  <a:pt x="1237445" y="641190"/>
                  <a:pt x="1238613" y="642200"/>
                  <a:pt x="1239536" y="645545"/>
                </a:cubicBezTo>
                <a:cubicBezTo>
                  <a:pt x="1239438" y="652501"/>
                  <a:pt x="1235752" y="658915"/>
                  <a:pt x="1229788" y="662502"/>
                </a:cubicBezTo>
                <a:cubicBezTo>
                  <a:pt x="1227942" y="663021"/>
                  <a:pt x="1228173" y="658580"/>
                  <a:pt x="1230307" y="652812"/>
                </a:cubicBezTo>
                <a:cubicBezTo>
                  <a:pt x="1232586" y="647160"/>
                  <a:pt x="1234431" y="643670"/>
                  <a:pt x="1235938" y="642430"/>
                </a:cubicBezTo>
                <a:close/>
                <a:moveTo>
                  <a:pt x="1199854" y="615668"/>
                </a:moveTo>
                <a:cubicBezTo>
                  <a:pt x="1198123" y="614745"/>
                  <a:pt x="1197258" y="616879"/>
                  <a:pt x="1198239" y="620398"/>
                </a:cubicBezTo>
                <a:cubicBezTo>
                  <a:pt x="1199219" y="623916"/>
                  <a:pt x="1201526" y="627204"/>
                  <a:pt x="1202853" y="626800"/>
                </a:cubicBezTo>
                <a:cubicBezTo>
                  <a:pt x="1204180" y="626396"/>
                  <a:pt x="1205045" y="624320"/>
                  <a:pt x="1204468" y="622070"/>
                </a:cubicBezTo>
                <a:cubicBezTo>
                  <a:pt x="1203799" y="619429"/>
                  <a:pt x="1202149" y="617139"/>
                  <a:pt x="1199854" y="615668"/>
                </a:cubicBezTo>
                <a:close/>
                <a:moveTo>
                  <a:pt x="1244843" y="615379"/>
                </a:moveTo>
                <a:cubicBezTo>
                  <a:pt x="1246343" y="614514"/>
                  <a:pt x="1247266" y="630491"/>
                  <a:pt x="1245939" y="635163"/>
                </a:cubicBezTo>
                <a:cubicBezTo>
                  <a:pt x="1244613" y="639835"/>
                  <a:pt x="1243805" y="640065"/>
                  <a:pt x="1242709" y="636085"/>
                </a:cubicBezTo>
                <a:cubicBezTo>
                  <a:pt x="1242109" y="633242"/>
                  <a:pt x="1239491" y="631292"/>
                  <a:pt x="1236595" y="631529"/>
                </a:cubicBezTo>
                <a:cubicBezTo>
                  <a:pt x="1233365" y="632394"/>
                  <a:pt x="1233827" y="630145"/>
                  <a:pt x="1238095" y="624377"/>
                </a:cubicBezTo>
                <a:cubicBezTo>
                  <a:pt x="1241671" y="619589"/>
                  <a:pt x="1244670" y="615898"/>
                  <a:pt x="1244843" y="615379"/>
                </a:cubicBezTo>
                <a:close/>
                <a:moveTo>
                  <a:pt x="1214216" y="605113"/>
                </a:moveTo>
                <a:lnTo>
                  <a:pt x="1214212" y="605175"/>
                </a:lnTo>
                <a:lnTo>
                  <a:pt x="1207237" y="611342"/>
                </a:lnTo>
                <a:cubicBezTo>
                  <a:pt x="1203891" y="617975"/>
                  <a:pt x="1208159" y="617110"/>
                  <a:pt x="1213927" y="609554"/>
                </a:cubicBezTo>
                <a:lnTo>
                  <a:pt x="1214212" y="605175"/>
                </a:lnTo>
                <a:lnTo>
                  <a:pt x="1214216" y="605171"/>
                </a:lnTo>
                <a:close/>
                <a:moveTo>
                  <a:pt x="1254706" y="593750"/>
                </a:moveTo>
                <a:cubicBezTo>
                  <a:pt x="1256320" y="593288"/>
                  <a:pt x="1257070" y="595942"/>
                  <a:pt x="1255974" y="600556"/>
                </a:cubicBezTo>
                <a:cubicBezTo>
                  <a:pt x="1254302" y="609150"/>
                  <a:pt x="1250610" y="608227"/>
                  <a:pt x="1251476" y="599864"/>
                </a:cubicBezTo>
                <a:cubicBezTo>
                  <a:pt x="1251591" y="596864"/>
                  <a:pt x="1253090" y="594211"/>
                  <a:pt x="1254706" y="593750"/>
                </a:cubicBezTo>
                <a:close/>
                <a:moveTo>
                  <a:pt x="1093898" y="556547"/>
                </a:moveTo>
                <a:lnTo>
                  <a:pt x="1093898" y="556605"/>
                </a:lnTo>
                <a:cubicBezTo>
                  <a:pt x="1093898" y="556605"/>
                  <a:pt x="1088130" y="562373"/>
                  <a:pt x="1081382" y="567679"/>
                </a:cubicBezTo>
                <a:cubicBezTo>
                  <a:pt x="1074633" y="572986"/>
                  <a:pt x="1069500" y="579965"/>
                  <a:pt x="1070134" y="582214"/>
                </a:cubicBezTo>
                <a:cubicBezTo>
                  <a:pt x="1070405" y="584879"/>
                  <a:pt x="1068519" y="587279"/>
                  <a:pt x="1065866" y="587636"/>
                </a:cubicBezTo>
                <a:cubicBezTo>
                  <a:pt x="1063132" y="588075"/>
                  <a:pt x="1061269" y="590653"/>
                  <a:pt x="1061713" y="593387"/>
                </a:cubicBezTo>
                <a:cubicBezTo>
                  <a:pt x="1061713" y="593393"/>
                  <a:pt x="1061713" y="593398"/>
                  <a:pt x="1061713" y="593404"/>
                </a:cubicBezTo>
                <a:cubicBezTo>
                  <a:pt x="1062348" y="595596"/>
                  <a:pt x="1061713" y="598134"/>
                  <a:pt x="1060271" y="598537"/>
                </a:cubicBezTo>
                <a:cubicBezTo>
                  <a:pt x="1058829" y="598941"/>
                  <a:pt x="1057387" y="595538"/>
                  <a:pt x="1057272" y="590751"/>
                </a:cubicBezTo>
                <a:cubicBezTo>
                  <a:pt x="1056926" y="584175"/>
                  <a:pt x="1056234" y="583887"/>
                  <a:pt x="1054792" y="589078"/>
                </a:cubicBezTo>
                <a:cubicBezTo>
                  <a:pt x="1053350" y="594269"/>
                  <a:pt x="1054792" y="597211"/>
                  <a:pt x="1063155" y="604940"/>
                </a:cubicBezTo>
                <a:cubicBezTo>
                  <a:pt x="1075960" y="616476"/>
                  <a:pt x="1085765" y="613130"/>
                  <a:pt x="1082016" y="599172"/>
                </a:cubicBezTo>
                <a:cubicBezTo>
                  <a:pt x="1078267" y="585214"/>
                  <a:pt x="1082016" y="573909"/>
                  <a:pt x="1089284" y="574255"/>
                </a:cubicBezTo>
                <a:cubicBezTo>
                  <a:pt x="1094186" y="574255"/>
                  <a:pt x="1095859" y="572005"/>
                  <a:pt x="1095051" y="565026"/>
                </a:cubicBezTo>
                <a:cubicBezTo>
                  <a:pt x="1094590" y="560181"/>
                  <a:pt x="1093782" y="556144"/>
                  <a:pt x="1093898" y="556547"/>
                </a:cubicBezTo>
                <a:close/>
                <a:moveTo>
                  <a:pt x="1406711" y="252415"/>
                </a:moveTo>
                <a:cubicBezTo>
                  <a:pt x="1405796" y="251947"/>
                  <a:pt x="1404354" y="252696"/>
                  <a:pt x="1402248" y="254484"/>
                </a:cubicBezTo>
                <a:cubicBezTo>
                  <a:pt x="1398903" y="256733"/>
                  <a:pt x="1395442" y="257656"/>
                  <a:pt x="1394289" y="255580"/>
                </a:cubicBezTo>
                <a:lnTo>
                  <a:pt x="1394289" y="255637"/>
                </a:lnTo>
                <a:cubicBezTo>
                  <a:pt x="1391116" y="250273"/>
                  <a:pt x="1383157" y="264405"/>
                  <a:pt x="1384253" y="273633"/>
                </a:cubicBezTo>
                <a:cubicBezTo>
                  <a:pt x="1386387" y="292206"/>
                  <a:pt x="1399941" y="308240"/>
                  <a:pt x="1402537" y="294513"/>
                </a:cubicBezTo>
                <a:cubicBezTo>
                  <a:pt x="1404729" y="282400"/>
                  <a:pt x="1401499" y="272768"/>
                  <a:pt x="1397980" y="281881"/>
                </a:cubicBezTo>
                <a:cubicBezTo>
                  <a:pt x="1397323" y="284212"/>
                  <a:pt x="1394900" y="285568"/>
                  <a:pt x="1392570" y="284912"/>
                </a:cubicBezTo>
                <a:cubicBezTo>
                  <a:pt x="1392045" y="284764"/>
                  <a:pt x="1391555" y="284518"/>
                  <a:pt x="1391116" y="284188"/>
                </a:cubicBezTo>
                <a:cubicBezTo>
                  <a:pt x="1382637" y="279343"/>
                  <a:pt x="1386502" y="274498"/>
                  <a:pt x="1403921" y="266885"/>
                </a:cubicBezTo>
                <a:cubicBezTo>
                  <a:pt x="1406343" y="266193"/>
                  <a:pt x="1408305" y="261867"/>
                  <a:pt x="1408016" y="257656"/>
                </a:cubicBezTo>
                <a:cubicBezTo>
                  <a:pt x="1408016" y="254571"/>
                  <a:pt x="1407627" y="252884"/>
                  <a:pt x="1406711" y="252415"/>
                </a:cubicBezTo>
                <a:close/>
                <a:moveTo>
                  <a:pt x="20900" y="227259"/>
                </a:moveTo>
                <a:cubicBezTo>
                  <a:pt x="26437" y="228586"/>
                  <a:pt x="29956" y="238160"/>
                  <a:pt x="25399" y="239429"/>
                </a:cubicBezTo>
                <a:cubicBezTo>
                  <a:pt x="22977" y="240295"/>
                  <a:pt x="20266" y="237699"/>
                  <a:pt x="19170" y="233661"/>
                </a:cubicBezTo>
                <a:cubicBezTo>
                  <a:pt x="17843" y="229682"/>
                  <a:pt x="18824" y="227086"/>
                  <a:pt x="20900" y="227259"/>
                </a:cubicBezTo>
                <a:close/>
                <a:moveTo>
                  <a:pt x="1412652" y="214331"/>
                </a:moveTo>
                <a:cubicBezTo>
                  <a:pt x="1414332" y="215247"/>
                  <a:pt x="1416063" y="217395"/>
                  <a:pt x="1416841" y="220279"/>
                </a:cubicBezTo>
                <a:cubicBezTo>
                  <a:pt x="1416841" y="220286"/>
                  <a:pt x="1416847" y="220293"/>
                  <a:pt x="1416847" y="220299"/>
                </a:cubicBezTo>
                <a:cubicBezTo>
                  <a:pt x="1417458" y="222510"/>
                  <a:pt x="1416166" y="224799"/>
                  <a:pt x="1413957" y="225413"/>
                </a:cubicBezTo>
                <a:cubicBezTo>
                  <a:pt x="1409919" y="226451"/>
                  <a:pt x="1407151" y="221548"/>
                  <a:pt x="1408766" y="215780"/>
                </a:cubicBezTo>
                <a:cubicBezTo>
                  <a:pt x="1409343" y="213733"/>
                  <a:pt x="1410972" y="213415"/>
                  <a:pt x="1412652" y="214331"/>
                </a:cubicBezTo>
                <a:close/>
                <a:moveTo>
                  <a:pt x="295567" y="161505"/>
                </a:moveTo>
                <a:cubicBezTo>
                  <a:pt x="296893" y="161159"/>
                  <a:pt x="298451" y="162659"/>
                  <a:pt x="299200" y="165312"/>
                </a:cubicBezTo>
                <a:cubicBezTo>
                  <a:pt x="299887" y="167743"/>
                  <a:pt x="298537" y="170282"/>
                  <a:pt x="296143" y="171080"/>
                </a:cubicBezTo>
                <a:cubicBezTo>
                  <a:pt x="294009" y="171657"/>
                  <a:pt x="292509" y="169696"/>
                  <a:pt x="292509" y="167273"/>
                </a:cubicBezTo>
                <a:cubicBezTo>
                  <a:pt x="292238" y="164903"/>
                  <a:pt x="293455" y="162611"/>
                  <a:pt x="295567" y="161505"/>
                </a:cubicBezTo>
                <a:close/>
                <a:moveTo>
                  <a:pt x="305890" y="154079"/>
                </a:moveTo>
                <a:cubicBezTo>
                  <a:pt x="307029" y="153646"/>
                  <a:pt x="309899" y="154411"/>
                  <a:pt x="315119" y="156083"/>
                </a:cubicBezTo>
                <a:cubicBezTo>
                  <a:pt x="319105" y="156962"/>
                  <a:pt x="322520" y="159530"/>
                  <a:pt x="324463" y="163120"/>
                </a:cubicBezTo>
                <a:cubicBezTo>
                  <a:pt x="325329" y="166235"/>
                  <a:pt x="324117" y="167042"/>
                  <a:pt x="321637" y="165312"/>
                </a:cubicBezTo>
                <a:cubicBezTo>
                  <a:pt x="319140" y="163934"/>
                  <a:pt x="316273" y="163388"/>
                  <a:pt x="313447" y="163755"/>
                </a:cubicBezTo>
                <a:cubicBezTo>
                  <a:pt x="311313" y="164331"/>
                  <a:pt x="308429" y="162197"/>
                  <a:pt x="307044" y="159256"/>
                </a:cubicBezTo>
                <a:cubicBezTo>
                  <a:pt x="305342" y="156141"/>
                  <a:pt x="304751" y="154512"/>
                  <a:pt x="305890" y="154079"/>
                </a:cubicBezTo>
                <a:close/>
                <a:moveTo>
                  <a:pt x="1358066" y="149623"/>
                </a:moveTo>
                <a:cubicBezTo>
                  <a:pt x="1361527" y="148815"/>
                  <a:pt x="1363546" y="163581"/>
                  <a:pt x="1360143" y="166927"/>
                </a:cubicBezTo>
                <a:cubicBezTo>
                  <a:pt x="1358643" y="168772"/>
                  <a:pt x="1357374" y="166004"/>
                  <a:pt x="1356567" y="160236"/>
                </a:cubicBezTo>
                <a:cubicBezTo>
                  <a:pt x="1355990" y="154641"/>
                  <a:pt x="1356740" y="149969"/>
                  <a:pt x="1358066" y="149623"/>
                </a:cubicBezTo>
                <a:close/>
                <a:moveTo>
                  <a:pt x="359698" y="139674"/>
                </a:moveTo>
                <a:cubicBezTo>
                  <a:pt x="361233" y="139140"/>
                  <a:pt x="361752" y="140337"/>
                  <a:pt x="360916" y="143221"/>
                </a:cubicBezTo>
                <a:cubicBezTo>
                  <a:pt x="356417" y="158333"/>
                  <a:pt x="332827" y="171887"/>
                  <a:pt x="329943" y="161217"/>
                </a:cubicBezTo>
                <a:cubicBezTo>
                  <a:pt x="328616" y="156314"/>
                  <a:pt x="339460" y="147662"/>
                  <a:pt x="343901" y="150258"/>
                </a:cubicBezTo>
                <a:cubicBezTo>
                  <a:pt x="345574" y="151238"/>
                  <a:pt x="349496" y="149681"/>
                  <a:pt x="352380" y="146508"/>
                </a:cubicBezTo>
                <a:cubicBezTo>
                  <a:pt x="355610" y="142471"/>
                  <a:pt x="358162" y="140207"/>
                  <a:pt x="359698" y="139674"/>
                </a:cubicBezTo>
                <a:close/>
                <a:moveTo>
                  <a:pt x="368184" y="133588"/>
                </a:moveTo>
                <a:cubicBezTo>
                  <a:pt x="371010" y="132319"/>
                  <a:pt x="373144" y="133184"/>
                  <a:pt x="373144" y="136068"/>
                </a:cubicBezTo>
                <a:cubicBezTo>
                  <a:pt x="372625" y="141432"/>
                  <a:pt x="365242" y="143912"/>
                  <a:pt x="363915" y="139010"/>
                </a:cubicBezTo>
                <a:cubicBezTo>
                  <a:pt x="363396" y="137279"/>
                  <a:pt x="365357" y="134857"/>
                  <a:pt x="368184" y="133588"/>
                </a:cubicBezTo>
                <a:close/>
                <a:moveTo>
                  <a:pt x="1294425" y="119716"/>
                </a:moveTo>
                <a:cubicBezTo>
                  <a:pt x="1295672" y="119918"/>
                  <a:pt x="1297561" y="121562"/>
                  <a:pt x="1300733" y="124763"/>
                </a:cubicBezTo>
                <a:cubicBezTo>
                  <a:pt x="1306040" y="129493"/>
                  <a:pt x="1306559" y="130300"/>
                  <a:pt x="1299868" y="132146"/>
                </a:cubicBezTo>
                <a:cubicBezTo>
                  <a:pt x="1293177" y="133992"/>
                  <a:pt x="1289832" y="130127"/>
                  <a:pt x="1291966" y="123321"/>
                </a:cubicBezTo>
                <a:cubicBezTo>
                  <a:pt x="1292572" y="120755"/>
                  <a:pt x="1293177" y="119515"/>
                  <a:pt x="1294425" y="119716"/>
                </a:cubicBezTo>
                <a:close/>
                <a:moveTo>
                  <a:pt x="418387" y="113777"/>
                </a:moveTo>
                <a:cubicBezTo>
                  <a:pt x="420435" y="113067"/>
                  <a:pt x="422667" y="114149"/>
                  <a:pt x="423377" y="116196"/>
                </a:cubicBezTo>
                <a:cubicBezTo>
                  <a:pt x="424092" y="118242"/>
                  <a:pt x="423007" y="120477"/>
                  <a:pt x="420960" y="121187"/>
                </a:cubicBezTo>
                <a:cubicBezTo>
                  <a:pt x="418734" y="121777"/>
                  <a:pt x="416444" y="120466"/>
                  <a:pt x="415826" y="118246"/>
                </a:cubicBezTo>
                <a:cubicBezTo>
                  <a:pt x="415446" y="116326"/>
                  <a:pt x="416536" y="114419"/>
                  <a:pt x="418387" y="113777"/>
                </a:cubicBezTo>
                <a:close/>
                <a:moveTo>
                  <a:pt x="1285967" y="101058"/>
                </a:moveTo>
                <a:cubicBezTo>
                  <a:pt x="1290409" y="102730"/>
                  <a:pt x="1290639" y="103596"/>
                  <a:pt x="1286833" y="107518"/>
                </a:cubicBezTo>
                <a:cubicBezTo>
                  <a:pt x="1280257" y="115016"/>
                  <a:pt x="1278181" y="114612"/>
                  <a:pt x="1279796" y="106999"/>
                </a:cubicBezTo>
                <a:cubicBezTo>
                  <a:pt x="1280430" y="103019"/>
                  <a:pt x="1283429" y="100308"/>
                  <a:pt x="1285967" y="101058"/>
                </a:cubicBezTo>
                <a:close/>
                <a:moveTo>
                  <a:pt x="792527" y="97540"/>
                </a:moveTo>
                <a:cubicBezTo>
                  <a:pt x="786759" y="97540"/>
                  <a:pt x="784509" y="98751"/>
                  <a:pt x="786759" y="101001"/>
                </a:cubicBezTo>
                <a:cubicBezTo>
                  <a:pt x="789510" y="102863"/>
                  <a:pt x="793121" y="102863"/>
                  <a:pt x="795872" y="101001"/>
                </a:cubicBezTo>
                <a:cubicBezTo>
                  <a:pt x="801005" y="98059"/>
                  <a:pt x="800486" y="97309"/>
                  <a:pt x="792527" y="97540"/>
                </a:cubicBezTo>
                <a:close/>
                <a:moveTo>
                  <a:pt x="418018" y="89925"/>
                </a:moveTo>
                <a:lnTo>
                  <a:pt x="418096" y="89961"/>
                </a:lnTo>
                <a:lnTo>
                  <a:pt x="418018" y="90098"/>
                </a:lnTo>
                <a:close/>
                <a:moveTo>
                  <a:pt x="420746" y="85290"/>
                </a:moveTo>
                <a:cubicBezTo>
                  <a:pt x="423457" y="83613"/>
                  <a:pt x="427010" y="84449"/>
                  <a:pt x="428689" y="87157"/>
                </a:cubicBezTo>
                <a:cubicBezTo>
                  <a:pt x="430304" y="89406"/>
                  <a:pt x="428516" y="91829"/>
                  <a:pt x="424536" y="92924"/>
                </a:cubicBezTo>
                <a:lnTo>
                  <a:pt x="418096" y="89961"/>
                </a:lnTo>
                <a:close/>
                <a:moveTo>
                  <a:pt x="634948" y="47648"/>
                </a:moveTo>
                <a:cubicBezTo>
                  <a:pt x="637255" y="57050"/>
                  <a:pt x="642562" y="60856"/>
                  <a:pt x="646945" y="55838"/>
                </a:cubicBezTo>
                <a:cubicBezTo>
                  <a:pt x="651329" y="50820"/>
                  <a:pt x="651098" y="50878"/>
                  <a:pt x="645446" y="52435"/>
                </a:cubicBezTo>
                <a:cubicBezTo>
                  <a:pt x="641996" y="52795"/>
                  <a:pt x="638657" y="51103"/>
                  <a:pt x="636909" y="48109"/>
                </a:cubicBezTo>
                <a:lnTo>
                  <a:pt x="636794" y="48109"/>
                </a:lnTo>
                <a:cubicBezTo>
                  <a:pt x="635294" y="45629"/>
                  <a:pt x="634256" y="44937"/>
                  <a:pt x="634948" y="47648"/>
                </a:cubicBezTo>
                <a:close/>
                <a:moveTo>
                  <a:pt x="665943" y="46811"/>
                </a:moveTo>
                <a:cubicBezTo>
                  <a:pt x="666959" y="46090"/>
                  <a:pt x="668949" y="47647"/>
                  <a:pt x="671228" y="51915"/>
                </a:cubicBezTo>
                <a:cubicBezTo>
                  <a:pt x="672900" y="54541"/>
                  <a:pt x="673050" y="57855"/>
                  <a:pt x="671631" y="60624"/>
                </a:cubicBezTo>
                <a:cubicBezTo>
                  <a:pt x="670420" y="62413"/>
                  <a:pt x="667709" y="59817"/>
                  <a:pt x="666498" y="55376"/>
                </a:cubicBezTo>
                <a:cubicBezTo>
                  <a:pt x="664883" y="50531"/>
                  <a:pt x="664926" y="47532"/>
                  <a:pt x="665943" y="46811"/>
                </a:cubicBezTo>
                <a:close/>
                <a:moveTo>
                  <a:pt x="1058058" y="36955"/>
                </a:moveTo>
                <a:cubicBezTo>
                  <a:pt x="1059954" y="37596"/>
                  <a:pt x="1062059" y="39572"/>
                  <a:pt x="1063559" y="42513"/>
                </a:cubicBezTo>
                <a:cubicBezTo>
                  <a:pt x="1063749" y="42876"/>
                  <a:pt x="1063893" y="43263"/>
                  <a:pt x="1063980" y="43663"/>
                </a:cubicBezTo>
                <a:cubicBezTo>
                  <a:pt x="1064516" y="46122"/>
                  <a:pt x="1062959" y="48551"/>
                  <a:pt x="1060502" y="49089"/>
                </a:cubicBezTo>
                <a:cubicBezTo>
                  <a:pt x="1054849" y="50588"/>
                  <a:pt x="1051908" y="46147"/>
                  <a:pt x="1053811" y="39399"/>
                </a:cubicBezTo>
                <a:cubicBezTo>
                  <a:pt x="1054474" y="37005"/>
                  <a:pt x="1056162" y="36313"/>
                  <a:pt x="1058058" y="36955"/>
                </a:cubicBezTo>
                <a:close/>
                <a:moveTo>
                  <a:pt x="772498" y="32153"/>
                </a:moveTo>
                <a:cubicBezTo>
                  <a:pt x="774545" y="30963"/>
                  <a:pt x="776838" y="31439"/>
                  <a:pt x="777645" y="34323"/>
                </a:cubicBezTo>
                <a:cubicBezTo>
                  <a:pt x="779261" y="40091"/>
                  <a:pt x="769571" y="53126"/>
                  <a:pt x="764610" y="51627"/>
                </a:cubicBezTo>
                <a:cubicBezTo>
                  <a:pt x="761669" y="50531"/>
                  <a:pt x="761669" y="49550"/>
                  <a:pt x="764610" y="48743"/>
                </a:cubicBezTo>
                <a:cubicBezTo>
                  <a:pt x="767367" y="46686"/>
                  <a:pt x="768936" y="43411"/>
                  <a:pt x="768821" y="39976"/>
                </a:cubicBezTo>
                <a:cubicBezTo>
                  <a:pt x="768648" y="36198"/>
                  <a:pt x="770450" y="33343"/>
                  <a:pt x="772498" y="32153"/>
                </a:cubicBezTo>
                <a:close/>
                <a:moveTo>
                  <a:pt x="1014719" y="647"/>
                </a:moveTo>
                <a:cubicBezTo>
                  <a:pt x="1015194" y="1650"/>
                  <a:pt x="1014704" y="3928"/>
                  <a:pt x="1013724" y="8253"/>
                </a:cubicBezTo>
                <a:cubicBezTo>
                  <a:pt x="1012352" y="14535"/>
                  <a:pt x="1012450" y="21050"/>
                  <a:pt x="1014013" y="27287"/>
                </a:cubicBezTo>
                <a:cubicBezTo>
                  <a:pt x="1015362" y="31221"/>
                  <a:pt x="1015616" y="35446"/>
                  <a:pt x="1014763" y="39515"/>
                </a:cubicBezTo>
                <a:cubicBezTo>
                  <a:pt x="1012917" y="43380"/>
                  <a:pt x="1020992" y="64606"/>
                  <a:pt x="1024164" y="63740"/>
                </a:cubicBezTo>
                <a:cubicBezTo>
                  <a:pt x="1025549" y="63337"/>
                  <a:pt x="1027683" y="67086"/>
                  <a:pt x="1029009" y="71931"/>
                </a:cubicBezTo>
                <a:cubicBezTo>
                  <a:pt x="1030007" y="76307"/>
                  <a:pt x="1032493" y="80201"/>
                  <a:pt x="1036046" y="82947"/>
                </a:cubicBezTo>
                <a:cubicBezTo>
                  <a:pt x="1039911" y="85741"/>
                  <a:pt x="1042858" y="89614"/>
                  <a:pt x="1044525" y="94079"/>
                </a:cubicBezTo>
                <a:cubicBezTo>
                  <a:pt x="1047120" y="100539"/>
                  <a:pt x="1049889" y="102212"/>
                  <a:pt x="1056464" y="99847"/>
                </a:cubicBezTo>
                <a:cubicBezTo>
                  <a:pt x="1061136" y="98059"/>
                  <a:pt x="1065232" y="98405"/>
                  <a:pt x="1065866" y="100597"/>
                </a:cubicBezTo>
                <a:cubicBezTo>
                  <a:pt x="1066500" y="102789"/>
                  <a:pt x="1068173" y="102847"/>
                  <a:pt x="1069961" y="100943"/>
                </a:cubicBezTo>
                <a:cubicBezTo>
                  <a:pt x="1071749" y="99040"/>
                  <a:pt x="1077460" y="102212"/>
                  <a:pt x="1083054" y="107865"/>
                </a:cubicBezTo>
                <a:cubicBezTo>
                  <a:pt x="1091072" y="116228"/>
                  <a:pt x="1093840" y="116920"/>
                  <a:pt x="1095686" y="112075"/>
                </a:cubicBezTo>
                <a:cubicBezTo>
                  <a:pt x="1096955" y="108384"/>
                  <a:pt x="1098743" y="106307"/>
                  <a:pt x="1099896" y="107634"/>
                </a:cubicBezTo>
                <a:cubicBezTo>
                  <a:pt x="1104165" y="111729"/>
                  <a:pt x="1120834" y="89523"/>
                  <a:pt x="1123718" y="75795"/>
                </a:cubicBezTo>
                <a:cubicBezTo>
                  <a:pt x="1126890" y="60107"/>
                  <a:pt x="1142752" y="39112"/>
                  <a:pt x="1147251" y="45052"/>
                </a:cubicBezTo>
                <a:cubicBezTo>
                  <a:pt x="1149685" y="47313"/>
                  <a:pt x="1153180" y="48025"/>
                  <a:pt x="1156306" y="46898"/>
                </a:cubicBezTo>
                <a:cubicBezTo>
                  <a:pt x="1160344" y="45802"/>
                  <a:pt x="1162939" y="46898"/>
                  <a:pt x="1162651" y="49955"/>
                </a:cubicBezTo>
                <a:cubicBezTo>
                  <a:pt x="1162662" y="53776"/>
                  <a:pt x="1164053" y="57465"/>
                  <a:pt x="1166573" y="60337"/>
                </a:cubicBezTo>
                <a:cubicBezTo>
                  <a:pt x="1169313" y="63612"/>
                  <a:pt x="1171020" y="67627"/>
                  <a:pt x="1171476" y="71873"/>
                </a:cubicBezTo>
                <a:cubicBezTo>
                  <a:pt x="1172226" y="83120"/>
                  <a:pt x="1187337" y="98578"/>
                  <a:pt x="1190452" y="91080"/>
                </a:cubicBezTo>
                <a:cubicBezTo>
                  <a:pt x="1192471" y="85716"/>
                  <a:pt x="1193509" y="85312"/>
                  <a:pt x="1195816" y="89580"/>
                </a:cubicBezTo>
                <a:cubicBezTo>
                  <a:pt x="1197835" y="92868"/>
                  <a:pt x="1198296" y="92291"/>
                  <a:pt x="1196797" y="86927"/>
                </a:cubicBezTo>
                <a:cubicBezTo>
                  <a:pt x="1194547" y="77526"/>
                  <a:pt x="1196797" y="76487"/>
                  <a:pt x="1205506" y="84101"/>
                </a:cubicBezTo>
                <a:cubicBezTo>
                  <a:pt x="1211735" y="89869"/>
                  <a:pt x="1212255" y="89869"/>
                  <a:pt x="1211909" y="82371"/>
                </a:cubicBezTo>
                <a:cubicBezTo>
                  <a:pt x="1211505" y="69104"/>
                  <a:pt x="1216984" y="72392"/>
                  <a:pt x="1219234" y="87043"/>
                </a:cubicBezTo>
                <a:cubicBezTo>
                  <a:pt x="1221483" y="101693"/>
                  <a:pt x="1228059" y="105673"/>
                  <a:pt x="1229039" y="93503"/>
                </a:cubicBezTo>
                <a:cubicBezTo>
                  <a:pt x="1229385" y="90503"/>
                  <a:pt x="1231519" y="88946"/>
                  <a:pt x="1233769" y="89811"/>
                </a:cubicBezTo>
                <a:cubicBezTo>
                  <a:pt x="1236018" y="90676"/>
                  <a:pt x="1238614" y="87504"/>
                  <a:pt x="1239537" y="83524"/>
                </a:cubicBezTo>
                <a:cubicBezTo>
                  <a:pt x="1241671" y="73373"/>
                  <a:pt x="1245304" y="73315"/>
                  <a:pt x="1248304" y="84043"/>
                </a:cubicBezTo>
                <a:cubicBezTo>
                  <a:pt x="1249480" y="89016"/>
                  <a:pt x="1248869" y="94243"/>
                  <a:pt x="1246574" y="98809"/>
                </a:cubicBezTo>
                <a:cubicBezTo>
                  <a:pt x="1241325" y="106942"/>
                  <a:pt x="1243747" y="114901"/>
                  <a:pt x="1252341" y="120208"/>
                </a:cubicBezTo>
                <a:cubicBezTo>
                  <a:pt x="1260936" y="125514"/>
                  <a:pt x="1264512" y="119746"/>
                  <a:pt x="1259090" y="105904"/>
                </a:cubicBezTo>
                <a:cubicBezTo>
                  <a:pt x="1254591" y="94714"/>
                  <a:pt x="1256494" y="77468"/>
                  <a:pt x="1261685" y="82832"/>
                </a:cubicBezTo>
                <a:cubicBezTo>
                  <a:pt x="1263156" y="84474"/>
                  <a:pt x="1263156" y="86958"/>
                  <a:pt x="1261685" y="88600"/>
                </a:cubicBezTo>
                <a:cubicBezTo>
                  <a:pt x="1257417" y="93099"/>
                  <a:pt x="1259782" y="98636"/>
                  <a:pt x="1269530" y="106999"/>
                </a:cubicBezTo>
                <a:cubicBezTo>
                  <a:pt x="1277604" y="114382"/>
                  <a:pt x="1277835" y="115247"/>
                  <a:pt x="1275009" y="121765"/>
                </a:cubicBezTo>
                <a:cubicBezTo>
                  <a:pt x="1270049" y="133301"/>
                  <a:pt x="1275009" y="145644"/>
                  <a:pt x="1281700" y="139992"/>
                </a:cubicBezTo>
                <a:cubicBezTo>
                  <a:pt x="1284111" y="137492"/>
                  <a:pt x="1288091" y="137420"/>
                  <a:pt x="1290588" y="139830"/>
                </a:cubicBezTo>
                <a:cubicBezTo>
                  <a:pt x="1291107" y="140327"/>
                  <a:pt x="1291534" y="140908"/>
                  <a:pt x="1291851" y="141549"/>
                </a:cubicBezTo>
                <a:cubicBezTo>
                  <a:pt x="1295312" y="146798"/>
                  <a:pt x="1297273" y="146740"/>
                  <a:pt x="1301945" y="141549"/>
                </a:cubicBezTo>
                <a:cubicBezTo>
                  <a:pt x="1306617" y="136358"/>
                  <a:pt x="1308174" y="135781"/>
                  <a:pt x="1310597" y="144894"/>
                </a:cubicBezTo>
                <a:cubicBezTo>
                  <a:pt x="1312673" y="152508"/>
                  <a:pt x="1313423" y="153258"/>
                  <a:pt x="1314000" y="147836"/>
                </a:cubicBezTo>
                <a:cubicBezTo>
                  <a:pt x="1314311" y="143767"/>
                  <a:pt x="1313682" y="139681"/>
                  <a:pt x="1312154" y="135896"/>
                </a:cubicBezTo>
                <a:cubicBezTo>
                  <a:pt x="1310608" y="132066"/>
                  <a:pt x="1310608" y="127787"/>
                  <a:pt x="1312154" y="123957"/>
                </a:cubicBezTo>
                <a:cubicBezTo>
                  <a:pt x="1314288" y="118189"/>
                  <a:pt x="1315096" y="118881"/>
                  <a:pt x="1317230" y="126899"/>
                </a:cubicBezTo>
                <a:cubicBezTo>
                  <a:pt x="1319364" y="134916"/>
                  <a:pt x="1320863" y="135954"/>
                  <a:pt x="1324555" y="132666"/>
                </a:cubicBezTo>
                <a:cubicBezTo>
                  <a:pt x="1332976" y="124649"/>
                  <a:pt x="1352644" y="138896"/>
                  <a:pt x="1349414" y="149970"/>
                </a:cubicBezTo>
                <a:cubicBezTo>
                  <a:pt x="1347396" y="157238"/>
                  <a:pt x="1359278" y="177887"/>
                  <a:pt x="1364642" y="176445"/>
                </a:cubicBezTo>
                <a:cubicBezTo>
                  <a:pt x="1367064" y="175752"/>
                  <a:pt x="1368564" y="178233"/>
                  <a:pt x="1368564" y="183481"/>
                </a:cubicBezTo>
                <a:cubicBezTo>
                  <a:pt x="1369371" y="212898"/>
                  <a:pt x="1370410" y="219761"/>
                  <a:pt x="1373813" y="220742"/>
                </a:cubicBezTo>
                <a:cubicBezTo>
                  <a:pt x="1376287" y="221526"/>
                  <a:pt x="1378156" y="223570"/>
                  <a:pt x="1378715" y="226106"/>
                </a:cubicBezTo>
                <a:cubicBezTo>
                  <a:pt x="1379465" y="228817"/>
                  <a:pt x="1377850" y="230201"/>
                  <a:pt x="1375601" y="229336"/>
                </a:cubicBezTo>
                <a:cubicBezTo>
                  <a:pt x="1372428" y="228298"/>
                  <a:pt x="1371967" y="229855"/>
                  <a:pt x="1374274" y="234008"/>
                </a:cubicBezTo>
                <a:cubicBezTo>
                  <a:pt x="1376339" y="237252"/>
                  <a:pt x="1380209" y="238864"/>
                  <a:pt x="1383964" y="238045"/>
                </a:cubicBezTo>
                <a:cubicBezTo>
                  <a:pt x="1389097" y="236719"/>
                  <a:pt x="1389732" y="234527"/>
                  <a:pt x="1387137" y="229567"/>
                </a:cubicBezTo>
                <a:cubicBezTo>
                  <a:pt x="1384541" y="224606"/>
                  <a:pt x="1384772" y="223049"/>
                  <a:pt x="1388348" y="224491"/>
                </a:cubicBezTo>
                <a:cubicBezTo>
                  <a:pt x="1391924" y="225933"/>
                  <a:pt x="1392212" y="222934"/>
                  <a:pt x="1390655" y="217166"/>
                </a:cubicBezTo>
                <a:cubicBezTo>
                  <a:pt x="1389097" y="211398"/>
                  <a:pt x="1389559" y="207879"/>
                  <a:pt x="1390655" y="207533"/>
                </a:cubicBezTo>
                <a:cubicBezTo>
                  <a:pt x="1391751" y="207187"/>
                  <a:pt x="1394058" y="209437"/>
                  <a:pt x="1395039" y="213301"/>
                </a:cubicBezTo>
                <a:cubicBezTo>
                  <a:pt x="1397253" y="218092"/>
                  <a:pt x="1400847" y="222109"/>
                  <a:pt x="1405363" y="224837"/>
                </a:cubicBezTo>
                <a:cubicBezTo>
                  <a:pt x="1414072" y="230605"/>
                  <a:pt x="1420244" y="244679"/>
                  <a:pt x="1416899" y="250908"/>
                </a:cubicBezTo>
                <a:cubicBezTo>
                  <a:pt x="1415803" y="253100"/>
                  <a:pt x="1414015" y="249754"/>
                  <a:pt x="1412977" y="243871"/>
                </a:cubicBezTo>
                <a:cubicBezTo>
                  <a:pt x="1410381" y="232335"/>
                  <a:pt x="1397519" y="231297"/>
                  <a:pt x="1398269" y="243525"/>
                </a:cubicBezTo>
                <a:cubicBezTo>
                  <a:pt x="1398557" y="247793"/>
                  <a:pt x="1399883" y="248370"/>
                  <a:pt x="1403517" y="244967"/>
                </a:cubicBezTo>
                <a:cubicBezTo>
                  <a:pt x="1407151" y="241564"/>
                  <a:pt x="1408881" y="242544"/>
                  <a:pt x="1409862" y="246120"/>
                </a:cubicBezTo>
                <a:cubicBezTo>
                  <a:pt x="1411650" y="250667"/>
                  <a:pt x="1414338" y="254806"/>
                  <a:pt x="1417764" y="258291"/>
                </a:cubicBezTo>
                <a:cubicBezTo>
                  <a:pt x="1423532" y="264347"/>
                  <a:pt x="1423532" y="266250"/>
                  <a:pt x="1417187" y="280439"/>
                </a:cubicBezTo>
                <a:cubicBezTo>
                  <a:pt x="1404671" y="308240"/>
                  <a:pt x="1402710" y="315912"/>
                  <a:pt x="1407670" y="319372"/>
                </a:cubicBezTo>
                <a:cubicBezTo>
                  <a:pt x="1410900" y="321795"/>
                  <a:pt x="1411304" y="323179"/>
                  <a:pt x="1409112" y="325659"/>
                </a:cubicBezTo>
                <a:cubicBezTo>
                  <a:pt x="1404729" y="330678"/>
                  <a:pt x="1401729" y="343886"/>
                  <a:pt x="1404382" y="347462"/>
                </a:cubicBezTo>
                <a:cubicBezTo>
                  <a:pt x="1405709" y="349019"/>
                  <a:pt x="1403287" y="353980"/>
                  <a:pt x="1399191" y="357960"/>
                </a:cubicBezTo>
                <a:cubicBezTo>
                  <a:pt x="1393885" y="363727"/>
                  <a:pt x="1393423" y="366208"/>
                  <a:pt x="1396827" y="368169"/>
                </a:cubicBezTo>
                <a:cubicBezTo>
                  <a:pt x="1400229" y="370130"/>
                  <a:pt x="1401095" y="373244"/>
                  <a:pt x="1398557" y="382992"/>
                </a:cubicBezTo>
                <a:cubicBezTo>
                  <a:pt x="1397080" y="388634"/>
                  <a:pt x="1396648" y="394499"/>
                  <a:pt x="1397288" y="400296"/>
                </a:cubicBezTo>
                <a:cubicBezTo>
                  <a:pt x="1398153" y="403410"/>
                  <a:pt x="1397807" y="406410"/>
                  <a:pt x="1396192" y="406813"/>
                </a:cubicBezTo>
                <a:cubicBezTo>
                  <a:pt x="1394577" y="407217"/>
                  <a:pt x="1392674" y="404449"/>
                  <a:pt x="1391693" y="401046"/>
                </a:cubicBezTo>
                <a:cubicBezTo>
                  <a:pt x="1390713" y="397643"/>
                  <a:pt x="1388809" y="394643"/>
                  <a:pt x="1387771" y="394932"/>
                </a:cubicBezTo>
                <a:cubicBezTo>
                  <a:pt x="1383214" y="396201"/>
                  <a:pt x="1383676" y="402257"/>
                  <a:pt x="1388579" y="409524"/>
                </a:cubicBezTo>
                <a:cubicBezTo>
                  <a:pt x="1394692" y="419387"/>
                  <a:pt x="1391981" y="420080"/>
                  <a:pt x="1382811" y="412120"/>
                </a:cubicBezTo>
                <a:cubicBezTo>
                  <a:pt x="1377043" y="406352"/>
                  <a:pt x="1376177" y="406756"/>
                  <a:pt x="1379235" y="412639"/>
                </a:cubicBezTo>
                <a:cubicBezTo>
                  <a:pt x="1381282" y="415733"/>
                  <a:pt x="1381888" y="419560"/>
                  <a:pt x="1380907" y="423136"/>
                </a:cubicBezTo>
                <a:cubicBezTo>
                  <a:pt x="1379696" y="424925"/>
                  <a:pt x="1378139" y="424405"/>
                  <a:pt x="1377389" y="421695"/>
                </a:cubicBezTo>
                <a:cubicBezTo>
                  <a:pt x="1376639" y="418984"/>
                  <a:pt x="1374793" y="418580"/>
                  <a:pt x="1372025" y="423194"/>
                </a:cubicBezTo>
                <a:cubicBezTo>
                  <a:pt x="1367583" y="430116"/>
                  <a:pt x="1371217" y="439171"/>
                  <a:pt x="1376004" y="433576"/>
                </a:cubicBezTo>
                <a:cubicBezTo>
                  <a:pt x="1377435" y="431994"/>
                  <a:pt x="1379881" y="431873"/>
                  <a:pt x="1381461" y="433305"/>
                </a:cubicBezTo>
                <a:cubicBezTo>
                  <a:pt x="1381772" y="433583"/>
                  <a:pt x="1382032" y="433908"/>
                  <a:pt x="1382234" y="434268"/>
                </a:cubicBezTo>
                <a:cubicBezTo>
                  <a:pt x="1383733" y="436691"/>
                  <a:pt x="1383272" y="439229"/>
                  <a:pt x="1381138" y="440036"/>
                </a:cubicBezTo>
                <a:cubicBezTo>
                  <a:pt x="1379004" y="440844"/>
                  <a:pt x="1375370" y="450245"/>
                  <a:pt x="1373409" y="461262"/>
                </a:cubicBezTo>
                <a:cubicBezTo>
                  <a:pt x="1370640" y="475393"/>
                  <a:pt x="1367641" y="481969"/>
                  <a:pt x="1362738" y="483238"/>
                </a:cubicBezTo>
                <a:cubicBezTo>
                  <a:pt x="1355817" y="485141"/>
                  <a:pt x="1355817" y="485141"/>
                  <a:pt x="1359220" y="475624"/>
                </a:cubicBezTo>
                <a:cubicBezTo>
                  <a:pt x="1362623" y="466107"/>
                  <a:pt x="1363373" y="449669"/>
                  <a:pt x="1359624" y="450649"/>
                </a:cubicBezTo>
                <a:cubicBezTo>
                  <a:pt x="1358297" y="451053"/>
                  <a:pt x="1357432" y="454110"/>
                  <a:pt x="1357605" y="457917"/>
                </a:cubicBezTo>
                <a:cubicBezTo>
                  <a:pt x="1356982" y="462744"/>
                  <a:pt x="1354289" y="467062"/>
                  <a:pt x="1350222" y="469741"/>
                </a:cubicBezTo>
                <a:cubicBezTo>
                  <a:pt x="1345320" y="472971"/>
                  <a:pt x="1344050" y="476662"/>
                  <a:pt x="1346358" y="480815"/>
                </a:cubicBezTo>
                <a:cubicBezTo>
                  <a:pt x="1349991" y="487967"/>
                  <a:pt x="1346358" y="489525"/>
                  <a:pt x="1339898" y="483526"/>
                </a:cubicBezTo>
                <a:cubicBezTo>
                  <a:pt x="1336379" y="480181"/>
                  <a:pt x="1334764" y="480642"/>
                  <a:pt x="1333495" y="485314"/>
                </a:cubicBezTo>
                <a:cubicBezTo>
                  <a:pt x="1331846" y="489355"/>
                  <a:pt x="1328414" y="492401"/>
                  <a:pt x="1324209" y="493562"/>
                </a:cubicBezTo>
                <a:cubicBezTo>
                  <a:pt x="1320229" y="494658"/>
                  <a:pt x="1317345" y="497830"/>
                  <a:pt x="1317980" y="500022"/>
                </a:cubicBezTo>
                <a:cubicBezTo>
                  <a:pt x="1319883" y="507117"/>
                  <a:pt x="1307136" y="526843"/>
                  <a:pt x="1303099" y="523671"/>
                </a:cubicBezTo>
                <a:cubicBezTo>
                  <a:pt x="1296985" y="519114"/>
                  <a:pt x="1275009" y="532265"/>
                  <a:pt x="1276970" y="539359"/>
                </a:cubicBezTo>
                <a:cubicBezTo>
                  <a:pt x="1278181" y="543800"/>
                  <a:pt x="1266242" y="563296"/>
                  <a:pt x="1265030" y="558855"/>
                </a:cubicBezTo>
                <a:cubicBezTo>
                  <a:pt x="1264512" y="557067"/>
                  <a:pt x="1263704" y="559201"/>
                  <a:pt x="1263185" y="563642"/>
                </a:cubicBezTo>
                <a:cubicBezTo>
                  <a:pt x="1262666" y="568083"/>
                  <a:pt x="1260532" y="572986"/>
                  <a:pt x="1258109" y="573620"/>
                </a:cubicBezTo>
                <a:cubicBezTo>
                  <a:pt x="1255687" y="574255"/>
                  <a:pt x="1251130" y="581753"/>
                  <a:pt x="1248362" y="590924"/>
                </a:cubicBezTo>
                <a:cubicBezTo>
                  <a:pt x="1245593" y="600095"/>
                  <a:pt x="1242132" y="606959"/>
                  <a:pt x="1240517" y="607362"/>
                </a:cubicBezTo>
                <a:cubicBezTo>
                  <a:pt x="1238902" y="607766"/>
                  <a:pt x="1238614" y="609785"/>
                  <a:pt x="1239306" y="612496"/>
                </a:cubicBezTo>
                <a:cubicBezTo>
                  <a:pt x="1239998" y="615207"/>
                  <a:pt x="1237806" y="618610"/>
                  <a:pt x="1234865" y="621321"/>
                </a:cubicBezTo>
                <a:cubicBezTo>
                  <a:pt x="1231323" y="624118"/>
                  <a:pt x="1229206" y="628346"/>
                  <a:pt x="1229097" y="632856"/>
                </a:cubicBezTo>
                <a:cubicBezTo>
                  <a:pt x="1229097" y="637586"/>
                  <a:pt x="1226963" y="639662"/>
                  <a:pt x="1222175" y="639028"/>
                </a:cubicBezTo>
                <a:cubicBezTo>
                  <a:pt x="1215946" y="638336"/>
                  <a:pt x="1215658" y="639374"/>
                  <a:pt x="1218945" y="647103"/>
                </a:cubicBezTo>
                <a:cubicBezTo>
                  <a:pt x="1224713" y="659850"/>
                  <a:pt x="1206025" y="662099"/>
                  <a:pt x="1199738" y="649468"/>
                </a:cubicBezTo>
                <a:cubicBezTo>
                  <a:pt x="1195816" y="641450"/>
                  <a:pt x="1195816" y="641450"/>
                  <a:pt x="1198008" y="650391"/>
                </a:cubicBezTo>
                <a:cubicBezTo>
                  <a:pt x="1200603" y="661177"/>
                  <a:pt x="1192240" y="671040"/>
                  <a:pt x="1186184" y="665099"/>
                </a:cubicBezTo>
                <a:cubicBezTo>
                  <a:pt x="1183473" y="662503"/>
                  <a:pt x="1183358" y="661061"/>
                  <a:pt x="1185492" y="660484"/>
                </a:cubicBezTo>
                <a:cubicBezTo>
                  <a:pt x="1187626" y="659908"/>
                  <a:pt x="1187626" y="655639"/>
                  <a:pt x="1186414" y="651140"/>
                </a:cubicBezTo>
                <a:cubicBezTo>
                  <a:pt x="1185163" y="647357"/>
                  <a:pt x="1185365" y="643244"/>
                  <a:pt x="1186991" y="639605"/>
                </a:cubicBezTo>
                <a:cubicBezTo>
                  <a:pt x="1189875" y="636432"/>
                  <a:pt x="1184511" y="613534"/>
                  <a:pt x="1180762" y="613592"/>
                </a:cubicBezTo>
                <a:cubicBezTo>
                  <a:pt x="1170841" y="613880"/>
                  <a:pt x="1169226" y="622013"/>
                  <a:pt x="1175628" y="638855"/>
                </a:cubicBezTo>
                <a:cubicBezTo>
                  <a:pt x="1180820" y="652755"/>
                  <a:pt x="1181396" y="656908"/>
                  <a:pt x="1178397" y="657716"/>
                </a:cubicBezTo>
                <a:cubicBezTo>
                  <a:pt x="1175721" y="658985"/>
                  <a:pt x="1174019" y="661678"/>
                  <a:pt x="1174014" y="664637"/>
                </a:cubicBezTo>
                <a:cubicBezTo>
                  <a:pt x="1173610" y="668559"/>
                  <a:pt x="1174533" y="668790"/>
                  <a:pt x="1177013" y="666195"/>
                </a:cubicBezTo>
                <a:cubicBezTo>
                  <a:pt x="1179493" y="663599"/>
                  <a:pt x="1181281" y="664061"/>
                  <a:pt x="1181916" y="666195"/>
                </a:cubicBezTo>
                <a:cubicBezTo>
                  <a:pt x="1182366" y="668929"/>
                  <a:pt x="1180514" y="671513"/>
                  <a:pt x="1177780" y="671963"/>
                </a:cubicBezTo>
                <a:cubicBezTo>
                  <a:pt x="1177774" y="671963"/>
                  <a:pt x="1177769" y="671963"/>
                  <a:pt x="1177763" y="671963"/>
                </a:cubicBezTo>
                <a:cubicBezTo>
                  <a:pt x="1171360" y="673751"/>
                  <a:pt x="1170610" y="671963"/>
                  <a:pt x="1172341" y="656274"/>
                </a:cubicBezTo>
                <a:cubicBezTo>
                  <a:pt x="1173725" y="645373"/>
                  <a:pt x="1173437" y="644738"/>
                  <a:pt x="1170149" y="648257"/>
                </a:cubicBezTo>
                <a:cubicBezTo>
                  <a:pt x="1168136" y="650333"/>
                  <a:pt x="1167236" y="653252"/>
                  <a:pt x="1167727" y="656101"/>
                </a:cubicBezTo>
                <a:cubicBezTo>
                  <a:pt x="1168304" y="658293"/>
                  <a:pt x="1167727" y="660369"/>
                  <a:pt x="1166112" y="660831"/>
                </a:cubicBezTo>
                <a:cubicBezTo>
                  <a:pt x="1161844" y="661984"/>
                  <a:pt x="1160748" y="653678"/>
                  <a:pt x="1163804" y="642777"/>
                </a:cubicBezTo>
                <a:cubicBezTo>
                  <a:pt x="1166458" y="633491"/>
                  <a:pt x="1166458" y="632510"/>
                  <a:pt x="1160113" y="627088"/>
                </a:cubicBezTo>
                <a:cubicBezTo>
                  <a:pt x="1151807" y="619763"/>
                  <a:pt x="1147827" y="620859"/>
                  <a:pt x="1147943" y="629915"/>
                </a:cubicBezTo>
                <a:cubicBezTo>
                  <a:pt x="1148289" y="637471"/>
                  <a:pt x="1140848" y="641854"/>
                  <a:pt x="1139060" y="635221"/>
                </a:cubicBezTo>
                <a:cubicBezTo>
                  <a:pt x="1138737" y="630780"/>
                  <a:pt x="1139741" y="626344"/>
                  <a:pt x="1141944" y="622474"/>
                </a:cubicBezTo>
                <a:cubicBezTo>
                  <a:pt x="1145693" y="614284"/>
                  <a:pt x="1145578" y="613822"/>
                  <a:pt x="1140791" y="615149"/>
                </a:cubicBezTo>
                <a:cubicBezTo>
                  <a:pt x="1136228" y="617929"/>
                  <a:pt x="1132814" y="622243"/>
                  <a:pt x="1131158" y="627319"/>
                </a:cubicBezTo>
                <a:cubicBezTo>
                  <a:pt x="1129710" y="631737"/>
                  <a:pt x="1127150" y="635711"/>
                  <a:pt x="1123718" y="638855"/>
                </a:cubicBezTo>
                <a:cubicBezTo>
                  <a:pt x="1121814" y="639316"/>
                  <a:pt x="1121065" y="642892"/>
                  <a:pt x="1122161" y="646872"/>
                </a:cubicBezTo>
                <a:cubicBezTo>
                  <a:pt x="1123256" y="650852"/>
                  <a:pt x="1122507" y="653505"/>
                  <a:pt x="1120373" y="653102"/>
                </a:cubicBezTo>
                <a:cubicBezTo>
                  <a:pt x="1115758" y="651948"/>
                  <a:pt x="1109759" y="633087"/>
                  <a:pt x="1113509" y="632049"/>
                </a:cubicBezTo>
                <a:cubicBezTo>
                  <a:pt x="1115124" y="631587"/>
                  <a:pt x="1113509" y="629626"/>
                  <a:pt x="1110048" y="627723"/>
                </a:cubicBezTo>
                <a:cubicBezTo>
                  <a:pt x="1105203" y="624724"/>
                  <a:pt x="1103472" y="625704"/>
                  <a:pt x="1103069" y="630607"/>
                </a:cubicBezTo>
                <a:cubicBezTo>
                  <a:pt x="1102665" y="635510"/>
                  <a:pt x="1101454" y="636375"/>
                  <a:pt x="1099146" y="633087"/>
                </a:cubicBezTo>
                <a:cubicBezTo>
                  <a:pt x="1096816" y="630203"/>
                  <a:pt x="1093431" y="628375"/>
                  <a:pt x="1089745" y="628011"/>
                </a:cubicBezTo>
                <a:cubicBezTo>
                  <a:pt x="1083977" y="627146"/>
                  <a:pt x="1083977" y="627146"/>
                  <a:pt x="1087899" y="622243"/>
                </a:cubicBezTo>
                <a:cubicBezTo>
                  <a:pt x="1090512" y="619129"/>
                  <a:pt x="1093165" y="619360"/>
                  <a:pt x="1095859" y="622936"/>
                </a:cubicBezTo>
                <a:cubicBezTo>
                  <a:pt x="1099435" y="627665"/>
                  <a:pt x="1099954" y="627550"/>
                  <a:pt x="1100819" y="621090"/>
                </a:cubicBezTo>
                <a:cubicBezTo>
                  <a:pt x="1101165" y="617168"/>
                  <a:pt x="1102492" y="613476"/>
                  <a:pt x="1103530" y="613188"/>
                </a:cubicBezTo>
                <a:cubicBezTo>
                  <a:pt x="1106956" y="608712"/>
                  <a:pt x="1109287" y="603498"/>
                  <a:pt x="1110336" y="597961"/>
                </a:cubicBezTo>
                <a:cubicBezTo>
                  <a:pt x="1112759" y="590116"/>
                  <a:pt x="1113739" y="584118"/>
                  <a:pt x="1112124" y="584579"/>
                </a:cubicBezTo>
                <a:cubicBezTo>
                  <a:pt x="1110509" y="585041"/>
                  <a:pt x="1108145" y="589943"/>
                  <a:pt x="1106818" y="595596"/>
                </a:cubicBezTo>
                <a:cubicBezTo>
                  <a:pt x="1103819" y="607881"/>
                  <a:pt x="1095570" y="612496"/>
                  <a:pt x="1098051" y="600383"/>
                </a:cubicBezTo>
                <a:cubicBezTo>
                  <a:pt x="1099262" y="594269"/>
                  <a:pt x="1098916" y="592943"/>
                  <a:pt x="1095167" y="593981"/>
                </a:cubicBezTo>
                <a:cubicBezTo>
                  <a:pt x="1092744" y="594615"/>
                  <a:pt x="1091706" y="598249"/>
                  <a:pt x="1092686" y="601825"/>
                </a:cubicBezTo>
                <a:cubicBezTo>
                  <a:pt x="1094648" y="608920"/>
                  <a:pt x="1085361" y="622417"/>
                  <a:pt x="1080632" y="619879"/>
                </a:cubicBezTo>
                <a:cubicBezTo>
                  <a:pt x="1079248" y="618840"/>
                  <a:pt x="1078671" y="620917"/>
                  <a:pt x="1079594" y="624493"/>
                </a:cubicBezTo>
                <a:cubicBezTo>
                  <a:pt x="1080516" y="628069"/>
                  <a:pt x="1082247" y="630953"/>
                  <a:pt x="1083285" y="630665"/>
                </a:cubicBezTo>
                <a:cubicBezTo>
                  <a:pt x="1084323" y="630376"/>
                  <a:pt x="1087957" y="635106"/>
                  <a:pt x="1091648" y="641277"/>
                </a:cubicBezTo>
                <a:cubicBezTo>
                  <a:pt x="1100300" y="656159"/>
                  <a:pt x="1092629" y="684017"/>
                  <a:pt x="1081382" y="678480"/>
                </a:cubicBezTo>
                <a:cubicBezTo>
                  <a:pt x="1078094" y="676981"/>
                  <a:pt x="1074345" y="677038"/>
                  <a:pt x="1073422" y="678480"/>
                </a:cubicBezTo>
                <a:cubicBezTo>
                  <a:pt x="1072499" y="679922"/>
                  <a:pt x="1071403" y="678480"/>
                  <a:pt x="1071230" y="674789"/>
                </a:cubicBezTo>
                <a:cubicBezTo>
                  <a:pt x="1071230" y="669598"/>
                  <a:pt x="1069327" y="667694"/>
                  <a:pt x="1066616" y="668386"/>
                </a:cubicBezTo>
                <a:cubicBezTo>
                  <a:pt x="1063905" y="669079"/>
                  <a:pt x="1063213" y="672655"/>
                  <a:pt x="1064309" y="676692"/>
                </a:cubicBezTo>
                <a:cubicBezTo>
                  <a:pt x="1065405" y="680730"/>
                  <a:pt x="1064309" y="683787"/>
                  <a:pt x="1060271" y="683037"/>
                </a:cubicBezTo>
                <a:cubicBezTo>
                  <a:pt x="1056983" y="682518"/>
                  <a:pt x="1053984" y="684248"/>
                  <a:pt x="1053811" y="686671"/>
                </a:cubicBezTo>
                <a:cubicBezTo>
                  <a:pt x="1052242" y="691464"/>
                  <a:pt x="1049733" y="695893"/>
                  <a:pt x="1046428" y="699706"/>
                </a:cubicBezTo>
                <a:cubicBezTo>
                  <a:pt x="1042212" y="704851"/>
                  <a:pt x="1038947" y="710711"/>
                  <a:pt x="1036796" y="717010"/>
                </a:cubicBezTo>
                <a:cubicBezTo>
                  <a:pt x="1034893" y="723758"/>
                  <a:pt x="1033277" y="725142"/>
                  <a:pt x="1029759" y="721797"/>
                </a:cubicBezTo>
                <a:cubicBezTo>
                  <a:pt x="1026241" y="718452"/>
                  <a:pt x="1026299" y="717471"/>
                  <a:pt x="1028721" y="716837"/>
                </a:cubicBezTo>
                <a:cubicBezTo>
                  <a:pt x="1035411" y="714991"/>
                  <a:pt x="1051100" y="678711"/>
                  <a:pt x="1046543" y="675654"/>
                </a:cubicBezTo>
                <a:cubicBezTo>
                  <a:pt x="1044179" y="674385"/>
                  <a:pt x="1042391" y="675654"/>
                  <a:pt x="1042621" y="678134"/>
                </a:cubicBezTo>
                <a:cubicBezTo>
                  <a:pt x="1043083" y="685171"/>
                  <a:pt x="1028779" y="683325"/>
                  <a:pt x="1026875" y="676231"/>
                </a:cubicBezTo>
                <a:cubicBezTo>
                  <a:pt x="1025681" y="673278"/>
                  <a:pt x="1027106" y="669915"/>
                  <a:pt x="1030059" y="668721"/>
                </a:cubicBezTo>
                <a:cubicBezTo>
                  <a:pt x="1030209" y="668663"/>
                  <a:pt x="1030359" y="668606"/>
                  <a:pt x="1030509" y="668559"/>
                </a:cubicBezTo>
                <a:cubicBezTo>
                  <a:pt x="1033295" y="667683"/>
                  <a:pt x="1036265" y="669194"/>
                  <a:pt x="1037200" y="671963"/>
                </a:cubicBezTo>
                <a:cubicBezTo>
                  <a:pt x="1038180" y="675539"/>
                  <a:pt x="1039218" y="675250"/>
                  <a:pt x="1040833" y="670521"/>
                </a:cubicBezTo>
                <a:cubicBezTo>
                  <a:pt x="1042096" y="666327"/>
                  <a:pt x="1041791" y="661817"/>
                  <a:pt x="1039968" y="657831"/>
                </a:cubicBezTo>
                <a:cubicBezTo>
                  <a:pt x="1037546" y="653217"/>
                  <a:pt x="1037719" y="652063"/>
                  <a:pt x="1039968" y="653505"/>
                </a:cubicBezTo>
                <a:cubicBezTo>
                  <a:pt x="1042846" y="655720"/>
                  <a:pt x="1044883" y="658858"/>
                  <a:pt x="1045736" y="662388"/>
                </a:cubicBezTo>
                <a:cubicBezTo>
                  <a:pt x="1047813" y="669944"/>
                  <a:pt x="1052311" y="669713"/>
                  <a:pt x="1052254" y="661119"/>
                </a:cubicBezTo>
                <a:cubicBezTo>
                  <a:pt x="1052254" y="658235"/>
                  <a:pt x="1052946" y="660427"/>
                  <a:pt x="1053811" y="666887"/>
                </a:cubicBezTo>
                <a:cubicBezTo>
                  <a:pt x="1055426" y="676981"/>
                  <a:pt x="1055830" y="677327"/>
                  <a:pt x="1057041" y="670290"/>
                </a:cubicBezTo>
                <a:cubicBezTo>
                  <a:pt x="1058581" y="664418"/>
                  <a:pt x="1061159" y="658869"/>
                  <a:pt x="1064655" y="653909"/>
                </a:cubicBezTo>
                <a:cubicBezTo>
                  <a:pt x="1071980" y="643815"/>
                  <a:pt x="1070423" y="637932"/>
                  <a:pt x="1060444" y="633087"/>
                </a:cubicBezTo>
                <a:cubicBezTo>
                  <a:pt x="1052427" y="629050"/>
                  <a:pt x="1052427" y="629050"/>
                  <a:pt x="1057906" y="624666"/>
                </a:cubicBezTo>
                <a:cubicBezTo>
                  <a:pt x="1064136" y="618898"/>
                  <a:pt x="1063213" y="614630"/>
                  <a:pt x="1053119" y="604940"/>
                </a:cubicBezTo>
                <a:cubicBezTo>
                  <a:pt x="1048793" y="600845"/>
                  <a:pt x="1046428" y="596288"/>
                  <a:pt x="1047351" y="594558"/>
                </a:cubicBezTo>
                <a:cubicBezTo>
                  <a:pt x="1050408" y="588790"/>
                  <a:pt x="1047351" y="582618"/>
                  <a:pt x="1042448" y="583945"/>
                </a:cubicBezTo>
                <a:cubicBezTo>
                  <a:pt x="1039218" y="584810"/>
                  <a:pt x="1038353" y="583945"/>
                  <a:pt x="1039507" y="579504"/>
                </a:cubicBezTo>
                <a:cubicBezTo>
                  <a:pt x="1040660" y="575062"/>
                  <a:pt x="1043083" y="574716"/>
                  <a:pt x="1047813" y="577254"/>
                </a:cubicBezTo>
                <a:cubicBezTo>
                  <a:pt x="1052542" y="579792"/>
                  <a:pt x="1055080" y="578581"/>
                  <a:pt x="1056810" y="572409"/>
                </a:cubicBezTo>
                <a:cubicBezTo>
                  <a:pt x="1058137" y="567737"/>
                  <a:pt x="1061655" y="564853"/>
                  <a:pt x="1065058" y="565834"/>
                </a:cubicBezTo>
                <a:cubicBezTo>
                  <a:pt x="1068462" y="566814"/>
                  <a:pt x="1071403" y="563642"/>
                  <a:pt x="1072326" y="558624"/>
                </a:cubicBezTo>
                <a:cubicBezTo>
                  <a:pt x="1073710" y="551068"/>
                  <a:pt x="1073306" y="550722"/>
                  <a:pt x="1068692" y="554817"/>
                </a:cubicBezTo>
                <a:cubicBezTo>
                  <a:pt x="1064078" y="558912"/>
                  <a:pt x="1063559" y="558162"/>
                  <a:pt x="1063559" y="552856"/>
                </a:cubicBezTo>
                <a:cubicBezTo>
                  <a:pt x="1063634" y="548586"/>
                  <a:pt x="1065249" y="544487"/>
                  <a:pt x="1068116" y="541320"/>
                </a:cubicBezTo>
                <a:cubicBezTo>
                  <a:pt x="1073018" y="536129"/>
                  <a:pt x="1073018" y="536129"/>
                  <a:pt x="1066674" y="535956"/>
                </a:cubicBezTo>
                <a:cubicBezTo>
                  <a:pt x="1063236" y="536110"/>
                  <a:pt x="1060058" y="534109"/>
                  <a:pt x="1058714" y="530938"/>
                </a:cubicBezTo>
                <a:cubicBezTo>
                  <a:pt x="1057849" y="527823"/>
                  <a:pt x="1056810" y="528112"/>
                  <a:pt x="1055368" y="532322"/>
                </a:cubicBezTo>
                <a:cubicBezTo>
                  <a:pt x="1053927" y="535610"/>
                  <a:pt x="1051792" y="537167"/>
                  <a:pt x="1050523" y="535610"/>
                </a:cubicBezTo>
                <a:cubicBezTo>
                  <a:pt x="1049255" y="534053"/>
                  <a:pt x="1048505" y="535610"/>
                  <a:pt x="1049255" y="538321"/>
                </a:cubicBezTo>
                <a:cubicBezTo>
                  <a:pt x="1050275" y="540897"/>
                  <a:pt x="1049012" y="543814"/>
                  <a:pt x="1046440" y="544835"/>
                </a:cubicBezTo>
                <a:cubicBezTo>
                  <a:pt x="1046434" y="544836"/>
                  <a:pt x="1046434" y="544837"/>
                  <a:pt x="1046428" y="544839"/>
                </a:cubicBezTo>
                <a:cubicBezTo>
                  <a:pt x="1044237" y="545415"/>
                  <a:pt x="1042564" y="543454"/>
                  <a:pt x="1042795" y="541032"/>
                </a:cubicBezTo>
                <a:cubicBezTo>
                  <a:pt x="1043025" y="538609"/>
                  <a:pt x="1041871" y="536475"/>
                  <a:pt x="1040257" y="536937"/>
                </a:cubicBezTo>
                <a:cubicBezTo>
                  <a:pt x="1038641" y="537398"/>
                  <a:pt x="1038411" y="540801"/>
                  <a:pt x="1040257" y="544031"/>
                </a:cubicBezTo>
                <a:cubicBezTo>
                  <a:pt x="1043948" y="551183"/>
                  <a:pt x="1038757" y="575524"/>
                  <a:pt x="1033162" y="577023"/>
                </a:cubicBezTo>
                <a:cubicBezTo>
                  <a:pt x="1030838" y="577727"/>
                  <a:pt x="1028980" y="579475"/>
                  <a:pt x="1028144" y="581753"/>
                </a:cubicBezTo>
                <a:cubicBezTo>
                  <a:pt x="1027763" y="583645"/>
                  <a:pt x="1026841" y="585387"/>
                  <a:pt x="1025491" y="586771"/>
                </a:cubicBezTo>
                <a:cubicBezTo>
                  <a:pt x="1014843" y="594402"/>
                  <a:pt x="1004726" y="602742"/>
                  <a:pt x="995210" y="611746"/>
                </a:cubicBezTo>
                <a:cubicBezTo>
                  <a:pt x="991114" y="615726"/>
                  <a:pt x="986154" y="617514"/>
                  <a:pt x="984193" y="616649"/>
                </a:cubicBezTo>
                <a:cubicBezTo>
                  <a:pt x="982232" y="615783"/>
                  <a:pt x="978425" y="619186"/>
                  <a:pt x="974849" y="624435"/>
                </a:cubicBezTo>
                <a:cubicBezTo>
                  <a:pt x="970350" y="632337"/>
                  <a:pt x="967697" y="634010"/>
                  <a:pt x="961756" y="631357"/>
                </a:cubicBezTo>
                <a:cubicBezTo>
                  <a:pt x="942491" y="622705"/>
                  <a:pt x="925591" y="630203"/>
                  <a:pt x="920631" y="650160"/>
                </a:cubicBezTo>
                <a:cubicBezTo>
                  <a:pt x="908230" y="698437"/>
                  <a:pt x="890177" y="732467"/>
                  <a:pt x="870681" y="743080"/>
                </a:cubicBezTo>
                <a:cubicBezTo>
                  <a:pt x="866776" y="745572"/>
                  <a:pt x="863264" y="748623"/>
                  <a:pt x="860241" y="752136"/>
                </a:cubicBezTo>
                <a:cubicBezTo>
                  <a:pt x="856567" y="755712"/>
                  <a:pt x="851832" y="758002"/>
                  <a:pt x="846745" y="758654"/>
                </a:cubicBezTo>
                <a:cubicBezTo>
                  <a:pt x="841727" y="759057"/>
                  <a:pt x="840227" y="760903"/>
                  <a:pt x="842130" y="763729"/>
                </a:cubicBezTo>
                <a:cubicBezTo>
                  <a:pt x="844034" y="766556"/>
                  <a:pt x="843630" y="767132"/>
                  <a:pt x="840631" y="765575"/>
                </a:cubicBezTo>
                <a:cubicBezTo>
                  <a:pt x="832267" y="760211"/>
                  <a:pt x="786239" y="773650"/>
                  <a:pt x="784567" y="781264"/>
                </a:cubicBezTo>
                <a:cubicBezTo>
                  <a:pt x="782548" y="791877"/>
                  <a:pt x="778049" y="791184"/>
                  <a:pt x="776895" y="780514"/>
                </a:cubicBezTo>
                <a:cubicBezTo>
                  <a:pt x="776377" y="775380"/>
                  <a:pt x="774992" y="771458"/>
                  <a:pt x="774069" y="771228"/>
                </a:cubicBezTo>
                <a:cubicBezTo>
                  <a:pt x="769276" y="772006"/>
                  <a:pt x="764443" y="772525"/>
                  <a:pt x="759592" y="772785"/>
                </a:cubicBezTo>
                <a:cubicBezTo>
                  <a:pt x="752555" y="773246"/>
                  <a:pt x="741885" y="774227"/>
                  <a:pt x="735770" y="774977"/>
                </a:cubicBezTo>
                <a:cubicBezTo>
                  <a:pt x="720428" y="776707"/>
                  <a:pt x="711200" y="774458"/>
                  <a:pt x="709642" y="768690"/>
                </a:cubicBezTo>
                <a:cubicBezTo>
                  <a:pt x="708777" y="765575"/>
                  <a:pt x="707739" y="765863"/>
                  <a:pt x="706585" y="769959"/>
                </a:cubicBezTo>
                <a:cubicBezTo>
                  <a:pt x="704220" y="778264"/>
                  <a:pt x="700817" y="778784"/>
                  <a:pt x="700298" y="771228"/>
                </a:cubicBezTo>
                <a:cubicBezTo>
                  <a:pt x="700298" y="765056"/>
                  <a:pt x="669498" y="756173"/>
                  <a:pt x="668921" y="762518"/>
                </a:cubicBezTo>
                <a:cubicBezTo>
                  <a:pt x="668921" y="764479"/>
                  <a:pt x="671228" y="766671"/>
                  <a:pt x="673881" y="766902"/>
                </a:cubicBezTo>
                <a:cubicBezTo>
                  <a:pt x="676535" y="767132"/>
                  <a:pt x="676592" y="768574"/>
                  <a:pt x="672151" y="770247"/>
                </a:cubicBezTo>
                <a:cubicBezTo>
                  <a:pt x="667710" y="771920"/>
                  <a:pt x="664768" y="774631"/>
                  <a:pt x="664653" y="777572"/>
                </a:cubicBezTo>
                <a:cubicBezTo>
                  <a:pt x="664537" y="780514"/>
                  <a:pt x="660788" y="783340"/>
                  <a:pt x="656289" y="784609"/>
                </a:cubicBezTo>
                <a:cubicBezTo>
                  <a:pt x="651790" y="785878"/>
                  <a:pt x="649022" y="788474"/>
                  <a:pt x="649714" y="791184"/>
                </a:cubicBezTo>
                <a:cubicBezTo>
                  <a:pt x="650429" y="793284"/>
                  <a:pt x="649466" y="795585"/>
                  <a:pt x="647464" y="796549"/>
                </a:cubicBezTo>
                <a:cubicBezTo>
                  <a:pt x="643144" y="799456"/>
                  <a:pt x="639476" y="803228"/>
                  <a:pt x="636678" y="807623"/>
                </a:cubicBezTo>
                <a:cubicBezTo>
                  <a:pt x="627450" y="821120"/>
                  <a:pt x="574039" y="837097"/>
                  <a:pt x="532857" y="838654"/>
                </a:cubicBezTo>
                <a:cubicBezTo>
                  <a:pt x="491674" y="840211"/>
                  <a:pt x="471314" y="843441"/>
                  <a:pt x="467161" y="848344"/>
                </a:cubicBezTo>
                <a:cubicBezTo>
                  <a:pt x="463994" y="851632"/>
                  <a:pt x="460239" y="854291"/>
                  <a:pt x="456086" y="856188"/>
                </a:cubicBezTo>
                <a:cubicBezTo>
                  <a:pt x="451121" y="858980"/>
                  <a:pt x="446668" y="862608"/>
                  <a:pt x="442936" y="866917"/>
                </a:cubicBezTo>
                <a:cubicBezTo>
                  <a:pt x="440110" y="870400"/>
                  <a:pt x="436285" y="872932"/>
                  <a:pt x="431977" y="874184"/>
                </a:cubicBezTo>
                <a:cubicBezTo>
                  <a:pt x="429745" y="874219"/>
                  <a:pt x="427541" y="874646"/>
                  <a:pt x="425459" y="875453"/>
                </a:cubicBezTo>
                <a:cubicBezTo>
                  <a:pt x="424767" y="876145"/>
                  <a:pt x="408963" y="881221"/>
                  <a:pt x="389929" y="887508"/>
                </a:cubicBezTo>
                <a:cubicBezTo>
                  <a:pt x="363743" y="895583"/>
                  <a:pt x="352842" y="900947"/>
                  <a:pt x="344478" y="910579"/>
                </a:cubicBezTo>
                <a:cubicBezTo>
                  <a:pt x="331212" y="925172"/>
                  <a:pt x="247636" y="949339"/>
                  <a:pt x="203511" y="951762"/>
                </a:cubicBezTo>
                <a:cubicBezTo>
                  <a:pt x="189553" y="952223"/>
                  <a:pt x="172769" y="952916"/>
                  <a:pt x="166540" y="953204"/>
                </a:cubicBezTo>
                <a:cubicBezTo>
                  <a:pt x="134931" y="955107"/>
                  <a:pt x="97325" y="945821"/>
                  <a:pt x="94383" y="935900"/>
                </a:cubicBezTo>
                <a:cubicBezTo>
                  <a:pt x="92901" y="931921"/>
                  <a:pt x="90559" y="928316"/>
                  <a:pt x="87520" y="925345"/>
                </a:cubicBezTo>
                <a:cubicBezTo>
                  <a:pt x="82502" y="919577"/>
                  <a:pt x="68947" y="885489"/>
                  <a:pt x="49798" y="830002"/>
                </a:cubicBezTo>
                <a:cubicBezTo>
                  <a:pt x="24650" y="757500"/>
                  <a:pt x="17901" y="677615"/>
                  <a:pt x="22227" y="504406"/>
                </a:cubicBezTo>
                <a:cubicBezTo>
                  <a:pt x="24419" y="415408"/>
                  <a:pt x="24246" y="391586"/>
                  <a:pt x="20266" y="387376"/>
                </a:cubicBezTo>
                <a:cubicBezTo>
                  <a:pt x="16373" y="382155"/>
                  <a:pt x="14510" y="375699"/>
                  <a:pt x="15017" y="369207"/>
                </a:cubicBezTo>
                <a:cubicBezTo>
                  <a:pt x="14094" y="349885"/>
                  <a:pt x="11730" y="343367"/>
                  <a:pt x="7231" y="347923"/>
                </a:cubicBezTo>
                <a:cubicBezTo>
                  <a:pt x="4116" y="351153"/>
                  <a:pt x="3770" y="348904"/>
                  <a:pt x="5212" y="334138"/>
                </a:cubicBezTo>
                <a:cubicBezTo>
                  <a:pt x="6279" y="325831"/>
                  <a:pt x="5656" y="317394"/>
                  <a:pt x="3366" y="309336"/>
                </a:cubicBezTo>
                <a:cubicBezTo>
                  <a:pt x="1273" y="304799"/>
                  <a:pt x="211" y="299855"/>
                  <a:pt x="252" y="294859"/>
                </a:cubicBezTo>
                <a:cubicBezTo>
                  <a:pt x="252" y="290475"/>
                  <a:pt x="252" y="272364"/>
                  <a:pt x="252" y="255234"/>
                </a:cubicBezTo>
                <a:cubicBezTo>
                  <a:pt x="-556" y="216301"/>
                  <a:pt x="252" y="210302"/>
                  <a:pt x="7462" y="203323"/>
                </a:cubicBezTo>
                <a:cubicBezTo>
                  <a:pt x="13229" y="198420"/>
                  <a:pt x="13229" y="198420"/>
                  <a:pt x="11038" y="208053"/>
                </a:cubicBezTo>
                <a:cubicBezTo>
                  <a:pt x="4750" y="234642"/>
                  <a:pt x="8673" y="253157"/>
                  <a:pt x="19805" y="248428"/>
                </a:cubicBezTo>
                <a:cubicBezTo>
                  <a:pt x="28399" y="245140"/>
                  <a:pt x="30014" y="242660"/>
                  <a:pt x="29264" y="231470"/>
                </a:cubicBezTo>
                <a:cubicBezTo>
                  <a:pt x="28630" y="216358"/>
                  <a:pt x="34109" y="213474"/>
                  <a:pt x="45241" y="223799"/>
                </a:cubicBezTo>
                <a:cubicBezTo>
                  <a:pt x="57699" y="234758"/>
                  <a:pt x="59084" y="233431"/>
                  <a:pt x="76503" y="192883"/>
                </a:cubicBezTo>
                <a:cubicBezTo>
                  <a:pt x="84693" y="175752"/>
                  <a:pt x="101766" y="167735"/>
                  <a:pt x="113879" y="176387"/>
                </a:cubicBezTo>
                <a:cubicBezTo>
                  <a:pt x="127433" y="186077"/>
                  <a:pt x="154888" y="191037"/>
                  <a:pt x="159560" y="184981"/>
                </a:cubicBezTo>
                <a:cubicBezTo>
                  <a:pt x="163425" y="180136"/>
                  <a:pt x="165328" y="179559"/>
                  <a:pt x="169423" y="184231"/>
                </a:cubicBezTo>
                <a:cubicBezTo>
                  <a:pt x="171534" y="186871"/>
                  <a:pt x="174695" y="188452"/>
                  <a:pt x="178075" y="188557"/>
                </a:cubicBezTo>
                <a:cubicBezTo>
                  <a:pt x="180209" y="187980"/>
                  <a:pt x="182632" y="190691"/>
                  <a:pt x="183843" y="194325"/>
                </a:cubicBezTo>
                <a:cubicBezTo>
                  <a:pt x="185054" y="197959"/>
                  <a:pt x="187015" y="200612"/>
                  <a:pt x="188342" y="200093"/>
                </a:cubicBezTo>
                <a:cubicBezTo>
                  <a:pt x="189668" y="199574"/>
                  <a:pt x="190418" y="197094"/>
                  <a:pt x="189553" y="194037"/>
                </a:cubicBezTo>
                <a:cubicBezTo>
                  <a:pt x="188457" y="189999"/>
                  <a:pt x="189265" y="189768"/>
                  <a:pt x="192783" y="193114"/>
                </a:cubicBezTo>
                <a:cubicBezTo>
                  <a:pt x="198205" y="198362"/>
                  <a:pt x="203281" y="197959"/>
                  <a:pt x="199532" y="192710"/>
                </a:cubicBezTo>
                <a:cubicBezTo>
                  <a:pt x="198147" y="190691"/>
                  <a:pt x="200051" y="188269"/>
                  <a:pt x="203511" y="187346"/>
                </a:cubicBezTo>
                <a:cubicBezTo>
                  <a:pt x="206972" y="186423"/>
                  <a:pt x="210721" y="187346"/>
                  <a:pt x="211298" y="189538"/>
                </a:cubicBezTo>
                <a:cubicBezTo>
                  <a:pt x="212625" y="194440"/>
                  <a:pt x="220007" y="192883"/>
                  <a:pt x="220007" y="187634"/>
                </a:cubicBezTo>
                <a:cubicBezTo>
                  <a:pt x="220007" y="182386"/>
                  <a:pt x="235408" y="172465"/>
                  <a:pt x="236850" y="177829"/>
                </a:cubicBezTo>
                <a:cubicBezTo>
                  <a:pt x="238292" y="183193"/>
                  <a:pt x="247982" y="178636"/>
                  <a:pt x="251846" y="172061"/>
                </a:cubicBezTo>
                <a:cubicBezTo>
                  <a:pt x="253115" y="169292"/>
                  <a:pt x="254615" y="169408"/>
                  <a:pt x="255307" y="172061"/>
                </a:cubicBezTo>
                <a:cubicBezTo>
                  <a:pt x="256241" y="174828"/>
                  <a:pt x="259200" y="176359"/>
                  <a:pt x="261998" y="175522"/>
                </a:cubicBezTo>
                <a:cubicBezTo>
                  <a:pt x="265101" y="174804"/>
                  <a:pt x="268198" y="176737"/>
                  <a:pt x="268919" y="179841"/>
                </a:cubicBezTo>
                <a:cubicBezTo>
                  <a:pt x="268919" y="179843"/>
                  <a:pt x="268919" y="179845"/>
                  <a:pt x="268919" y="179848"/>
                </a:cubicBezTo>
                <a:cubicBezTo>
                  <a:pt x="270246" y="183255"/>
                  <a:pt x="273805" y="185241"/>
                  <a:pt x="277398" y="184577"/>
                </a:cubicBezTo>
                <a:cubicBezTo>
                  <a:pt x="281262" y="184000"/>
                  <a:pt x="283858" y="181866"/>
                  <a:pt x="283166" y="179675"/>
                </a:cubicBezTo>
                <a:cubicBezTo>
                  <a:pt x="281954" y="175176"/>
                  <a:pt x="294125" y="175695"/>
                  <a:pt x="297701" y="180482"/>
                </a:cubicBezTo>
                <a:cubicBezTo>
                  <a:pt x="301277" y="185269"/>
                  <a:pt x="318927" y="181405"/>
                  <a:pt x="321868" y="176272"/>
                </a:cubicBezTo>
                <a:cubicBezTo>
                  <a:pt x="323253" y="174022"/>
                  <a:pt x="327636" y="173734"/>
                  <a:pt x="331962" y="176272"/>
                </a:cubicBezTo>
                <a:cubicBezTo>
                  <a:pt x="342517" y="182443"/>
                  <a:pt x="360801" y="179329"/>
                  <a:pt x="361551" y="171080"/>
                </a:cubicBezTo>
                <a:cubicBezTo>
                  <a:pt x="362070" y="166639"/>
                  <a:pt x="362762" y="165947"/>
                  <a:pt x="363800" y="169985"/>
                </a:cubicBezTo>
                <a:cubicBezTo>
                  <a:pt x="365877" y="177540"/>
                  <a:pt x="386238" y="166755"/>
                  <a:pt x="395870" y="152681"/>
                </a:cubicBezTo>
                <a:cubicBezTo>
                  <a:pt x="398685" y="147598"/>
                  <a:pt x="402780" y="143343"/>
                  <a:pt x="407752" y="140338"/>
                </a:cubicBezTo>
                <a:cubicBezTo>
                  <a:pt x="413306" y="136968"/>
                  <a:pt x="418163" y="132563"/>
                  <a:pt x="422056" y="127360"/>
                </a:cubicBezTo>
                <a:cubicBezTo>
                  <a:pt x="427363" y="120669"/>
                  <a:pt x="432554" y="116401"/>
                  <a:pt x="433592" y="117093"/>
                </a:cubicBezTo>
                <a:cubicBezTo>
                  <a:pt x="434630" y="117785"/>
                  <a:pt x="438437" y="114786"/>
                  <a:pt x="442013" y="109999"/>
                </a:cubicBezTo>
                <a:cubicBezTo>
                  <a:pt x="446281" y="103596"/>
                  <a:pt x="448992" y="101924"/>
                  <a:pt x="451299" y="105096"/>
                </a:cubicBezTo>
                <a:cubicBezTo>
                  <a:pt x="453566" y="107643"/>
                  <a:pt x="457465" y="107872"/>
                  <a:pt x="460015" y="105606"/>
                </a:cubicBezTo>
                <a:cubicBezTo>
                  <a:pt x="460032" y="105590"/>
                  <a:pt x="460049" y="105574"/>
                  <a:pt x="460066" y="105557"/>
                </a:cubicBezTo>
                <a:cubicBezTo>
                  <a:pt x="463296" y="103769"/>
                  <a:pt x="466353" y="103423"/>
                  <a:pt x="466815" y="105154"/>
                </a:cubicBezTo>
                <a:cubicBezTo>
                  <a:pt x="467276" y="106884"/>
                  <a:pt x="469699" y="107288"/>
                  <a:pt x="472294" y="105154"/>
                </a:cubicBezTo>
                <a:cubicBezTo>
                  <a:pt x="474273" y="103307"/>
                  <a:pt x="477376" y="103416"/>
                  <a:pt x="479222" y="105396"/>
                </a:cubicBezTo>
                <a:cubicBezTo>
                  <a:pt x="479389" y="105573"/>
                  <a:pt x="479539" y="105762"/>
                  <a:pt x="479677" y="105961"/>
                </a:cubicBezTo>
                <a:cubicBezTo>
                  <a:pt x="481160" y="107713"/>
                  <a:pt x="483778" y="107934"/>
                  <a:pt x="485532" y="106453"/>
                </a:cubicBezTo>
                <a:cubicBezTo>
                  <a:pt x="485705" y="106303"/>
                  <a:pt x="485872" y="106139"/>
                  <a:pt x="486022" y="105961"/>
                </a:cubicBezTo>
                <a:cubicBezTo>
                  <a:pt x="489684" y="103981"/>
                  <a:pt x="494155" y="104249"/>
                  <a:pt x="497557" y="106653"/>
                </a:cubicBezTo>
                <a:cubicBezTo>
                  <a:pt x="504075" y="109653"/>
                  <a:pt x="506498" y="108960"/>
                  <a:pt x="509439" y="103885"/>
                </a:cubicBezTo>
                <a:cubicBezTo>
                  <a:pt x="512381" y="98809"/>
                  <a:pt x="514227" y="98117"/>
                  <a:pt x="518207" y="102443"/>
                </a:cubicBezTo>
                <a:cubicBezTo>
                  <a:pt x="526282" y="109826"/>
                  <a:pt x="536433" y="111383"/>
                  <a:pt x="536894" y="104577"/>
                </a:cubicBezTo>
                <a:cubicBezTo>
                  <a:pt x="537229" y="101411"/>
                  <a:pt x="535839" y="98308"/>
                  <a:pt x="533261" y="96444"/>
                </a:cubicBezTo>
                <a:cubicBezTo>
                  <a:pt x="530780" y="94714"/>
                  <a:pt x="529915" y="92580"/>
                  <a:pt x="531011" y="90388"/>
                </a:cubicBezTo>
                <a:cubicBezTo>
                  <a:pt x="532107" y="88196"/>
                  <a:pt x="535164" y="89753"/>
                  <a:pt x="537990" y="92753"/>
                </a:cubicBezTo>
                <a:cubicBezTo>
                  <a:pt x="541336" y="96675"/>
                  <a:pt x="544277" y="96790"/>
                  <a:pt x="546469" y="93330"/>
                </a:cubicBezTo>
                <a:cubicBezTo>
                  <a:pt x="547969" y="90772"/>
                  <a:pt x="550778" y="89276"/>
                  <a:pt x="553736" y="89465"/>
                </a:cubicBezTo>
                <a:cubicBezTo>
                  <a:pt x="555986" y="90273"/>
                  <a:pt x="559101" y="87043"/>
                  <a:pt x="560543" y="82832"/>
                </a:cubicBezTo>
                <a:cubicBezTo>
                  <a:pt x="564234" y="73200"/>
                  <a:pt x="583268" y="61837"/>
                  <a:pt x="587133" y="67489"/>
                </a:cubicBezTo>
                <a:cubicBezTo>
                  <a:pt x="590997" y="73142"/>
                  <a:pt x="594054" y="66567"/>
                  <a:pt x="591228" y="56300"/>
                </a:cubicBezTo>
                <a:cubicBezTo>
                  <a:pt x="590017" y="51859"/>
                  <a:pt x="590305" y="47475"/>
                  <a:pt x="591920" y="47071"/>
                </a:cubicBezTo>
                <a:cubicBezTo>
                  <a:pt x="593535" y="46667"/>
                  <a:pt x="595150" y="49551"/>
                  <a:pt x="595323" y="53301"/>
                </a:cubicBezTo>
                <a:cubicBezTo>
                  <a:pt x="595150" y="56736"/>
                  <a:pt x="596580" y="60057"/>
                  <a:pt x="599187" y="62298"/>
                </a:cubicBezTo>
                <a:cubicBezTo>
                  <a:pt x="601264" y="63625"/>
                  <a:pt x="601667" y="63048"/>
                  <a:pt x="600168" y="60568"/>
                </a:cubicBezTo>
                <a:cubicBezTo>
                  <a:pt x="598668" y="58088"/>
                  <a:pt x="599879" y="55377"/>
                  <a:pt x="603917" y="54339"/>
                </a:cubicBezTo>
                <a:cubicBezTo>
                  <a:pt x="607684" y="53426"/>
                  <a:pt x="610798" y="50800"/>
                  <a:pt x="612338" y="47244"/>
                </a:cubicBezTo>
                <a:cubicBezTo>
                  <a:pt x="613376" y="43610"/>
                  <a:pt x="616549" y="43726"/>
                  <a:pt x="622432" y="46437"/>
                </a:cubicBezTo>
                <a:cubicBezTo>
                  <a:pt x="628315" y="49148"/>
                  <a:pt x="631142" y="48802"/>
                  <a:pt x="631603" y="45341"/>
                </a:cubicBezTo>
                <a:cubicBezTo>
                  <a:pt x="632064" y="41880"/>
                  <a:pt x="636102" y="41765"/>
                  <a:pt x="643715" y="44418"/>
                </a:cubicBezTo>
                <a:cubicBezTo>
                  <a:pt x="651329" y="47071"/>
                  <a:pt x="655540" y="50820"/>
                  <a:pt x="655251" y="53243"/>
                </a:cubicBezTo>
                <a:cubicBezTo>
                  <a:pt x="654928" y="55872"/>
                  <a:pt x="655972" y="58484"/>
                  <a:pt x="658020" y="60164"/>
                </a:cubicBezTo>
                <a:cubicBezTo>
                  <a:pt x="659981" y="61029"/>
                  <a:pt x="661423" y="65413"/>
                  <a:pt x="661711" y="69624"/>
                </a:cubicBezTo>
                <a:cubicBezTo>
                  <a:pt x="661711" y="75795"/>
                  <a:pt x="662749" y="76545"/>
                  <a:pt x="666153" y="72277"/>
                </a:cubicBezTo>
                <a:cubicBezTo>
                  <a:pt x="668615" y="69616"/>
                  <a:pt x="671499" y="67375"/>
                  <a:pt x="674689" y="65644"/>
                </a:cubicBezTo>
                <a:cubicBezTo>
                  <a:pt x="677296" y="64555"/>
                  <a:pt x="679367" y="62483"/>
                  <a:pt x="680457" y="59876"/>
                </a:cubicBezTo>
                <a:cubicBezTo>
                  <a:pt x="681783" y="55204"/>
                  <a:pt x="698510" y="70258"/>
                  <a:pt x="700702" y="78275"/>
                </a:cubicBezTo>
                <a:cubicBezTo>
                  <a:pt x="702894" y="86293"/>
                  <a:pt x="707162" y="84043"/>
                  <a:pt x="707970" y="74411"/>
                </a:cubicBezTo>
                <a:cubicBezTo>
                  <a:pt x="708316" y="67143"/>
                  <a:pt x="710046" y="66163"/>
                  <a:pt x="720486" y="67663"/>
                </a:cubicBezTo>
                <a:cubicBezTo>
                  <a:pt x="727350" y="68643"/>
                  <a:pt x="732310" y="67663"/>
                  <a:pt x="732022" y="65990"/>
                </a:cubicBezTo>
                <a:cubicBezTo>
                  <a:pt x="731710" y="63408"/>
                  <a:pt x="733492" y="61040"/>
                  <a:pt x="736059" y="60626"/>
                </a:cubicBezTo>
                <a:cubicBezTo>
                  <a:pt x="739006" y="59743"/>
                  <a:pt x="741227" y="57302"/>
                  <a:pt x="741827" y="54281"/>
                </a:cubicBezTo>
                <a:cubicBezTo>
                  <a:pt x="741717" y="51870"/>
                  <a:pt x="743027" y="49616"/>
                  <a:pt x="745172" y="48513"/>
                </a:cubicBezTo>
                <a:cubicBezTo>
                  <a:pt x="747076" y="47994"/>
                  <a:pt x="747653" y="50244"/>
                  <a:pt x="746614" y="54800"/>
                </a:cubicBezTo>
                <a:cubicBezTo>
                  <a:pt x="745518" y="60568"/>
                  <a:pt x="746037" y="62125"/>
                  <a:pt x="749152" y="63221"/>
                </a:cubicBezTo>
                <a:cubicBezTo>
                  <a:pt x="752267" y="64317"/>
                  <a:pt x="749614" y="66913"/>
                  <a:pt x="745518" y="69912"/>
                </a:cubicBezTo>
                <a:cubicBezTo>
                  <a:pt x="736347" y="76257"/>
                  <a:pt x="736463" y="77641"/>
                  <a:pt x="744596" y="85485"/>
                </a:cubicBezTo>
                <a:cubicBezTo>
                  <a:pt x="750825" y="91253"/>
                  <a:pt x="765129" y="92291"/>
                  <a:pt x="763572" y="86523"/>
                </a:cubicBezTo>
                <a:cubicBezTo>
                  <a:pt x="762015" y="80756"/>
                  <a:pt x="775107" y="67547"/>
                  <a:pt x="780875" y="69220"/>
                </a:cubicBezTo>
                <a:cubicBezTo>
                  <a:pt x="784971" y="70489"/>
                  <a:pt x="785720" y="72219"/>
                  <a:pt x="784682" y="77756"/>
                </a:cubicBezTo>
                <a:cubicBezTo>
                  <a:pt x="783586" y="82313"/>
                  <a:pt x="784682" y="85428"/>
                  <a:pt x="786528" y="86812"/>
                </a:cubicBezTo>
                <a:cubicBezTo>
                  <a:pt x="788374" y="88196"/>
                  <a:pt x="789989" y="86812"/>
                  <a:pt x="790162" y="84389"/>
                </a:cubicBezTo>
                <a:cubicBezTo>
                  <a:pt x="790912" y="81588"/>
                  <a:pt x="793784" y="79924"/>
                  <a:pt x="796587" y="80673"/>
                </a:cubicBezTo>
                <a:cubicBezTo>
                  <a:pt x="796616" y="80681"/>
                  <a:pt x="796651" y="80689"/>
                  <a:pt x="796680" y="80698"/>
                </a:cubicBezTo>
                <a:cubicBezTo>
                  <a:pt x="799967" y="81217"/>
                  <a:pt x="802447" y="83466"/>
                  <a:pt x="802101" y="85889"/>
                </a:cubicBezTo>
                <a:cubicBezTo>
                  <a:pt x="801755" y="88312"/>
                  <a:pt x="803197" y="89927"/>
                  <a:pt x="804812" y="89465"/>
                </a:cubicBezTo>
                <a:cubicBezTo>
                  <a:pt x="806427" y="89004"/>
                  <a:pt x="807465" y="84447"/>
                  <a:pt x="807062" y="79775"/>
                </a:cubicBezTo>
                <a:cubicBezTo>
                  <a:pt x="806658" y="75103"/>
                  <a:pt x="807523" y="71066"/>
                  <a:pt x="809484" y="71931"/>
                </a:cubicBezTo>
                <a:cubicBezTo>
                  <a:pt x="816636" y="73834"/>
                  <a:pt x="827307" y="61376"/>
                  <a:pt x="825000" y="53877"/>
                </a:cubicBezTo>
                <a:cubicBezTo>
                  <a:pt x="823500" y="49494"/>
                  <a:pt x="823327" y="45745"/>
                  <a:pt x="824654" y="45341"/>
                </a:cubicBezTo>
                <a:cubicBezTo>
                  <a:pt x="828293" y="43684"/>
                  <a:pt x="831275" y="40864"/>
                  <a:pt x="833132" y="37324"/>
                </a:cubicBezTo>
                <a:cubicBezTo>
                  <a:pt x="835053" y="34372"/>
                  <a:pt x="838220" y="32460"/>
                  <a:pt x="841727" y="32132"/>
                </a:cubicBezTo>
                <a:cubicBezTo>
                  <a:pt x="845187" y="32096"/>
                  <a:pt x="848446" y="30508"/>
                  <a:pt x="850609" y="27807"/>
                </a:cubicBezTo>
                <a:cubicBezTo>
                  <a:pt x="853666" y="22039"/>
                  <a:pt x="856723" y="33574"/>
                  <a:pt x="854358" y="41592"/>
                </a:cubicBezTo>
                <a:cubicBezTo>
                  <a:pt x="852339" y="48859"/>
                  <a:pt x="853493" y="49955"/>
                  <a:pt x="864221" y="51339"/>
                </a:cubicBezTo>
                <a:cubicBezTo>
                  <a:pt x="870451" y="52032"/>
                  <a:pt x="871777" y="50705"/>
                  <a:pt x="870335" y="44418"/>
                </a:cubicBezTo>
                <a:cubicBezTo>
                  <a:pt x="869009" y="39515"/>
                  <a:pt x="869585" y="38650"/>
                  <a:pt x="871258" y="41303"/>
                </a:cubicBezTo>
                <a:cubicBezTo>
                  <a:pt x="872533" y="44532"/>
                  <a:pt x="876190" y="46115"/>
                  <a:pt x="879414" y="44839"/>
                </a:cubicBezTo>
                <a:cubicBezTo>
                  <a:pt x="881992" y="43820"/>
                  <a:pt x="883595" y="41237"/>
                  <a:pt x="883370" y="38477"/>
                </a:cubicBezTo>
                <a:cubicBezTo>
                  <a:pt x="883082" y="30921"/>
                  <a:pt x="910191" y="49378"/>
                  <a:pt x="912729" y="58722"/>
                </a:cubicBezTo>
                <a:cubicBezTo>
                  <a:pt x="913825" y="62702"/>
                  <a:pt x="916478" y="66278"/>
                  <a:pt x="918497" y="66682"/>
                </a:cubicBezTo>
                <a:cubicBezTo>
                  <a:pt x="920516" y="67086"/>
                  <a:pt x="921035" y="65471"/>
                  <a:pt x="918151" y="60049"/>
                </a:cubicBezTo>
                <a:cubicBezTo>
                  <a:pt x="914228" y="53012"/>
                  <a:pt x="914459" y="52954"/>
                  <a:pt x="922477" y="57915"/>
                </a:cubicBezTo>
                <a:cubicBezTo>
                  <a:pt x="927818" y="61643"/>
                  <a:pt x="931994" y="66800"/>
                  <a:pt x="934531" y="72796"/>
                </a:cubicBezTo>
                <a:cubicBezTo>
                  <a:pt x="936781" y="78910"/>
                  <a:pt x="940011" y="81390"/>
                  <a:pt x="943472" y="80410"/>
                </a:cubicBezTo>
                <a:cubicBezTo>
                  <a:pt x="947734" y="80251"/>
                  <a:pt x="951806" y="82190"/>
                  <a:pt x="954373" y="85601"/>
                </a:cubicBezTo>
                <a:cubicBezTo>
                  <a:pt x="960141" y="92176"/>
                  <a:pt x="971215" y="90561"/>
                  <a:pt x="989269" y="79833"/>
                </a:cubicBezTo>
                <a:cubicBezTo>
                  <a:pt x="996882" y="74930"/>
                  <a:pt x="998728" y="70143"/>
                  <a:pt x="1000804" y="48975"/>
                </a:cubicBezTo>
                <a:cubicBezTo>
                  <a:pt x="1002131" y="34728"/>
                  <a:pt x="1003630" y="22385"/>
                  <a:pt x="1004092" y="20827"/>
                </a:cubicBezTo>
                <a:cubicBezTo>
                  <a:pt x="1004871" y="17152"/>
                  <a:pt x="1005107" y="13381"/>
                  <a:pt x="1004784" y="9638"/>
                </a:cubicBezTo>
                <a:cubicBezTo>
                  <a:pt x="1004576" y="5905"/>
                  <a:pt x="1006589" y="2401"/>
                  <a:pt x="1009918" y="698"/>
                </a:cubicBezTo>
                <a:cubicBezTo>
                  <a:pt x="1012801" y="-81"/>
                  <a:pt x="1014243" y="-355"/>
                  <a:pt x="1014719" y="647"/>
                </a:cubicBezTo>
                <a:close/>
              </a:path>
            </a:pathLst>
          </a:custGeom>
          <a:blipFill rotWithShape="1">
            <a:blip r:embed="R57b8b729362c44fc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76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cc9174ca0df14a81"/>
            </p:custDataLst>
          </p:nvPr>
        </p:nvSpPr>
        <p:spPr>
          <a:xfrm>
            <a:off x="5878830" y="5062220"/>
            <a:ext cx="578167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大弦嘈嘈如急雨，X弦切切如私语。嘈嘈切切错杂弹，大珠X珠落玉盘。间关莺语花底滑，幽咽泉流冰下难。冰泉冷涩弦凝绝，凝绝不通声暂歇。别有幽愁暗恨生，此时无声胜有声。银瓶乍破水浆迸，铁骑突出刀枪鸣。</a:t>
            </a:r>
          </a:p>
        </p:txBody>
      </p:sp>
      <p:sp>
        <p:nvSpPr>
          <p:cNvPr id="8" name="文本框 7"/>
          <p:cNvSpPr txBox="1"/>
          <p:nvPr>
            <p:custDataLst>
              <p:tags r:id="Rb32f729292df4ca8"/>
            </p:custDataLst>
          </p:nvPr>
        </p:nvSpPr>
        <p:spPr>
          <a:xfrm>
            <a:off x="8745855" y="2519680"/>
            <a:ext cx="2914650" cy="2353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大弦嘈嘈如急雨，X弦切切如私语。嘈嘈切切错杂弹，大珠X珠落玉盘。间关莺语花底滑，幽咽泉流冰下难。冰泉冷涩弦凝绝，凝绝不通声暂歇。别有幽愁暗恨生，此时无声胜有声。银瓶乍破水浆迸，铁骑突出刀枪鸣。曲终收拨当心画，四弦一声如裂帛。</a:t>
            </a:r>
          </a:p>
        </p:txBody>
      </p:sp>
      <p:sp>
        <p:nvSpPr>
          <p:cNvPr id="4" name="文本框 3"/>
          <p:cNvSpPr txBox="1"/>
          <p:nvPr>
            <p:custDataLst>
              <p:tags r:id="R3200302d1e03479b"/>
            </p:custDataLst>
          </p:nvPr>
        </p:nvSpPr>
        <p:spPr>
          <a:xfrm>
            <a:off x="8600440" y="1131570"/>
            <a:ext cx="3060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琵琶行</a:t>
            </a:r>
          </a:p>
        </p:txBody>
      </p:sp>
      <p:sp>
        <p:nvSpPr>
          <p:cNvPr id="2" name="TextBox 4"/>
          <p:cNvSpPr txBox="1"/>
          <p:nvPr/>
        </p:nvSpPr>
        <p:spPr>
          <a:xfrm>
            <a:off x="0" y="5"/>
            <a:ext cx="604867" cy="128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35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行业</a:t>
            </a:r>
            <a:r>
              <a:rPr lang="en-US" altLang="zh-CN" sz="135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PPT</a:t>
            </a:r>
            <a:r>
              <a:rPr lang="zh-CN" altLang="en-US" sz="135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模板</a:t>
            </a:r>
            <a:r>
              <a:rPr lang="en-US" altLang="zh-CN" sz="135" dirty="0">
                <a:solidFill>
                  <a:schemeClr val="tx1">
                    <a:alpha val="0"/>
                  </a:schemeClr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http://www.1ppt.com/hangye/</a:t>
            </a:r>
          </a:p>
        </p:txBody>
      </p:sp>
    </p:spTree>
    <p:custDataLst>
      <p:tags r:id="Rfbf73a33ac89419a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8"/>
          <p:cNvPicPr>
            <a:picLocks noChangeAspect="1"/>
          </p:cNvPicPr>
          <p:nvPr>
            <p:custDataLst>
              <p:tags r:id="R879474069c97437c"/>
            </p:custDataLst>
          </p:nvPr>
        </p:nvPicPr>
        <p:blipFill>
          <a:blip r:embed="R974e5735c92b40c0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2395" y="913765"/>
            <a:ext cx="5158740" cy="5884545"/>
          </a:xfrm>
          <a:prstGeom prst="rect">
            <a:avLst/>
          </a:prstGeom>
        </p:spPr>
      </p:pic>
      <p:pic>
        <p:nvPicPr>
          <p:cNvPr id="6" name="图片 5" descr="8"/>
          <p:cNvPicPr>
            <a:picLocks noChangeAspect="1"/>
          </p:cNvPicPr>
          <p:nvPr/>
        </p:nvPicPr>
        <p:blipFill>
          <a:blip r:embed="Rd2b738bee8704ba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2105" y="574040"/>
            <a:ext cx="5509895" cy="62839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35" y="4187190"/>
            <a:ext cx="12191365" cy="1296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8000" b="1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cs typeface="Castellar" panose="020A0402060406010301" charset="0"/>
                <a:sym typeface="微软雅黑" panose="020B0503020204020204" pitchFamily="34" charset="-122"/>
              </a:rPr>
              <a:t>GU WANG JIN LAI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0" y="2132965"/>
            <a:ext cx="647319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0" dirty="0">
                <a:solidFill>
                  <a:srgbClr val="6F7755"/>
                </a:solidFill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谢谢聆听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07645" y="4060825"/>
            <a:ext cx="6867525" cy="10160"/>
          </a:xfrm>
          <a:prstGeom prst="line">
            <a:avLst/>
          </a:prstGeom>
          <a:ln w="28575" cmpd="sng">
            <a:solidFill>
              <a:srgbClr val="6F775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220440" y="2239645"/>
            <a:ext cx="461665" cy="170497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思源宋体 CN Heavy" pitchFamily="18" charset="-122"/>
                <a:ea typeface="华文新魏" panose="02010800040101010101" pitchFamily="2" charset="-122"/>
                <a:sym typeface="微软雅黑" panose="020B0503020204020204" pitchFamily="34" charset="-122"/>
              </a:rPr>
              <a:t>202X / 03 / 13</a:t>
            </a:r>
            <a:endParaRPr lang="zh-CN" altLang="en-US" dirty="0">
              <a:latin typeface="思源宋体 CN Heavy" pitchFamily="18" charset="-122"/>
              <a:ea typeface="华文新魏" panose="02010800040101010101" pitchFamily="2" charset="-122"/>
              <a:sym typeface="微软雅黑" panose="020B0503020204020204" pitchFamily="34" charset="-122"/>
            </a:endParaRPr>
          </a:p>
        </p:txBody>
      </p:sp>
    </p:spTree>
    <p:custDataLst>
      <p:tags r:id="Rcd6a9834805d4e1c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d0570f9d105c47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9b44d5d312de40b6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e75b0452ffcb4914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541cf673bdd441dc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e75b0452ffcb4914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361189604abb48ddbd0ff5fd703466ec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d892fd557041418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afc60c812f8b44b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4a1e8084b2f542a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0666b17e011c44d8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5c7d59e9a35a4ba4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7c6c269149bc45ea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b965e75f44934d01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d9da00aab84540ed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d9f09f8770fa4f4f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b95627a13e5c441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c78368e1b7ed440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d3d9926d212b41e39b622fceec5ee3ba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23f0048137084d4d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a086078a98c0471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0a23249bc8984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dc8ece3f3d5a4419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40764be2b7334e25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ba67feb890c54b37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40764be2b7334e25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31e984c44d5d4f1e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40764be2b7334e25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0d6179b6120e489fb059ae823ef044f4"/>
              </a:rPr>
              <a:t>部分字体来源于</a:t>
            </a:r>
            <a:r>
              <a:rPr lang="en-US" altLang="zh-CN" dirty="0">
                <a:hlinkClick r:id="R0d6179b6120e489fb059ae823ef044f4"/>
              </a:rPr>
              <a:t>100font.com  </a:t>
            </a:r>
            <a:r>
              <a:rPr lang="zh-CN" altLang="en-US" dirty="0">
                <a:hlinkClick r:id="R0d6179b6120e489fb059ae823ef044f4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0622fdb355ea46cfa55d4ec871138c7c"/>
              </a:rPr>
              <a:t>部分图标来源于</a:t>
            </a:r>
            <a:r>
              <a:rPr lang="en-US" altLang="zh-CN" dirty="0">
                <a:hlinkClick r:id="R0622fdb355ea46cfa55d4ec871138c7c"/>
              </a:rPr>
              <a:t>Storyset.com </a:t>
            </a:r>
            <a:r>
              <a:rPr lang="zh-CN" altLang="en-US" dirty="0">
                <a:hlinkClick r:id="R0622fdb355ea46cfa55d4ec871138c7c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slides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15</TotalTime>
  <Words>2195</Words>
  <Application>Microsoft Office PowerPoint</Application>
  <PresentationFormat>宽屏</PresentationFormat>
  <Paragraphs>107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思源宋体 CN Heavy</vt:lpstr>
      <vt:lpstr>Arial</vt:lpstr>
      <vt:lpstr>Calibri</vt:lpstr>
      <vt:lpstr>Wingdings</vt:lpstr>
      <vt:lpstr>第一PPT，www.1ppt.com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高级古风</dc:title>
  <dc:creator>第一PPT</dc:creator>
  <cp:keywords>www.1ppt.com</cp:keywords>
  <dc:description>www.1ppt.com</dc:description>
  <cp:lastModifiedBy>JP Liu</cp:lastModifiedBy>
  <cp:revision>192</cp:revision>
  <dcterms:created xsi:type="dcterms:W3CDTF">2019-06-19T02:08:00Z</dcterms:created>
  <dcterms:modified xsi:type="dcterms:W3CDTF">2025-04-28T03:59:02Z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65CBD05871674653B1119FF093EB6D89_13</vt:lpwstr>
  </property>
  <property fmtid="{D5CDD505-2E9C-101B-9397-08002B2CF9AE}" pid="3" name="KSOProductBuildVer">
    <vt:lpwstr>2052-12.1.0.19302</vt:lpwstr>
  </property>
</Properties>
</file>