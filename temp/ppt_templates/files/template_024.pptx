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media/image2.bin" ContentType="image/png"/>
  <Override PartName="/ppt/media/image3.bin" ContentType="image/png"/>
  <Override PartName="/ppt/slides/slide2.xml" ContentType="application/vnd.openxmlformats-officedocument.presentationml.slide+xml"/>
  <Override PartName="/ppt/media/image4.bin" ContentType="image/png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6.bin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9.bin" ContentType="image/png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media/image21.bin" ContentType="image/png"/>
  <Override PartName="/ppt/media/image22.bin" ContentType="image/png"/>
  <Override PartName="/ppt/customXML/item.xml" ContentType="application/inkml+xml"/>
  <Override PartName="/ppt/customXML/item2.xml" ContentType="application/inkml+xml"/>
  <Override PartName="/ppt/slides/slide23.xml" ContentType="application/vnd.openxmlformats-officedocument.presentationml.slide+xml"/>
  <Override PartName="/ppt/media/image25.bin" ContentType="image/png"/>
  <Override PartName="/ppt/media/image26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4.xml" ContentType="application/vnd.openxmlformats-officedocument.presentationml.slide+xml"/>
  <Override PartName="/ppt/media/image28.bin" ContentType="image/png"/>
  <Override PartName="/ppt/media/image29.bin" ContentType="image/png"/>
  <Override PartName="/ppt/media/image30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89ef77969124134" /><Relationship Type="http://schemas.openxmlformats.org/package/2006/relationships/metadata/core-properties" Target="/docProps/core.xml" Id="Re0c1d6b99eb34827" /><Relationship Type="http://schemas.openxmlformats.org/officeDocument/2006/relationships/extended-properties" Target="/docProps/app.xml" Id="Rc6de561f0b21446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2bb0395643a4408d"/>
  </p:sldMasterIdLst>
  <p:notesMasterIdLst>
    <p:notesMasterId r:id="Racf0d2415cd1490b"/>
  </p:notesMasterIdLst>
  <p:handoutMasterIdLst>
    <p:handoutMasterId r:id="R7480e995c9df41e6"/>
  </p:handoutMasterIdLst>
  <p:sldIdLst>
    <p:sldId id="256" r:id="R294326cbc14b43e5"/>
    <p:sldId id="257" r:id="Rc7ae55c3854847b6"/>
    <p:sldId id="258" r:id="Ra888a2cde6e042fb"/>
    <p:sldId id="259" r:id="R8b7453dd429e4a71"/>
    <p:sldId id="260" r:id="R271ff00694cb4647"/>
    <p:sldId id="261" r:id="R6ca66cb12d3146c4"/>
    <p:sldId id="262" r:id="R0c28a4ff55354d35"/>
    <p:sldId id="263" r:id="R4ea3f0837a25489f"/>
    <p:sldId id="264" r:id="Ra92c9d2ef7b946e8"/>
    <p:sldId id="265" r:id="R5febf3822d154d24"/>
    <p:sldId id="266" r:id="R8010cab1457c49d1"/>
    <p:sldId id="267" r:id="Rcad52fbf7b1644ca"/>
    <p:sldId id="268" r:id="Rb854667ca48e4787"/>
    <p:sldId id="269" r:id="R20f46ce447da46f4"/>
    <p:sldId id="270" r:id="R2adaecb91d974d26"/>
    <p:sldId id="271" r:id="R1aa777beda914fe6"/>
    <p:sldId id="272" r:id="R6a93e69414a14d66"/>
    <p:sldId id="273" r:id="R75ec5b71c84e4995"/>
    <p:sldId id="274" r:id="Ra4be856c1cfc44a1"/>
    <p:sldId id="275" r:id="Rae7e34cd049b461c"/>
    <p:sldId id="276" r:id="R4b935acef19447d9"/>
    <p:sldId id="277" r:id="R99374c42c55d4ca1"/>
    <p:sldId id="278" r:id="R41985bbbd1804862"/>
    <p:sldId id="279" r:id="R25a90f819e7f4232"/>
    <p:sldId id="280" r:id="Rc5dd43e7014c4d7e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4" autoAdjust="0"/>
    <p:restoredTop sz="92717" autoAdjust="0"/>
  </p:normalViewPr>
  <p:slideViewPr>
    <p:cSldViewPr snapToGrid="0" showGuides="1">
      <p:cViewPr varScale="1">
        <p:scale>
          <a:sx n="78" d="100"/>
          <a:sy n="78" d="100"/>
        </p:scale>
        <p:origin x="117" y="5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154" y="9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7480e995c9df41e6" /><Relationship Type="http://schemas.openxmlformats.org/officeDocument/2006/relationships/notesMaster" Target="/ppt/notesMasters/notesMaster1.xml" Id="Racf0d2415cd1490b" /><Relationship Type="http://schemas.openxmlformats.org/officeDocument/2006/relationships/presProps" Target="/ppt/presProps.xml" Id="R1689a1e0574e4dfe" /><Relationship Type="http://schemas.openxmlformats.org/officeDocument/2006/relationships/viewProps" Target="/ppt/viewProps.xml" Id="R9e5c20646b0b4f96" /><Relationship Type="http://schemas.openxmlformats.org/officeDocument/2006/relationships/slideMaster" Target="/ppt/slideMasters/slideMaster1.xml" Id="R2bb0395643a4408d" /><Relationship Type="http://schemas.openxmlformats.org/officeDocument/2006/relationships/theme" Target="/ppt/slideMasters/theme/theme3.xml" Id="Re93c9a0dda064db8" /><Relationship Type="http://schemas.openxmlformats.org/officeDocument/2006/relationships/slide" Target="/ppt/slides/slide1.xml" Id="R294326cbc14b43e5" /><Relationship Type="http://schemas.openxmlformats.org/officeDocument/2006/relationships/slide" Target="/ppt/slides/slide2.xml" Id="Rc7ae55c3854847b6" /><Relationship Type="http://schemas.openxmlformats.org/officeDocument/2006/relationships/slide" Target="/ppt/slides/slide3.xml" Id="Ra888a2cde6e042fb" /><Relationship Type="http://schemas.openxmlformats.org/officeDocument/2006/relationships/slide" Target="/ppt/slides/slide4.xml" Id="R8b7453dd429e4a71" /><Relationship Type="http://schemas.openxmlformats.org/officeDocument/2006/relationships/slide" Target="/ppt/slides/slide5.xml" Id="R271ff00694cb4647" /><Relationship Type="http://schemas.openxmlformats.org/officeDocument/2006/relationships/slide" Target="/ppt/slides/slide6.xml" Id="R6ca66cb12d3146c4" /><Relationship Type="http://schemas.openxmlformats.org/officeDocument/2006/relationships/slide" Target="/ppt/slides/slide7.xml" Id="R0c28a4ff55354d35" /><Relationship Type="http://schemas.openxmlformats.org/officeDocument/2006/relationships/slide" Target="/ppt/slides/slide8.xml" Id="R4ea3f0837a25489f" /><Relationship Type="http://schemas.openxmlformats.org/officeDocument/2006/relationships/slide" Target="/ppt/slides/slide9.xml" Id="Ra92c9d2ef7b946e8" /><Relationship Type="http://schemas.openxmlformats.org/officeDocument/2006/relationships/slide" Target="/ppt/slides/slide10.xml" Id="R5febf3822d154d24" /><Relationship Type="http://schemas.openxmlformats.org/officeDocument/2006/relationships/slide" Target="/ppt/slides/slide11.xml" Id="R8010cab1457c49d1" /><Relationship Type="http://schemas.openxmlformats.org/officeDocument/2006/relationships/slide" Target="/ppt/slides/slide12.xml" Id="Rcad52fbf7b1644ca" /><Relationship Type="http://schemas.openxmlformats.org/officeDocument/2006/relationships/slide" Target="/ppt/slides/slide13.xml" Id="Rb854667ca48e4787" /><Relationship Type="http://schemas.openxmlformats.org/officeDocument/2006/relationships/slide" Target="/ppt/slides/slide14.xml" Id="R20f46ce447da46f4" /><Relationship Type="http://schemas.openxmlformats.org/officeDocument/2006/relationships/slide" Target="/ppt/slides/slide15.xml" Id="R2adaecb91d974d26" /><Relationship Type="http://schemas.openxmlformats.org/officeDocument/2006/relationships/slide" Target="/ppt/slides/slide16.xml" Id="R1aa777beda914fe6" /><Relationship Type="http://schemas.openxmlformats.org/officeDocument/2006/relationships/slide" Target="/ppt/slides/slide17.xml" Id="R6a93e69414a14d66" /><Relationship Type="http://schemas.openxmlformats.org/officeDocument/2006/relationships/slide" Target="/ppt/slides/slide18.xml" Id="R75ec5b71c84e4995" /><Relationship Type="http://schemas.openxmlformats.org/officeDocument/2006/relationships/slide" Target="/ppt/slides/slide19.xml" Id="Ra4be856c1cfc44a1" /><Relationship Type="http://schemas.openxmlformats.org/officeDocument/2006/relationships/slide" Target="/ppt/slides/slide20.xml" Id="Rae7e34cd049b461c" /><Relationship Type="http://schemas.openxmlformats.org/officeDocument/2006/relationships/slide" Target="/ppt/slides/slide21.xml" Id="R4b935acef19447d9" /><Relationship Type="http://schemas.openxmlformats.org/officeDocument/2006/relationships/slide" Target="/ppt/slides/slide22.xml" Id="R99374c42c55d4ca1" /><Relationship Type="http://schemas.openxmlformats.org/officeDocument/2006/relationships/slide" Target="/ppt/slides/slide23.xml" Id="R41985bbbd1804862" /><Relationship Type="http://schemas.openxmlformats.org/officeDocument/2006/relationships/slide" Target="/ppt/slides/slide24.xml" Id="R25a90f819e7f4232" /><Relationship Type="http://schemas.openxmlformats.org/officeDocument/2006/relationships/slide" Target="/ppt/slides/slide25.xml" Id="Rc5dd43e7014c4d7e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bf62e425b5734a85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131D834-9CE3-580C-F1F8-B1E72A8986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4CA56B-FCA5-D548-06C9-AE785BAC5F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1B9DD-29C0-499B-871D-2824060F8F5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66E7B2-BEE5-5AA3-2469-50690C5672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9C7558-A070-81E5-8513-729AE06091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DAE72-5700-42CD-8B01-C43ABEEBAB5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536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handout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7d77e073144d9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57D48-152E-47B4-B087-0B185FFC783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CE2BD-2F37-4A9C-93CD-557D9A4AF39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65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d90a78286e594b3b" /><Relationship Type="http://schemas.openxmlformats.org/officeDocument/2006/relationships/notesMaster" Target="/ppt/notesMasters/notesMaster1.xml" Id="R93616073b61f46f0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CE2BD-2F37-4A9C-93CD-557D9A4AF396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124005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a2d390ac905c4bd99bcbd91a881474f0" /><Relationship Type="http://schemas.openxmlformats.org/officeDocument/2006/relationships/slideMaster" Target="/ppt/slideMasters/slideMaster1.xml" Id="Re7501299958c43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23975984a43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f83b414a345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8be05f4234e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ff178e1b849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411a8798e4f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d3ab8254643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.bin" Id="Rcc9ef7dc7984494a" /><Relationship Type="http://schemas.openxmlformats.org/officeDocument/2006/relationships/slideMaster" Target="/ppt/slideMasters/slideMaster1.xml" Id="R8a277e64944b4f14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">
    <p:bg>
      <p:bgPr>
        <a:gradFill>
          <a:gsLst>
            <a:gs pos="0">
              <a:schemeClr val="tx1"/>
            </a:gs>
            <a:gs pos="100000">
              <a:schemeClr val="accent1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a2d390ac905c4bd99bcbd91a881474f0"/>
              </a:rPr>
              <a:t>行业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a2d390ac905c4bd99bcbd91a881474f0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a2d390ac905c4bd99bcbd91a881474f0"/>
              </a:rPr>
              <a:t>模板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78880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gradFill>
          <a:gsLst>
            <a:gs pos="0">
              <a:schemeClr val="tx1"/>
            </a:gs>
            <a:gs pos="100000">
              <a:schemeClr val="accent1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718051" y="6409690"/>
            <a:ext cx="2743200" cy="2743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/>
          <a:lstStyle/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gradFill>
          <a:gsLst>
            <a:gs pos="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7999"/>
          </a:xfrm>
          <a:prstGeom prst="rect">
            <a:avLst/>
          </a:prstGeom>
          <a:blipFill dpi="0" rotWithShape="1">
            <a:blip r:embed="Rcc9ef7dc7984494a">
              <a:alphaModFix amt="15000"/>
            </a:blip>
            <a:stretch>
              <a:fillRect l="-380" b="-18931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e014111d231486c" /><Relationship Type="http://schemas.openxmlformats.org/officeDocument/2006/relationships/slideLayout" Target="/ppt/slideLayouts/slideLayout1.xml" Id="Rfbdb82f867c4430d" /><Relationship Type="http://schemas.openxmlformats.org/officeDocument/2006/relationships/slideLayout" Target="/ppt/slideLayouts/slideLayout2.xml" Id="Rac26014a475a4470" /><Relationship Type="http://schemas.openxmlformats.org/officeDocument/2006/relationships/slideLayout" Target="/ppt/slideLayouts/slideLayout3.xml" Id="Re61f56ecf15442fd" /><Relationship Type="http://schemas.openxmlformats.org/officeDocument/2006/relationships/slideLayout" Target="/ppt/slideLayouts/slideLayout4.xml" Id="R17461903b1d64b8f" /><Relationship Type="http://schemas.openxmlformats.org/officeDocument/2006/relationships/slideLayout" Target="/ppt/slideLayouts/slideLayout5.xml" Id="R4b958f49d2e749d2" /><Relationship Type="http://schemas.openxmlformats.org/officeDocument/2006/relationships/slideLayout" Target="/ppt/slideLayouts/slideLayout6.xml" Id="R304cc4aaf0ae467d" /><Relationship Type="http://schemas.openxmlformats.org/officeDocument/2006/relationships/slideLayout" Target="/ppt/slideLayouts/slideLayout7.xml" Id="Rad494b19f72948b6" /><Relationship Type="http://schemas.openxmlformats.org/officeDocument/2006/relationships/slideLayout" Target="/ppt/slideLayouts/slideLayout8.xml" Id="Rf4435597890345d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" y="0"/>
            <a:ext cx="11805203" cy="6859360"/>
            <a:chOff x="1" y="0"/>
            <a:chExt cx="11805203" cy="6859360"/>
          </a:xfrm>
        </p:grpSpPr>
        <p:sp>
          <p:nvSpPr>
            <p:cNvPr id="20" name="任意形状 19"/>
            <p:cNvSpPr/>
            <p:nvPr/>
          </p:nvSpPr>
          <p:spPr>
            <a:xfrm>
              <a:off x="1" y="457519"/>
              <a:ext cx="1415959" cy="1020925"/>
            </a:xfrm>
            <a:custGeom>
              <a:avLst/>
              <a:gdLst>
                <a:gd name="connsiteX0" fmla="*/ 920944 w 1415959"/>
                <a:gd name="connsiteY0" fmla="*/ 0 h 1020925"/>
                <a:gd name="connsiteX1" fmla="*/ 1180215 w 1415959"/>
                <a:gd name="connsiteY1" fmla="*/ 259271 h 1020925"/>
                <a:gd name="connsiteX2" fmla="*/ 1179167 w 1415959"/>
                <a:gd name="connsiteY2" fmla="*/ 281654 h 1020925"/>
                <a:gd name="connsiteX3" fmla="*/ 1182882 w 1415959"/>
                <a:gd name="connsiteY3" fmla="*/ 291751 h 1020925"/>
                <a:gd name="connsiteX4" fmla="*/ 1193074 w 1415959"/>
                <a:gd name="connsiteY4" fmla="*/ 295275 h 1020925"/>
                <a:gd name="connsiteX5" fmla="*/ 1209457 w 1415959"/>
                <a:gd name="connsiteY5" fmla="*/ 294323 h 1020925"/>
                <a:gd name="connsiteX6" fmla="*/ 1359190 w 1415959"/>
                <a:gd name="connsiteY6" fmla="*/ 444056 h 1020925"/>
                <a:gd name="connsiteX7" fmla="*/ 1334806 w 1415959"/>
                <a:gd name="connsiteY7" fmla="*/ 525780 h 1020925"/>
                <a:gd name="connsiteX8" fmla="*/ 1336520 w 1415959"/>
                <a:gd name="connsiteY8" fmla="*/ 541687 h 1020925"/>
                <a:gd name="connsiteX9" fmla="*/ 1336901 w 1415959"/>
                <a:gd name="connsiteY9" fmla="*/ 541496 h 1020925"/>
                <a:gd name="connsiteX10" fmla="*/ 1415959 w 1415959"/>
                <a:gd name="connsiteY10" fmla="*/ 721995 h 1020925"/>
                <a:gd name="connsiteX11" fmla="*/ 1100681 w 1415959"/>
                <a:gd name="connsiteY11" fmla="*/ 994696 h 1020925"/>
                <a:gd name="connsiteX12" fmla="*/ 882273 w 1415959"/>
                <a:gd name="connsiteY12" fmla="*/ 918401 h 1020925"/>
                <a:gd name="connsiteX13" fmla="*/ 1011718 w 1415959"/>
                <a:gd name="connsiteY13" fmla="*/ 669988 h 1020925"/>
                <a:gd name="connsiteX14" fmla="*/ 940661 w 1415959"/>
                <a:gd name="connsiteY14" fmla="*/ 473678 h 1020925"/>
                <a:gd name="connsiteX15" fmla="*/ 751590 w 1415959"/>
                <a:gd name="connsiteY15" fmla="*/ 385096 h 1020925"/>
                <a:gd name="connsiteX16" fmla="*/ 520990 w 1415959"/>
                <a:gd name="connsiteY16" fmla="*/ 595598 h 1020925"/>
                <a:gd name="connsiteX17" fmla="*/ 567662 w 1415959"/>
                <a:gd name="connsiteY17" fmla="*/ 724567 h 1020925"/>
                <a:gd name="connsiteX18" fmla="*/ 691868 w 1415959"/>
                <a:gd name="connsiteY18" fmla="*/ 782765 h 1020925"/>
                <a:gd name="connsiteX19" fmla="*/ 796834 w 1415959"/>
                <a:gd name="connsiteY19" fmla="*/ 744760 h 1020925"/>
                <a:gd name="connsiteX20" fmla="*/ 844173 w 1415959"/>
                <a:gd name="connsiteY20" fmla="*/ 643700 h 1020925"/>
                <a:gd name="connsiteX21" fmla="*/ 813121 w 1415959"/>
                <a:gd name="connsiteY21" fmla="*/ 557879 h 1020925"/>
                <a:gd name="connsiteX22" fmla="*/ 730540 w 1415959"/>
                <a:gd name="connsiteY22" fmla="*/ 519208 h 1020925"/>
                <a:gd name="connsiteX23" fmla="*/ 628336 w 1415959"/>
                <a:gd name="connsiteY23" fmla="*/ 612553 h 1020925"/>
                <a:gd name="connsiteX24" fmla="*/ 640338 w 1415959"/>
                <a:gd name="connsiteY24" fmla="*/ 625697 h 1020925"/>
                <a:gd name="connsiteX25" fmla="*/ 653482 w 1415959"/>
                <a:gd name="connsiteY25" fmla="*/ 613696 h 1020925"/>
                <a:gd name="connsiteX26" fmla="*/ 729396 w 1415959"/>
                <a:gd name="connsiteY26" fmla="*/ 544449 h 1020925"/>
                <a:gd name="connsiteX27" fmla="*/ 794548 w 1415959"/>
                <a:gd name="connsiteY27" fmla="*/ 574929 h 1020925"/>
                <a:gd name="connsiteX28" fmla="*/ 819027 w 1415959"/>
                <a:gd name="connsiteY28" fmla="*/ 642557 h 1020925"/>
                <a:gd name="connsiteX29" fmla="*/ 779879 w 1415959"/>
                <a:gd name="connsiteY29" fmla="*/ 726186 h 1020925"/>
                <a:gd name="connsiteX30" fmla="*/ 693106 w 1415959"/>
                <a:gd name="connsiteY30" fmla="*/ 757619 h 1020925"/>
                <a:gd name="connsiteX31" fmla="*/ 586426 w 1415959"/>
                <a:gd name="connsiteY31" fmla="*/ 707612 h 1020925"/>
                <a:gd name="connsiteX32" fmla="*/ 546326 w 1415959"/>
                <a:gd name="connsiteY32" fmla="*/ 596837 h 1020925"/>
                <a:gd name="connsiteX33" fmla="*/ 750542 w 1415959"/>
                <a:gd name="connsiteY33" fmla="*/ 410337 h 1020925"/>
                <a:gd name="connsiteX34" fmla="*/ 922183 w 1415959"/>
                <a:gd name="connsiteY34" fmla="*/ 490728 h 1020925"/>
                <a:gd name="connsiteX35" fmla="*/ 986667 w 1415959"/>
                <a:gd name="connsiteY35" fmla="*/ 668941 h 1020925"/>
                <a:gd name="connsiteX36" fmla="*/ 879034 w 1415959"/>
                <a:gd name="connsiteY36" fmla="*/ 887635 h 1020925"/>
                <a:gd name="connsiteX37" fmla="*/ 827504 w 1415959"/>
                <a:gd name="connsiteY37" fmla="*/ 925259 h 1020925"/>
                <a:gd name="connsiteX38" fmla="*/ 610429 w 1415959"/>
                <a:gd name="connsiteY38" fmla="*/ 972407 h 1020925"/>
                <a:gd name="connsiteX39" fmla="*/ 337824 w 1415959"/>
                <a:gd name="connsiteY39" fmla="*/ 894493 h 1020925"/>
                <a:gd name="connsiteX40" fmla="*/ 327918 w 1415959"/>
                <a:gd name="connsiteY40" fmla="*/ 892778 h 1020925"/>
                <a:gd name="connsiteX41" fmla="*/ 319917 w 1415959"/>
                <a:gd name="connsiteY41" fmla="*/ 898874 h 1020925"/>
                <a:gd name="connsiteX42" fmla="*/ 29476 w 1415959"/>
                <a:gd name="connsiteY42" fmla="*/ 1020925 h 1020925"/>
                <a:gd name="connsiteX43" fmla="*/ 0 w 1415959"/>
                <a:gd name="connsiteY43" fmla="*/ 1019717 h 1020925"/>
                <a:gd name="connsiteX44" fmla="*/ 0 w 1415959"/>
                <a:gd name="connsiteY44" fmla="*/ 762491 h 1020925"/>
                <a:gd name="connsiteX45" fmla="*/ 27934 w 1415959"/>
                <a:gd name="connsiteY45" fmla="*/ 759697 h 1020925"/>
                <a:gd name="connsiteX46" fmla="*/ 160754 w 1415959"/>
                <a:gd name="connsiteY46" fmla="*/ 678847 h 1020925"/>
                <a:gd name="connsiteX47" fmla="*/ 163612 w 1415959"/>
                <a:gd name="connsiteY47" fmla="*/ 533495 h 1020925"/>
                <a:gd name="connsiteX48" fmla="*/ 145990 w 1415959"/>
                <a:gd name="connsiteY48" fmla="*/ 530733 h 1020925"/>
                <a:gd name="connsiteX49" fmla="*/ 143228 w 1415959"/>
                <a:gd name="connsiteY49" fmla="*/ 548354 h 1020925"/>
                <a:gd name="connsiteX50" fmla="*/ 139894 w 1415959"/>
                <a:gd name="connsiteY50" fmla="*/ 664464 h 1020925"/>
                <a:gd name="connsiteX51" fmla="*/ 32859 w 1415959"/>
                <a:gd name="connsiteY51" fmla="*/ 732696 h 1020925"/>
                <a:gd name="connsiteX52" fmla="*/ 0 w 1415959"/>
                <a:gd name="connsiteY52" fmla="*/ 737543 h 1020925"/>
                <a:gd name="connsiteX53" fmla="*/ 0 w 1415959"/>
                <a:gd name="connsiteY53" fmla="*/ 717540 h 1020925"/>
                <a:gd name="connsiteX54" fmla="*/ 22107 w 1415959"/>
                <a:gd name="connsiteY54" fmla="*/ 679307 h 1020925"/>
                <a:gd name="connsiteX55" fmla="*/ 31309 w 1415959"/>
                <a:gd name="connsiteY55" fmla="*/ 579692 h 1020925"/>
                <a:gd name="connsiteX56" fmla="*/ 17022 w 1415959"/>
                <a:gd name="connsiteY56" fmla="*/ 569024 h 1020925"/>
                <a:gd name="connsiteX57" fmla="*/ 6354 w 1415959"/>
                <a:gd name="connsiteY57" fmla="*/ 583311 h 1020925"/>
                <a:gd name="connsiteX58" fmla="*/ 6997 w 1415959"/>
                <a:gd name="connsiteY58" fmla="*/ 628686 h 1020925"/>
                <a:gd name="connsiteX59" fmla="*/ 0 w 1415959"/>
                <a:gd name="connsiteY59" fmla="*/ 663852 h 1020925"/>
                <a:gd name="connsiteX60" fmla="*/ 0 w 1415959"/>
                <a:gd name="connsiteY60" fmla="*/ 95676 h 1020925"/>
                <a:gd name="connsiteX61" fmla="*/ 32075 w 1415959"/>
                <a:gd name="connsiteY61" fmla="*/ 80036 h 1020925"/>
                <a:gd name="connsiteX62" fmla="*/ 307153 w 1415959"/>
                <a:gd name="connsiteY62" fmla="*/ 28099 h 1020925"/>
                <a:gd name="connsiteX63" fmla="*/ 680724 w 1415959"/>
                <a:gd name="connsiteY63" fmla="*/ 130588 h 1020925"/>
                <a:gd name="connsiteX64" fmla="*/ 690439 w 1415959"/>
                <a:gd name="connsiteY64" fmla="*/ 132207 h 1020925"/>
                <a:gd name="connsiteX65" fmla="*/ 698345 w 1415959"/>
                <a:gd name="connsiteY65" fmla="*/ 126397 h 1020925"/>
                <a:gd name="connsiteX66" fmla="*/ 920944 w 1415959"/>
                <a:gd name="connsiteY66" fmla="*/ 0 h 102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415959" h="1020925">
                  <a:moveTo>
                    <a:pt x="920944" y="0"/>
                  </a:moveTo>
                  <a:cubicBezTo>
                    <a:pt x="1063915" y="0"/>
                    <a:pt x="1180215" y="116300"/>
                    <a:pt x="1180215" y="259271"/>
                  </a:cubicBezTo>
                  <a:cubicBezTo>
                    <a:pt x="1180215" y="266319"/>
                    <a:pt x="1179834" y="273558"/>
                    <a:pt x="1179167" y="281654"/>
                  </a:cubicBezTo>
                  <a:cubicBezTo>
                    <a:pt x="1178786" y="285464"/>
                    <a:pt x="1180215" y="289084"/>
                    <a:pt x="1182882" y="291751"/>
                  </a:cubicBezTo>
                  <a:cubicBezTo>
                    <a:pt x="1185549" y="294418"/>
                    <a:pt x="1189264" y="295656"/>
                    <a:pt x="1193074" y="295275"/>
                  </a:cubicBezTo>
                  <a:cubicBezTo>
                    <a:pt x="1198884" y="294608"/>
                    <a:pt x="1204313" y="294323"/>
                    <a:pt x="1209457" y="294323"/>
                  </a:cubicBezTo>
                  <a:cubicBezTo>
                    <a:pt x="1292038" y="294323"/>
                    <a:pt x="1359190" y="361474"/>
                    <a:pt x="1359190" y="444056"/>
                  </a:cubicBezTo>
                  <a:cubicBezTo>
                    <a:pt x="1359190" y="473107"/>
                    <a:pt x="1350712" y="501396"/>
                    <a:pt x="1334806" y="525780"/>
                  </a:cubicBezTo>
                  <a:cubicBezTo>
                    <a:pt x="1331472" y="530828"/>
                    <a:pt x="1332234" y="537496"/>
                    <a:pt x="1336520" y="541687"/>
                  </a:cubicBezTo>
                  <a:lnTo>
                    <a:pt x="1336901" y="541496"/>
                  </a:lnTo>
                  <a:cubicBezTo>
                    <a:pt x="1387860" y="591407"/>
                    <a:pt x="1415959" y="655511"/>
                    <a:pt x="1415959" y="721995"/>
                  </a:cubicBezTo>
                  <a:cubicBezTo>
                    <a:pt x="1415959" y="872300"/>
                    <a:pt x="1274512" y="994696"/>
                    <a:pt x="1100681" y="994696"/>
                  </a:cubicBezTo>
                  <a:cubicBezTo>
                    <a:pt x="1018385" y="994696"/>
                    <a:pt x="941328" y="967645"/>
                    <a:pt x="882273" y="918401"/>
                  </a:cubicBezTo>
                  <a:cubicBezTo>
                    <a:pt x="957044" y="858488"/>
                    <a:pt x="1007241" y="769430"/>
                    <a:pt x="1011718" y="669988"/>
                  </a:cubicBezTo>
                  <a:cubicBezTo>
                    <a:pt x="1015051" y="597218"/>
                    <a:pt x="989810" y="527495"/>
                    <a:pt x="940661" y="473678"/>
                  </a:cubicBezTo>
                  <a:cubicBezTo>
                    <a:pt x="891512" y="419862"/>
                    <a:pt x="824361" y="388430"/>
                    <a:pt x="751590" y="385096"/>
                  </a:cubicBezTo>
                  <a:cubicBezTo>
                    <a:pt x="629956" y="379476"/>
                    <a:pt x="526514" y="473964"/>
                    <a:pt x="520990" y="595598"/>
                  </a:cubicBezTo>
                  <a:cubicBezTo>
                    <a:pt x="518799" y="643414"/>
                    <a:pt x="535372" y="689229"/>
                    <a:pt x="567662" y="724567"/>
                  </a:cubicBezTo>
                  <a:cubicBezTo>
                    <a:pt x="599952" y="759905"/>
                    <a:pt x="644053" y="780574"/>
                    <a:pt x="691868" y="782765"/>
                  </a:cubicBezTo>
                  <a:cubicBezTo>
                    <a:pt x="730825" y="784574"/>
                    <a:pt x="768068" y="771049"/>
                    <a:pt x="796834" y="744760"/>
                  </a:cubicBezTo>
                  <a:cubicBezTo>
                    <a:pt x="825599" y="718471"/>
                    <a:pt x="842363" y="682657"/>
                    <a:pt x="844173" y="643700"/>
                  </a:cubicBezTo>
                  <a:cubicBezTo>
                    <a:pt x="845602" y="611886"/>
                    <a:pt x="834553" y="581406"/>
                    <a:pt x="813121" y="557879"/>
                  </a:cubicBezTo>
                  <a:cubicBezTo>
                    <a:pt x="791690" y="534353"/>
                    <a:pt x="762353" y="520637"/>
                    <a:pt x="730540" y="519208"/>
                  </a:cubicBezTo>
                  <a:cubicBezTo>
                    <a:pt x="676819" y="516541"/>
                    <a:pt x="630813" y="558641"/>
                    <a:pt x="628336" y="612553"/>
                  </a:cubicBezTo>
                  <a:cubicBezTo>
                    <a:pt x="627955" y="619506"/>
                    <a:pt x="633385" y="625412"/>
                    <a:pt x="640338" y="625697"/>
                  </a:cubicBezTo>
                  <a:cubicBezTo>
                    <a:pt x="647196" y="625983"/>
                    <a:pt x="653196" y="620649"/>
                    <a:pt x="653482" y="613696"/>
                  </a:cubicBezTo>
                  <a:cubicBezTo>
                    <a:pt x="655387" y="573691"/>
                    <a:pt x="689296" y="542925"/>
                    <a:pt x="729396" y="544449"/>
                  </a:cubicBezTo>
                  <a:cubicBezTo>
                    <a:pt x="754447" y="545592"/>
                    <a:pt x="777593" y="556355"/>
                    <a:pt x="794548" y="574929"/>
                  </a:cubicBezTo>
                  <a:cubicBezTo>
                    <a:pt x="811502" y="593503"/>
                    <a:pt x="820170" y="617506"/>
                    <a:pt x="819027" y="642557"/>
                  </a:cubicBezTo>
                  <a:cubicBezTo>
                    <a:pt x="817598" y="674751"/>
                    <a:pt x="803692" y="704469"/>
                    <a:pt x="779879" y="726186"/>
                  </a:cubicBezTo>
                  <a:cubicBezTo>
                    <a:pt x="756162" y="747903"/>
                    <a:pt x="725396" y="759047"/>
                    <a:pt x="693106" y="757619"/>
                  </a:cubicBezTo>
                  <a:cubicBezTo>
                    <a:pt x="652054" y="755713"/>
                    <a:pt x="614144" y="737997"/>
                    <a:pt x="586426" y="707612"/>
                  </a:cubicBezTo>
                  <a:cubicBezTo>
                    <a:pt x="558709" y="677228"/>
                    <a:pt x="544421" y="637889"/>
                    <a:pt x="546326" y="596837"/>
                  </a:cubicBezTo>
                  <a:cubicBezTo>
                    <a:pt x="551184" y="489109"/>
                    <a:pt x="642719" y="405479"/>
                    <a:pt x="750542" y="410337"/>
                  </a:cubicBezTo>
                  <a:cubicBezTo>
                    <a:pt x="816646" y="413385"/>
                    <a:pt x="877606" y="441865"/>
                    <a:pt x="922183" y="490728"/>
                  </a:cubicBezTo>
                  <a:cubicBezTo>
                    <a:pt x="966760" y="539591"/>
                    <a:pt x="989715" y="602837"/>
                    <a:pt x="986667" y="668941"/>
                  </a:cubicBezTo>
                  <a:cubicBezTo>
                    <a:pt x="982857" y="751808"/>
                    <a:pt x="944662" y="829532"/>
                    <a:pt x="879034" y="887635"/>
                  </a:cubicBezTo>
                  <a:cubicBezTo>
                    <a:pt x="863032" y="901922"/>
                    <a:pt x="845697" y="914495"/>
                    <a:pt x="827504" y="925259"/>
                  </a:cubicBezTo>
                  <a:cubicBezTo>
                    <a:pt x="761496" y="956215"/>
                    <a:pt x="687201" y="972407"/>
                    <a:pt x="610429" y="972407"/>
                  </a:cubicBezTo>
                  <a:cubicBezTo>
                    <a:pt x="510607" y="972407"/>
                    <a:pt x="416310" y="945452"/>
                    <a:pt x="337824" y="894493"/>
                  </a:cubicBezTo>
                  <a:cubicBezTo>
                    <a:pt x="334871" y="892588"/>
                    <a:pt x="331347" y="891921"/>
                    <a:pt x="327918" y="892778"/>
                  </a:cubicBezTo>
                  <a:cubicBezTo>
                    <a:pt x="324489" y="893636"/>
                    <a:pt x="321631" y="895826"/>
                    <a:pt x="319917" y="898874"/>
                  </a:cubicBezTo>
                  <a:cubicBezTo>
                    <a:pt x="276055" y="977503"/>
                    <a:pt x="179947" y="1018175"/>
                    <a:pt x="29476" y="1020925"/>
                  </a:cubicBezTo>
                  <a:lnTo>
                    <a:pt x="0" y="1019717"/>
                  </a:lnTo>
                  <a:lnTo>
                    <a:pt x="0" y="762491"/>
                  </a:lnTo>
                  <a:lnTo>
                    <a:pt x="27934" y="759697"/>
                  </a:lnTo>
                  <a:cubicBezTo>
                    <a:pt x="91978" y="746088"/>
                    <a:pt x="136251" y="714423"/>
                    <a:pt x="160754" y="678847"/>
                  </a:cubicBezTo>
                  <a:cubicBezTo>
                    <a:pt x="192949" y="632079"/>
                    <a:pt x="194092" y="575024"/>
                    <a:pt x="163612" y="533495"/>
                  </a:cubicBezTo>
                  <a:cubicBezTo>
                    <a:pt x="159516" y="527780"/>
                    <a:pt x="151610" y="526637"/>
                    <a:pt x="145990" y="530733"/>
                  </a:cubicBezTo>
                  <a:cubicBezTo>
                    <a:pt x="140371" y="534829"/>
                    <a:pt x="139132" y="542735"/>
                    <a:pt x="143228" y="548354"/>
                  </a:cubicBezTo>
                  <a:cubicBezTo>
                    <a:pt x="167612" y="581597"/>
                    <a:pt x="166374" y="626078"/>
                    <a:pt x="139894" y="664464"/>
                  </a:cubicBezTo>
                  <a:cubicBezTo>
                    <a:pt x="119820" y="693611"/>
                    <a:pt x="84209" y="719649"/>
                    <a:pt x="32859" y="732696"/>
                  </a:cubicBezTo>
                  <a:lnTo>
                    <a:pt x="0" y="737543"/>
                  </a:lnTo>
                  <a:lnTo>
                    <a:pt x="0" y="717540"/>
                  </a:lnTo>
                  <a:lnTo>
                    <a:pt x="22107" y="679307"/>
                  </a:lnTo>
                  <a:cubicBezTo>
                    <a:pt x="38703" y="632306"/>
                    <a:pt x="31738" y="582478"/>
                    <a:pt x="31309" y="579692"/>
                  </a:cubicBezTo>
                  <a:cubicBezTo>
                    <a:pt x="30357" y="572738"/>
                    <a:pt x="23880" y="567976"/>
                    <a:pt x="17022" y="569024"/>
                  </a:cubicBezTo>
                  <a:cubicBezTo>
                    <a:pt x="10069" y="569976"/>
                    <a:pt x="5306" y="576453"/>
                    <a:pt x="6354" y="583311"/>
                  </a:cubicBezTo>
                  <a:cubicBezTo>
                    <a:pt x="6402" y="583692"/>
                    <a:pt x="9188" y="603480"/>
                    <a:pt x="6997" y="628686"/>
                  </a:cubicBezTo>
                  <a:lnTo>
                    <a:pt x="0" y="663852"/>
                  </a:lnTo>
                  <a:lnTo>
                    <a:pt x="0" y="95676"/>
                  </a:lnTo>
                  <a:lnTo>
                    <a:pt x="32075" y="80036"/>
                  </a:lnTo>
                  <a:cubicBezTo>
                    <a:pt x="114027" y="46838"/>
                    <a:pt x="208105" y="28099"/>
                    <a:pt x="307153" y="28099"/>
                  </a:cubicBezTo>
                  <a:cubicBezTo>
                    <a:pt x="444790" y="28099"/>
                    <a:pt x="577378" y="64484"/>
                    <a:pt x="680724" y="130588"/>
                  </a:cubicBezTo>
                  <a:cubicBezTo>
                    <a:pt x="683581" y="132398"/>
                    <a:pt x="687106" y="132969"/>
                    <a:pt x="690439" y="132207"/>
                  </a:cubicBezTo>
                  <a:cubicBezTo>
                    <a:pt x="693773" y="131445"/>
                    <a:pt x="696631" y="129350"/>
                    <a:pt x="698345" y="126397"/>
                  </a:cubicBezTo>
                  <a:cubicBezTo>
                    <a:pt x="744922" y="48482"/>
                    <a:pt x="830266" y="0"/>
                    <a:pt x="920944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/>
            <p:cNvSpPr/>
            <p:nvPr/>
          </p:nvSpPr>
          <p:spPr>
            <a:xfrm>
              <a:off x="9690100" y="3048113"/>
              <a:ext cx="2115104" cy="3811247"/>
            </a:xfrm>
            <a:custGeom>
              <a:avLst/>
              <a:gdLst>
                <a:gd name="connsiteX0" fmla="*/ 1586140 w 2115104"/>
                <a:gd name="connsiteY0" fmla="*/ 2269659 h 3811247"/>
                <a:gd name="connsiteX1" fmla="*/ 1605190 w 2115104"/>
                <a:gd name="connsiteY1" fmla="*/ 2269659 h 3811247"/>
                <a:gd name="connsiteX2" fmla="*/ 1605190 w 2115104"/>
                <a:gd name="connsiteY2" fmla="*/ 2244662 h 3811247"/>
                <a:gd name="connsiteX3" fmla="*/ 1581150 w 2115104"/>
                <a:gd name="connsiteY3" fmla="*/ 2244662 h 3811247"/>
                <a:gd name="connsiteX4" fmla="*/ 1581150 w 2115104"/>
                <a:gd name="connsiteY4" fmla="*/ 2097957 h 3811247"/>
                <a:gd name="connsiteX5" fmla="*/ 1607105 w 2115104"/>
                <a:gd name="connsiteY5" fmla="*/ 2097957 h 3811247"/>
                <a:gd name="connsiteX6" fmla="*/ 1607105 w 2115104"/>
                <a:gd name="connsiteY6" fmla="*/ 2081578 h 3811247"/>
                <a:gd name="connsiteX7" fmla="*/ 1503993 w 2115104"/>
                <a:gd name="connsiteY7" fmla="*/ 2081578 h 3811247"/>
                <a:gd name="connsiteX8" fmla="*/ 1503993 w 2115104"/>
                <a:gd name="connsiteY8" fmla="*/ 1879991 h 3811247"/>
                <a:gd name="connsiteX9" fmla="*/ 1658308 w 2115104"/>
                <a:gd name="connsiteY9" fmla="*/ 1879991 h 3811247"/>
                <a:gd name="connsiteX10" fmla="*/ 1658308 w 2115104"/>
                <a:gd name="connsiteY10" fmla="*/ 1858522 h 3811247"/>
                <a:gd name="connsiteX11" fmla="*/ 1576211 w 2115104"/>
                <a:gd name="connsiteY11" fmla="*/ 1858522 h 3811247"/>
                <a:gd name="connsiteX12" fmla="*/ 1879399 w 2115104"/>
                <a:gd name="connsiteY12" fmla="*/ 1773200 h 3811247"/>
                <a:gd name="connsiteX13" fmla="*/ 1964821 w 2115104"/>
                <a:gd name="connsiteY13" fmla="*/ 1720989 h 3811247"/>
                <a:gd name="connsiteX14" fmla="*/ 1964821 w 2115104"/>
                <a:gd name="connsiteY14" fmla="*/ 1666308 h 3811247"/>
                <a:gd name="connsiteX15" fmla="*/ 1511048 w 2115104"/>
                <a:gd name="connsiteY15" fmla="*/ 1511187 h 3811247"/>
                <a:gd name="connsiteX16" fmla="*/ 1527377 w 2115104"/>
                <a:gd name="connsiteY16" fmla="*/ 1511187 h 3811247"/>
                <a:gd name="connsiteX17" fmla="*/ 1527377 w 2115104"/>
                <a:gd name="connsiteY17" fmla="*/ 1489718 h 3811247"/>
                <a:gd name="connsiteX18" fmla="*/ 1510292 w 2115104"/>
                <a:gd name="connsiteY18" fmla="*/ 1489718 h 3811247"/>
                <a:gd name="connsiteX19" fmla="*/ 1510292 w 2115104"/>
                <a:gd name="connsiteY19" fmla="*/ 1367203 h 3811247"/>
                <a:gd name="connsiteX20" fmla="*/ 1531510 w 2115104"/>
                <a:gd name="connsiteY20" fmla="*/ 1367203 h 3811247"/>
                <a:gd name="connsiteX21" fmla="*/ 1531510 w 2115104"/>
                <a:gd name="connsiteY21" fmla="*/ 1350824 h 3811247"/>
                <a:gd name="connsiteX22" fmla="*/ 1404913 w 2115104"/>
                <a:gd name="connsiteY22" fmla="*/ 1350824 h 3811247"/>
                <a:gd name="connsiteX23" fmla="*/ 1404913 w 2115104"/>
                <a:gd name="connsiteY23" fmla="*/ 1206538 h 3811247"/>
                <a:gd name="connsiteX24" fmla="*/ 1525008 w 2115104"/>
                <a:gd name="connsiteY24" fmla="*/ 1206538 h 3811247"/>
                <a:gd name="connsiteX25" fmla="*/ 1525008 w 2115104"/>
                <a:gd name="connsiteY25" fmla="*/ 1189806 h 3811247"/>
                <a:gd name="connsiteX26" fmla="*/ 1461105 w 2115104"/>
                <a:gd name="connsiteY26" fmla="*/ 1189806 h 3811247"/>
                <a:gd name="connsiteX27" fmla="*/ 1697063 w 2115104"/>
                <a:gd name="connsiteY27" fmla="*/ 1123434 h 3811247"/>
                <a:gd name="connsiteX28" fmla="*/ 1763536 w 2115104"/>
                <a:gd name="connsiteY28" fmla="*/ 1082814 h 3811247"/>
                <a:gd name="connsiteX29" fmla="*/ 1763536 w 2115104"/>
                <a:gd name="connsiteY29" fmla="*/ 1040228 h 3811247"/>
                <a:gd name="connsiteX30" fmla="*/ 1410355 w 2115104"/>
                <a:gd name="connsiteY30" fmla="*/ 919528 h 3811247"/>
                <a:gd name="connsiteX31" fmla="*/ 1423055 w 2115104"/>
                <a:gd name="connsiteY31" fmla="*/ 919528 h 3811247"/>
                <a:gd name="connsiteX32" fmla="*/ 1423055 w 2115104"/>
                <a:gd name="connsiteY32" fmla="*/ 902796 h 3811247"/>
                <a:gd name="connsiteX33" fmla="*/ 1287790 w 2115104"/>
                <a:gd name="connsiteY33" fmla="*/ 808957 h 3811247"/>
                <a:gd name="connsiteX34" fmla="*/ 1196018 w 2115104"/>
                <a:gd name="connsiteY34" fmla="*/ 563575 h 3811247"/>
                <a:gd name="connsiteX35" fmla="*/ 1229834 w 2115104"/>
                <a:gd name="connsiteY35" fmla="*/ 563575 h 3811247"/>
                <a:gd name="connsiteX36" fmla="*/ 1229834 w 2115104"/>
                <a:gd name="connsiteY36" fmla="*/ 518974 h 3811247"/>
                <a:gd name="connsiteX37" fmla="*/ 1167896 w 2115104"/>
                <a:gd name="connsiteY37" fmla="*/ 518974 h 3811247"/>
                <a:gd name="connsiteX38" fmla="*/ 1121985 w 2115104"/>
                <a:gd name="connsiteY38" fmla="*/ 473062 h 3811247"/>
                <a:gd name="connsiteX39" fmla="*/ 1121985 w 2115104"/>
                <a:gd name="connsiteY39" fmla="*/ 413796 h 3811247"/>
                <a:gd name="connsiteX40" fmla="*/ 1167896 w 2115104"/>
                <a:gd name="connsiteY40" fmla="*/ 367884 h 3811247"/>
                <a:gd name="connsiteX41" fmla="*/ 1167896 w 2115104"/>
                <a:gd name="connsiteY41" fmla="*/ 318697 h 3811247"/>
                <a:gd name="connsiteX42" fmla="*/ 1082373 w 2115104"/>
                <a:gd name="connsiteY42" fmla="*/ 318697 h 3811247"/>
                <a:gd name="connsiteX43" fmla="*/ 1082373 w 2115104"/>
                <a:gd name="connsiteY43" fmla="*/ 226672 h 3811247"/>
                <a:gd name="connsiteX44" fmla="*/ 1112611 w 2115104"/>
                <a:gd name="connsiteY44" fmla="*/ 195325 h 3811247"/>
                <a:gd name="connsiteX45" fmla="*/ 1082373 w 2115104"/>
                <a:gd name="connsiteY45" fmla="*/ 163979 h 3811247"/>
                <a:gd name="connsiteX46" fmla="*/ 1067052 w 2115104"/>
                <a:gd name="connsiteY46" fmla="*/ 8656 h 3811247"/>
                <a:gd name="connsiteX47" fmla="*/ 1047952 w 2115104"/>
                <a:gd name="connsiteY47" fmla="*/ 8656 h 3811247"/>
                <a:gd name="connsiteX48" fmla="*/ 1033236 w 2115104"/>
                <a:gd name="connsiteY48" fmla="*/ 163928 h 3811247"/>
                <a:gd name="connsiteX49" fmla="*/ 1001990 w 2115104"/>
                <a:gd name="connsiteY49" fmla="*/ 195325 h 3811247"/>
                <a:gd name="connsiteX50" fmla="*/ 1033236 w 2115104"/>
                <a:gd name="connsiteY50" fmla="*/ 226723 h 3811247"/>
                <a:gd name="connsiteX51" fmla="*/ 1033236 w 2115104"/>
                <a:gd name="connsiteY51" fmla="*/ 318697 h 3811247"/>
                <a:gd name="connsiteX52" fmla="*/ 946705 w 2115104"/>
                <a:gd name="connsiteY52" fmla="*/ 318697 h 3811247"/>
                <a:gd name="connsiteX53" fmla="*/ 946705 w 2115104"/>
                <a:gd name="connsiteY53" fmla="*/ 367884 h 3811247"/>
                <a:gd name="connsiteX54" fmla="*/ 954566 w 2115104"/>
                <a:gd name="connsiteY54" fmla="*/ 367884 h 3811247"/>
                <a:gd name="connsiteX55" fmla="*/ 1000478 w 2115104"/>
                <a:gd name="connsiteY55" fmla="*/ 413796 h 3811247"/>
                <a:gd name="connsiteX56" fmla="*/ 1000478 w 2115104"/>
                <a:gd name="connsiteY56" fmla="*/ 473062 h 3811247"/>
                <a:gd name="connsiteX57" fmla="*/ 954566 w 2115104"/>
                <a:gd name="connsiteY57" fmla="*/ 518974 h 3811247"/>
                <a:gd name="connsiteX58" fmla="*/ 884817 w 2115104"/>
                <a:gd name="connsiteY58" fmla="*/ 518974 h 3811247"/>
                <a:gd name="connsiteX59" fmla="*/ 884817 w 2115104"/>
                <a:gd name="connsiteY59" fmla="*/ 563575 h 3811247"/>
                <a:gd name="connsiteX60" fmla="*/ 925538 w 2115104"/>
                <a:gd name="connsiteY60" fmla="*/ 563575 h 3811247"/>
                <a:gd name="connsiteX61" fmla="*/ 833765 w 2115104"/>
                <a:gd name="connsiteY61" fmla="*/ 808957 h 3811247"/>
                <a:gd name="connsiteX62" fmla="*/ 698500 w 2115104"/>
                <a:gd name="connsiteY62" fmla="*/ 902796 h 3811247"/>
                <a:gd name="connsiteX63" fmla="*/ 691646 w 2115104"/>
                <a:gd name="connsiteY63" fmla="*/ 902796 h 3811247"/>
                <a:gd name="connsiteX64" fmla="*/ 691646 w 2115104"/>
                <a:gd name="connsiteY64" fmla="*/ 919528 h 3811247"/>
                <a:gd name="connsiteX65" fmla="*/ 704346 w 2115104"/>
                <a:gd name="connsiteY65" fmla="*/ 919528 h 3811247"/>
                <a:gd name="connsiteX66" fmla="*/ 351165 w 2115104"/>
                <a:gd name="connsiteY66" fmla="*/ 1040228 h 3811247"/>
                <a:gd name="connsiteX67" fmla="*/ 351165 w 2115104"/>
                <a:gd name="connsiteY67" fmla="*/ 1082814 h 3811247"/>
                <a:gd name="connsiteX68" fmla="*/ 417639 w 2115104"/>
                <a:gd name="connsiteY68" fmla="*/ 1123434 h 3811247"/>
                <a:gd name="connsiteX69" fmla="*/ 653597 w 2115104"/>
                <a:gd name="connsiteY69" fmla="*/ 1189806 h 3811247"/>
                <a:gd name="connsiteX70" fmla="*/ 589693 w 2115104"/>
                <a:gd name="connsiteY70" fmla="*/ 1189806 h 3811247"/>
                <a:gd name="connsiteX71" fmla="*/ 589693 w 2115104"/>
                <a:gd name="connsiteY71" fmla="*/ 1206538 h 3811247"/>
                <a:gd name="connsiteX72" fmla="*/ 709789 w 2115104"/>
                <a:gd name="connsiteY72" fmla="*/ 1206538 h 3811247"/>
                <a:gd name="connsiteX73" fmla="*/ 709789 w 2115104"/>
                <a:gd name="connsiteY73" fmla="*/ 1350824 h 3811247"/>
                <a:gd name="connsiteX74" fmla="*/ 590046 w 2115104"/>
                <a:gd name="connsiteY74" fmla="*/ 1350824 h 3811247"/>
                <a:gd name="connsiteX75" fmla="*/ 590046 w 2115104"/>
                <a:gd name="connsiteY75" fmla="*/ 1367203 h 3811247"/>
                <a:gd name="connsiteX76" fmla="*/ 603855 w 2115104"/>
                <a:gd name="connsiteY76" fmla="*/ 1367203 h 3811247"/>
                <a:gd name="connsiteX77" fmla="*/ 603855 w 2115104"/>
                <a:gd name="connsiteY77" fmla="*/ 1489718 h 3811247"/>
                <a:gd name="connsiteX78" fmla="*/ 587325 w 2115104"/>
                <a:gd name="connsiteY78" fmla="*/ 1489718 h 3811247"/>
                <a:gd name="connsiteX79" fmla="*/ 587325 w 2115104"/>
                <a:gd name="connsiteY79" fmla="*/ 1511187 h 3811247"/>
                <a:gd name="connsiteX80" fmla="*/ 603653 w 2115104"/>
                <a:gd name="connsiteY80" fmla="*/ 1511187 h 3811247"/>
                <a:gd name="connsiteX81" fmla="*/ 149880 w 2115104"/>
                <a:gd name="connsiteY81" fmla="*/ 1666308 h 3811247"/>
                <a:gd name="connsiteX82" fmla="*/ 149880 w 2115104"/>
                <a:gd name="connsiteY82" fmla="*/ 1720989 h 3811247"/>
                <a:gd name="connsiteX83" fmla="*/ 235303 w 2115104"/>
                <a:gd name="connsiteY83" fmla="*/ 1773200 h 3811247"/>
                <a:gd name="connsiteX84" fmla="*/ 538490 w 2115104"/>
                <a:gd name="connsiteY84" fmla="*/ 1858522 h 3811247"/>
                <a:gd name="connsiteX85" fmla="*/ 456394 w 2115104"/>
                <a:gd name="connsiteY85" fmla="*/ 1858522 h 3811247"/>
                <a:gd name="connsiteX86" fmla="*/ 456394 w 2115104"/>
                <a:gd name="connsiteY86" fmla="*/ 1879991 h 3811247"/>
                <a:gd name="connsiteX87" fmla="*/ 610709 w 2115104"/>
                <a:gd name="connsiteY87" fmla="*/ 1879991 h 3811247"/>
                <a:gd name="connsiteX88" fmla="*/ 610709 w 2115104"/>
                <a:gd name="connsiteY88" fmla="*/ 2081578 h 3811247"/>
                <a:gd name="connsiteX89" fmla="*/ 514501 w 2115104"/>
                <a:gd name="connsiteY89" fmla="*/ 2081578 h 3811247"/>
                <a:gd name="connsiteX90" fmla="*/ 514501 w 2115104"/>
                <a:gd name="connsiteY90" fmla="*/ 2097957 h 3811247"/>
                <a:gd name="connsiteX91" fmla="*/ 531838 w 2115104"/>
                <a:gd name="connsiteY91" fmla="*/ 2097957 h 3811247"/>
                <a:gd name="connsiteX92" fmla="*/ 531838 w 2115104"/>
                <a:gd name="connsiteY92" fmla="*/ 2244662 h 3811247"/>
                <a:gd name="connsiteX93" fmla="*/ 509512 w 2115104"/>
                <a:gd name="connsiteY93" fmla="*/ 2244662 h 3811247"/>
                <a:gd name="connsiteX94" fmla="*/ 509512 w 2115104"/>
                <a:gd name="connsiteY94" fmla="*/ 2269659 h 3811247"/>
                <a:gd name="connsiteX95" fmla="*/ 528562 w 2115104"/>
                <a:gd name="connsiteY95" fmla="*/ 2269659 h 3811247"/>
                <a:gd name="connsiteX96" fmla="*/ 0 w 2115104"/>
                <a:gd name="connsiteY96" fmla="*/ 2450432 h 3811247"/>
                <a:gd name="connsiteX97" fmla="*/ 0 w 2115104"/>
                <a:gd name="connsiteY97" fmla="*/ 2514184 h 3811247"/>
                <a:gd name="connsiteX98" fmla="*/ 99534 w 2115104"/>
                <a:gd name="connsiteY98" fmla="*/ 2575013 h 3811247"/>
                <a:gd name="connsiteX99" fmla="*/ 452916 w 2115104"/>
                <a:gd name="connsiteY99" fmla="*/ 2674446 h 3811247"/>
                <a:gd name="connsiteX100" fmla="*/ 357263 w 2115104"/>
                <a:gd name="connsiteY100" fmla="*/ 2674446 h 3811247"/>
                <a:gd name="connsiteX101" fmla="*/ 357263 w 2115104"/>
                <a:gd name="connsiteY101" fmla="*/ 2699443 h 3811247"/>
                <a:gd name="connsiteX102" fmla="*/ 400050 w 2115104"/>
                <a:gd name="connsiteY102" fmla="*/ 2699443 h 3811247"/>
                <a:gd name="connsiteX103" fmla="*/ 400050 w 2115104"/>
                <a:gd name="connsiteY103" fmla="*/ 3655521 h 3811247"/>
                <a:gd name="connsiteX104" fmla="*/ 383671 w 2115104"/>
                <a:gd name="connsiteY104" fmla="*/ 3655521 h 3811247"/>
                <a:gd name="connsiteX105" fmla="*/ 383671 w 2115104"/>
                <a:gd name="connsiteY105" fmla="*/ 3702945 h 3811247"/>
                <a:gd name="connsiteX106" fmla="*/ 360035 w 2115104"/>
                <a:gd name="connsiteY106" fmla="*/ 3702945 h 3811247"/>
                <a:gd name="connsiteX107" fmla="*/ 360035 w 2115104"/>
                <a:gd name="connsiteY107" fmla="*/ 3811197 h 3811247"/>
                <a:gd name="connsiteX108" fmla="*/ 554819 w 2115104"/>
                <a:gd name="connsiteY108" fmla="*/ 3811197 h 3811247"/>
                <a:gd name="connsiteX109" fmla="*/ 554819 w 2115104"/>
                <a:gd name="connsiteY109" fmla="*/ 3702945 h 3811247"/>
                <a:gd name="connsiteX110" fmla="*/ 531183 w 2115104"/>
                <a:gd name="connsiteY110" fmla="*/ 3702945 h 3811247"/>
                <a:gd name="connsiteX111" fmla="*/ 531183 w 2115104"/>
                <a:gd name="connsiteY111" fmla="*/ 3655521 h 3811247"/>
                <a:gd name="connsiteX112" fmla="*/ 514804 w 2115104"/>
                <a:gd name="connsiteY112" fmla="*/ 3655521 h 3811247"/>
                <a:gd name="connsiteX113" fmla="*/ 514804 w 2115104"/>
                <a:gd name="connsiteY113" fmla="*/ 2954350 h 3811247"/>
                <a:gd name="connsiteX114" fmla="*/ 599874 w 2115104"/>
                <a:gd name="connsiteY114" fmla="*/ 2954350 h 3811247"/>
                <a:gd name="connsiteX115" fmla="*/ 599874 w 2115104"/>
                <a:gd name="connsiteY115" fmla="*/ 2989981 h 3811247"/>
                <a:gd name="connsiteX116" fmla="*/ 673251 w 2115104"/>
                <a:gd name="connsiteY116" fmla="*/ 2989981 h 3811247"/>
                <a:gd name="connsiteX117" fmla="*/ 673251 w 2115104"/>
                <a:gd name="connsiteY117" fmla="*/ 3655572 h 3811247"/>
                <a:gd name="connsiteX118" fmla="*/ 656872 w 2115104"/>
                <a:gd name="connsiteY118" fmla="*/ 3655572 h 3811247"/>
                <a:gd name="connsiteX119" fmla="*/ 656872 w 2115104"/>
                <a:gd name="connsiteY119" fmla="*/ 3702995 h 3811247"/>
                <a:gd name="connsiteX120" fmla="*/ 633236 w 2115104"/>
                <a:gd name="connsiteY120" fmla="*/ 3702995 h 3811247"/>
                <a:gd name="connsiteX121" fmla="*/ 633236 w 2115104"/>
                <a:gd name="connsiteY121" fmla="*/ 3811248 h 3811247"/>
                <a:gd name="connsiteX122" fmla="*/ 828020 w 2115104"/>
                <a:gd name="connsiteY122" fmla="*/ 3811248 h 3811247"/>
                <a:gd name="connsiteX123" fmla="*/ 828020 w 2115104"/>
                <a:gd name="connsiteY123" fmla="*/ 3702995 h 3811247"/>
                <a:gd name="connsiteX124" fmla="*/ 804384 w 2115104"/>
                <a:gd name="connsiteY124" fmla="*/ 3702995 h 3811247"/>
                <a:gd name="connsiteX125" fmla="*/ 804384 w 2115104"/>
                <a:gd name="connsiteY125" fmla="*/ 3655572 h 3811247"/>
                <a:gd name="connsiteX126" fmla="*/ 788005 w 2115104"/>
                <a:gd name="connsiteY126" fmla="*/ 3655572 h 3811247"/>
                <a:gd name="connsiteX127" fmla="*/ 788005 w 2115104"/>
                <a:gd name="connsiteY127" fmla="*/ 2989981 h 3811247"/>
                <a:gd name="connsiteX128" fmla="*/ 1327100 w 2115104"/>
                <a:gd name="connsiteY128" fmla="*/ 2989981 h 3811247"/>
                <a:gd name="connsiteX129" fmla="*/ 1327100 w 2115104"/>
                <a:gd name="connsiteY129" fmla="*/ 3655572 h 3811247"/>
                <a:gd name="connsiteX130" fmla="*/ 1310721 w 2115104"/>
                <a:gd name="connsiteY130" fmla="*/ 3655572 h 3811247"/>
                <a:gd name="connsiteX131" fmla="*/ 1310721 w 2115104"/>
                <a:gd name="connsiteY131" fmla="*/ 3702995 h 3811247"/>
                <a:gd name="connsiteX132" fmla="*/ 1287085 w 2115104"/>
                <a:gd name="connsiteY132" fmla="*/ 3702995 h 3811247"/>
                <a:gd name="connsiteX133" fmla="*/ 1287085 w 2115104"/>
                <a:gd name="connsiteY133" fmla="*/ 3811248 h 3811247"/>
                <a:gd name="connsiteX134" fmla="*/ 1481869 w 2115104"/>
                <a:gd name="connsiteY134" fmla="*/ 3811248 h 3811247"/>
                <a:gd name="connsiteX135" fmla="*/ 1481869 w 2115104"/>
                <a:gd name="connsiteY135" fmla="*/ 3702995 h 3811247"/>
                <a:gd name="connsiteX136" fmla="*/ 1458232 w 2115104"/>
                <a:gd name="connsiteY136" fmla="*/ 3702995 h 3811247"/>
                <a:gd name="connsiteX137" fmla="*/ 1458232 w 2115104"/>
                <a:gd name="connsiteY137" fmla="*/ 3655572 h 3811247"/>
                <a:gd name="connsiteX138" fmla="*/ 1441853 w 2115104"/>
                <a:gd name="connsiteY138" fmla="*/ 3655572 h 3811247"/>
                <a:gd name="connsiteX139" fmla="*/ 1441853 w 2115104"/>
                <a:gd name="connsiteY139" fmla="*/ 2989981 h 3811247"/>
                <a:gd name="connsiteX140" fmla="*/ 1515231 w 2115104"/>
                <a:gd name="connsiteY140" fmla="*/ 2989981 h 3811247"/>
                <a:gd name="connsiteX141" fmla="*/ 1515231 w 2115104"/>
                <a:gd name="connsiteY141" fmla="*/ 2954350 h 3811247"/>
                <a:gd name="connsiteX142" fmla="*/ 1600301 w 2115104"/>
                <a:gd name="connsiteY142" fmla="*/ 2954350 h 3811247"/>
                <a:gd name="connsiteX143" fmla="*/ 1600301 w 2115104"/>
                <a:gd name="connsiteY143" fmla="*/ 3655521 h 3811247"/>
                <a:gd name="connsiteX144" fmla="*/ 1583922 w 2115104"/>
                <a:gd name="connsiteY144" fmla="*/ 3655521 h 3811247"/>
                <a:gd name="connsiteX145" fmla="*/ 1583922 w 2115104"/>
                <a:gd name="connsiteY145" fmla="*/ 3702945 h 3811247"/>
                <a:gd name="connsiteX146" fmla="*/ 1560286 w 2115104"/>
                <a:gd name="connsiteY146" fmla="*/ 3702945 h 3811247"/>
                <a:gd name="connsiteX147" fmla="*/ 1560286 w 2115104"/>
                <a:gd name="connsiteY147" fmla="*/ 3811197 h 3811247"/>
                <a:gd name="connsiteX148" fmla="*/ 1755070 w 2115104"/>
                <a:gd name="connsiteY148" fmla="*/ 3811197 h 3811247"/>
                <a:gd name="connsiteX149" fmla="*/ 1755070 w 2115104"/>
                <a:gd name="connsiteY149" fmla="*/ 3702945 h 3811247"/>
                <a:gd name="connsiteX150" fmla="*/ 1731434 w 2115104"/>
                <a:gd name="connsiteY150" fmla="*/ 3702945 h 3811247"/>
                <a:gd name="connsiteX151" fmla="*/ 1731434 w 2115104"/>
                <a:gd name="connsiteY151" fmla="*/ 3655521 h 3811247"/>
                <a:gd name="connsiteX152" fmla="*/ 1715055 w 2115104"/>
                <a:gd name="connsiteY152" fmla="*/ 3655521 h 3811247"/>
                <a:gd name="connsiteX153" fmla="*/ 1715055 w 2115104"/>
                <a:gd name="connsiteY153" fmla="*/ 2699443 h 3811247"/>
                <a:gd name="connsiteX154" fmla="*/ 1757842 w 2115104"/>
                <a:gd name="connsiteY154" fmla="*/ 2699443 h 3811247"/>
                <a:gd name="connsiteX155" fmla="*/ 1757842 w 2115104"/>
                <a:gd name="connsiteY155" fmla="*/ 2674446 h 3811247"/>
                <a:gd name="connsiteX156" fmla="*/ 1662188 w 2115104"/>
                <a:gd name="connsiteY156" fmla="*/ 2674446 h 3811247"/>
                <a:gd name="connsiteX157" fmla="*/ 2015571 w 2115104"/>
                <a:gd name="connsiteY157" fmla="*/ 2575013 h 3811247"/>
                <a:gd name="connsiteX158" fmla="*/ 2115105 w 2115104"/>
                <a:gd name="connsiteY158" fmla="*/ 2514184 h 3811247"/>
                <a:gd name="connsiteX159" fmla="*/ 2115105 w 2115104"/>
                <a:gd name="connsiteY159" fmla="*/ 2450432 h 3811247"/>
                <a:gd name="connsiteX160" fmla="*/ 1586240 w 2115104"/>
                <a:gd name="connsiteY160" fmla="*/ 2269659 h 3811247"/>
                <a:gd name="connsiteX161" fmla="*/ 1260576 w 2115104"/>
                <a:gd name="connsiteY161" fmla="*/ 1189806 h 3811247"/>
                <a:gd name="connsiteX162" fmla="*/ 1260576 w 2115104"/>
                <a:gd name="connsiteY162" fmla="*/ 1189806 h 3811247"/>
                <a:gd name="connsiteX163" fmla="*/ 1260576 w 2115104"/>
                <a:gd name="connsiteY163" fmla="*/ 1206538 h 3811247"/>
                <a:gd name="connsiteX164" fmla="*/ 1344336 w 2115104"/>
                <a:gd name="connsiteY164" fmla="*/ 1206538 h 3811247"/>
                <a:gd name="connsiteX165" fmla="*/ 1344336 w 2115104"/>
                <a:gd name="connsiteY165" fmla="*/ 1350824 h 3811247"/>
                <a:gd name="connsiteX166" fmla="*/ 1260576 w 2115104"/>
                <a:gd name="connsiteY166" fmla="*/ 1350824 h 3811247"/>
                <a:gd name="connsiteX167" fmla="*/ 1260576 w 2115104"/>
                <a:gd name="connsiteY167" fmla="*/ 1206538 h 3811247"/>
                <a:gd name="connsiteX168" fmla="*/ 915005 w 2115104"/>
                <a:gd name="connsiteY168" fmla="*/ 1189806 h 3811247"/>
                <a:gd name="connsiteX169" fmla="*/ 915005 w 2115104"/>
                <a:gd name="connsiteY169" fmla="*/ 1189806 h 3811247"/>
                <a:gd name="connsiteX170" fmla="*/ 915005 w 2115104"/>
                <a:gd name="connsiteY170" fmla="*/ 1206538 h 3811247"/>
                <a:gd name="connsiteX171" fmla="*/ 1199949 w 2115104"/>
                <a:gd name="connsiteY171" fmla="*/ 1206538 h 3811247"/>
                <a:gd name="connsiteX172" fmla="*/ 1199949 w 2115104"/>
                <a:gd name="connsiteY172" fmla="*/ 1350824 h 3811247"/>
                <a:gd name="connsiteX173" fmla="*/ 915005 w 2115104"/>
                <a:gd name="connsiteY173" fmla="*/ 1350824 h 3811247"/>
                <a:gd name="connsiteX174" fmla="*/ 915005 w 2115104"/>
                <a:gd name="connsiteY174" fmla="*/ 1206538 h 3811247"/>
                <a:gd name="connsiteX175" fmla="*/ 770618 w 2115104"/>
                <a:gd name="connsiteY175" fmla="*/ 1189806 h 3811247"/>
                <a:gd name="connsiteX176" fmla="*/ 770618 w 2115104"/>
                <a:gd name="connsiteY176" fmla="*/ 1189806 h 3811247"/>
                <a:gd name="connsiteX177" fmla="*/ 770618 w 2115104"/>
                <a:gd name="connsiteY177" fmla="*/ 1206538 h 3811247"/>
                <a:gd name="connsiteX178" fmla="*/ 854378 w 2115104"/>
                <a:gd name="connsiteY178" fmla="*/ 1206538 h 3811247"/>
                <a:gd name="connsiteX179" fmla="*/ 854378 w 2115104"/>
                <a:gd name="connsiteY179" fmla="*/ 1350824 h 3811247"/>
                <a:gd name="connsiteX180" fmla="*/ 770618 w 2115104"/>
                <a:gd name="connsiteY180" fmla="*/ 1350824 h 3811247"/>
                <a:gd name="connsiteX181" fmla="*/ 770618 w 2115104"/>
                <a:gd name="connsiteY181" fmla="*/ 1206538 h 3811247"/>
                <a:gd name="connsiteX182" fmla="*/ 620486 w 2115104"/>
                <a:gd name="connsiteY182" fmla="*/ 1367203 h 3811247"/>
                <a:gd name="connsiteX183" fmla="*/ 709991 w 2115104"/>
                <a:gd name="connsiteY183" fmla="*/ 1367203 h 3811247"/>
                <a:gd name="connsiteX184" fmla="*/ 709991 w 2115104"/>
                <a:gd name="connsiteY184" fmla="*/ 1406966 h 3811247"/>
                <a:gd name="connsiteX185" fmla="*/ 701322 w 2115104"/>
                <a:gd name="connsiteY185" fmla="*/ 1406966 h 3811247"/>
                <a:gd name="connsiteX186" fmla="*/ 701322 w 2115104"/>
                <a:gd name="connsiteY186" fmla="*/ 1432064 h 3811247"/>
                <a:gd name="connsiteX187" fmla="*/ 688824 w 2115104"/>
                <a:gd name="connsiteY187" fmla="*/ 1432064 h 3811247"/>
                <a:gd name="connsiteX188" fmla="*/ 688824 w 2115104"/>
                <a:gd name="connsiteY188" fmla="*/ 1489314 h 3811247"/>
                <a:gd name="connsiteX189" fmla="*/ 791785 w 2115104"/>
                <a:gd name="connsiteY189" fmla="*/ 1489314 h 3811247"/>
                <a:gd name="connsiteX190" fmla="*/ 791785 w 2115104"/>
                <a:gd name="connsiteY190" fmla="*/ 1432064 h 3811247"/>
                <a:gd name="connsiteX191" fmla="*/ 779286 w 2115104"/>
                <a:gd name="connsiteY191" fmla="*/ 1432064 h 3811247"/>
                <a:gd name="connsiteX192" fmla="*/ 779286 w 2115104"/>
                <a:gd name="connsiteY192" fmla="*/ 1406966 h 3811247"/>
                <a:gd name="connsiteX193" fmla="*/ 770618 w 2115104"/>
                <a:gd name="connsiteY193" fmla="*/ 1406966 h 3811247"/>
                <a:gd name="connsiteX194" fmla="*/ 770618 w 2115104"/>
                <a:gd name="connsiteY194" fmla="*/ 1367203 h 3811247"/>
                <a:gd name="connsiteX195" fmla="*/ 854378 w 2115104"/>
                <a:gd name="connsiteY195" fmla="*/ 1367203 h 3811247"/>
                <a:gd name="connsiteX196" fmla="*/ 854378 w 2115104"/>
                <a:gd name="connsiteY196" fmla="*/ 1406966 h 3811247"/>
                <a:gd name="connsiteX197" fmla="*/ 845709 w 2115104"/>
                <a:gd name="connsiteY197" fmla="*/ 1406966 h 3811247"/>
                <a:gd name="connsiteX198" fmla="*/ 845709 w 2115104"/>
                <a:gd name="connsiteY198" fmla="*/ 1432064 h 3811247"/>
                <a:gd name="connsiteX199" fmla="*/ 833211 w 2115104"/>
                <a:gd name="connsiteY199" fmla="*/ 1432064 h 3811247"/>
                <a:gd name="connsiteX200" fmla="*/ 833211 w 2115104"/>
                <a:gd name="connsiteY200" fmla="*/ 1489314 h 3811247"/>
                <a:gd name="connsiteX201" fmla="*/ 936172 w 2115104"/>
                <a:gd name="connsiteY201" fmla="*/ 1489314 h 3811247"/>
                <a:gd name="connsiteX202" fmla="*/ 936172 w 2115104"/>
                <a:gd name="connsiteY202" fmla="*/ 1432064 h 3811247"/>
                <a:gd name="connsiteX203" fmla="*/ 923673 w 2115104"/>
                <a:gd name="connsiteY203" fmla="*/ 1432064 h 3811247"/>
                <a:gd name="connsiteX204" fmla="*/ 923673 w 2115104"/>
                <a:gd name="connsiteY204" fmla="*/ 1406966 h 3811247"/>
                <a:gd name="connsiteX205" fmla="*/ 915005 w 2115104"/>
                <a:gd name="connsiteY205" fmla="*/ 1406966 h 3811247"/>
                <a:gd name="connsiteX206" fmla="*/ 915005 w 2115104"/>
                <a:gd name="connsiteY206" fmla="*/ 1367203 h 3811247"/>
                <a:gd name="connsiteX207" fmla="*/ 1199949 w 2115104"/>
                <a:gd name="connsiteY207" fmla="*/ 1367203 h 3811247"/>
                <a:gd name="connsiteX208" fmla="*/ 1199949 w 2115104"/>
                <a:gd name="connsiteY208" fmla="*/ 1406966 h 3811247"/>
                <a:gd name="connsiteX209" fmla="*/ 1191280 w 2115104"/>
                <a:gd name="connsiteY209" fmla="*/ 1406966 h 3811247"/>
                <a:gd name="connsiteX210" fmla="*/ 1191280 w 2115104"/>
                <a:gd name="connsiteY210" fmla="*/ 1432064 h 3811247"/>
                <a:gd name="connsiteX211" fmla="*/ 1178782 w 2115104"/>
                <a:gd name="connsiteY211" fmla="*/ 1432064 h 3811247"/>
                <a:gd name="connsiteX212" fmla="*/ 1178782 w 2115104"/>
                <a:gd name="connsiteY212" fmla="*/ 1489314 h 3811247"/>
                <a:gd name="connsiteX213" fmla="*/ 1281743 w 2115104"/>
                <a:gd name="connsiteY213" fmla="*/ 1489314 h 3811247"/>
                <a:gd name="connsiteX214" fmla="*/ 1281743 w 2115104"/>
                <a:gd name="connsiteY214" fmla="*/ 1432064 h 3811247"/>
                <a:gd name="connsiteX215" fmla="*/ 1269244 w 2115104"/>
                <a:gd name="connsiteY215" fmla="*/ 1432064 h 3811247"/>
                <a:gd name="connsiteX216" fmla="*/ 1269244 w 2115104"/>
                <a:gd name="connsiteY216" fmla="*/ 1406966 h 3811247"/>
                <a:gd name="connsiteX217" fmla="*/ 1260576 w 2115104"/>
                <a:gd name="connsiteY217" fmla="*/ 1406966 h 3811247"/>
                <a:gd name="connsiteX218" fmla="*/ 1260576 w 2115104"/>
                <a:gd name="connsiteY218" fmla="*/ 1367203 h 3811247"/>
                <a:gd name="connsiteX219" fmla="*/ 1344336 w 2115104"/>
                <a:gd name="connsiteY219" fmla="*/ 1367203 h 3811247"/>
                <a:gd name="connsiteX220" fmla="*/ 1344336 w 2115104"/>
                <a:gd name="connsiteY220" fmla="*/ 1406966 h 3811247"/>
                <a:gd name="connsiteX221" fmla="*/ 1335667 w 2115104"/>
                <a:gd name="connsiteY221" fmla="*/ 1406966 h 3811247"/>
                <a:gd name="connsiteX222" fmla="*/ 1335667 w 2115104"/>
                <a:gd name="connsiteY222" fmla="*/ 1432064 h 3811247"/>
                <a:gd name="connsiteX223" fmla="*/ 1323169 w 2115104"/>
                <a:gd name="connsiteY223" fmla="*/ 1432064 h 3811247"/>
                <a:gd name="connsiteX224" fmla="*/ 1323169 w 2115104"/>
                <a:gd name="connsiteY224" fmla="*/ 1489314 h 3811247"/>
                <a:gd name="connsiteX225" fmla="*/ 1426130 w 2115104"/>
                <a:gd name="connsiteY225" fmla="*/ 1489314 h 3811247"/>
                <a:gd name="connsiteX226" fmla="*/ 1426130 w 2115104"/>
                <a:gd name="connsiteY226" fmla="*/ 1432064 h 3811247"/>
                <a:gd name="connsiteX227" fmla="*/ 1413631 w 2115104"/>
                <a:gd name="connsiteY227" fmla="*/ 1432064 h 3811247"/>
                <a:gd name="connsiteX228" fmla="*/ 1413631 w 2115104"/>
                <a:gd name="connsiteY228" fmla="*/ 1406966 h 3811247"/>
                <a:gd name="connsiteX229" fmla="*/ 1404963 w 2115104"/>
                <a:gd name="connsiteY229" fmla="*/ 1406966 h 3811247"/>
                <a:gd name="connsiteX230" fmla="*/ 1404963 w 2115104"/>
                <a:gd name="connsiteY230" fmla="*/ 1367203 h 3811247"/>
                <a:gd name="connsiteX231" fmla="*/ 1493964 w 2115104"/>
                <a:gd name="connsiteY231" fmla="*/ 1367203 h 3811247"/>
                <a:gd name="connsiteX232" fmla="*/ 1493964 w 2115104"/>
                <a:gd name="connsiteY232" fmla="*/ 1489718 h 3811247"/>
                <a:gd name="connsiteX233" fmla="*/ 620486 w 2115104"/>
                <a:gd name="connsiteY233" fmla="*/ 1489718 h 3811247"/>
                <a:gd name="connsiteX234" fmla="*/ 620486 w 2115104"/>
                <a:gd name="connsiteY234" fmla="*/ 1367203 h 3811247"/>
                <a:gd name="connsiteX235" fmla="*/ 1318482 w 2115104"/>
                <a:gd name="connsiteY235" fmla="*/ 1858471 h 3811247"/>
                <a:gd name="connsiteX236" fmla="*/ 1318482 w 2115104"/>
                <a:gd name="connsiteY236" fmla="*/ 1858471 h 3811247"/>
                <a:gd name="connsiteX237" fmla="*/ 1426079 w 2115104"/>
                <a:gd name="connsiteY237" fmla="*/ 1879940 h 3811247"/>
                <a:gd name="connsiteX238" fmla="*/ 1426079 w 2115104"/>
                <a:gd name="connsiteY238" fmla="*/ 2081527 h 3811247"/>
                <a:gd name="connsiteX239" fmla="*/ 1318482 w 2115104"/>
                <a:gd name="connsiteY239" fmla="*/ 2081527 h 3811247"/>
                <a:gd name="connsiteX240" fmla="*/ 1318482 w 2115104"/>
                <a:gd name="connsiteY240" fmla="*/ 1879940 h 3811247"/>
                <a:gd name="connsiteX241" fmla="*/ 1426079 w 2115104"/>
                <a:gd name="connsiteY241" fmla="*/ 1879940 h 3811247"/>
                <a:gd name="connsiteX242" fmla="*/ 874435 w 2115104"/>
                <a:gd name="connsiteY242" fmla="*/ 1858471 h 3811247"/>
                <a:gd name="connsiteX243" fmla="*/ 874435 w 2115104"/>
                <a:gd name="connsiteY243" fmla="*/ 1858471 h 3811247"/>
                <a:gd name="connsiteX244" fmla="*/ 1240518 w 2115104"/>
                <a:gd name="connsiteY244" fmla="*/ 1879940 h 3811247"/>
                <a:gd name="connsiteX245" fmla="*/ 1240518 w 2115104"/>
                <a:gd name="connsiteY245" fmla="*/ 2081527 h 3811247"/>
                <a:gd name="connsiteX246" fmla="*/ 874435 w 2115104"/>
                <a:gd name="connsiteY246" fmla="*/ 2081527 h 3811247"/>
                <a:gd name="connsiteX247" fmla="*/ 874435 w 2115104"/>
                <a:gd name="connsiteY247" fmla="*/ 1879940 h 3811247"/>
                <a:gd name="connsiteX248" fmla="*/ 1240518 w 2115104"/>
                <a:gd name="connsiteY248" fmla="*/ 1879940 h 3811247"/>
                <a:gd name="connsiteX249" fmla="*/ 688874 w 2115104"/>
                <a:gd name="connsiteY249" fmla="*/ 1858471 h 3811247"/>
                <a:gd name="connsiteX250" fmla="*/ 688874 w 2115104"/>
                <a:gd name="connsiteY250" fmla="*/ 1858471 h 3811247"/>
                <a:gd name="connsiteX251" fmla="*/ 796472 w 2115104"/>
                <a:gd name="connsiteY251" fmla="*/ 1879940 h 3811247"/>
                <a:gd name="connsiteX252" fmla="*/ 796472 w 2115104"/>
                <a:gd name="connsiteY252" fmla="*/ 2081527 h 3811247"/>
                <a:gd name="connsiteX253" fmla="*/ 688874 w 2115104"/>
                <a:gd name="connsiteY253" fmla="*/ 2081527 h 3811247"/>
                <a:gd name="connsiteX254" fmla="*/ 688874 w 2115104"/>
                <a:gd name="connsiteY254" fmla="*/ 1879940 h 3811247"/>
                <a:gd name="connsiteX255" fmla="*/ 796472 w 2115104"/>
                <a:gd name="connsiteY255" fmla="*/ 1879940 h 3811247"/>
                <a:gd name="connsiteX256" fmla="*/ 514753 w 2115104"/>
                <a:gd name="connsiteY256" fmla="*/ 2699493 h 3811247"/>
                <a:gd name="connsiteX257" fmla="*/ 562177 w 2115104"/>
                <a:gd name="connsiteY257" fmla="*/ 2699493 h 3811247"/>
                <a:gd name="connsiteX258" fmla="*/ 562177 w 2115104"/>
                <a:gd name="connsiteY258" fmla="*/ 2733108 h 3811247"/>
                <a:gd name="connsiteX259" fmla="*/ 514753 w 2115104"/>
                <a:gd name="connsiteY259" fmla="*/ 2733108 h 3811247"/>
                <a:gd name="connsiteX260" fmla="*/ 514753 w 2115104"/>
                <a:gd name="connsiteY260" fmla="*/ 2699493 h 3811247"/>
                <a:gd name="connsiteX261" fmla="*/ 599823 w 2115104"/>
                <a:gd name="connsiteY261" fmla="*/ 2937971 h 3811247"/>
                <a:gd name="connsiteX262" fmla="*/ 514753 w 2115104"/>
                <a:gd name="connsiteY262" fmla="*/ 2937971 h 3811247"/>
                <a:gd name="connsiteX263" fmla="*/ 514753 w 2115104"/>
                <a:gd name="connsiteY263" fmla="*/ 2831432 h 3811247"/>
                <a:gd name="connsiteX264" fmla="*/ 599823 w 2115104"/>
                <a:gd name="connsiteY264" fmla="*/ 2831432 h 3811247"/>
                <a:gd name="connsiteX265" fmla="*/ 599823 w 2115104"/>
                <a:gd name="connsiteY265" fmla="*/ 2937971 h 3811247"/>
                <a:gd name="connsiteX266" fmla="*/ 673201 w 2115104"/>
                <a:gd name="connsiteY266" fmla="*/ 2781691 h 3811247"/>
                <a:gd name="connsiteX267" fmla="*/ 599823 w 2115104"/>
                <a:gd name="connsiteY267" fmla="*/ 2781691 h 3811247"/>
                <a:gd name="connsiteX268" fmla="*/ 599823 w 2115104"/>
                <a:gd name="connsiteY268" fmla="*/ 2815053 h 3811247"/>
                <a:gd name="connsiteX269" fmla="*/ 514753 w 2115104"/>
                <a:gd name="connsiteY269" fmla="*/ 2815053 h 3811247"/>
                <a:gd name="connsiteX270" fmla="*/ 514753 w 2115104"/>
                <a:gd name="connsiteY270" fmla="*/ 2758105 h 3811247"/>
                <a:gd name="connsiteX271" fmla="*/ 673201 w 2115104"/>
                <a:gd name="connsiteY271" fmla="*/ 2758105 h 3811247"/>
                <a:gd name="connsiteX272" fmla="*/ 673201 w 2115104"/>
                <a:gd name="connsiteY272" fmla="*/ 2781691 h 3811247"/>
                <a:gd name="connsiteX273" fmla="*/ 578556 w 2115104"/>
                <a:gd name="connsiteY273" fmla="*/ 2733108 h 3811247"/>
                <a:gd name="connsiteX274" fmla="*/ 578556 w 2115104"/>
                <a:gd name="connsiteY274" fmla="*/ 2699493 h 3811247"/>
                <a:gd name="connsiteX275" fmla="*/ 616807 w 2115104"/>
                <a:gd name="connsiteY275" fmla="*/ 2699493 h 3811247"/>
                <a:gd name="connsiteX276" fmla="*/ 616807 w 2115104"/>
                <a:gd name="connsiteY276" fmla="*/ 2733108 h 3811247"/>
                <a:gd name="connsiteX277" fmla="*/ 578556 w 2115104"/>
                <a:gd name="connsiteY277" fmla="*/ 2733108 h 3811247"/>
                <a:gd name="connsiteX278" fmla="*/ 673201 w 2115104"/>
                <a:gd name="connsiteY278" fmla="*/ 2733108 h 3811247"/>
                <a:gd name="connsiteX279" fmla="*/ 633186 w 2115104"/>
                <a:gd name="connsiteY279" fmla="*/ 2733108 h 3811247"/>
                <a:gd name="connsiteX280" fmla="*/ 633186 w 2115104"/>
                <a:gd name="connsiteY280" fmla="*/ 2699493 h 3811247"/>
                <a:gd name="connsiteX281" fmla="*/ 673201 w 2115104"/>
                <a:gd name="connsiteY281" fmla="*/ 2699493 h 3811247"/>
                <a:gd name="connsiteX282" fmla="*/ 673201 w 2115104"/>
                <a:gd name="connsiteY282" fmla="*/ 2733108 h 3811247"/>
                <a:gd name="connsiteX283" fmla="*/ 1326999 w 2115104"/>
                <a:gd name="connsiteY283" fmla="*/ 2781691 h 3811247"/>
                <a:gd name="connsiteX284" fmla="*/ 787904 w 2115104"/>
                <a:gd name="connsiteY284" fmla="*/ 2781691 h 3811247"/>
                <a:gd name="connsiteX285" fmla="*/ 787904 w 2115104"/>
                <a:gd name="connsiteY285" fmla="*/ 2758105 h 3811247"/>
                <a:gd name="connsiteX286" fmla="*/ 1326999 w 2115104"/>
                <a:gd name="connsiteY286" fmla="*/ 2758105 h 3811247"/>
                <a:gd name="connsiteX287" fmla="*/ 1326999 w 2115104"/>
                <a:gd name="connsiteY287" fmla="*/ 2781691 h 3811247"/>
                <a:gd name="connsiteX288" fmla="*/ 787904 w 2115104"/>
                <a:gd name="connsiteY288" fmla="*/ 2733108 h 3811247"/>
                <a:gd name="connsiteX289" fmla="*/ 787904 w 2115104"/>
                <a:gd name="connsiteY289" fmla="*/ 2699493 h 3811247"/>
                <a:gd name="connsiteX290" fmla="*/ 818898 w 2115104"/>
                <a:gd name="connsiteY290" fmla="*/ 2699493 h 3811247"/>
                <a:gd name="connsiteX291" fmla="*/ 818898 w 2115104"/>
                <a:gd name="connsiteY291" fmla="*/ 2733108 h 3811247"/>
                <a:gd name="connsiteX292" fmla="*/ 787904 w 2115104"/>
                <a:gd name="connsiteY292" fmla="*/ 2733108 h 3811247"/>
                <a:gd name="connsiteX293" fmla="*/ 835328 w 2115104"/>
                <a:gd name="connsiteY293" fmla="*/ 2733108 h 3811247"/>
                <a:gd name="connsiteX294" fmla="*/ 835328 w 2115104"/>
                <a:gd name="connsiteY294" fmla="*/ 2699493 h 3811247"/>
                <a:gd name="connsiteX295" fmla="*/ 873579 w 2115104"/>
                <a:gd name="connsiteY295" fmla="*/ 2699493 h 3811247"/>
                <a:gd name="connsiteX296" fmla="*/ 873579 w 2115104"/>
                <a:gd name="connsiteY296" fmla="*/ 2733108 h 3811247"/>
                <a:gd name="connsiteX297" fmla="*/ 835328 w 2115104"/>
                <a:gd name="connsiteY297" fmla="*/ 2733108 h 3811247"/>
                <a:gd name="connsiteX298" fmla="*/ 889958 w 2115104"/>
                <a:gd name="connsiteY298" fmla="*/ 2733108 h 3811247"/>
                <a:gd name="connsiteX299" fmla="*/ 889958 w 2115104"/>
                <a:gd name="connsiteY299" fmla="*/ 2699493 h 3811247"/>
                <a:gd name="connsiteX300" fmla="*/ 928209 w 2115104"/>
                <a:gd name="connsiteY300" fmla="*/ 2699493 h 3811247"/>
                <a:gd name="connsiteX301" fmla="*/ 928209 w 2115104"/>
                <a:gd name="connsiteY301" fmla="*/ 2733108 h 3811247"/>
                <a:gd name="connsiteX302" fmla="*/ 889958 w 2115104"/>
                <a:gd name="connsiteY302" fmla="*/ 2733108 h 3811247"/>
                <a:gd name="connsiteX303" fmla="*/ 944588 w 2115104"/>
                <a:gd name="connsiteY303" fmla="*/ 2733108 h 3811247"/>
                <a:gd name="connsiteX304" fmla="*/ 944588 w 2115104"/>
                <a:gd name="connsiteY304" fmla="*/ 2699493 h 3811247"/>
                <a:gd name="connsiteX305" fmla="*/ 982839 w 2115104"/>
                <a:gd name="connsiteY305" fmla="*/ 2699493 h 3811247"/>
                <a:gd name="connsiteX306" fmla="*/ 982839 w 2115104"/>
                <a:gd name="connsiteY306" fmla="*/ 2733108 h 3811247"/>
                <a:gd name="connsiteX307" fmla="*/ 944588 w 2115104"/>
                <a:gd name="connsiteY307" fmla="*/ 2733108 h 3811247"/>
                <a:gd name="connsiteX308" fmla="*/ 999218 w 2115104"/>
                <a:gd name="connsiteY308" fmla="*/ 2733108 h 3811247"/>
                <a:gd name="connsiteX309" fmla="*/ 999218 w 2115104"/>
                <a:gd name="connsiteY309" fmla="*/ 2699493 h 3811247"/>
                <a:gd name="connsiteX310" fmla="*/ 1037469 w 2115104"/>
                <a:gd name="connsiteY310" fmla="*/ 2699493 h 3811247"/>
                <a:gd name="connsiteX311" fmla="*/ 1037469 w 2115104"/>
                <a:gd name="connsiteY311" fmla="*/ 2733108 h 3811247"/>
                <a:gd name="connsiteX312" fmla="*/ 999218 w 2115104"/>
                <a:gd name="connsiteY312" fmla="*/ 2733108 h 3811247"/>
                <a:gd name="connsiteX313" fmla="*/ 1053848 w 2115104"/>
                <a:gd name="connsiteY313" fmla="*/ 2733108 h 3811247"/>
                <a:gd name="connsiteX314" fmla="*/ 1053848 w 2115104"/>
                <a:gd name="connsiteY314" fmla="*/ 2699493 h 3811247"/>
                <a:gd name="connsiteX315" fmla="*/ 1092099 w 2115104"/>
                <a:gd name="connsiteY315" fmla="*/ 2699493 h 3811247"/>
                <a:gd name="connsiteX316" fmla="*/ 1092099 w 2115104"/>
                <a:gd name="connsiteY316" fmla="*/ 2733108 h 3811247"/>
                <a:gd name="connsiteX317" fmla="*/ 1053848 w 2115104"/>
                <a:gd name="connsiteY317" fmla="*/ 2733108 h 3811247"/>
                <a:gd name="connsiteX318" fmla="*/ 1108478 w 2115104"/>
                <a:gd name="connsiteY318" fmla="*/ 2733108 h 3811247"/>
                <a:gd name="connsiteX319" fmla="*/ 1108478 w 2115104"/>
                <a:gd name="connsiteY319" fmla="*/ 2699493 h 3811247"/>
                <a:gd name="connsiteX320" fmla="*/ 1146730 w 2115104"/>
                <a:gd name="connsiteY320" fmla="*/ 2699493 h 3811247"/>
                <a:gd name="connsiteX321" fmla="*/ 1146730 w 2115104"/>
                <a:gd name="connsiteY321" fmla="*/ 2733108 h 3811247"/>
                <a:gd name="connsiteX322" fmla="*/ 1108478 w 2115104"/>
                <a:gd name="connsiteY322" fmla="*/ 2733108 h 3811247"/>
                <a:gd name="connsiteX323" fmla="*/ 1163109 w 2115104"/>
                <a:gd name="connsiteY323" fmla="*/ 2733108 h 3811247"/>
                <a:gd name="connsiteX324" fmla="*/ 1163109 w 2115104"/>
                <a:gd name="connsiteY324" fmla="*/ 2699493 h 3811247"/>
                <a:gd name="connsiteX325" fmla="*/ 1201360 w 2115104"/>
                <a:gd name="connsiteY325" fmla="*/ 2699493 h 3811247"/>
                <a:gd name="connsiteX326" fmla="*/ 1201360 w 2115104"/>
                <a:gd name="connsiteY326" fmla="*/ 2733108 h 3811247"/>
                <a:gd name="connsiteX327" fmla="*/ 1163109 w 2115104"/>
                <a:gd name="connsiteY327" fmla="*/ 2733108 h 3811247"/>
                <a:gd name="connsiteX328" fmla="*/ 1217739 w 2115104"/>
                <a:gd name="connsiteY328" fmla="*/ 2733108 h 3811247"/>
                <a:gd name="connsiteX329" fmla="*/ 1217739 w 2115104"/>
                <a:gd name="connsiteY329" fmla="*/ 2699493 h 3811247"/>
                <a:gd name="connsiteX330" fmla="*/ 1255990 w 2115104"/>
                <a:gd name="connsiteY330" fmla="*/ 2699493 h 3811247"/>
                <a:gd name="connsiteX331" fmla="*/ 1255990 w 2115104"/>
                <a:gd name="connsiteY331" fmla="*/ 2733108 h 3811247"/>
                <a:gd name="connsiteX332" fmla="*/ 1217739 w 2115104"/>
                <a:gd name="connsiteY332" fmla="*/ 2733108 h 3811247"/>
                <a:gd name="connsiteX333" fmla="*/ 1272369 w 2115104"/>
                <a:gd name="connsiteY333" fmla="*/ 2733108 h 3811247"/>
                <a:gd name="connsiteX334" fmla="*/ 1272369 w 2115104"/>
                <a:gd name="connsiteY334" fmla="*/ 2699493 h 3811247"/>
                <a:gd name="connsiteX335" fmla="*/ 1310620 w 2115104"/>
                <a:gd name="connsiteY335" fmla="*/ 2699493 h 3811247"/>
                <a:gd name="connsiteX336" fmla="*/ 1310620 w 2115104"/>
                <a:gd name="connsiteY336" fmla="*/ 2733108 h 3811247"/>
                <a:gd name="connsiteX337" fmla="*/ 1272369 w 2115104"/>
                <a:gd name="connsiteY337" fmla="*/ 2733108 h 3811247"/>
                <a:gd name="connsiteX338" fmla="*/ 548469 w 2115104"/>
                <a:gd name="connsiteY338" fmla="*/ 2244712 h 3811247"/>
                <a:gd name="connsiteX339" fmla="*/ 548469 w 2115104"/>
                <a:gd name="connsiteY339" fmla="*/ 2098007 h 3811247"/>
                <a:gd name="connsiteX340" fmla="*/ 610961 w 2115104"/>
                <a:gd name="connsiteY340" fmla="*/ 2098007 h 3811247"/>
                <a:gd name="connsiteX341" fmla="*/ 610961 w 2115104"/>
                <a:gd name="connsiteY341" fmla="*/ 2137518 h 3811247"/>
                <a:gd name="connsiteX342" fmla="*/ 599823 w 2115104"/>
                <a:gd name="connsiteY342" fmla="*/ 2137518 h 3811247"/>
                <a:gd name="connsiteX343" fmla="*/ 599823 w 2115104"/>
                <a:gd name="connsiteY343" fmla="*/ 2169722 h 3811247"/>
                <a:gd name="connsiteX344" fmla="*/ 583797 w 2115104"/>
                <a:gd name="connsiteY344" fmla="*/ 2169722 h 3811247"/>
                <a:gd name="connsiteX345" fmla="*/ 583797 w 2115104"/>
                <a:gd name="connsiteY345" fmla="*/ 2243251 h 3811247"/>
                <a:gd name="connsiteX346" fmla="*/ 716089 w 2115104"/>
                <a:gd name="connsiteY346" fmla="*/ 2243251 h 3811247"/>
                <a:gd name="connsiteX347" fmla="*/ 716089 w 2115104"/>
                <a:gd name="connsiteY347" fmla="*/ 2169722 h 3811247"/>
                <a:gd name="connsiteX348" fmla="*/ 700012 w 2115104"/>
                <a:gd name="connsiteY348" fmla="*/ 2169722 h 3811247"/>
                <a:gd name="connsiteX349" fmla="*/ 700012 w 2115104"/>
                <a:gd name="connsiteY349" fmla="*/ 2137518 h 3811247"/>
                <a:gd name="connsiteX350" fmla="*/ 688874 w 2115104"/>
                <a:gd name="connsiteY350" fmla="*/ 2137518 h 3811247"/>
                <a:gd name="connsiteX351" fmla="*/ 688874 w 2115104"/>
                <a:gd name="connsiteY351" fmla="*/ 2098007 h 3811247"/>
                <a:gd name="connsiteX352" fmla="*/ 796472 w 2115104"/>
                <a:gd name="connsiteY352" fmla="*/ 2098007 h 3811247"/>
                <a:gd name="connsiteX353" fmla="*/ 796472 w 2115104"/>
                <a:gd name="connsiteY353" fmla="*/ 2137518 h 3811247"/>
                <a:gd name="connsiteX354" fmla="*/ 785334 w 2115104"/>
                <a:gd name="connsiteY354" fmla="*/ 2137518 h 3811247"/>
                <a:gd name="connsiteX355" fmla="*/ 785334 w 2115104"/>
                <a:gd name="connsiteY355" fmla="*/ 2169722 h 3811247"/>
                <a:gd name="connsiteX356" fmla="*/ 769257 w 2115104"/>
                <a:gd name="connsiteY356" fmla="*/ 2169722 h 3811247"/>
                <a:gd name="connsiteX357" fmla="*/ 769257 w 2115104"/>
                <a:gd name="connsiteY357" fmla="*/ 2243251 h 3811247"/>
                <a:gd name="connsiteX358" fmla="*/ 901549 w 2115104"/>
                <a:gd name="connsiteY358" fmla="*/ 2243251 h 3811247"/>
                <a:gd name="connsiteX359" fmla="*/ 901549 w 2115104"/>
                <a:gd name="connsiteY359" fmla="*/ 2169722 h 3811247"/>
                <a:gd name="connsiteX360" fmla="*/ 885472 w 2115104"/>
                <a:gd name="connsiteY360" fmla="*/ 2169722 h 3811247"/>
                <a:gd name="connsiteX361" fmla="*/ 885472 w 2115104"/>
                <a:gd name="connsiteY361" fmla="*/ 2137518 h 3811247"/>
                <a:gd name="connsiteX362" fmla="*/ 874335 w 2115104"/>
                <a:gd name="connsiteY362" fmla="*/ 2137518 h 3811247"/>
                <a:gd name="connsiteX363" fmla="*/ 874335 w 2115104"/>
                <a:gd name="connsiteY363" fmla="*/ 2098007 h 3811247"/>
                <a:gd name="connsiteX364" fmla="*/ 1240417 w 2115104"/>
                <a:gd name="connsiteY364" fmla="*/ 2098007 h 3811247"/>
                <a:gd name="connsiteX365" fmla="*/ 1240417 w 2115104"/>
                <a:gd name="connsiteY365" fmla="*/ 2137518 h 3811247"/>
                <a:gd name="connsiteX366" fmla="*/ 1229280 w 2115104"/>
                <a:gd name="connsiteY366" fmla="*/ 2137518 h 3811247"/>
                <a:gd name="connsiteX367" fmla="*/ 1229280 w 2115104"/>
                <a:gd name="connsiteY367" fmla="*/ 2169722 h 3811247"/>
                <a:gd name="connsiteX368" fmla="*/ 1213253 w 2115104"/>
                <a:gd name="connsiteY368" fmla="*/ 2169722 h 3811247"/>
                <a:gd name="connsiteX369" fmla="*/ 1213253 w 2115104"/>
                <a:gd name="connsiteY369" fmla="*/ 2243251 h 3811247"/>
                <a:gd name="connsiteX370" fmla="*/ 1345545 w 2115104"/>
                <a:gd name="connsiteY370" fmla="*/ 2243251 h 3811247"/>
                <a:gd name="connsiteX371" fmla="*/ 1345545 w 2115104"/>
                <a:gd name="connsiteY371" fmla="*/ 2169722 h 3811247"/>
                <a:gd name="connsiteX372" fmla="*/ 1329468 w 2115104"/>
                <a:gd name="connsiteY372" fmla="*/ 2169722 h 3811247"/>
                <a:gd name="connsiteX373" fmla="*/ 1329468 w 2115104"/>
                <a:gd name="connsiteY373" fmla="*/ 2137518 h 3811247"/>
                <a:gd name="connsiteX374" fmla="*/ 1318331 w 2115104"/>
                <a:gd name="connsiteY374" fmla="*/ 2137518 h 3811247"/>
                <a:gd name="connsiteX375" fmla="*/ 1318331 w 2115104"/>
                <a:gd name="connsiteY375" fmla="*/ 2098007 h 3811247"/>
                <a:gd name="connsiteX376" fmla="*/ 1425928 w 2115104"/>
                <a:gd name="connsiteY376" fmla="*/ 2098007 h 3811247"/>
                <a:gd name="connsiteX377" fmla="*/ 1425928 w 2115104"/>
                <a:gd name="connsiteY377" fmla="*/ 2137518 h 3811247"/>
                <a:gd name="connsiteX378" fmla="*/ 1414790 w 2115104"/>
                <a:gd name="connsiteY378" fmla="*/ 2137518 h 3811247"/>
                <a:gd name="connsiteX379" fmla="*/ 1414790 w 2115104"/>
                <a:gd name="connsiteY379" fmla="*/ 2169722 h 3811247"/>
                <a:gd name="connsiteX380" fmla="*/ 1398764 w 2115104"/>
                <a:gd name="connsiteY380" fmla="*/ 2169722 h 3811247"/>
                <a:gd name="connsiteX381" fmla="*/ 1398764 w 2115104"/>
                <a:gd name="connsiteY381" fmla="*/ 2243251 h 3811247"/>
                <a:gd name="connsiteX382" fmla="*/ 1531056 w 2115104"/>
                <a:gd name="connsiteY382" fmla="*/ 2243251 h 3811247"/>
                <a:gd name="connsiteX383" fmla="*/ 1531056 w 2115104"/>
                <a:gd name="connsiteY383" fmla="*/ 2169722 h 3811247"/>
                <a:gd name="connsiteX384" fmla="*/ 1514979 w 2115104"/>
                <a:gd name="connsiteY384" fmla="*/ 2169722 h 3811247"/>
                <a:gd name="connsiteX385" fmla="*/ 1514979 w 2115104"/>
                <a:gd name="connsiteY385" fmla="*/ 2137518 h 3811247"/>
                <a:gd name="connsiteX386" fmla="*/ 1503842 w 2115104"/>
                <a:gd name="connsiteY386" fmla="*/ 2137518 h 3811247"/>
                <a:gd name="connsiteX387" fmla="*/ 1503842 w 2115104"/>
                <a:gd name="connsiteY387" fmla="*/ 2098007 h 3811247"/>
                <a:gd name="connsiteX388" fmla="*/ 1564570 w 2115104"/>
                <a:gd name="connsiteY388" fmla="*/ 2098007 h 3811247"/>
                <a:gd name="connsiteX389" fmla="*/ 1564570 w 2115104"/>
                <a:gd name="connsiteY389" fmla="*/ 2244712 h 3811247"/>
                <a:gd name="connsiteX390" fmla="*/ 548519 w 2115104"/>
                <a:gd name="connsiteY390" fmla="*/ 2244712 h 3811247"/>
                <a:gd name="connsiteX391" fmla="*/ 1534634 w 2115104"/>
                <a:gd name="connsiteY391" fmla="*/ 2699544 h 3811247"/>
                <a:gd name="connsiteX392" fmla="*/ 1534634 w 2115104"/>
                <a:gd name="connsiteY392" fmla="*/ 2733158 h 3811247"/>
                <a:gd name="connsiteX393" fmla="*/ 1496383 w 2115104"/>
                <a:gd name="connsiteY393" fmla="*/ 2733158 h 3811247"/>
                <a:gd name="connsiteX394" fmla="*/ 1496383 w 2115104"/>
                <a:gd name="connsiteY394" fmla="*/ 2699544 h 3811247"/>
                <a:gd name="connsiteX395" fmla="*/ 1534634 w 2115104"/>
                <a:gd name="connsiteY395" fmla="*/ 2699544 h 3811247"/>
                <a:gd name="connsiteX396" fmla="*/ 1480004 w 2115104"/>
                <a:gd name="connsiteY396" fmla="*/ 2699544 h 3811247"/>
                <a:gd name="connsiteX397" fmla="*/ 1480004 w 2115104"/>
                <a:gd name="connsiteY397" fmla="*/ 2733158 h 3811247"/>
                <a:gd name="connsiteX398" fmla="*/ 1441702 w 2115104"/>
                <a:gd name="connsiteY398" fmla="*/ 2733158 h 3811247"/>
                <a:gd name="connsiteX399" fmla="*/ 1441702 w 2115104"/>
                <a:gd name="connsiteY399" fmla="*/ 2699544 h 3811247"/>
                <a:gd name="connsiteX400" fmla="*/ 1480004 w 2115104"/>
                <a:gd name="connsiteY400" fmla="*/ 2699544 h 3811247"/>
                <a:gd name="connsiteX401" fmla="*/ 1600150 w 2115104"/>
                <a:gd name="connsiteY401" fmla="*/ 2938022 h 3811247"/>
                <a:gd name="connsiteX402" fmla="*/ 1515080 w 2115104"/>
                <a:gd name="connsiteY402" fmla="*/ 2938022 h 3811247"/>
                <a:gd name="connsiteX403" fmla="*/ 1515080 w 2115104"/>
                <a:gd name="connsiteY403" fmla="*/ 2831483 h 3811247"/>
                <a:gd name="connsiteX404" fmla="*/ 1600150 w 2115104"/>
                <a:gd name="connsiteY404" fmla="*/ 2831483 h 3811247"/>
                <a:gd name="connsiteX405" fmla="*/ 1600150 w 2115104"/>
                <a:gd name="connsiteY405" fmla="*/ 2938022 h 3811247"/>
                <a:gd name="connsiteX406" fmla="*/ 1600150 w 2115104"/>
                <a:gd name="connsiteY406" fmla="*/ 2815104 h 3811247"/>
                <a:gd name="connsiteX407" fmla="*/ 1515080 w 2115104"/>
                <a:gd name="connsiteY407" fmla="*/ 2815104 h 3811247"/>
                <a:gd name="connsiteX408" fmla="*/ 1515080 w 2115104"/>
                <a:gd name="connsiteY408" fmla="*/ 2781741 h 3811247"/>
                <a:gd name="connsiteX409" fmla="*/ 1441702 w 2115104"/>
                <a:gd name="connsiteY409" fmla="*/ 2781741 h 3811247"/>
                <a:gd name="connsiteX410" fmla="*/ 1441702 w 2115104"/>
                <a:gd name="connsiteY410" fmla="*/ 2758155 h 3811247"/>
                <a:gd name="connsiteX411" fmla="*/ 1600150 w 2115104"/>
                <a:gd name="connsiteY411" fmla="*/ 2758155 h 3811247"/>
                <a:gd name="connsiteX412" fmla="*/ 1600150 w 2115104"/>
                <a:gd name="connsiteY412" fmla="*/ 2815104 h 3811247"/>
                <a:gd name="connsiteX413" fmla="*/ 1600150 w 2115104"/>
                <a:gd name="connsiteY413" fmla="*/ 2733158 h 3811247"/>
                <a:gd name="connsiteX414" fmla="*/ 1551013 w 2115104"/>
                <a:gd name="connsiteY414" fmla="*/ 2733158 h 3811247"/>
                <a:gd name="connsiteX415" fmla="*/ 1551013 w 2115104"/>
                <a:gd name="connsiteY415" fmla="*/ 2699544 h 3811247"/>
                <a:gd name="connsiteX416" fmla="*/ 1600150 w 2115104"/>
                <a:gd name="connsiteY416" fmla="*/ 2699544 h 3811247"/>
                <a:gd name="connsiteX417" fmla="*/ 1600150 w 2115104"/>
                <a:gd name="connsiteY417" fmla="*/ 2733158 h 3811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115104" h="3811247">
                  <a:moveTo>
                    <a:pt x="1586140" y="2269659"/>
                  </a:moveTo>
                  <a:lnTo>
                    <a:pt x="1605190" y="2269659"/>
                  </a:lnTo>
                  <a:lnTo>
                    <a:pt x="1605190" y="2244662"/>
                  </a:lnTo>
                  <a:lnTo>
                    <a:pt x="1581150" y="2244662"/>
                  </a:lnTo>
                  <a:lnTo>
                    <a:pt x="1581150" y="2097957"/>
                  </a:lnTo>
                  <a:lnTo>
                    <a:pt x="1607105" y="2097957"/>
                  </a:lnTo>
                  <a:lnTo>
                    <a:pt x="1607105" y="2081578"/>
                  </a:lnTo>
                  <a:lnTo>
                    <a:pt x="1503993" y="2081578"/>
                  </a:lnTo>
                  <a:lnTo>
                    <a:pt x="1503993" y="1879991"/>
                  </a:lnTo>
                  <a:lnTo>
                    <a:pt x="1658308" y="1879991"/>
                  </a:lnTo>
                  <a:lnTo>
                    <a:pt x="1658308" y="1858522"/>
                  </a:lnTo>
                  <a:lnTo>
                    <a:pt x="1576211" y="1858522"/>
                  </a:lnTo>
                  <a:cubicBezTo>
                    <a:pt x="1683204" y="1858522"/>
                    <a:pt x="1788130" y="1828989"/>
                    <a:pt x="1879399" y="1773200"/>
                  </a:cubicBezTo>
                  <a:lnTo>
                    <a:pt x="1964821" y="1720989"/>
                  </a:lnTo>
                  <a:lnTo>
                    <a:pt x="1964821" y="1666308"/>
                  </a:lnTo>
                  <a:cubicBezTo>
                    <a:pt x="1964821" y="1666308"/>
                    <a:pt x="1628322" y="1807822"/>
                    <a:pt x="1511048" y="1511187"/>
                  </a:cubicBezTo>
                  <a:lnTo>
                    <a:pt x="1527377" y="1511187"/>
                  </a:lnTo>
                  <a:lnTo>
                    <a:pt x="1527377" y="1489718"/>
                  </a:lnTo>
                  <a:lnTo>
                    <a:pt x="1510292" y="1489718"/>
                  </a:lnTo>
                  <a:lnTo>
                    <a:pt x="1510292" y="1367203"/>
                  </a:lnTo>
                  <a:lnTo>
                    <a:pt x="1531510" y="1367203"/>
                  </a:lnTo>
                  <a:lnTo>
                    <a:pt x="1531510" y="1350824"/>
                  </a:lnTo>
                  <a:lnTo>
                    <a:pt x="1404913" y="1350824"/>
                  </a:lnTo>
                  <a:lnTo>
                    <a:pt x="1404913" y="1206538"/>
                  </a:lnTo>
                  <a:lnTo>
                    <a:pt x="1525008" y="1206538"/>
                  </a:lnTo>
                  <a:lnTo>
                    <a:pt x="1525008" y="1189806"/>
                  </a:lnTo>
                  <a:lnTo>
                    <a:pt x="1461105" y="1189806"/>
                  </a:lnTo>
                  <a:cubicBezTo>
                    <a:pt x="1544361" y="1189806"/>
                    <a:pt x="1626004" y="1166825"/>
                    <a:pt x="1697063" y="1123434"/>
                  </a:cubicBezTo>
                  <a:lnTo>
                    <a:pt x="1763536" y="1082814"/>
                  </a:lnTo>
                  <a:lnTo>
                    <a:pt x="1763536" y="1040228"/>
                  </a:lnTo>
                  <a:cubicBezTo>
                    <a:pt x="1763536" y="1040228"/>
                    <a:pt x="1501624" y="1150396"/>
                    <a:pt x="1410355" y="919528"/>
                  </a:cubicBezTo>
                  <a:lnTo>
                    <a:pt x="1423055" y="919528"/>
                  </a:lnTo>
                  <a:lnTo>
                    <a:pt x="1423055" y="902796"/>
                  </a:lnTo>
                  <a:cubicBezTo>
                    <a:pt x="1362831" y="902796"/>
                    <a:pt x="1308907" y="865402"/>
                    <a:pt x="1287790" y="808957"/>
                  </a:cubicBezTo>
                  <a:lnTo>
                    <a:pt x="1196018" y="563575"/>
                  </a:lnTo>
                  <a:lnTo>
                    <a:pt x="1229834" y="563575"/>
                  </a:lnTo>
                  <a:lnTo>
                    <a:pt x="1229834" y="518974"/>
                  </a:lnTo>
                  <a:lnTo>
                    <a:pt x="1167896" y="518974"/>
                  </a:lnTo>
                  <a:cubicBezTo>
                    <a:pt x="1142547" y="518974"/>
                    <a:pt x="1121985" y="498412"/>
                    <a:pt x="1121985" y="473062"/>
                  </a:cubicBezTo>
                  <a:lnTo>
                    <a:pt x="1121985" y="413796"/>
                  </a:lnTo>
                  <a:cubicBezTo>
                    <a:pt x="1121985" y="388446"/>
                    <a:pt x="1142547" y="367884"/>
                    <a:pt x="1167896" y="367884"/>
                  </a:cubicBezTo>
                  <a:lnTo>
                    <a:pt x="1167896" y="318697"/>
                  </a:lnTo>
                  <a:lnTo>
                    <a:pt x="1082373" y="318697"/>
                  </a:lnTo>
                  <a:lnTo>
                    <a:pt x="1082373" y="226672"/>
                  </a:lnTo>
                  <a:cubicBezTo>
                    <a:pt x="1099155" y="226068"/>
                    <a:pt x="1112611" y="212259"/>
                    <a:pt x="1112611" y="195325"/>
                  </a:cubicBezTo>
                  <a:cubicBezTo>
                    <a:pt x="1112611" y="178392"/>
                    <a:pt x="1099205" y="164583"/>
                    <a:pt x="1082373" y="163979"/>
                  </a:cubicBezTo>
                  <a:lnTo>
                    <a:pt x="1067052" y="8656"/>
                  </a:lnTo>
                  <a:cubicBezTo>
                    <a:pt x="1065893" y="-2885"/>
                    <a:pt x="1049010" y="-2885"/>
                    <a:pt x="1047952" y="8656"/>
                  </a:cubicBezTo>
                  <a:lnTo>
                    <a:pt x="1033236" y="163928"/>
                  </a:lnTo>
                  <a:cubicBezTo>
                    <a:pt x="1015950" y="164029"/>
                    <a:pt x="1001990" y="178039"/>
                    <a:pt x="1001990" y="195325"/>
                  </a:cubicBezTo>
                  <a:cubicBezTo>
                    <a:pt x="1001990" y="212612"/>
                    <a:pt x="1015950" y="226622"/>
                    <a:pt x="1033236" y="226723"/>
                  </a:cubicBezTo>
                  <a:lnTo>
                    <a:pt x="1033236" y="318697"/>
                  </a:lnTo>
                  <a:lnTo>
                    <a:pt x="946705" y="318697"/>
                  </a:lnTo>
                  <a:lnTo>
                    <a:pt x="946705" y="367884"/>
                  </a:lnTo>
                  <a:lnTo>
                    <a:pt x="954566" y="367884"/>
                  </a:lnTo>
                  <a:cubicBezTo>
                    <a:pt x="979916" y="367884"/>
                    <a:pt x="1000478" y="388446"/>
                    <a:pt x="1000478" y="413796"/>
                  </a:cubicBezTo>
                  <a:lnTo>
                    <a:pt x="1000478" y="473062"/>
                  </a:lnTo>
                  <a:cubicBezTo>
                    <a:pt x="1000478" y="498412"/>
                    <a:pt x="979916" y="518974"/>
                    <a:pt x="954566" y="518974"/>
                  </a:cubicBezTo>
                  <a:lnTo>
                    <a:pt x="884817" y="518974"/>
                  </a:lnTo>
                  <a:lnTo>
                    <a:pt x="884817" y="563575"/>
                  </a:lnTo>
                  <a:lnTo>
                    <a:pt x="925538" y="563575"/>
                  </a:lnTo>
                  <a:lnTo>
                    <a:pt x="833765" y="808957"/>
                  </a:lnTo>
                  <a:cubicBezTo>
                    <a:pt x="812649" y="865402"/>
                    <a:pt x="758775" y="902796"/>
                    <a:pt x="698500" y="902796"/>
                  </a:cubicBezTo>
                  <a:lnTo>
                    <a:pt x="691646" y="902796"/>
                  </a:lnTo>
                  <a:lnTo>
                    <a:pt x="691646" y="919528"/>
                  </a:lnTo>
                  <a:lnTo>
                    <a:pt x="704346" y="919528"/>
                  </a:lnTo>
                  <a:cubicBezTo>
                    <a:pt x="613128" y="1150396"/>
                    <a:pt x="351165" y="1040228"/>
                    <a:pt x="351165" y="1040228"/>
                  </a:cubicBezTo>
                  <a:lnTo>
                    <a:pt x="351165" y="1082814"/>
                  </a:lnTo>
                  <a:lnTo>
                    <a:pt x="417639" y="1123434"/>
                  </a:lnTo>
                  <a:cubicBezTo>
                    <a:pt x="488698" y="1166876"/>
                    <a:pt x="570341" y="1189806"/>
                    <a:pt x="653597" y="1189806"/>
                  </a:cubicBezTo>
                  <a:lnTo>
                    <a:pt x="589693" y="1189806"/>
                  </a:lnTo>
                  <a:lnTo>
                    <a:pt x="589693" y="1206538"/>
                  </a:lnTo>
                  <a:lnTo>
                    <a:pt x="709789" y="1206538"/>
                  </a:lnTo>
                  <a:lnTo>
                    <a:pt x="709789" y="1350824"/>
                  </a:lnTo>
                  <a:lnTo>
                    <a:pt x="590046" y="1350824"/>
                  </a:lnTo>
                  <a:lnTo>
                    <a:pt x="590046" y="1367203"/>
                  </a:lnTo>
                  <a:lnTo>
                    <a:pt x="603855" y="1367203"/>
                  </a:lnTo>
                  <a:lnTo>
                    <a:pt x="603855" y="1489718"/>
                  </a:lnTo>
                  <a:lnTo>
                    <a:pt x="587325" y="1489718"/>
                  </a:lnTo>
                  <a:lnTo>
                    <a:pt x="587325" y="1511187"/>
                  </a:lnTo>
                  <a:lnTo>
                    <a:pt x="603653" y="1511187"/>
                  </a:lnTo>
                  <a:cubicBezTo>
                    <a:pt x="486430" y="1807822"/>
                    <a:pt x="149880" y="1666308"/>
                    <a:pt x="149880" y="1666308"/>
                  </a:cubicBezTo>
                  <a:lnTo>
                    <a:pt x="149880" y="1720989"/>
                  </a:lnTo>
                  <a:lnTo>
                    <a:pt x="235303" y="1773200"/>
                  </a:lnTo>
                  <a:cubicBezTo>
                    <a:pt x="326572" y="1828989"/>
                    <a:pt x="431498" y="1858522"/>
                    <a:pt x="538490" y="1858522"/>
                  </a:cubicBezTo>
                  <a:lnTo>
                    <a:pt x="456394" y="1858522"/>
                  </a:lnTo>
                  <a:lnTo>
                    <a:pt x="456394" y="1879991"/>
                  </a:lnTo>
                  <a:lnTo>
                    <a:pt x="610709" y="1879991"/>
                  </a:lnTo>
                  <a:lnTo>
                    <a:pt x="610709" y="2081578"/>
                  </a:lnTo>
                  <a:lnTo>
                    <a:pt x="514501" y="2081578"/>
                  </a:lnTo>
                  <a:lnTo>
                    <a:pt x="514501" y="2097957"/>
                  </a:lnTo>
                  <a:lnTo>
                    <a:pt x="531838" y="2097957"/>
                  </a:lnTo>
                  <a:lnTo>
                    <a:pt x="531838" y="2244662"/>
                  </a:lnTo>
                  <a:lnTo>
                    <a:pt x="509512" y="2244662"/>
                  </a:lnTo>
                  <a:lnTo>
                    <a:pt x="509512" y="2269659"/>
                  </a:lnTo>
                  <a:lnTo>
                    <a:pt x="528562" y="2269659"/>
                  </a:lnTo>
                  <a:cubicBezTo>
                    <a:pt x="392188" y="2615381"/>
                    <a:pt x="0" y="2450432"/>
                    <a:pt x="0" y="2450432"/>
                  </a:cubicBezTo>
                  <a:lnTo>
                    <a:pt x="0" y="2514184"/>
                  </a:lnTo>
                  <a:lnTo>
                    <a:pt x="99534" y="2575013"/>
                  </a:lnTo>
                  <a:cubicBezTo>
                    <a:pt x="205921" y="2640025"/>
                    <a:pt x="328184" y="2674446"/>
                    <a:pt x="452916" y="2674446"/>
                  </a:cubicBezTo>
                  <a:lnTo>
                    <a:pt x="357263" y="2674446"/>
                  </a:lnTo>
                  <a:lnTo>
                    <a:pt x="357263" y="2699443"/>
                  </a:lnTo>
                  <a:lnTo>
                    <a:pt x="400050" y="2699443"/>
                  </a:lnTo>
                  <a:lnTo>
                    <a:pt x="400050" y="3655521"/>
                  </a:lnTo>
                  <a:lnTo>
                    <a:pt x="383671" y="3655521"/>
                  </a:lnTo>
                  <a:lnTo>
                    <a:pt x="383671" y="3702945"/>
                  </a:lnTo>
                  <a:lnTo>
                    <a:pt x="360035" y="3702945"/>
                  </a:lnTo>
                  <a:lnTo>
                    <a:pt x="360035" y="3811197"/>
                  </a:lnTo>
                  <a:lnTo>
                    <a:pt x="554819" y="3811197"/>
                  </a:lnTo>
                  <a:lnTo>
                    <a:pt x="554819" y="3702945"/>
                  </a:lnTo>
                  <a:lnTo>
                    <a:pt x="531183" y="3702945"/>
                  </a:lnTo>
                  <a:lnTo>
                    <a:pt x="531183" y="3655521"/>
                  </a:lnTo>
                  <a:lnTo>
                    <a:pt x="514804" y="3655521"/>
                  </a:lnTo>
                  <a:lnTo>
                    <a:pt x="514804" y="2954350"/>
                  </a:lnTo>
                  <a:lnTo>
                    <a:pt x="599874" y="2954350"/>
                  </a:lnTo>
                  <a:lnTo>
                    <a:pt x="599874" y="2989981"/>
                  </a:lnTo>
                  <a:lnTo>
                    <a:pt x="673251" y="2989981"/>
                  </a:lnTo>
                  <a:lnTo>
                    <a:pt x="673251" y="3655572"/>
                  </a:lnTo>
                  <a:lnTo>
                    <a:pt x="656872" y="3655572"/>
                  </a:lnTo>
                  <a:lnTo>
                    <a:pt x="656872" y="3702995"/>
                  </a:lnTo>
                  <a:lnTo>
                    <a:pt x="633236" y="3702995"/>
                  </a:lnTo>
                  <a:lnTo>
                    <a:pt x="633236" y="3811248"/>
                  </a:lnTo>
                  <a:lnTo>
                    <a:pt x="828020" y="3811248"/>
                  </a:lnTo>
                  <a:lnTo>
                    <a:pt x="828020" y="3702995"/>
                  </a:lnTo>
                  <a:lnTo>
                    <a:pt x="804384" y="3702995"/>
                  </a:lnTo>
                  <a:lnTo>
                    <a:pt x="804384" y="3655572"/>
                  </a:lnTo>
                  <a:lnTo>
                    <a:pt x="788005" y="3655572"/>
                  </a:lnTo>
                  <a:lnTo>
                    <a:pt x="788005" y="2989981"/>
                  </a:lnTo>
                  <a:lnTo>
                    <a:pt x="1327100" y="2989981"/>
                  </a:lnTo>
                  <a:lnTo>
                    <a:pt x="1327100" y="3655572"/>
                  </a:lnTo>
                  <a:lnTo>
                    <a:pt x="1310721" y="3655572"/>
                  </a:lnTo>
                  <a:lnTo>
                    <a:pt x="1310721" y="3702995"/>
                  </a:lnTo>
                  <a:lnTo>
                    <a:pt x="1287085" y="3702995"/>
                  </a:lnTo>
                  <a:lnTo>
                    <a:pt x="1287085" y="3811248"/>
                  </a:lnTo>
                  <a:lnTo>
                    <a:pt x="1481869" y="3811248"/>
                  </a:lnTo>
                  <a:lnTo>
                    <a:pt x="1481869" y="3702995"/>
                  </a:lnTo>
                  <a:lnTo>
                    <a:pt x="1458232" y="3702995"/>
                  </a:lnTo>
                  <a:lnTo>
                    <a:pt x="1458232" y="3655572"/>
                  </a:lnTo>
                  <a:lnTo>
                    <a:pt x="1441853" y="3655572"/>
                  </a:lnTo>
                  <a:lnTo>
                    <a:pt x="1441853" y="2989981"/>
                  </a:lnTo>
                  <a:lnTo>
                    <a:pt x="1515231" y="2989981"/>
                  </a:lnTo>
                  <a:lnTo>
                    <a:pt x="1515231" y="2954350"/>
                  </a:lnTo>
                  <a:lnTo>
                    <a:pt x="1600301" y="2954350"/>
                  </a:lnTo>
                  <a:lnTo>
                    <a:pt x="1600301" y="3655521"/>
                  </a:lnTo>
                  <a:lnTo>
                    <a:pt x="1583922" y="3655521"/>
                  </a:lnTo>
                  <a:lnTo>
                    <a:pt x="1583922" y="3702945"/>
                  </a:lnTo>
                  <a:lnTo>
                    <a:pt x="1560286" y="3702945"/>
                  </a:lnTo>
                  <a:lnTo>
                    <a:pt x="1560286" y="3811197"/>
                  </a:lnTo>
                  <a:lnTo>
                    <a:pt x="1755070" y="3811197"/>
                  </a:lnTo>
                  <a:lnTo>
                    <a:pt x="1755070" y="3702945"/>
                  </a:lnTo>
                  <a:lnTo>
                    <a:pt x="1731434" y="3702945"/>
                  </a:lnTo>
                  <a:lnTo>
                    <a:pt x="1731434" y="3655521"/>
                  </a:lnTo>
                  <a:lnTo>
                    <a:pt x="1715055" y="3655521"/>
                  </a:lnTo>
                  <a:lnTo>
                    <a:pt x="1715055" y="2699443"/>
                  </a:lnTo>
                  <a:lnTo>
                    <a:pt x="1757842" y="2699443"/>
                  </a:lnTo>
                  <a:lnTo>
                    <a:pt x="1757842" y="2674446"/>
                  </a:lnTo>
                  <a:lnTo>
                    <a:pt x="1662188" y="2674446"/>
                  </a:lnTo>
                  <a:cubicBezTo>
                    <a:pt x="1786870" y="2674446"/>
                    <a:pt x="1909133" y="2640025"/>
                    <a:pt x="2015571" y="2575013"/>
                  </a:cubicBezTo>
                  <a:lnTo>
                    <a:pt x="2115105" y="2514184"/>
                  </a:lnTo>
                  <a:lnTo>
                    <a:pt x="2115105" y="2450432"/>
                  </a:lnTo>
                  <a:cubicBezTo>
                    <a:pt x="2115105" y="2450432"/>
                    <a:pt x="1722917" y="2615381"/>
                    <a:pt x="1586240" y="2269659"/>
                  </a:cubicBezTo>
                  <a:close/>
                  <a:moveTo>
                    <a:pt x="1260576" y="1189806"/>
                  </a:moveTo>
                  <a:lnTo>
                    <a:pt x="1260576" y="1189806"/>
                  </a:lnTo>
                  <a:close/>
                  <a:moveTo>
                    <a:pt x="1260576" y="1206538"/>
                  </a:moveTo>
                  <a:lnTo>
                    <a:pt x="1344336" y="1206538"/>
                  </a:lnTo>
                  <a:lnTo>
                    <a:pt x="1344336" y="1350824"/>
                  </a:lnTo>
                  <a:lnTo>
                    <a:pt x="1260576" y="1350824"/>
                  </a:lnTo>
                  <a:lnTo>
                    <a:pt x="1260576" y="1206538"/>
                  </a:lnTo>
                  <a:close/>
                  <a:moveTo>
                    <a:pt x="915005" y="1189806"/>
                  </a:moveTo>
                  <a:lnTo>
                    <a:pt x="915005" y="1189806"/>
                  </a:lnTo>
                  <a:close/>
                  <a:moveTo>
                    <a:pt x="915005" y="1206538"/>
                  </a:moveTo>
                  <a:lnTo>
                    <a:pt x="1199949" y="1206538"/>
                  </a:lnTo>
                  <a:lnTo>
                    <a:pt x="1199949" y="1350824"/>
                  </a:lnTo>
                  <a:lnTo>
                    <a:pt x="915005" y="1350824"/>
                  </a:lnTo>
                  <a:lnTo>
                    <a:pt x="915005" y="1206538"/>
                  </a:lnTo>
                  <a:close/>
                  <a:moveTo>
                    <a:pt x="770618" y="1189806"/>
                  </a:moveTo>
                  <a:lnTo>
                    <a:pt x="770618" y="1189806"/>
                  </a:lnTo>
                  <a:close/>
                  <a:moveTo>
                    <a:pt x="770618" y="1206538"/>
                  </a:moveTo>
                  <a:lnTo>
                    <a:pt x="854378" y="1206538"/>
                  </a:lnTo>
                  <a:lnTo>
                    <a:pt x="854378" y="1350824"/>
                  </a:lnTo>
                  <a:lnTo>
                    <a:pt x="770618" y="1350824"/>
                  </a:lnTo>
                  <a:lnTo>
                    <a:pt x="770618" y="1206538"/>
                  </a:lnTo>
                  <a:close/>
                  <a:moveTo>
                    <a:pt x="620486" y="1367203"/>
                  </a:moveTo>
                  <a:lnTo>
                    <a:pt x="709991" y="1367203"/>
                  </a:lnTo>
                  <a:lnTo>
                    <a:pt x="709991" y="1406966"/>
                  </a:lnTo>
                  <a:lnTo>
                    <a:pt x="701322" y="1406966"/>
                  </a:lnTo>
                  <a:lnTo>
                    <a:pt x="701322" y="1432064"/>
                  </a:lnTo>
                  <a:lnTo>
                    <a:pt x="688824" y="1432064"/>
                  </a:lnTo>
                  <a:lnTo>
                    <a:pt x="688824" y="1489314"/>
                  </a:lnTo>
                  <a:lnTo>
                    <a:pt x="791785" y="1489314"/>
                  </a:lnTo>
                  <a:lnTo>
                    <a:pt x="791785" y="1432064"/>
                  </a:lnTo>
                  <a:lnTo>
                    <a:pt x="779286" y="1432064"/>
                  </a:lnTo>
                  <a:lnTo>
                    <a:pt x="779286" y="1406966"/>
                  </a:lnTo>
                  <a:lnTo>
                    <a:pt x="770618" y="1406966"/>
                  </a:lnTo>
                  <a:lnTo>
                    <a:pt x="770618" y="1367203"/>
                  </a:lnTo>
                  <a:lnTo>
                    <a:pt x="854378" y="1367203"/>
                  </a:lnTo>
                  <a:lnTo>
                    <a:pt x="854378" y="1406966"/>
                  </a:lnTo>
                  <a:lnTo>
                    <a:pt x="845709" y="1406966"/>
                  </a:lnTo>
                  <a:lnTo>
                    <a:pt x="845709" y="1432064"/>
                  </a:lnTo>
                  <a:lnTo>
                    <a:pt x="833211" y="1432064"/>
                  </a:lnTo>
                  <a:lnTo>
                    <a:pt x="833211" y="1489314"/>
                  </a:lnTo>
                  <a:lnTo>
                    <a:pt x="936172" y="1489314"/>
                  </a:lnTo>
                  <a:lnTo>
                    <a:pt x="936172" y="1432064"/>
                  </a:lnTo>
                  <a:lnTo>
                    <a:pt x="923673" y="1432064"/>
                  </a:lnTo>
                  <a:lnTo>
                    <a:pt x="923673" y="1406966"/>
                  </a:lnTo>
                  <a:lnTo>
                    <a:pt x="915005" y="1406966"/>
                  </a:lnTo>
                  <a:lnTo>
                    <a:pt x="915005" y="1367203"/>
                  </a:lnTo>
                  <a:lnTo>
                    <a:pt x="1199949" y="1367203"/>
                  </a:lnTo>
                  <a:lnTo>
                    <a:pt x="1199949" y="1406966"/>
                  </a:lnTo>
                  <a:lnTo>
                    <a:pt x="1191280" y="1406966"/>
                  </a:lnTo>
                  <a:lnTo>
                    <a:pt x="1191280" y="1432064"/>
                  </a:lnTo>
                  <a:lnTo>
                    <a:pt x="1178782" y="1432064"/>
                  </a:lnTo>
                  <a:lnTo>
                    <a:pt x="1178782" y="1489314"/>
                  </a:lnTo>
                  <a:lnTo>
                    <a:pt x="1281743" y="1489314"/>
                  </a:lnTo>
                  <a:lnTo>
                    <a:pt x="1281743" y="1432064"/>
                  </a:lnTo>
                  <a:lnTo>
                    <a:pt x="1269244" y="1432064"/>
                  </a:lnTo>
                  <a:lnTo>
                    <a:pt x="1269244" y="1406966"/>
                  </a:lnTo>
                  <a:lnTo>
                    <a:pt x="1260576" y="1406966"/>
                  </a:lnTo>
                  <a:lnTo>
                    <a:pt x="1260576" y="1367203"/>
                  </a:lnTo>
                  <a:lnTo>
                    <a:pt x="1344336" y="1367203"/>
                  </a:lnTo>
                  <a:lnTo>
                    <a:pt x="1344336" y="1406966"/>
                  </a:lnTo>
                  <a:lnTo>
                    <a:pt x="1335667" y="1406966"/>
                  </a:lnTo>
                  <a:lnTo>
                    <a:pt x="1335667" y="1432064"/>
                  </a:lnTo>
                  <a:lnTo>
                    <a:pt x="1323169" y="1432064"/>
                  </a:lnTo>
                  <a:lnTo>
                    <a:pt x="1323169" y="1489314"/>
                  </a:lnTo>
                  <a:lnTo>
                    <a:pt x="1426130" y="1489314"/>
                  </a:lnTo>
                  <a:lnTo>
                    <a:pt x="1426130" y="1432064"/>
                  </a:lnTo>
                  <a:lnTo>
                    <a:pt x="1413631" y="1432064"/>
                  </a:lnTo>
                  <a:lnTo>
                    <a:pt x="1413631" y="1406966"/>
                  </a:lnTo>
                  <a:lnTo>
                    <a:pt x="1404963" y="1406966"/>
                  </a:lnTo>
                  <a:lnTo>
                    <a:pt x="1404963" y="1367203"/>
                  </a:lnTo>
                  <a:lnTo>
                    <a:pt x="1493964" y="1367203"/>
                  </a:lnTo>
                  <a:lnTo>
                    <a:pt x="1493964" y="1489718"/>
                  </a:lnTo>
                  <a:lnTo>
                    <a:pt x="620486" y="1489718"/>
                  </a:lnTo>
                  <a:lnTo>
                    <a:pt x="620486" y="1367203"/>
                  </a:lnTo>
                  <a:close/>
                  <a:moveTo>
                    <a:pt x="1318482" y="1858471"/>
                  </a:moveTo>
                  <a:lnTo>
                    <a:pt x="1318482" y="1858471"/>
                  </a:lnTo>
                  <a:close/>
                  <a:moveTo>
                    <a:pt x="1426079" y="1879940"/>
                  </a:moveTo>
                  <a:lnTo>
                    <a:pt x="1426079" y="2081527"/>
                  </a:lnTo>
                  <a:lnTo>
                    <a:pt x="1318482" y="2081527"/>
                  </a:lnTo>
                  <a:lnTo>
                    <a:pt x="1318482" y="1879940"/>
                  </a:lnTo>
                  <a:lnTo>
                    <a:pt x="1426079" y="1879940"/>
                  </a:lnTo>
                  <a:close/>
                  <a:moveTo>
                    <a:pt x="874435" y="1858471"/>
                  </a:moveTo>
                  <a:lnTo>
                    <a:pt x="874435" y="1858471"/>
                  </a:lnTo>
                  <a:close/>
                  <a:moveTo>
                    <a:pt x="1240518" y="1879940"/>
                  </a:moveTo>
                  <a:lnTo>
                    <a:pt x="1240518" y="2081527"/>
                  </a:lnTo>
                  <a:lnTo>
                    <a:pt x="874435" y="2081527"/>
                  </a:lnTo>
                  <a:lnTo>
                    <a:pt x="874435" y="1879940"/>
                  </a:lnTo>
                  <a:lnTo>
                    <a:pt x="1240518" y="1879940"/>
                  </a:lnTo>
                  <a:close/>
                  <a:moveTo>
                    <a:pt x="688874" y="1858471"/>
                  </a:moveTo>
                  <a:lnTo>
                    <a:pt x="688874" y="1858471"/>
                  </a:lnTo>
                  <a:close/>
                  <a:moveTo>
                    <a:pt x="796472" y="1879940"/>
                  </a:moveTo>
                  <a:lnTo>
                    <a:pt x="796472" y="2081527"/>
                  </a:lnTo>
                  <a:lnTo>
                    <a:pt x="688874" y="2081527"/>
                  </a:lnTo>
                  <a:lnTo>
                    <a:pt x="688874" y="1879940"/>
                  </a:lnTo>
                  <a:lnTo>
                    <a:pt x="796472" y="1879940"/>
                  </a:lnTo>
                  <a:close/>
                  <a:moveTo>
                    <a:pt x="514753" y="2699493"/>
                  </a:moveTo>
                  <a:lnTo>
                    <a:pt x="562177" y="2699493"/>
                  </a:lnTo>
                  <a:lnTo>
                    <a:pt x="562177" y="2733108"/>
                  </a:lnTo>
                  <a:lnTo>
                    <a:pt x="514753" y="2733108"/>
                  </a:lnTo>
                  <a:lnTo>
                    <a:pt x="514753" y="2699493"/>
                  </a:lnTo>
                  <a:close/>
                  <a:moveTo>
                    <a:pt x="599823" y="2937971"/>
                  </a:moveTo>
                  <a:lnTo>
                    <a:pt x="514753" y="2937971"/>
                  </a:lnTo>
                  <a:lnTo>
                    <a:pt x="514753" y="2831432"/>
                  </a:lnTo>
                  <a:lnTo>
                    <a:pt x="599823" y="2831432"/>
                  </a:lnTo>
                  <a:lnTo>
                    <a:pt x="599823" y="2937971"/>
                  </a:lnTo>
                  <a:close/>
                  <a:moveTo>
                    <a:pt x="673201" y="2781691"/>
                  </a:moveTo>
                  <a:lnTo>
                    <a:pt x="599823" y="2781691"/>
                  </a:lnTo>
                  <a:lnTo>
                    <a:pt x="599823" y="2815053"/>
                  </a:lnTo>
                  <a:lnTo>
                    <a:pt x="514753" y="2815053"/>
                  </a:lnTo>
                  <a:lnTo>
                    <a:pt x="514753" y="2758105"/>
                  </a:lnTo>
                  <a:lnTo>
                    <a:pt x="673201" y="2758105"/>
                  </a:lnTo>
                  <a:lnTo>
                    <a:pt x="673201" y="2781691"/>
                  </a:lnTo>
                  <a:close/>
                  <a:moveTo>
                    <a:pt x="578556" y="2733108"/>
                  </a:moveTo>
                  <a:lnTo>
                    <a:pt x="578556" y="2699493"/>
                  </a:lnTo>
                  <a:lnTo>
                    <a:pt x="616807" y="2699493"/>
                  </a:lnTo>
                  <a:lnTo>
                    <a:pt x="616807" y="2733108"/>
                  </a:lnTo>
                  <a:lnTo>
                    <a:pt x="578556" y="2733108"/>
                  </a:lnTo>
                  <a:close/>
                  <a:moveTo>
                    <a:pt x="673201" y="2733108"/>
                  </a:moveTo>
                  <a:lnTo>
                    <a:pt x="633186" y="2733108"/>
                  </a:lnTo>
                  <a:lnTo>
                    <a:pt x="633186" y="2699493"/>
                  </a:lnTo>
                  <a:lnTo>
                    <a:pt x="673201" y="2699493"/>
                  </a:lnTo>
                  <a:lnTo>
                    <a:pt x="673201" y="2733108"/>
                  </a:lnTo>
                  <a:close/>
                  <a:moveTo>
                    <a:pt x="1326999" y="2781691"/>
                  </a:moveTo>
                  <a:lnTo>
                    <a:pt x="787904" y="2781691"/>
                  </a:lnTo>
                  <a:lnTo>
                    <a:pt x="787904" y="2758105"/>
                  </a:lnTo>
                  <a:lnTo>
                    <a:pt x="1326999" y="2758105"/>
                  </a:lnTo>
                  <a:lnTo>
                    <a:pt x="1326999" y="2781691"/>
                  </a:lnTo>
                  <a:close/>
                  <a:moveTo>
                    <a:pt x="787904" y="2733108"/>
                  </a:moveTo>
                  <a:lnTo>
                    <a:pt x="787904" y="2699493"/>
                  </a:lnTo>
                  <a:lnTo>
                    <a:pt x="818898" y="2699493"/>
                  </a:lnTo>
                  <a:lnTo>
                    <a:pt x="818898" y="2733108"/>
                  </a:lnTo>
                  <a:lnTo>
                    <a:pt x="787904" y="2733108"/>
                  </a:lnTo>
                  <a:close/>
                  <a:moveTo>
                    <a:pt x="835328" y="2733108"/>
                  </a:moveTo>
                  <a:lnTo>
                    <a:pt x="835328" y="2699493"/>
                  </a:lnTo>
                  <a:lnTo>
                    <a:pt x="873579" y="2699493"/>
                  </a:lnTo>
                  <a:lnTo>
                    <a:pt x="873579" y="2733108"/>
                  </a:lnTo>
                  <a:lnTo>
                    <a:pt x="835328" y="2733108"/>
                  </a:lnTo>
                  <a:close/>
                  <a:moveTo>
                    <a:pt x="889958" y="2733108"/>
                  </a:moveTo>
                  <a:lnTo>
                    <a:pt x="889958" y="2699493"/>
                  </a:lnTo>
                  <a:lnTo>
                    <a:pt x="928209" y="2699493"/>
                  </a:lnTo>
                  <a:lnTo>
                    <a:pt x="928209" y="2733108"/>
                  </a:lnTo>
                  <a:lnTo>
                    <a:pt x="889958" y="2733108"/>
                  </a:lnTo>
                  <a:close/>
                  <a:moveTo>
                    <a:pt x="944588" y="2733108"/>
                  </a:moveTo>
                  <a:lnTo>
                    <a:pt x="944588" y="2699493"/>
                  </a:lnTo>
                  <a:lnTo>
                    <a:pt x="982839" y="2699493"/>
                  </a:lnTo>
                  <a:lnTo>
                    <a:pt x="982839" y="2733108"/>
                  </a:lnTo>
                  <a:lnTo>
                    <a:pt x="944588" y="2733108"/>
                  </a:lnTo>
                  <a:close/>
                  <a:moveTo>
                    <a:pt x="999218" y="2733108"/>
                  </a:moveTo>
                  <a:lnTo>
                    <a:pt x="999218" y="2699493"/>
                  </a:lnTo>
                  <a:lnTo>
                    <a:pt x="1037469" y="2699493"/>
                  </a:lnTo>
                  <a:lnTo>
                    <a:pt x="1037469" y="2733108"/>
                  </a:lnTo>
                  <a:lnTo>
                    <a:pt x="999218" y="2733108"/>
                  </a:lnTo>
                  <a:close/>
                  <a:moveTo>
                    <a:pt x="1053848" y="2733108"/>
                  </a:moveTo>
                  <a:lnTo>
                    <a:pt x="1053848" y="2699493"/>
                  </a:lnTo>
                  <a:lnTo>
                    <a:pt x="1092099" y="2699493"/>
                  </a:lnTo>
                  <a:lnTo>
                    <a:pt x="1092099" y="2733108"/>
                  </a:lnTo>
                  <a:lnTo>
                    <a:pt x="1053848" y="2733108"/>
                  </a:lnTo>
                  <a:close/>
                  <a:moveTo>
                    <a:pt x="1108478" y="2733108"/>
                  </a:moveTo>
                  <a:lnTo>
                    <a:pt x="1108478" y="2699493"/>
                  </a:lnTo>
                  <a:lnTo>
                    <a:pt x="1146730" y="2699493"/>
                  </a:lnTo>
                  <a:lnTo>
                    <a:pt x="1146730" y="2733108"/>
                  </a:lnTo>
                  <a:lnTo>
                    <a:pt x="1108478" y="2733108"/>
                  </a:lnTo>
                  <a:close/>
                  <a:moveTo>
                    <a:pt x="1163109" y="2733108"/>
                  </a:moveTo>
                  <a:lnTo>
                    <a:pt x="1163109" y="2699493"/>
                  </a:lnTo>
                  <a:lnTo>
                    <a:pt x="1201360" y="2699493"/>
                  </a:lnTo>
                  <a:lnTo>
                    <a:pt x="1201360" y="2733108"/>
                  </a:lnTo>
                  <a:lnTo>
                    <a:pt x="1163109" y="2733108"/>
                  </a:lnTo>
                  <a:close/>
                  <a:moveTo>
                    <a:pt x="1217739" y="2733108"/>
                  </a:moveTo>
                  <a:lnTo>
                    <a:pt x="1217739" y="2699493"/>
                  </a:lnTo>
                  <a:lnTo>
                    <a:pt x="1255990" y="2699493"/>
                  </a:lnTo>
                  <a:lnTo>
                    <a:pt x="1255990" y="2733108"/>
                  </a:lnTo>
                  <a:lnTo>
                    <a:pt x="1217739" y="2733108"/>
                  </a:lnTo>
                  <a:close/>
                  <a:moveTo>
                    <a:pt x="1272369" y="2733108"/>
                  </a:moveTo>
                  <a:lnTo>
                    <a:pt x="1272369" y="2699493"/>
                  </a:lnTo>
                  <a:lnTo>
                    <a:pt x="1310620" y="2699493"/>
                  </a:lnTo>
                  <a:lnTo>
                    <a:pt x="1310620" y="2733108"/>
                  </a:lnTo>
                  <a:lnTo>
                    <a:pt x="1272369" y="2733108"/>
                  </a:lnTo>
                  <a:close/>
                  <a:moveTo>
                    <a:pt x="548469" y="2244712"/>
                  </a:moveTo>
                  <a:lnTo>
                    <a:pt x="548469" y="2098007"/>
                  </a:lnTo>
                  <a:lnTo>
                    <a:pt x="610961" y="2098007"/>
                  </a:lnTo>
                  <a:lnTo>
                    <a:pt x="610961" y="2137518"/>
                  </a:lnTo>
                  <a:lnTo>
                    <a:pt x="599823" y="2137518"/>
                  </a:lnTo>
                  <a:lnTo>
                    <a:pt x="599823" y="2169722"/>
                  </a:lnTo>
                  <a:lnTo>
                    <a:pt x="583797" y="2169722"/>
                  </a:lnTo>
                  <a:lnTo>
                    <a:pt x="583797" y="2243251"/>
                  </a:lnTo>
                  <a:lnTo>
                    <a:pt x="716089" y="2243251"/>
                  </a:lnTo>
                  <a:lnTo>
                    <a:pt x="716089" y="2169722"/>
                  </a:lnTo>
                  <a:lnTo>
                    <a:pt x="700012" y="2169722"/>
                  </a:lnTo>
                  <a:lnTo>
                    <a:pt x="700012" y="2137518"/>
                  </a:lnTo>
                  <a:lnTo>
                    <a:pt x="688874" y="2137518"/>
                  </a:lnTo>
                  <a:lnTo>
                    <a:pt x="688874" y="2098007"/>
                  </a:lnTo>
                  <a:lnTo>
                    <a:pt x="796472" y="2098007"/>
                  </a:lnTo>
                  <a:lnTo>
                    <a:pt x="796472" y="2137518"/>
                  </a:lnTo>
                  <a:lnTo>
                    <a:pt x="785334" y="2137518"/>
                  </a:lnTo>
                  <a:lnTo>
                    <a:pt x="785334" y="2169722"/>
                  </a:lnTo>
                  <a:lnTo>
                    <a:pt x="769257" y="2169722"/>
                  </a:lnTo>
                  <a:lnTo>
                    <a:pt x="769257" y="2243251"/>
                  </a:lnTo>
                  <a:lnTo>
                    <a:pt x="901549" y="2243251"/>
                  </a:lnTo>
                  <a:lnTo>
                    <a:pt x="901549" y="2169722"/>
                  </a:lnTo>
                  <a:lnTo>
                    <a:pt x="885472" y="2169722"/>
                  </a:lnTo>
                  <a:lnTo>
                    <a:pt x="885472" y="2137518"/>
                  </a:lnTo>
                  <a:lnTo>
                    <a:pt x="874335" y="2137518"/>
                  </a:lnTo>
                  <a:lnTo>
                    <a:pt x="874335" y="2098007"/>
                  </a:lnTo>
                  <a:lnTo>
                    <a:pt x="1240417" y="2098007"/>
                  </a:lnTo>
                  <a:lnTo>
                    <a:pt x="1240417" y="2137518"/>
                  </a:lnTo>
                  <a:lnTo>
                    <a:pt x="1229280" y="2137518"/>
                  </a:lnTo>
                  <a:lnTo>
                    <a:pt x="1229280" y="2169722"/>
                  </a:lnTo>
                  <a:lnTo>
                    <a:pt x="1213253" y="2169722"/>
                  </a:lnTo>
                  <a:lnTo>
                    <a:pt x="1213253" y="2243251"/>
                  </a:lnTo>
                  <a:lnTo>
                    <a:pt x="1345545" y="2243251"/>
                  </a:lnTo>
                  <a:lnTo>
                    <a:pt x="1345545" y="2169722"/>
                  </a:lnTo>
                  <a:lnTo>
                    <a:pt x="1329468" y="2169722"/>
                  </a:lnTo>
                  <a:lnTo>
                    <a:pt x="1329468" y="2137518"/>
                  </a:lnTo>
                  <a:lnTo>
                    <a:pt x="1318331" y="2137518"/>
                  </a:lnTo>
                  <a:lnTo>
                    <a:pt x="1318331" y="2098007"/>
                  </a:lnTo>
                  <a:lnTo>
                    <a:pt x="1425928" y="2098007"/>
                  </a:lnTo>
                  <a:lnTo>
                    <a:pt x="1425928" y="2137518"/>
                  </a:lnTo>
                  <a:lnTo>
                    <a:pt x="1414790" y="2137518"/>
                  </a:lnTo>
                  <a:lnTo>
                    <a:pt x="1414790" y="2169722"/>
                  </a:lnTo>
                  <a:lnTo>
                    <a:pt x="1398764" y="2169722"/>
                  </a:lnTo>
                  <a:lnTo>
                    <a:pt x="1398764" y="2243251"/>
                  </a:lnTo>
                  <a:lnTo>
                    <a:pt x="1531056" y="2243251"/>
                  </a:lnTo>
                  <a:lnTo>
                    <a:pt x="1531056" y="2169722"/>
                  </a:lnTo>
                  <a:lnTo>
                    <a:pt x="1514979" y="2169722"/>
                  </a:lnTo>
                  <a:lnTo>
                    <a:pt x="1514979" y="2137518"/>
                  </a:lnTo>
                  <a:lnTo>
                    <a:pt x="1503842" y="2137518"/>
                  </a:lnTo>
                  <a:lnTo>
                    <a:pt x="1503842" y="2098007"/>
                  </a:lnTo>
                  <a:lnTo>
                    <a:pt x="1564570" y="2098007"/>
                  </a:lnTo>
                  <a:lnTo>
                    <a:pt x="1564570" y="2244712"/>
                  </a:lnTo>
                  <a:lnTo>
                    <a:pt x="548519" y="2244712"/>
                  </a:lnTo>
                  <a:close/>
                  <a:moveTo>
                    <a:pt x="1534634" y="2699544"/>
                  </a:moveTo>
                  <a:lnTo>
                    <a:pt x="1534634" y="2733158"/>
                  </a:lnTo>
                  <a:lnTo>
                    <a:pt x="1496383" y="2733158"/>
                  </a:lnTo>
                  <a:lnTo>
                    <a:pt x="1496383" y="2699544"/>
                  </a:lnTo>
                  <a:lnTo>
                    <a:pt x="1534634" y="2699544"/>
                  </a:lnTo>
                  <a:close/>
                  <a:moveTo>
                    <a:pt x="1480004" y="2699544"/>
                  </a:moveTo>
                  <a:lnTo>
                    <a:pt x="1480004" y="2733158"/>
                  </a:lnTo>
                  <a:lnTo>
                    <a:pt x="1441702" y="2733158"/>
                  </a:lnTo>
                  <a:lnTo>
                    <a:pt x="1441702" y="2699544"/>
                  </a:lnTo>
                  <a:lnTo>
                    <a:pt x="1480004" y="2699544"/>
                  </a:lnTo>
                  <a:close/>
                  <a:moveTo>
                    <a:pt x="1600150" y="2938022"/>
                  </a:moveTo>
                  <a:lnTo>
                    <a:pt x="1515080" y="2938022"/>
                  </a:lnTo>
                  <a:lnTo>
                    <a:pt x="1515080" y="2831483"/>
                  </a:lnTo>
                  <a:lnTo>
                    <a:pt x="1600150" y="2831483"/>
                  </a:lnTo>
                  <a:lnTo>
                    <a:pt x="1600150" y="2938022"/>
                  </a:lnTo>
                  <a:close/>
                  <a:moveTo>
                    <a:pt x="1600150" y="2815104"/>
                  </a:moveTo>
                  <a:lnTo>
                    <a:pt x="1515080" y="2815104"/>
                  </a:lnTo>
                  <a:lnTo>
                    <a:pt x="1515080" y="2781741"/>
                  </a:lnTo>
                  <a:lnTo>
                    <a:pt x="1441702" y="2781741"/>
                  </a:lnTo>
                  <a:lnTo>
                    <a:pt x="1441702" y="2758155"/>
                  </a:lnTo>
                  <a:lnTo>
                    <a:pt x="1600150" y="2758155"/>
                  </a:lnTo>
                  <a:lnTo>
                    <a:pt x="1600150" y="2815104"/>
                  </a:lnTo>
                  <a:close/>
                  <a:moveTo>
                    <a:pt x="1600150" y="2733158"/>
                  </a:moveTo>
                  <a:lnTo>
                    <a:pt x="1551013" y="2733158"/>
                  </a:lnTo>
                  <a:lnTo>
                    <a:pt x="1551013" y="2699544"/>
                  </a:lnTo>
                  <a:lnTo>
                    <a:pt x="1600150" y="2699544"/>
                  </a:lnTo>
                  <a:lnTo>
                    <a:pt x="1600150" y="273315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5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5" name="图形 24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922898" y="0"/>
              <a:ext cx="739936" cy="1758043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4b958f49d2e749d2"/>
    <p:sldLayoutId id="2147483652" r:id="R17461903b1d64b8f"/>
    <p:sldLayoutId id="2147483650" r:id="Rac26014a475a4470"/>
    <p:sldLayoutId id="2147483656" r:id="Rf4435597890345d3"/>
    <p:sldLayoutId id="2147483655" r:id="Rad494b19f72948b6"/>
    <p:sldLayoutId id="2147483654" r:id="R304cc4aaf0ae467d"/>
    <p:sldLayoutId id="2147483651" r:id="Re61f56ecf15442fd"/>
    <p:sldLayoutId id="2147483649" r:id="Rfbdb82f867c4430d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theme/theme3.xml><?xml version="1.0" encoding="utf-8"?>
<a:theme xmlns:a="http://schemas.openxmlformats.org/drawingml/2006/main" name="第一PPT，www.1ppt.com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D77737"/>
      </a:accent1>
      <a:accent2>
        <a:srgbClr val="CA482E"/>
      </a:accent2>
      <a:accent3>
        <a:srgbClr val="B51F09"/>
      </a:accent3>
      <a:accent4>
        <a:srgbClr val="9C9C9C"/>
      </a:accent4>
      <a:accent5>
        <a:srgbClr val="A4A4A4"/>
      </a:accent5>
      <a:accent6>
        <a:srgbClr val="757575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cf30f8705d2f447b" /><Relationship Type="http://schemas.openxmlformats.org/officeDocument/2006/relationships/image" Target="/ppt/media/image2.bin" Id="R2861f47d0df54964" /><Relationship Type="http://schemas.openxmlformats.org/officeDocument/2006/relationships/image" Target="/ppt/media/image3.bin" Id="R8b9750fd909f44e1" /><Relationship Type="http://schemas.openxmlformats.org/officeDocument/2006/relationships/slideLayout" Target="/ppt/slideLayouts/slideLayout5.xml" Id="Rd48f9e3ca45a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4.bin" Id="Rf54263ef00214411" /><Relationship Type="http://schemas.openxmlformats.org/officeDocument/2006/relationships/slideLayout" Target="/ppt/slideLayouts/slideLayout6.xml" Id="R43ecdf0299be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bin" Id="R9499709653cf4b5b" /><Relationship Type="http://schemas.openxmlformats.org/officeDocument/2006/relationships/notesSlide" Target="/ppt/notesSlides/notesSlide1.xml" Id="Rd02daad05b4046f4" /><Relationship Type="http://schemas.openxmlformats.org/officeDocument/2006/relationships/slideLayout" Target="/ppt/slideLayouts/slideLayout8.xml" Id="R62c2245307834d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bin" Id="R93c68bc3b97a4a54" /><Relationship Type="http://schemas.openxmlformats.org/officeDocument/2006/relationships/image" Target="/ppt/media/image6.bin" Id="R4f4bf242f2c94912" /><Relationship Type="http://schemas.openxmlformats.org/officeDocument/2006/relationships/image" Target="/ppt/media/image7.bin" Id="R539c4ed6cd8a4156" /><Relationship Type="http://schemas.openxmlformats.org/officeDocument/2006/relationships/slideLayout" Target="/ppt/slideLayouts/slideLayout7.xml" Id="Rf6e561d3cd5b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8.bin" Id="Re3d28f3c0787485f" /><Relationship Type="http://schemas.openxmlformats.org/officeDocument/2006/relationships/slideLayout" Target="/ppt/slideLayouts/slideLayout7.xml" Id="Rea0580efaadc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9.bin" Id="R7d4cc180a5af483d" /><Relationship Type="http://schemas.openxmlformats.org/officeDocument/2006/relationships/image" Target="/ppt/media/image10.bin" Id="Rd8b6f37ff23a4456" /><Relationship Type="http://schemas.openxmlformats.org/officeDocument/2006/relationships/image" Target="/ppt/media/image11.bin" Id="R3c7a4235f14c46e7" /><Relationship Type="http://schemas.openxmlformats.org/officeDocument/2006/relationships/image" Target="/ppt/media/image12.bin" Id="Reaf4d46613264249" /><Relationship Type="http://schemas.openxmlformats.org/officeDocument/2006/relationships/slideLayout" Target="/ppt/slideLayouts/slideLayout7.xml" Id="R6386f95e66b6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bin" Id="R8efbc283c3ab46b7" /><Relationship Type="http://schemas.openxmlformats.org/officeDocument/2006/relationships/slideLayout" Target="/ppt/slideLayouts/slideLayout8.xml" Id="Rb0aed6f984f94e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3.bin" Id="Rc4a2be365dc048dc" /><Relationship Type="http://schemas.openxmlformats.org/officeDocument/2006/relationships/image" Target="/ppt/media/image14.bin" Id="R736fd48f2c244adc" /><Relationship Type="http://schemas.openxmlformats.org/officeDocument/2006/relationships/image" Target="/ppt/media/image15.bin" Id="Rbe71a629ec2549bf" /><Relationship Type="http://schemas.openxmlformats.org/officeDocument/2006/relationships/slideLayout" Target="/ppt/slideLayouts/slideLayout7.xml" Id="Rf9db3207fb4d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6.bin" Id="Rd2c94c5bbb9940e7" /><Relationship Type="http://schemas.openxmlformats.org/officeDocument/2006/relationships/slideLayout" Target="/ppt/slideLayouts/slideLayout7.xml" Id="Raed036e66fda47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f32e6dd43e41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.bin" Id="R928ab88d78cc4c6b" /><Relationship Type="http://schemas.openxmlformats.org/officeDocument/2006/relationships/slideLayout" Target="/ppt/slideLayouts/slideLayout8.xml" Id="R4776d70daba947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7.bin" Id="Rbb477971b0694767" /><Relationship Type="http://schemas.openxmlformats.org/officeDocument/2006/relationships/slideLayout" Target="/ppt/slideLayouts/slideLayout7.xml" Id="R642296425ba14d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e8c9c98f944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.bin" Id="R55be258f6eb14ac6" /><Relationship Type="http://schemas.openxmlformats.org/officeDocument/2006/relationships/slideLayout" Target="/ppt/slideLayouts/slideLayout8.xml" Id="R81d32978734843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8.bin" Id="R1514bae4f1e14b3d" /><Relationship Type="http://schemas.openxmlformats.org/officeDocument/2006/relationships/slideLayout" Target="/ppt/slideLayouts/slideLayout7.xml" Id="R98f210c5dfd845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9.bin" Id="Ra04cfc8f6f4f4ab9" /><Relationship Type="http://schemas.openxmlformats.org/officeDocument/2006/relationships/slideLayout" Target="/ppt/slideLayouts/slideLayout7.xml" Id="R7eb795dcf8294d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.bin" Id="R7c5468728ae54703" /><Relationship Type="http://schemas.openxmlformats.org/officeDocument/2006/relationships/slideLayout" Target="/ppt/slideLayouts/slideLayout8.xml" Id="R49e97a8eb2c74a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158fc88fd842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dfddb580654d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4ed13743f74c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.bin" Id="R2e33c52a74ad4a86" /><Relationship Type="http://schemas.openxmlformats.org/officeDocument/2006/relationships/image" Target="/ppt/media/image2.bin" Id="Rb80dd024c24b4386" /><Relationship Type="http://schemas.openxmlformats.org/officeDocument/2006/relationships/image" Target="/ppt/media/image3.bin" Id="R3fb992454b25482d" /><Relationship Type="http://schemas.openxmlformats.org/officeDocument/2006/relationships/slideLayout" Target="/ppt/slideLayouts/slideLayout5.xml" Id="Rffa568bc902c41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2eafe2162ecd4bf4977735cb51ea8106" /><Relationship Type="http://schemas.openxmlformats.org/officeDocument/2006/relationships/image" Target="/ppt/media/image20.bin" Id="R168ecdf2ef614a68" /><Relationship Type="http://schemas.openxmlformats.org/officeDocument/2006/relationships/image" Target="/ppt/media/image21.bin" Id="R13a1f7165f734fc0" /><Relationship Type="http://schemas.openxmlformats.org/officeDocument/2006/relationships/image" Target="/ppt/media/image22.bin" Id="Re835538c751e478f" /><Relationship Type="http://schemas.openxmlformats.org/officeDocument/2006/relationships/customXml" Target="/ppt/customXML/item.xml" Id="Rc4d38e6d11e941f7" /><Relationship Type="http://schemas.openxmlformats.org/officeDocument/2006/relationships/customXml" Target="/ppt/customXML/item2.xml" Id="Rceaa9cb278b44660" /><Relationship Type="http://schemas.openxmlformats.org/officeDocument/2006/relationships/slideLayout" Target="/ppt/slideLayouts/slideLayout1.xml" Id="Re486f644eb1e48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ee74f51424894f87a754e5317b368a12" /><Relationship Type="http://schemas.openxmlformats.org/officeDocument/2006/relationships/image" Target="/ppt/media/image23.bin" Id="R60813ff20e3d4325" /><Relationship Type="http://schemas.openxmlformats.org/officeDocument/2006/relationships/image" Target="/ppt/media/image24.bin" Id="Rb227b1bfa43541c2" /><Relationship Type="http://schemas.openxmlformats.org/officeDocument/2006/relationships/image" Target="/ppt/media/image25.bin" Id="R3f06140247c04410" /><Relationship Type="http://schemas.openxmlformats.org/officeDocument/2006/relationships/image" Target="/ppt/media/image21.bin" Id="R6003209410d646ad" /><Relationship Type="http://schemas.openxmlformats.org/officeDocument/2006/relationships/image" Target="/ppt/media/image26.bin" Id="Rd079d872eac049df" /><Relationship Type="http://schemas.openxmlformats.org/officeDocument/2006/relationships/image" Target="/ppt/media/image27.bin" Id="Re148539c67604361" /><Relationship Type="http://schemas.openxmlformats.org/officeDocument/2006/relationships/image" Target="/ppt/media/image22.bin" Id="Re599d863e8734c97" /><Relationship Type="http://schemas.openxmlformats.org/officeDocument/2006/relationships/customXml" Target="/ppt/customXML/item3.xml" Id="Rc6bb05d57dde4462" /><Relationship Type="http://schemas.openxmlformats.org/officeDocument/2006/relationships/customXml" Target="/ppt/customXML/item4.xml" Id="Re24bd7e957494c55" /><Relationship Type="http://schemas.openxmlformats.org/officeDocument/2006/relationships/customXml" Target="/ppt/customXML/item5.xml" Id="R9931cf17508b4e22" /><Relationship Type="http://schemas.openxmlformats.org/officeDocument/2006/relationships/slideLayout" Target="/ppt/slideLayouts/slideLayout1.xml" Id="R7696a03a22e14c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28.bin" Id="R2a41e7050a264c8f" /><Relationship Type="http://schemas.openxmlformats.org/officeDocument/2006/relationships/image" Target="/ppt/media/image29.bin" Id="R55504619c47d4e3b" /><Relationship Type="http://schemas.openxmlformats.org/officeDocument/2006/relationships/image" Target="/ppt/media/image27.bin" Id="Rdbaf462d873d4de4" /><Relationship Type="http://schemas.openxmlformats.org/officeDocument/2006/relationships/image" Target="/ppt/media/image30.bin" Id="Refae3e3badec40ff" /><Relationship Type="http://schemas.openxmlformats.org/officeDocument/2006/relationships/customXml" Target="/ppt/customXML/item6.xml" Id="R708258cc7cc0446d" /><Relationship Type="http://schemas.openxmlformats.org/officeDocument/2006/relationships/customXml" Target="/ppt/customXML/item7.xml" Id="R46cc9140dc2a4221" /><Relationship Type="http://schemas.openxmlformats.org/officeDocument/2006/relationships/customXml" Target="/ppt/customXML/item8.xml" Id="Rd8f84b3c36c84c24" /><Relationship Type="http://schemas.openxmlformats.org/officeDocument/2006/relationships/slideLayout" Target="/ppt/slideLayouts/slideLayout1.xml" Id="R3a1e6b2ca16c43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1a6cb98deb2a4c4a89330e3d4984dff9" /><Relationship Type="http://schemas.openxmlformats.org/officeDocument/2006/relationships/hyperlink" Target="https://storyset.com/" TargetMode="External" Id="Rb6c9fedd377843a5957e9fa247b6cc12" /><Relationship Type="http://schemas.openxmlformats.org/officeDocument/2006/relationships/slideLayout" Target="/ppt/slideLayouts/slideLayout1.xml" Id="R93ebb41f91ab4f8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F911A77-5BB3-5DA1-0407-EB56B8668489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prstGeom prst="rect">
            <a:avLst/>
          </a:prstGeom>
          <a:blipFill dpi="0" rotWithShape="1">
            <a:blip r:embed="Rcf30f8705d2f447b">
              <a:alphaModFix amt="15000"/>
            </a:blip>
            <a:stretch>
              <a:fillRect l="-380" b="-18931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F7D0A371-4D1F-F23A-28AF-ECCD57212594}"/>
              </a:ext>
            </a:extLst>
          </p:cNvPr>
          <p:cNvPicPr>
            <a:picLocks noChangeAspect="1"/>
          </p:cNvPicPr>
          <p:nvPr/>
        </p:nvPicPr>
        <p:blipFill>
          <a:blip r:embed="R2861f47d0df549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0" y="2799872"/>
            <a:ext cx="12192000" cy="4095909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118E734A-3102-73C3-EDB0-8FD1463F0BA4}"/>
              </a:ext>
            </a:extLst>
          </p:cNvPr>
          <p:cNvGrpSpPr/>
          <p:nvPr/>
        </p:nvGrpSpPr>
        <p:grpSpPr>
          <a:xfrm>
            <a:off x="3469037" y="3857367"/>
            <a:ext cx="2577208" cy="540530"/>
            <a:chOff x="2689598" y="1751067"/>
            <a:chExt cx="4584784" cy="961589"/>
          </a:xfrm>
        </p:grpSpPr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5D6A93B5-5625-20BA-EA69-CAD96FDC5FE0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7" name="副标题 8">
              <a:extLst>
                <a:ext uri="{FF2B5EF4-FFF2-40B4-BE49-F238E27FC236}">
                  <a16:creationId xmlns:a16="http://schemas.microsoft.com/office/drawing/2014/main" id="{BE90452C-BE29-156C-C636-97151A38B03F}"/>
                </a:ext>
              </a:extLst>
            </p:cNvPr>
            <p:cNvSpPr txBox="1"/>
            <p:nvPr/>
          </p:nvSpPr>
          <p:spPr>
            <a:xfrm>
              <a:off x="3223039" y="1852153"/>
              <a:ext cx="3517900" cy="860503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>
                  <a:latin typeface="+mn-ea"/>
                  <a:sym typeface="Times New Roman"/>
                </a:rPr>
                <a:t>XX</a:t>
              </a:r>
              <a:r>
                <a:rPr lang="en-US" sz="1400">
                  <a:latin typeface="+mn-ea"/>
                  <a:sym typeface="Times New Roman"/>
                </a:rPr>
                <a:t>PPT</a:t>
              </a:r>
              <a:endParaRPr lang="en" sz="1400">
                <a:latin typeface="+mn-ea"/>
                <a:sym typeface="Times New Roman"/>
              </a:endParaRPr>
            </a:p>
          </p:txBody>
        </p:sp>
      </p:grpSp>
      <p:sp>
        <p:nvSpPr>
          <p:cNvPr id="14" name="文本占位符 6">
            <a:extLst>
              <a:ext uri="{FF2B5EF4-FFF2-40B4-BE49-F238E27FC236}">
                <a16:creationId xmlns:a16="http://schemas.microsoft.com/office/drawing/2014/main" id="{46E42FEF-5A19-949A-C670-6714398E9FCB}"/>
              </a:ext>
            </a:extLst>
          </p:cNvPr>
          <p:cNvSpPr txBox="1"/>
          <p:nvPr/>
        </p:nvSpPr>
        <p:spPr>
          <a:xfrm>
            <a:off x="698390" y="484229"/>
            <a:ext cx="1925541" cy="507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600" b="1">
                <a:latin typeface="Times New Roman"/>
                <a:ea typeface="微软雅黑"/>
                <a:sym typeface="Times New Roman"/>
              </a:rPr>
              <a:t>LOGO HERE</a:t>
            </a:r>
            <a:endParaRPr lang="en-US" sz="1600" b="1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219EDE-0DBA-154E-B335-09CE2E0E7DCC}"/>
              </a:ext>
            </a:extLst>
          </p:cNvPr>
          <p:cNvSpPr txBox="1"/>
          <p:nvPr/>
        </p:nvSpPr>
        <p:spPr>
          <a:xfrm>
            <a:off x="8395031" y="977694"/>
            <a:ext cx="738664" cy="160106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Times New Roman"/>
                <a:ea typeface="微软雅黑"/>
                <a:sym typeface="Times New Roman"/>
              </a:rPr>
              <a:t>千年古城人文之行 </a:t>
            </a:r>
            <a:endParaRPr lang="en-US" altLang="zh-CN" sz="1200">
              <a:latin typeface="Times New Roman"/>
              <a:ea typeface="微软雅黑"/>
              <a:sym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Times New Roman"/>
                <a:ea typeface="微软雅黑"/>
                <a:sym typeface="Times New Roman"/>
              </a:rPr>
              <a:t>领略世界文化遗产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456861-6696-4464-C063-DC8EF19F348A}"/>
              </a:ext>
            </a:extLst>
          </p:cNvPr>
          <p:cNvSpPr txBox="1"/>
          <p:nvPr/>
        </p:nvSpPr>
        <p:spPr>
          <a:xfrm>
            <a:off x="11239696" y="533207"/>
            <a:ext cx="507831" cy="226666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285750" indent="-285750" algn="dist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1400">
                <a:latin typeface="Times New Roman"/>
                <a:ea typeface="微软雅黑"/>
                <a:sym typeface="Times New Roman"/>
              </a:rPr>
              <a:t>古城人文之旅</a:t>
            </a:r>
          </a:p>
        </p:txBody>
      </p:sp>
      <p:pic>
        <p:nvPicPr>
          <p:cNvPr id="18" name="图片 17" descr="图片包含 前, 蛋糕, 桌子, 大&#10;&#10;描述已自动生成">
            <a:extLst>
              <a:ext uri="{FF2B5EF4-FFF2-40B4-BE49-F238E27FC236}">
                <a16:creationId xmlns:a16="http://schemas.microsoft.com/office/drawing/2014/main" id="{C6A1E858-A8EA-EC4A-5C10-7E61459ECD67}"/>
              </a:ext>
            </a:extLst>
          </p:cNvPr>
          <p:cNvPicPr>
            <a:picLocks noChangeAspect="1"/>
          </p:cNvPicPr>
          <p:nvPr/>
        </p:nvPicPr>
        <p:blipFill>
          <a:blip r:embed="R2861f47d0df549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-72099" y="2630671"/>
            <a:ext cx="4230401" cy="1732605"/>
          </a:xfrm>
          <a:prstGeom prst="rect">
            <a:avLst/>
          </a:prstGeom>
        </p:spPr>
      </p:pic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5A06B70-F4AA-846F-2084-EDAA7BA5D8EB}"/>
              </a:ext>
            </a:extLst>
          </p:cNvPr>
          <p:cNvCxnSpPr/>
          <p:nvPr/>
        </p:nvCxnSpPr>
        <p:spPr>
          <a:xfrm>
            <a:off x="8338421" y="770950"/>
            <a:ext cx="73499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7FB9862-9E95-FF4A-A988-0C4FA0BD7320}"/>
              </a:ext>
            </a:extLst>
          </p:cNvPr>
          <p:cNvGrpSpPr/>
          <p:nvPr/>
        </p:nvGrpSpPr>
        <p:grpSpPr>
          <a:xfrm>
            <a:off x="3126244" y="992061"/>
            <a:ext cx="6190797" cy="2967902"/>
            <a:chOff x="3577161" y="1042901"/>
            <a:chExt cx="5384375" cy="2581299"/>
          </a:xfrm>
        </p:grpSpPr>
        <p:pic>
          <p:nvPicPr>
            <p:cNvPr id="11" name="图片 10" descr="图片包含 前, 蛋糕, 桌子, 大&#10;&#10;描述已自动生成">
              <a:extLst>
                <a:ext uri="{FF2B5EF4-FFF2-40B4-BE49-F238E27FC236}">
                  <a16:creationId xmlns:a16="http://schemas.microsoft.com/office/drawing/2014/main" id="{FFB0782D-6490-77F1-C307-E2C2358086E1}"/>
                </a:ext>
              </a:extLst>
            </p:cNvPr>
            <p:cNvPicPr>
              <a:picLocks noChangeAspect="1"/>
            </p:cNvPicPr>
            <p:nvPr/>
          </p:nvPicPr>
          <p:blipFill>
            <a:blip r:embed="R2861f47d0df5496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92" t="12089" r="17669" b="57147"/>
            <a:stretch>
              <a:fillRect/>
            </a:stretch>
          </p:blipFill>
          <p:spPr>
            <a:xfrm>
              <a:off x="3577161" y="1042901"/>
              <a:ext cx="3317921" cy="2581299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3A7385E-177A-F43E-6145-A696A548D5A4}"/>
                </a:ext>
              </a:extLst>
            </p:cNvPr>
            <p:cNvPicPr>
              <a:picLocks noChangeAspect="1"/>
            </p:cNvPicPr>
            <p:nvPr/>
          </p:nvPicPr>
          <p:blipFill>
            <a:blip r:embed="R8b9750fd909f44e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890" t="30487" r="8795" b="34096"/>
            <a:stretch>
              <a:fillRect/>
            </a:stretch>
          </p:blipFill>
          <p:spPr>
            <a:xfrm>
              <a:off x="6637729" y="1234734"/>
              <a:ext cx="2323807" cy="2389466"/>
            </a:xfrm>
            <a:custGeom>
              <a:avLst/>
              <a:gdLst>
                <a:gd name="connsiteX0" fmla="*/ 713668 w 2323807"/>
                <a:gd name="connsiteY0" fmla="*/ 0 h 2389466"/>
                <a:gd name="connsiteX1" fmla="*/ 1310016 w 2323807"/>
                <a:gd name="connsiteY1" fmla="*/ 337931 h 2389466"/>
                <a:gd name="connsiteX2" fmla="*/ 1667824 w 2323807"/>
                <a:gd name="connsiteY2" fmla="*/ 1133061 h 2389466"/>
                <a:gd name="connsiteX3" fmla="*/ 2323807 w 2323807"/>
                <a:gd name="connsiteY3" fmla="*/ 1311965 h 2389466"/>
                <a:gd name="connsiteX4" fmla="*/ 2264172 w 2323807"/>
                <a:gd name="connsiteY4" fmla="*/ 2385392 h 2389466"/>
                <a:gd name="connsiteX5" fmla="*/ 2253022 w 2323807"/>
                <a:gd name="connsiteY5" fmla="*/ 2389466 h 2389466"/>
                <a:gd name="connsiteX6" fmla="*/ 1033864 w 2323807"/>
                <a:gd name="connsiteY6" fmla="*/ 2389466 h 2389466"/>
                <a:gd name="connsiteX7" fmla="*/ 1031720 w 2323807"/>
                <a:gd name="connsiteY7" fmla="*/ 2385392 h 2389466"/>
                <a:gd name="connsiteX8" fmla="*/ 713668 w 2323807"/>
                <a:gd name="connsiteY8" fmla="*/ 2107096 h 2389466"/>
                <a:gd name="connsiteX9" fmla="*/ 0 w 2323807"/>
                <a:gd name="connsiteY9" fmla="*/ 1913811 h 2389466"/>
                <a:gd name="connsiteX10" fmla="*/ 0 w 2323807"/>
                <a:gd name="connsiteY10" fmla="*/ 1866764 h 2389466"/>
                <a:gd name="connsiteX11" fmla="*/ 17929 w 2323807"/>
                <a:gd name="connsiteY11" fmla="*/ 1868557 h 2389466"/>
                <a:gd name="connsiteX12" fmla="*/ 0 w 2323807"/>
                <a:gd name="connsiteY12" fmla="*/ 1671340 h 2389466"/>
                <a:gd name="connsiteX13" fmla="*/ 0 w 2323807"/>
                <a:gd name="connsiteY13" fmla="*/ 644718 h 2389466"/>
                <a:gd name="connsiteX14" fmla="*/ 355859 w 2323807"/>
                <a:gd name="connsiteY14" fmla="*/ 39757 h 2389466"/>
                <a:gd name="connsiteX15" fmla="*/ 713668 w 2323807"/>
                <a:gd name="connsiteY15" fmla="*/ 0 h 2389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23807" h="2389466">
                  <a:moveTo>
                    <a:pt x="713668" y="0"/>
                  </a:moveTo>
                  <a:lnTo>
                    <a:pt x="1310016" y="337931"/>
                  </a:lnTo>
                  <a:lnTo>
                    <a:pt x="1667824" y="1133061"/>
                  </a:lnTo>
                  <a:lnTo>
                    <a:pt x="2323807" y="1311965"/>
                  </a:lnTo>
                  <a:lnTo>
                    <a:pt x="2264172" y="2385392"/>
                  </a:lnTo>
                  <a:lnTo>
                    <a:pt x="2253022" y="2389466"/>
                  </a:lnTo>
                  <a:lnTo>
                    <a:pt x="1033864" y="2389466"/>
                  </a:lnTo>
                  <a:lnTo>
                    <a:pt x="1031720" y="2385392"/>
                  </a:lnTo>
                  <a:lnTo>
                    <a:pt x="713668" y="2107096"/>
                  </a:lnTo>
                  <a:lnTo>
                    <a:pt x="0" y="1913811"/>
                  </a:lnTo>
                  <a:lnTo>
                    <a:pt x="0" y="1866764"/>
                  </a:lnTo>
                  <a:lnTo>
                    <a:pt x="17929" y="1868557"/>
                  </a:lnTo>
                  <a:lnTo>
                    <a:pt x="0" y="1671340"/>
                  </a:lnTo>
                  <a:lnTo>
                    <a:pt x="0" y="644718"/>
                  </a:lnTo>
                  <a:lnTo>
                    <a:pt x="355859" y="39757"/>
                  </a:lnTo>
                  <a:lnTo>
                    <a:pt x="713668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0765759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05C3978-2FCD-5DF0-FF02-6C0EE9360617}"/>
              </a:ext>
            </a:extLst>
          </p:cNvPr>
          <p:cNvSpPr txBox="1"/>
          <p:nvPr/>
        </p:nvSpPr>
        <p:spPr>
          <a:xfrm>
            <a:off x="6392" y="2220459"/>
            <a:ext cx="4103513" cy="1977524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zh-CN" altLang="en-US" sz="6600" b="1">
                <a:latin typeface="Times New Roman"/>
                <a:ea typeface="微软雅黑"/>
                <a:sym typeface="Times New Roman"/>
              </a:rPr>
              <a:t>目录</a:t>
            </a:r>
            <a:endParaRPr lang="zh-CN" altLang="en-US" sz="4800" b="1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4703A53-EB84-3E06-4EAC-D3F0109A3BBF}"/>
              </a:ext>
            </a:extLst>
          </p:cNvPr>
          <p:cNvGrpSpPr/>
          <p:nvPr/>
        </p:nvGrpSpPr>
        <p:grpSpPr>
          <a:xfrm>
            <a:off x="5370337" y="1087033"/>
            <a:ext cx="4350455" cy="892074"/>
            <a:chOff x="7168444" y="1322062"/>
            <a:chExt cx="4350455" cy="89207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B223A2F-4948-4B27-9FCD-B8E114AB33C1}"/>
                </a:ext>
              </a:extLst>
            </p:cNvPr>
            <p:cNvSpPr/>
            <p:nvPr/>
          </p:nvSpPr>
          <p:spPr bwMode="auto">
            <a:xfrm>
              <a:off x="7168444" y="1811762"/>
              <a:ext cx="4350455" cy="40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>
                  <a:latin typeface="Times New Roman"/>
                  <a:ea typeface="微软雅黑"/>
                  <a:sym typeface="Times New Roman"/>
                </a:rPr>
                <a:t>城市历史与文化底蕴</a:t>
              </a:r>
              <a:endParaRPr lang="en-US" altLang="zh-CN" sz="1400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0EC45B-F32B-B256-E56C-8D0509B402B9}"/>
                </a:ext>
              </a:extLst>
            </p:cNvPr>
            <p:cNvSpPr/>
            <p:nvPr/>
          </p:nvSpPr>
          <p:spPr>
            <a:xfrm>
              <a:off x="7168444" y="1322062"/>
              <a:ext cx="4350455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rPr>
                <a:t>西安旅游概述</a:t>
              </a:r>
              <a:endParaRPr lang="id-ID" altLang="zh-CN" sz="24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4BDE5C2F-3F5D-4BC1-F14E-2C7B63D4F4F0}"/>
              </a:ext>
            </a:extLst>
          </p:cNvPr>
          <p:cNvSpPr/>
          <p:nvPr/>
        </p:nvSpPr>
        <p:spPr>
          <a:xfrm>
            <a:off x="4145494" y="1131605"/>
            <a:ext cx="802935" cy="802935"/>
          </a:xfrm>
          <a:custGeom>
            <a:avLst/>
            <a:gdLst>
              <a:gd name="connsiteX0" fmla="*/ 623321 w 802935"/>
              <a:gd name="connsiteY0" fmla="*/ 802936 h 802935"/>
              <a:gd name="connsiteX1" fmla="*/ 179615 w 802935"/>
              <a:gd name="connsiteY1" fmla="*/ 802936 h 802935"/>
              <a:gd name="connsiteX2" fmla="*/ 0 w 802935"/>
              <a:gd name="connsiteY2" fmla="*/ 623321 h 802935"/>
              <a:gd name="connsiteX3" fmla="*/ 0 w 802935"/>
              <a:gd name="connsiteY3" fmla="*/ 179615 h 802935"/>
              <a:gd name="connsiteX4" fmla="*/ 179615 w 802935"/>
              <a:gd name="connsiteY4" fmla="*/ 0 h 802935"/>
              <a:gd name="connsiteX5" fmla="*/ 623321 w 802935"/>
              <a:gd name="connsiteY5" fmla="*/ 0 h 802935"/>
              <a:gd name="connsiteX6" fmla="*/ 802936 w 802935"/>
              <a:gd name="connsiteY6" fmla="*/ 179615 h 802935"/>
              <a:gd name="connsiteX7" fmla="*/ 802936 w 802935"/>
              <a:gd name="connsiteY7" fmla="*/ 623321 h 802935"/>
              <a:gd name="connsiteX8" fmla="*/ 623321 w 802935"/>
              <a:gd name="connsiteY8" fmla="*/ 802936 h 8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935" h="802935">
                <a:moveTo>
                  <a:pt x="623321" y="802936"/>
                </a:moveTo>
                <a:lnTo>
                  <a:pt x="179615" y="802936"/>
                </a:lnTo>
                <a:cubicBezTo>
                  <a:pt x="179615" y="703726"/>
                  <a:pt x="99210" y="623321"/>
                  <a:pt x="0" y="623321"/>
                </a:cubicBezTo>
                <a:lnTo>
                  <a:pt x="0" y="179615"/>
                </a:lnTo>
                <a:cubicBezTo>
                  <a:pt x="99210" y="179615"/>
                  <a:pt x="179615" y="99210"/>
                  <a:pt x="179615" y="0"/>
                </a:cubicBezTo>
                <a:lnTo>
                  <a:pt x="623321" y="0"/>
                </a:lnTo>
                <a:cubicBezTo>
                  <a:pt x="623321" y="99210"/>
                  <a:pt x="703726" y="179615"/>
                  <a:pt x="802936" y="179615"/>
                </a:cubicBezTo>
                <a:lnTo>
                  <a:pt x="802936" y="623321"/>
                </a:lnTo>
                <a:cubicBezTo>
                  <a:pt x="703726" y="623321"/>
                  <a:pt x="623321" y="703726"/>
                  <a:pt x="623321" y="802936"/>
                </a:cubicBezTo>
                <a:close/>
              </a:path>
            </a:pathLst>
          </a:custGeom>
          <a:noFill/>
          <a:ln w="4445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01</a:t>
            </a:r>
            <a:endParaRPr lang="zh-CN" altLang="en-US" sz="2400" b="1">
              <a:solidFill>
                <a:schemeClr val="accent1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3F22D91A-148B-BF22-F777-24C1B1DDB021}"/>
              </a:ext>
            </a:extLst>
          </p:cNvPr>
          <p:cNvGrpSpPr/>
          <p:nvPr/>
        </p:nvGrpSpPr>
        <p:grpSpPr>
          <a:xfrm>
            <a:off x="8834218" y="2067024"/>
            <a:ext cx="4350455" cy="892074"/>
            <a:chOff x="7168444" y="2214133"/>
            <a:chExt cx="4350455" cy="89207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6104A9E-A519-851E-AB8C-40DBE7D801F1}"/>
                </a:ext>
              </a:extLst>
            </p:cNvPr>
            <p:cNvSpPr/>
            <p:nvPr/>
          </p:nvSpPr>
          <p:spPr bwMode="auto">
            <a:xfrm>
              <a:off x="7168444" y="2703833"/>
              <a:ext cx="4350455" cy="40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>
                  <a:latin typeface="Times New Roman"/>
                  <a:ea typeface="微软雅黑"/>
                  <a:sym typeface="Times New Roman"/>
                </a:rPr>
                <a:t>合理布局，畅游西安</a:t>
              </a:r>
              <a:endParaRPr lang="en-US" altLang="zh-CN" sz="1400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45CF2E-21B7-A2C6-46DD-8122600DBC8C}"/>
                </a:ext>
              </a:extLst>
            </p:cNvPr>
            <p:cNvSpPr/>
            <p:nvPr/>
          </p:nvSpPr>
          <p:spPr>
            <a:xfrm>
              <a:off x="7168444" y="2214133"/>
              <a:ext cx="4350455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rPr>
                <a:t>西安路线规划</a:t>
              </a:r>
              <a:endParaRPr lang="id-ID" altLang="zh-CN" sz="24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71" name="任意形状 70">
            <a:extLst>
              <a:ext uri="{FF2B5EF4-FFF2-40B4-BE49-F238E27FC236}">
                <a16:creationId xmlns:a16="http://schemas.microsoft.com/office/drawing/2014/main" id="{4A236055-ABD4-C4CF-FDCF-4F74C0A0E6EC}"/>
              </a:ext>
            </a:extLst>
          </p:cNvPr>
          <p:cNvSpPr/>
          <p:nvPr/>
        </p:nvSpPr>
        <p:spPr>
          <a:xfrm>
            <a:off x="7607238" y="2111596"/>
            <a:ext cx="802935" cy="802935"/>
          </a:xfrm>
          <a:custGeom>
            <a:avLst/>
            <a:gdLst>
              <a:gd name="connsiteX0" fmla="*/ 623321 w 802935"/>
              <a:gd name="connsiteY0" fmla="*/ 802936 h 802935"/>
              <a:gd name="connsiteX1" fmla="*/ 179615 w 802935"/>
              <a:gd name="connsiteY1" fmla="*/ 802936 h 802935"/>
              <a:gd name="connsiteX2" fmla="*/ 0 w 802935"/>
              <a:gd name="connsiteY2" fmla="*/ 623321 h 802935"/>
              <a:gd name="connsiteX3" fmla="*/ 0 w 802935"/>
              <a:gd name="connsiteY3" fmla="*/ 179615 h 802935"/>
              <a:gd name="connsiteX4" fmla="*/ 179615 w 802935"/>
              <a:gd name="connsiteY4" fmla="*/ 0 h 802935"/>
              <a:gd name="connsiteX5" fmla="*/ 623321 w 802935"/>
              <a:gd name="connsiteY5" fmla="*/ 0 h 802935"/>
              <a:gd name="connsiteX6" fmla="*/ 802936 w 802935"/>
              <a:gd name="connsiteY6" fmla="*/ 179615 h 802935"/>
              <a:gd name="connsiteX7" fmla="*/ 802936 w 802935"/>
              <a:gd name="connsiteY7" fmla="*/ 623321 h 802935"/>
              <a:gd name="connsiteX8" fmla="*/ 623321 w 802935"/>
              <a:gd name="connsiteY8" fmla="*/ 802936 h 8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935" h="802935">
                <a:moveTo>
                  <a:pt x="623321" y="802936"/>
                </a:moveTo>
                <a:lnTo>
                  <a:pt x="179615" y="802936"/>
                </a:lnTo>
                <a:cubicBezTo>
                  <a:pt x="179615" y="703726"/>
                  <a:pt x="99210" y="623321"/>
                  <a:pt x="0" y="623321"/>
                </a:cubicBezTo>
                <a:lnTo>
                  <a:pt x="0" y="179615"/>
                </a:lnTo>
                <a:cubicBezTo>
                  <a:pt x="99210" y="179615"/>
                  <a:pt x="179615" y="99210"/>
                  <a:pt x="179615" y="0"/>
                </a:cubicBezTo>
                <a:lnTo>
                  <a:pt x="623321" y="0"/>
                </a:lnTo>
                <a:cubicBezTo>
                  <a:pt x="623321" y="99210"/>
                  <a:pt x="703726" y="179615"/>
                  <a:pt x="802936" y="179615"/>
                </a:cubicBezTo>
                <a:lnTo>
                  <a:pt x="802936" y="623321"/>
                </a:lnTo>
                <a:cubicBezTo>
                  <a:pt x="703726" y="623321"/>
                  <a:pt x="623321" y="703726"/>
                  <a:pt x="623321" y="802936"/>
                </a:cubicBezTo>
                <a:close/>
              </a:path>
            </a:pathLst>
          </a:custGeom>
          <a:noFill/>
          <a:ln w="44450" cap="rnd">
            <a:solidFill>
              <a:schemeClr val="accent2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accent2"/>
                </a:solidFill>
                <a:latin typeface="Times New Roman"/>
                <a:ea typeface="微软雅黑"/>
                <a:sym typeface="Times New Roman"/>
              </a:rPr>
              <a:t>02</a:t>
            </a:r>
            <a:endParaRPr lang="zh-CN" altLang="en-US" sz="2400">
              <a:solidFill>
                <a:schemeClr val="accent2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86A6D88-D5D8-777D-2263-C99EA72B15A9}"/>
              </a:ext>
            </a:extLst>
          </p:cNvPr>
          <p:cNvGrpSpPr/>
          <p:nvPr/>
        </p:nvGrpSpPr>
        <p:grpSpPr>
          <a:xfrm>
            <a:off x="5370337" y="3047015"/>
            <a:ext cx="4350455" cy="892074"/>
            <a:chOff x="7168444" y="3106204"/>
            <a:chExt cx="4350455" cy="89207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14C752F-8C24-8CFB-95F4-FA2C042469DA}"/>
                </a:ext>
              </a:extLst>
            </p:cNvPr>
            <p:cNvSpPr/>
            <p:nvPr/>
          </p:nvSpPr>
          <p:spPr bwMode="auto">
            <a:xfrm>
              <a:off x="7168444" y="3595904"/>
              <a:ext cx="4350455" cy="40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>
                  <a:latin typeface="Times New Roman"/>
                  <a:ea typeface="微软雅黑"/>
                  <a:sym typeface="Times New Roman"/>
                </a:rPr>
                <a:t>吃遍西安，满足味蕾</a:t>
              </a:r>
              <a:endParaRPr lang="en-US" altLang="zh-CN" sz="1400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A3AE5F2-AF18-3B3F-FACD-B56B7BD0AD7A}"/>
                </a:ext>
              </a:extLst>
            </p:cNvPr>
            <p:cNvSpPr/>
            <p:nvPr/>
          </p:nvSpPr>
          <p:spPr>
            <a:xfrm>
              <a:off x="7168444" y="3106204"/>
              <a:ext cx="4350455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rPr>
                <a:t>西安美食体验</a:t>
              </a:r>
              <a:endParaRPr lang="id-ID" altLang="zh-CN" sz="24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CF127420-7A66-F90D-2932-CC291A09DE8D}"/>
              </a:ext>
            </a:extLst>
          </p:cNvPr>
          <p:cNvSpPr/>
          <p:nvPr/>
        </p:nvSpPr>
        <p:spPr>
          <a:xfrm>
            <a:off x="4143357" y="3091587"/>
            <a:ext cx="802935" cy="802935"/>
          </a:xfrm>
          <a:custGeom>
            <a:avLst/>
            <a:gdLst>
              <a:gd name="connsiteX0" fmla="*/ 623321 w 802935"/>
              <a:gd name="connsiteY0" fmla="*/ 802936 h 802935"/>
              <a:gd name="connsiteX1" fmla="*/ 179615 w 802935"/>
              <a:gd name="connsiteY1" fmla="*/ 802936 h 802935"/>
              <a:gd name="connsiteX2" fmla="*/ 0 w 802935"/>
              <a:gd name="connsiteY2" fmla="*/ 623321 h 802935"/>
              <a:gd name="connsiteX3" fmla="*/ 0 w 802935"/>
              <a:gd name="connsiteY3" fmla="*/ 179615 h 802935"/>
              <a:gd name="connsiteX4" fmla="*/ 179615 w 802935"/>
              <a:gd name="connsiteY4" fmla="*/ 0 h 802935"/>
              <a:gd name="connsiteX5" fmla="*/ 623321 w 802935"/>
              <a:gd name="connsiteY5" fmla="*/ 0 h 802935"/>
              <a:gd name="connsiteX6" fmla="*/ 802936 w 802935"/>
              <a:gd name="connsiteY6" fmla="*/ 179615 h 802935"/>
              <a:gd name="connsiteX7" fmla="*/ 802936 w 802935"/>
              <a:gd name="connsiteY7" fmla="*/ 623321 h 802935"/>
              <a:gd name="connsiteX8" fmla="*/ 623321 w 802935"/>
              <a:gd name="connsiteY8" fmla="*/ 802936 h 8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935" h="802935">
                <a:moveTo>
                  <a:pt x="623321" y="802936"/>
                </a:moveTo>
                <a:lnTo>
                  <a:pt x="179615" y="802936"/>
                </a:lnTo>
                <a:cubicBezTo>
                  <a:pt x="179615" y="703726"/>
                  <a:pt x="99210" y="623321"/>
                  <a:pt x="0" y="623321"/>
                </a:cubicBezTo>
                <a:lnTo>
                  <a:pt x="0" y="179615"/>
                </a:lnTo>
                <a:cubicBezTo>
                  <a:pt x="99210" y="179615"/>
                  <a:pt x="179615" y="99210"/>
                  <a:pt x="179615" y="0"/>
                </a:cubicBezTo>
                <a:lnTo>
                  <a:pt x="623321" y="0"/>
                </a:lnTo>
                <a:cubicBezTo>
                  <a:pt x="623321" y="99210"/>
                  <a:pt x="703726" y="179615"/>
                  <a:pt x="802936" y="179615"/>
                </a:cubicBezTo>
                <a:lnTo>
                  <a:pt x="802936" y="623321"/>
                </a:lnTo>
                <a:cubicBezTo>
                  <a:pt x="703726" y="623321"/>
                  <a:pt x="623321" y="703726"/>
                  <a:pt x="623321" y="802936"/>
                </a:cubicBezTo>
                <a:close/>
              </a:path>
            </a:pathLst>
          </a:custGeom>
          <a:noFill/>
          <a:ln w="4445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03</a:t>
            </a:r>
            <a:endParaRPr lang="zh-CN" altLang="en-US" sz="2400" b="1">
              <a:solidFill>
                <a:schemeClr val="accent1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0FF1F6E-3368-9AD4-73BA-86D3AF687EFE}"/>
              </a:ext>
            </a:extLst>
          </p:cNvPr>
          <p:cNvGrpSpPr/>
          <p:nvPr/>
        </p:nvGrpSpPr>
        <p:grpSpPr>
          <a:xfrm>
            <a:off x="8834218" y="4027006"/>
            <a:ext cx="4350455" cy="892074"/>
            <a:chOff x="7168444" y="3998275"/>
            <a:chExt cx="4350455" cy="89207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2B189D5-DA3F-4B3D-D8AF-724A8A1BE602}"/>
                </a:ext>
              </a:extLst>
            </p:cNvPr>
            <p:cNvSpPr/>
            <p:nvPr/>
          </p:nvSpPr>
          <p:spPr bwMode="auto">
            <a:xfrm>
              <a:off x="7168444" y="4487975"/>
              <a:ext cx="4350455" cy="40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>
                  <a:latin typeface="Times New Roman"/>
                  <a:ea typeface="微软雅黑"/>
                  <a:sym typeface="Times New Roman"/>
                </a:rPr>
                <a:t>丰富旅游体验，提升旅游品质</a:t>
              </a:r>
              <a:endParaRPr lang="en-US" altLang="zh-CN" sz="1400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8E5674-3DB0-9608-5DB7-5273916BD9FB}"/>
                </a:ext>
              </a:extLst>
            </p:cNvPr>
            <p:cNvSpPr/>
            <p:nvPr/>
          </p:nvSpPr>
          <p:spPr>
            <a:xfrm>
              <a:off x="7168444" y="3998275"/>
              <a:ext cx="4350455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rPr>
                <a:t>西安旅游策划</a:t>
              </a:r>
              <a:endParaRPr lang="id-ID" altLang="zh-CN" sz="24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DEB7DB0C-9C81-F860-72ED-49F6DCD595FB}"/>
              </a:ext>
            </a:extLst>
          </p:cNvPr>
          <p:cNvSpPr/>
          <p:nvPr/>
        </p:nvSpPr>
        <p:spPr>
          <a:xfrm>
            <a:off x="7607238" y="4071578"/>
            <a:ext cx="802935" cy="802935"/>
          </a:xfrm>
          <a:custGeom>
            <a:avLst/>
            <a:gdLst>
              <a:gd name="connsiteX0" fmla="*/ 623321 w 802935"/>
              <a:gd name="connsiteY0" fmla="*/ 802936 h 802935"/>
              <a:gd name="connsiteX1" fmla="*/ 179615 w 802935"/>
              <a:gd name="connsiteY1" fmla="*/ 802936 h 802935"/>
              <a:gd name="connsiteX2" fmla="*/ 0 w 802935"/>
              <a:gd name="connsiteY2" fmla="*/ 623321 h 802935"/>
              <a:gd name="connsiteX3" fmla="*/ 0 w 802935"/>
              <a:gd name="connsiteY3" fmla="*/ 179615 h 802935"/>
              <a:gd name="connsiteX4" fmla="*/ 179615 w 802935"/>
              <a:gd name="connsiteY4" fmla="*/ 0 h 802935"/>
              <a:gd name="connsiteX5" fmla="*/ 623321 w 802935"/>
              <a:gd name="connsiteY5" fmla="*/ 0 h 802935"/>
              <a:gd name="connsiteX6" fmla="*/ 802936 w 802935"/>
              <a:gd name="connsiteY6" fmla="*/ 179615 h 802935"/>
              <a:gd name="connsiteX7" fmla="*/ 802936 w 802935"/>
              <a:gd name="connsiteY7" fmla="*/ 623321 h 802935"/>
              <a:gd name="connsiteX8" fmla="*/ 623321 w 802935"/>
              <a:gd name="connsiteY8" fmla="*/ 802936 h 8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935" h="802935">
                <a:moveTo>
                  <a:pt x="623321" y="802936"/>
                </a:moveTo>
                <a:lnTo>
                  <a:pt x="179615" y="802936"/>
                </a:lnTo>
                <a:cubicBezTo>
                  <a:pt x="179615" y="703726"/>
                  <a:pt x="99210" y="623321"/>
                  <a:pt x="0" y="623321"/>
                </a:cubicBezTo>
                <a:lnTo>
                  <a:pt x="0" y="179615"/>
                </a:lnTo>
                <a:cubicBezTo>
                  <a:pt x="99210" y="179615"/>
                  <a:pt x="179615" y="99210"/>
                  <a:pt x="179615" y="0"/>
                </a:cubicBezTo>
                <a:lnTo>
                  <a:pt x="623321" y="0"/>
                </a:lnTo>
                <a:cubicBezTo>
                  <a:pt x="623321" y="99210"/>
                  <a:pt x="703726" y="179615"/>
                  <a:pt x="802936" y="179615"/>
                </a:cubicBezTo>
                <a:lnTo>
                  <a:pt x="802936" y="623321"/>
                </a:lnTo>
                <a:cubicBezTo>
                  <a:pt x="703726" y="623321"/>
                  <a:pt x="623321" y="703726"/>
                  <a:pt x="623321" y="802936"/>
                </a:cubicBezTo>
                <a:close/>
              </a:path>
            </a:pathLst>
          </a:custGeom>
          <a:noFill/>
          <a:ln w="44450" cap="rnd">
            <a:solidFill>
              <a:schemeClr val="accent2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accent2"/>
                </a:solidFill>
                <a:latin typeface="Times New Roman"/>
                <a:ea typeface="微软雅黑"/>
                <a:sym typeface="Times New Roman"/>
              </a:rPr>
              <a:t>04</a:t>
            </a:r>
            <a:endParaRPr lang="zh-CN" altLang="en-US" sz="2400">
              <a:solidFill>
                <a:schemeClr val="accent2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C72B5D8-0D4E-9F50-9147-54D9FEFC3699}"/>
              </a:ext>
            </a:extLst>
          </p:cNvPr>
          <p:cNvGrpSpPr/>
          <p:nvPr/>
        </p:nvGrpSpPr>
        <p:grpSpPr>
          <a:xfrm>
            <a:off x="5370337" y="5006997"/>
            <a:ext cx="4350455" cy="892074"/>
            <a:chOff x="7168444" y="4890348"/>
            <a:chExt cx="4350455" cy="89207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ADAD60D-6DFA-21E2-981C-2B90E5B2B522}"/>
                </a:ext>
              </a:extLst>
            </p:cNvPr>
            <p:cNvSpPr/>
            <p:nvPr/>
          </p:nvSpPr>
          <p:spPr bwMode="auto">
            <a:xfrm>
              <a:off x="7168444" y="5380048"/>
              <a:ext cx="4350455" cy="40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>
                  <a:latin typeface="Times New Roman"/>
                  <a:ea typeface="微软雅黑"/>
                  <a:sym typeface="Times New Roman"/>
                </a:rPr>
                <a:t>舒适住宿，休息好心情</a:t>
              </a:r>
              <a:endParaRPr lang="en-US" altLang="zh-CN" sz="1400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A5D39FD-C479-D7E7-A14E-4672CE15378A}"/>
                </a:ext>
              </a:extLst>
            </p:cNvPr>
            <p:cNvSpPr/>
            <p:nvPr/>
          </p:nvSpPr>
          <p:spPr>
            <a:xfrm>
              <a:off x="7168444" y="4890348"/>
              <a:ext cx="4350455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rPr>
                <a:t>西安住宿推荐</a:t>
              </a:r>
              <a:endParaRPr lang="id-ID" altLang="zh-CN" sz="2400" b="1">
                <a:solidFill>
                  <a:schemeClr val="tx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526D30B6-CDF7-B3DE-5902-2B3D90278FEE}"/>
              </a:ext>
            </a:extLst>
          </p:cNvPr>
          <p:cNvSpPr/>
          <p:nvPr/>
        </p:nvSpPr>
        <p:spPr>
          <a:xfrm>
            <a:off x="4143355" y="5051569"/>
            <a:ext cx="802935" cy="802935"/>
          </a:xfrm>
          <a:custGeom>
            <a:avLst/>
            <a:gdLst>
              <a:gd name="connsiteX0" fmla="*/ 623321 w 802935"/>
              <a:gd name="connsiteY0" fmla="*/ 802936 h 802935"/>
              <a:gd name="connsiteX1" fmla="*/ 179615 w 802935"/>
              <a:gd name="connsiteY1" fmla="*/ 802936 h 802935"/>
              <a:gd name="connsiteX2" fmla="*/ 0 w 802935"/>
              <a:gd name="connsiteY2" fmla="*/ 623321 h 802935"/>
              <a:gd name="connsiteX3" fmla="*/ 0 w 802935"/>
              <a:gd name="connsiteY3" fmla="*/ 179615 h 802935"/>
              <a:gd name="connsiteX4" fmla="*/ 179615 w 802935"/>
              <a:gd name="connsiteY4" fmla="*/ 0 h 802935"/>
              <a:gd name="connsiteX5" fmla="*/ 623321 w 802935"/>
              <a:gd name="connsiteY5" fmla="*/ 0 h 802935"/>
              <a:gd name="connsiteX6" fmla="*/ 802936 w 802935"/>
              <a:gd name="connsiteY6" fmla="*/ 179615 h 802935"/>
              <a:gd name="connsiteX7" fmla="*/ 802936 w 802935"/>
              <a:gd name="connsiteY7" fmla="*/ 623321 h 802935"/>
              <a:gd name="connsiteX8" fmla="*/ 623321 w 802935"/>
              <a:gd name="connsiteY8" fmla="*/ 802936 h 8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935" h="802935">
                <a:moveTo>
                  <a:pt x="623321" y="802936"/>
                </a:moveTo>
                <a:lnTo>
                  <a:pt x="179615" y="802936"/>
                </a:lnTo>
                <a:cubicBezTo>
                  <a:pt x="179615" y="703726"/>
                  <a:pt x="99210" y="623321"/>
                  <a:pt x="0" y="623321"/>
                </a:cubicBezTo>
                <a:lnTo>
                  <a:pt x="0" y="179615"/>
                </a:lnTo>
                <a:cubicBezTo>
                  <a:pt x="99210" y="179615"/>
                  <a:pt x="179615" y="99210"/>
                  <a:pt x="179615" y="0"/>
                </a:cubicBezTo>
                <a:lnTo>
                  <a:pt x="623321" y="0"/>
                </a:lnTo>
                <a:cubicBezTo>
                  <a:pt x="623321" y="99210"/>
                  <a:pt x="703726" y="179615"/>
                  <a:pt x="802936" y="179615"/>
                </a:cubicBezTo>
                <a:lnTo>
                  <a:pt x="802936" y="623321"/>
                </a:lnTo>
                <a:cubicBezTo>
                  <a:pt x="703726" y="623321"/>
                  <a:pt x="623321" y="703726"/>
                  <a:pt x="623321" y="802936"/>
                </a:cubicBezTo>
                <a:close/>
              </a:path>
            </a:pathLst>
          </a:custGeom>
          <a:noFill/>
          <a:ln w="4445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05</a:t>
            </a:r>
            <a:endParaRPr lang="zh-CN" altLang="en-US" sz="2400" b="1">
              <a:solidFill>
                <a:schemeClr val="accent1"/>
              </a:solidFill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2" name="图片 1" descr="图片包含 前, 蛋糕, 桌子, 大&#10;&#10;描述已自动生成">
            <a:extLst>
              <a:ext uri="{FF2B5EF4-FFF2-40B4-BE49-F238E27FC236}">
                <a16:creationId xmlns:a16="http://schemas.microsoft.com/office/drawing/2014/main" id="{F61AEF81-7C84-2715-4043-0242BB58E045}"/>
              </a:ext>
            </a:extLst>
          </p:cNvPr>
          <p:cNvPicPr>
            <a:picLocks noChangeAspect="1"/>
          </p:cNvPicPr>
          <p:nvPr/>
        </p:nvPicPr>
        <p:blipFill>
          <a:blip r:embed="Rf54263ef002144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2" y="5334805"/>
            <a:ext cx="4646439" cy="156097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C1DB96D-2996-1869-853B-F54093E98C5C}"/>
              </a:ext>
            </a:extLst>
          </p:cNvPr>
          <p:cNvSpPr txBox="1"/>
          <p:nvPr/>
        </p:nvSpPr>
        <p:spPr>
          <a:xfrm>
            <a:off x="1229961" y="3802167"/>
            <a:ext cx="2061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30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CONTENTS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28122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1239125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7" grpId="0" animBg="1"/>
      <p:bldP spid="71" grpId="0" animBg="1"/>
      <p:bldP spid="72" grpId="0" animBg="1"/>
      <p:bldP spid="73" grpId="0" animBg="1"/>
      <p:bldP spid="74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前, 蛋糕, 桌子, 大&#10;&#10;描述已自动生成">
            <a:extLst>
              <a:ext uri="{FF2B5EF4-FFF2-40B4-BE49-F238E27FC236}">
                <a16:creationId xmlns:a16="http://schemas.microsoft.com/office/drawing/2014/main" id="{34686C6D-1CA3-D7A1-56A5-A3F62A491ADA}"/>
              </a:ext>
            </a:extLst>
          </p:cNvPr>
          <p:cNvPicPr>
            <a:picLocks noChangeAspect="1"/>
          </p:cNvPicPr>
          <p:nvPr/>
        </p:nvPicPr>
        <p:blipFill>
          <a:blip r:embed="R9499709653cf4b5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1093306" y="3496685"/>
            <a:ext cx="10005391" cy="336131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000489" y="2513888"/>
            <a:ext cx="5004905" cy="887186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>
                <a:latin typeface="Times New Roman"/>
                <a:ea typeface="微软雅黑"/>
                <a:sym typeface="Times New Roman"/>
              </a:rPr>
              <a:t>西安旅游概述</a:t>
            </a:r>
            <a:endParaRPr lang="en-US" sz="54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4294967295"/>
          </p:nvPr>
        </p:nvSpPr>
        <p:spPr>
          <a:xfrm>
            <a:off x="5000489" y="3604808"/>
            <a:ext cx="3832087" cy="522514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城市历史与文化底蕴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760BEF-B340-D3EF-11CE-6CE396104D52}"/>
              </a:ext>
            </a:extLst>
          </p:cNvPr>
          <p:cNvGrpSpPr/>
          <p:nvPr/>
        </p:nvGrpSpPr>
        <p:grpSpPr>
          <a:xfrm>
            <a:off x="2965389" y="3582246"/>
            <a:ext cx="1822993" cy="492106"/>
            <a:chOff x="2689598" y="1751067"/>
            <a:chExt cx="4584784" cy="905628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20CDEC98-65E2-0195-AAB0-1DBC8A6E638D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4" name="副标题 8">
              <a:extLst>
                <a:ext uri="{FF2B5EF4-FFF2-40B4-BE49-F238E27FC236}">
                  <a16:creationId xmlns:a16="http://schemas.microsoft.com/office/drawing/2014/main" id="{4BC122A3-0B63-0E51-25EB-AB23E5282D47}"/>
                </a:ext>
              </a:extLst>
            </p:cNvPr>
            <p:cNvSpPr txBox="1"/>
            <p:nvPr/>
          </p:nvSpPr>
          <p:spPr>
            <a:xfrm>
              <a:off x="3312812" y="1796193"/>
              <a:ext cx="3517901" cy="860502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spc="300">
                  <a:latin typeface="Times New Roman"/>
                  <a:ea typeface="微软雅黑"/>
                  <a:sym typeface="Times New Roman"/>
                </a:rPr>
                <a:t>PART ONE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7EA73-9549-9A96-B259-314CE69E2E34}"/>
              </a:ext>
            </a:extLst>
          </p:cNvPr>
          <p:cNvSpPr txBox="1"/>
          <p:nvPr/>
        </p:nvSpPr>
        <p:spPr>
          <a:xfrm>
            <a:off x="3100768" y="2480456"/>
            <a:ext cx="1623627" cy="988762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5400" b="1">
                <a:latin typeface="Times New Roman"/>
                <a:ea typeface="微软雅黑"/>
                <a:sym typeface="Times New Roman"/>
              </a:rPr>
              <a:t>01.</a:t>
            </a:r>
            <a:endParaRPr lang="zh-CN" altLang="en-US" sz="4000" b="1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80C0B6D1-0C0A-6486-0817-73992FA9C05D}"/>
              </a:ext>
            </a:extLst>
          </p:cNvPr>
          <p:cNvPicPr>
            <a:picLocks noChangeAspect="1"/>
          </p:cNvPicPr>
          <p:nvPr/>
        </p:nvPicPr>
        <p:blipFill>
          <a:blip r:embed="R9499709653cf4b5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71410" y="740081"/>
            <a:ext cx="4230401" cy="17326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uild="p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672F0713-B0BD-7F9E-C78B-E0C31D0C343B}"/>
              </a:ext>
            </a:extLst>
          </p:cNvPr>
          <p:cNvGrpSpPr/>
          <p:nvPr/>
        </p:nvGrpSpPr>
        <p:grpSpPr>
          <a:xfrm>
            <a:off x="660401" y="1646044"/>
            <a:ext cx="10858500" cy="5211956"/>
            <a:chOff x="660400" y="1130300"/>
            <a:chExt cx="10858500" cy="521195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C28953E-DEA0-E6CE-080B-2E0CC63684EA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825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西安古城墙与历史遗迹</a:t>
              </a:r>
              <a:endParaRPr lang="en-US" b="1">
                <a:latin typeface="Times New Roman"/>
                <a:ea typeface="微软雅黑"/>
                <a:sym typeface="Times New Roman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F4391F5-5EFB-24C6-73C7-448D2E84219B}"/>
                </a:ext>
              </a:extLst>
            </p:cNvPr>
            <p:cNvGrpSpPr/>
            <p:nvPr/>
          </p:nvGrpSpPr>
          <p:grpSpPr>
            <a:xfrm>
              <a:off x="1249143" y="2133599"/>
              <a:ext cx="2630632" cy="4208657"/>
              <a:chOff x="1249143" y="2133599"/>
              <a:chExt cx="2630632" cy="4208657"/>
            </a:xfrm>
          </p:grpSpPr>
          <p:sp>
            <p:nvSpPr>
              <p:cNvPr id="27" name="任意形状 26">
                <a:extLst>
                  <a:ext uri="{FF2B5EF4-FFF2-40B4-BE49-F238E27FC236}">
                    <a16:creationId xmlns:a16="http://schemas.microsoft.com/office/drawing/2014/main" id="{76F4B140-D828-40B9-A69A-826A62DB99CD}"/>
                  </a:ext>
                </a:extLst>
              </p:cNvPr>
              <p:cNvSpPr/>
              <p:nvPr/>
            </p:nvSpPr>
            <p:spPr>
              <a:xfrm>
                <a:off x="1249143" y="3261663"/>
                <a:ext cx="2630632" cy="1487266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93c68bc3b97a4a54"/>
                <a:stretch>
                  <a:fillRect t="-83364" b="-81952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A4A8A4B-CBE6-40CB-AC0D-23946DAE2DD3}"/>
                  </a:ext>
                </a:extLst>
              </p:cNvPr>
              <p:cNvSpPr txBox="1"/>
              <p:nvPr/>
            </p:nvSpPr>
            <p:spPr>
              <a:xfrm>
                <a:off x="1249143" y="5113144"/>
                <a:ext cx="2630630" cy="1229112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西安古城墙见证了历史的沉淀和演变。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9EDCB83-50B6-4FDA-8E91-C19E0E666732}"/>
                  </a:ext>
                </a:extLst>
              </p:cNvPr>
              <p:cNvSpPr txBox="1"/>
              <p:nvPr/>
            </p:nvSpPr>
            <p:spPr>
              <a:xfrm>
                <a:off x="1806923" y="2133600"/>
                <a:ext cx="2072848" cy="4047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SzPct val="25000"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古城墙的历史变迁</a:t>
                </a:r>
                <a:endParaRPr 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9189FCD9-AA79-4677-9665-B9BA506EA3D1}"/>
                  </a:ext>
                </a:extLst>
              </p:cNvPr>
              <p:cNvSpPr/>
              <p:nvPr/>
            </p:nvSpPr>
            <p:spPr>
              <a:xfrm>
                <a:off x="1249143" y="2133599"/>
                <a:ext cx="424728" cy="4047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9" name="任意形状 38">
                <a:extLst>
                  <a:ext uri="{FF2B5EF4-FFF2-40B4-BE49-F238E27FC236}">
                    <a16:creationId xmlns:a16="http://schemas.microsoft.com/office/drawing/2014/main" id="{D02381DD-1028-44E2-B7D4-AC81710F5238}"/>
                  </a:ext>
                </a:extLst>
              </p:cNvPr>
              <p:cNvSpPr/>
              <p:nvPr/>
            </p:nvSpPr>
            <p:spPr bwMode="auto">
              <a:xfrm>
                <a:off x="1334637" y="2234031"/>
                <a:ext cx="271900" cy="216830"/>
              </a:xfrm>
              <a:custGeom>
                <a:avLst/>
                <a:gdLst>
                  <a:gd name="connsiteX0" fmla="*/ 497438 w 534923"/>
                  <a:gd name="connsiteY0" fmla="*/ 621 h 447675"/>
                  <a:gd name="connsiteX1" fmla="*/ 497438 w 534923"/>
                  <a:gd name="connsiteY1" fmla="*/ 133971 h 447675"/>
                  <a:gd name="connsiteX2" fmla="*/ 536300 w 534923"/>
                  <a:gd name="connsiteY2" fmla="*/ 133971 h 447675"/>
                  <a:gd name="connsiteX3" fmla="*/ 515821 w 534923"/>
                  <a:gd name="connsiteY3" fmla="*/ 400671 h 447675"/>
                  <a:gd name="connsiteX4" fmla="*/ 459338 w 534923"/>
                  <a:gd name="connsiteY4" fmla="*/ 400671 h 447675"/>
                  <a:gd name="connsiteX5" fmla="*/ 459338 w 534923"/>
                  <a:gd name="connsiteY5" fmla="*/ 448296 h 447675"/>
                  <a:gd name="connsiteX6" fmla="*/ 440288 w 534923"/>
                  <a:gd name="connsiteY6" fmla="*/ 448296 h 447675"/>
                  <a:gd name="connsiteX7" fmla="*/ 440288 w 534923"/>
                  <a:gd name="connsiteY7" fmla="*/ 400671 h 447675"/>
                  <a:gd name="connsiteX8" fmla="*/ 97388 w 534923"/>
                  <a:gd name="connsiteY8" fmla="*/ 400671 h 447675"/>
                  <a:gd name="connsiteX9" fmla="*/ 97388 w 534923"/>
                  <a:gd name="connsiteY9" fmla="*/ 448296 h 447675"/>
                  <a:gd name="connsiteX10" fmla="*/ 78338 w 534923"/>
                  <a:gd name="connsiteY10" fmla="*/ 448296 h 447675"/>
                  <a:gd name="connsiteX11" fmla="*/ 78338 w 534923"/>
                  <a:gd name="connsiteY11" fmla="*/ 400671 h 447675"/>
                  <a:gd name="connsiteX12" fmla="*/ 21855 w 534923"/>
                  <a:gd name="connsiteY12" fmla="*/ 400671 h 447675"/>
                  <a:gd name="connsiteX13" fmla="*/ 1376 w 534923"/>
                  <a:gd name="connsiteY13" fmla="*/ 133971 h 447675"/>
                  <a:gd name="connsiteX14" fmla="*/ 49763 w 534923"/>
                  <a:gd name="connsiteY14" fmla="*/ 133971 h 447675"/>
                  <a:gd name="connsiteX15" fmla="*/ 49763 w 534923"/>
                  <a:gd name="connsiteY15" fmla="*/ 621 h 447675"/>
                  <a:gd name="connsiteX16" fmla="*/ 497438 w 534923"/>
                  <a:gd name="connsiteY16" fmla="*/ 621 h 447675"/>
                  <a:gd name="connsiteX17" fmla="*/ 89482 w 534923"/>
                  <a:gd name="connsiteY17" fmla="*/ 153021 h 447675"/>
                  <a:gd name="connsiteX18" fmla="*/ 21950 w 534923"/>
                  <a:gd name="connsiteY18" fmla="*/ 153021 h 447675"/>
                  <a:gd name="connsiteX19" fmla="*/ 39571 w 534923"/>
                  <a:gd name="connsiteY19" fmla="*/ 381621 h 447675"/>
                  <a:gd name="connsiteX20" fmla="*/ 498200 w 534923"/>
                  <a:gd name="connsiteY20" fmla="*/ 381621 h 447675"/>
                  <a:gd name="connsiteX21" fmla="*/ 515821 w 534923"/>
                  <a:gd name="connsiteY21" fmla="*/ 153021 h 447675"/>
                  <a:gd name="connsiteX22" fmla="*/ 448289 w 534923"/>
                  <a:gd name="connsiteY22" fmla="*/ 153021 h 447675"/>
                  <a:gd name="connsiteX23" fmla="*/ 419714 w 534923"/>
                  <a:gd name="connsiteY23" fmla="*/ 305421 h 447675"/>
                  <a:gd name="connsiteX24" fmla="*/ 118152 w 534923"/>
                  <a:gd name="connsiteY24" fmla="*/ 305421 h 447675"/>
                  <a:gd name="connsiteX25" fmla="*/ 89482 w 534923"/>
                  <a:gd name="connsiteY25" fmla="*/ 153021 h 447675"/>
                  <a:gd name="connsiteX26" fmla="*/ 478388 w 534923"/>
                  <a:gd name="connsiteY26" fmla="*/ 19671 h 447675"/>
                  <a:gd name="connsiteX27" fmla="*/ 68813 w 534923"/>
                  <a:gd name="connsiteY27" fmla="*/ 19671 h 447675"/>
                  <a:gd name="connsiteX28" fmla="*/ 68813 w 534923"/>
                  <a:gd name="connsiteY28" fmla="*/ 133971 h 447675"/>
                  <a:gd name="connsiteX29" fmla="*/ 105293 w 534923"/>
                  <a:gd name="connsiteY29" fmla="*/ 133971 h 447675"/>
                  <a:gd name="connsiteX30" fmla="*/ 133869 w 534923"/>
                  <a:gd name="connsiteY30" fmla="*/ 286371 h 447675"/>
                  <a:gd name="connsiteX31" fmla="*/ 403807 w 534923"/>
                  <a:gd name="connsiteY31" fmla="*/ 286371 h 447675"/>
                  <a:gd name="connsiteX32" fmla="*/ 432382 w 534923"/>
                  <a:gd name="connsiteY32" fmla="*/ 133971 h 447675"/>
                  <a:gd name="connsiteX33" fmla="*/ 478388 w 534923"/>
                  <a:gd name="connsiteY33" fmla="*/ 133971 h 447675"/>
                  <a:gd name="connsiteX34" fmla="*/ 478388 w 534923"/>
                  <a:gd name="connsiteY34" fmla="*/ 19671 h 447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4923" h="447675">
                    <a:moveTo>
                      <a:pt x="497438" y="621"/>
                    </a:moveTo>
                    <a:lnTo>
                      <a:pt x="497438" y="133971"/>
                    </a:lnTo>
                    <a:lnTo>
                      <a:pt x="536300" y="133971"/>
                    </a:lnTo>
                    <a:lnTo>
                      <a:pt x="515821" y="400671"/>
                    </a:lnTo>
                    <a:lnTo>
                      <a:pt x="459338" y="400671"/>
                    </a:lnTo>
                    <a:lnTo>
                      <a:pt x="459338" y="448296"/>
                    </a:lnTo>
                    <a:lnTo>
                      <a:pt x="440288" y="448296"/>
                    </a:lnTo>
                    <a:lnTo>
                      <a:pt x="440288" y="400671"/>
                    </a:lnTo>
                    <a:lnTo>
                      <a:pt x="97388" y="400671"/>
                    </a:lnTo>
                    <a:lnTo>
                      <a:pt x="97388" y="448296"/>
                    </a:lnTo>
                    <a:lnTo>
                      <a:pt x="78338" y="448296"/>
                    </a:lnTo>
                    <a:lnTo>
                      <a:pt x="78338" y="400671"/>
                    </a:lnTo>
                    <a:lnTo>
                      <a:pt x="21855" y="400671"/>
                    </a:lnTo>
                    <a:lnTo>
                      <a:pt x="1376" y="133971"/>
                    </a:lnTo>
                    <a:lnTo>
                      <a:pt x="49763" y="133971"/>
                    </a:lnTo>
                    <a:lnTo>
                      <a:pt x="49763" y="621"/>
                    </a:lnTo>
                    <a:lnTo>
                      <a:pt x="497438" y="621"/>
                    </a:lnTo>
                    <a:close/>
                    <a:moveTo>
                      <a:pt x="89482" y="153021"/>
                    </a:moveTo>
                    <a:lnTo>
                      <a:pt x="21950" y="153021"/>
                    </a:lnTo>
                    <a:lnTo>
                      <a:pt x="39571" y="381621"/>
                    </a:lnTo>
                    <a:lnTo>
                      <a:pt x="498200" y="381621"/>
                    </a:lnTo>
                    <a:lnTo>
                      <a:pt x="515821" y="153021"/>
                    </a:lnTo>
                    <a:lnTo>
                      <a:pt x="448289" y="153021"/>
                    </a:lnTo>
                    <a:lnTo>
                      <a:pt x="419714" y="305421"/>
                    </a:lnTo>
                    <a:lnTo>
                      <a:pt x="118152" y="305421"/>
                    </a:lnTo>
                    <a:lnTo>
                      <a:pt x="89482" y="153021"/>
                    </a:lnTo>
                    <a:close/>
                    <a:moveTo>
                      <a:pt x="478388" y="19671"/>
                    </a:moveTo>
                    <a:lnTo>
                      <a:pt x="68813" y="19671"/>
                    </a:lnTo>
                    <a:lnTo>
                      <a:pt x="68813" y="133971"/>
                    </a:lnTo>
                    <a:lnTo>
                      <a:pt x="105293" y="133971"/>
                    </a:lnTo>
                    <a:lnTo>
                      <a:pt x="133869" y="286371"/>
                    </a:lnTo>
                    <a:lnTo>
                      <a:pt x="403807" y="286371"/>
                    </a:lnTo>
                    <a:lnTo>
                      <a:pt x="432382" y="133971"/>
                    </a:lnTo>
                    <a:lnTo>
                      <a:pt x="478388" y="133971"/>
                    </a:lnTo>
                    <a:lnTo>
                      <a:pt x="478388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85FC201-654A-14FC-C513-D87A70399E98}"/>
                </a:ext>
              </a:extLst>
            </p:cNvPr>
            <p:cNvGrpSpPr/>
            <p:nvPr/>
          </p:nvGrpSpPr>
          <p:grpSpPr>
            <a:xfrm>
              <a:off x="4780685" y="2133599"/>
              <a:ext cx="2630633" cy="4208657"/>
              <a:chOff x="4780685" y="2133599"/>
              <a:chExt cx="2630633" cy="4208657"/>
            </a:xfrm>
          </p:grpSpPr>
          <p:sp>
            <p:nvSpPr>
              <p:cNvPr id="13" name="任意形状 12">
                <a:extLst>
                  <a:ext uri="{FF2B5EF4-FFF2-40B4-BE49-F238E27FC236}">
                    <a16:creationId xmlns:a16="http://schemas.microsoft.com/office/drawing/2014/main" id="{75AD7CC9-71EB-4354-8C74-1DB255E8BAF5}"/>
                  </a:ext>
                </a:extLst>
              </p:cNvPr>
              <p:cNvSpPr/>
              <p:nvPr/>
            </p:nvSpPr>
            <p:spPr>
              <a:xfrm>
                <a:off x="4780686" y="3261663"/>
                <a:ext cx="2630632" cy="1487266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4f4bf242f2c94912"/>
                <a:stretch>
                  <a:fillRect t="-9082" b="-8928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C105D7F-B0A7-4476-91D4-B267BFC5FCF6}"/>
                  </a:ext>
                </a:extLst>
              </p:cNvPr>
              <p:cNvSpPr txBox="1"/>
              <p:nvPr/>
            </p:nvSpPr>
            <p:spPr>
              <a:xfrm>
                <a:off x="4780686" y="5113144"/>
                <a:ext cx="2630630" cy="1229112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兵马俑是中国古代文化的瑰宝，令人叹为观止。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79CDEB4-D388-48AE-81DB-41D5E5AA9666}"/>
                  </a:ext>
                </a:extLst>
              </p:cNvPr>
              <p:cNvSpPr txBox="1"/>
              <p:nvPr/>
            </p:nvSpPr>
            <p:spPr>
              <a:xfrm>
                <a:off x="5330258" y="2133599"/>
                <a:ext cx="2081054" cy="404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SzPct val="25000"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兵马俑的奇迹</a:t>
                </a:r>
                <a:endParaRPr 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FEAB746-68CC-41BD-8F9B-F502290A793F}"/>
                  </a:ext>
                </a:extLst>
              </p:cNvPr>
              <p:cNvSpPr/>
              <p:nvPr/>
            </p:nvSpPr>
            <p:spPr>
              <a:xfrm>
                <a:off x="4780685" y="2133599"/>
                <a:ext cx="424728" cy="404713"/>
              </a:xfrm>
              <a:prstGeom prst="rect">
                <a:avLst/>
              </a:prstGeom>
              <a:solidFill>
                <a:schemeClr val="accent2"/>
              </a:solidFill>
              <a:ln w="190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1" name="任意形状 20">
                <a:extLst>
                  <a:ext uri="{FF2B5EF4-FFF2-40B4-BE49-F238E27FC236}">
                    <a16:creationId xmlns:a16="http://schemas.microsoft.com/office/drawing/2014/main" id="{5695AF4F-6BE0-40FE-91BC-A02317D3E5C9}"/>
                  </a:ext>
                </a:extLst>
              </p:cNvPr>
              <p:cNvSpPr/>
              <p:nvPr/>
            </p:nvSpPr>
            <p:spPr bwMode="auto">
              <a:xfrm>
                <a:off x="4876738" y="2224368"/>
                <a:ext cx="253022" cy="241099"/>
              </a:xfrm>
              <a:custGeom>
                <a:avLst/>
                <a:gdLst>
                  <a:gd name="connsiteX0" fmla="*/ 266700 w 533400"/>
                  <a:gd name="connsiteY0" fmla="*/ 285750 h 533400"/>
                  <a:gd name="connsiteX1" fmla="*/ 409575 w 533400"/>
                  <a:gd name="connsiteY1" fmla="*/ 142875 h 533400"/>
                  <a:gd name="connsiteX2" fmla="*/ 266700 w 533400"/>
                  <a:gd name="connsiteY2" fmla="*/ 0 h 533400"/>
                  <a:gd name="connsiteX3" fmla="*/ 123825 w 533400"/>
                  <a:gd name="connsiteY3" fmla="*/ 142875 h 533400"/>
                  <a:gd name="connsiteX4" fmla="*/ 266700 w 533400"/>
                  <a:gd name="connsiteY4" fmla="*/ 285750 h 533400"/>
                  <a:gd name="connsiteX5" fmla="*/ 266700 w 533400"/>
                  <a:gd name="connsiteY5" fmla="*/ 19050 h 533400"/>
                  <a:gd name="connsiteX6" fmla="*/ 390525 w 533400"/>
                  <a:gd name="connsiteY6" fmla="*/ 142875 h 533400"/>
                  <a:gd name="connsiteX7" fmla="*/ 266700 w 533400"/>
                  <a:gd name="connsiteY7" fmla="*/ 266700 h 533400"/>
                  <a:gd name="connsiteX8" fmla="*/ 142875 w 533400"/>
                  <a:gd name="connsiteY8" fmla="*/ 142875 h 533400"/>
                  <a:gd name="connsiteX9" fmla="*/ 266700 w 533400"/>
                  <a:gd name="connsiteY9" fmla="*/ 19050 h 533400"/>
                  <a:gd name="connsiteX10" fmla="*/ 470535 w 533400"/>
                  <a:gd name="connsiteY10" fmla="*/ 333375 h 533400"/>
                  <a:gd name="connsiteX11" fmla="*/ 62865 w 533400"/>
                  <a:gd name="connsiteY11" fmla="*/ 333375 h 533400"/>
                  <a:gd name="connsiteX12" fmla="*/ 0 w 533400"/>
                  <a:gd name="connsiteY12" fmla="*/ 396240 h 533400"/>
                  <a:gd name="connsiteX13" fmla="*/ 0 w 533400"/>
                  <a:gd name="connsiteY13" fmla="*/ 533400 h 533400"/>
                  <a:gd name="connsiteX14" fmla="*/ 19050 w 533400"/>
                  <a:gd name="connsiteY14" fmla="*/ 533400 h 533400"/>
                  <a:gd name="connsiteX15" fmla="*/ 19050 w 533400"/>
                  <a:gd name="connsiteY15" fmla="*/ 403860 h 533400"/>
                  <a:gd name="connsiteX16" fmla="*/ 70485 w 533400"/>
                  <a:gd name="connsiteY16" fmla="*/ 352425 h 533400"/>
                  <a:gd name="connsiteX17" fmla="*/ 462915 w 533400"/>
                  <a:gd name="connsiteY17" fmla="*/ 352425 h 533400"/>
                  <a:gd name="connsiteX18" fmla="*/ 514350 w 533400"/>
                  <a:gd name="connsiteY18" fmla="*/ 403860 h 533400"/>
                  <a:gd name="connsiteX19" fmla="*/ 514350 w 533400"/>
                  <a:gd name="connsiteY19" fmla="*/ 533400 h 533400"/>
                  <a:gd name="connsiteX20" fmla="*/ 533400 w 533400"/>
                  <a:gd name="connsiteY20" fmla="*/ 533400 h 533400"/>
                  <a:gd name="connsiteX21" fmla="*/ 533400 w 533400"/>
                  <a:gd name="connsiteY21" fmla="*/ 396240 h 533400"/>
                  <a:gd name="connsiteX22" fmla="*/ 470535 w 533400"/>
                  <a:gd name="connsiteY22" fmla="*/ 333375 h 533400"/>
                  <a:gd name="connsiteX23" fmla="*/ 342900 w 533400"/>
                  <a:gd name="connsiteY23" fmla="*/ 466725 h 533400"/>
                  <a:gd name="connsiteX24" fmla="*/ 457200 w 533400"/>
                  <a:gd name="connsiteY24" fmla="*/ 466725 h 533400"/>
                  <a:gd name="connsiteX25" fmla="*/ 457200 w 533400"/>
                  <a:gd name="connsiteY25" fmla="*/ 447675 h 533400"/>
                  <a:gd name="connsiteX26" fmla="*/ 342900 w 533400"/>
                  <a:gd name="connsiteY26" fmla="*/ 447675 h 533400"/>
                  <a:gd name="connsiteX27" fmla="*/ 342900 w 533400"/>
                  <a:gd name="connsiteY27" fmla="*/ 466725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33400" h="533400">
                    <a:moveTo>
                      <a:pt x="266700" y="285750"/>
                    </a:moveTo>
                    <a:cubicBezTo>
                      <a:pt x="345758" y="285750"/>
                      <a:pt x="409575" y="221933"/>
                      <a:pt x="409575" y="142875"/>
                    </a:cubicBezTo>
                    <a:cubicBezTo>
                      <a:pt x="409575" y="63818"/>
                      <a:pt x="345758" y="0"/>
                      <a:pt x="266700" y="0"/>
                    </a:cubicBezTo>
                    <a:cubicBezTo>
                      <a:pt x="187643" y="0"/>
                      <a:pt x="123825" y="63818"/>
                      <a:pt x="123825" y="142875"/>
                    </a:cubicBezTo>
                    <a:cubicBezTo>
                      <a:pt x="123825" y="221933"/>
                      <a:pt x="187643" y="285750"/>
                      <a:pt x="266700" y="285750"/>
                    </a:cubicBezTo>
                    <a:close/>
                    <a:moveTo>
                      <a:pt x="266700" y="19050"/>
                    </a:moveTo>
                    <a:cubicBezTo>
                      <a:pt x="335280" y="19050"/>
                      <a:pt x="390525" y="74295"/>
                      <a:pt x="390525" y="142875"/>
                    </a:cubicBezTo>
                    <a:cubicBezTo>
                      <a:pt x="390525" y="211455"/>
                      <a:pt x="335280" y="266700"/>
                      <a:pt x="266700" y="266700"/>
                    </a:cubicBezTo>
                    <a:cubicBezTo>
                      <a:pt x="198120" y="266700"/>
                      <a:pt x="142875" y="211455"/>
                      <a:pt x="142875" y="142875"/>
                    </a:cubicBezTo>
                    <a:cubicBezTo>
                      <a:pt x="142875" y="74295"/>
                      <a:pt x="198120" y="19050"/>
                      <a:pt x="266700" y="19050"/>
                    </a:cubicBezTo>
                    <a:close/>
                    <a:moveTo>
                      <a:pt x="470535" y="333375"/>
                    </a:moveTo>
                    <a:lnTo>
                      <a:pt x="62865" y="333375"/>
                    </a:lnTo>
                    <a:lnTo>
                      <a:pt x="0" y="396240"/>
                    </a:lnTo>
                    <a:lnTo>
                      <a:pt x="0" y="533400"/>
                    </a:lnTo>
                    <a:lnTo>
                      <a:pt x="19050" y="533400"/>
                    </a:lnTo>
                    <a:lnTo>
                      <a:pt x="19050" y="403860"/>
                    </a:lnTo>
                    <a:lnTo>
                      <a:pt x="70485" y="352425"/>
                    </a:lnTo>
                    <a:lnTo>
                      <a:pt x="462915" y="352425"/>
                    </a:lnTo>
                    <a:lnTo>
                      <a:pt x="514350" y="403860"/>
                    </a:lnTo>
                    <a:lnTo>
                      <a:pt x="514350" y="533400"/>
                    </a:lnTo>
                    <a:lnTo>
                      <a:pt x="533400" y="533400"/>
                    </a:lnTo>
                    <a:lnTo>
                      <a:pt x="533400" y="396240"/>
                    </a:lnTo>
                    <a:lnTo>
                      <a:pt x="470535" y="333375"/>
                    </a:lnTo>
                    <a:close/>
                    <a:moveTo>
                      <a:pt x="342900" y="466725"/>
                    </a:moveTo>
                    <a:lnTo>
                      <a:pt x="457200" y="466725"/>
                    </a:lnTo>
                    <a:lnTo>
                      <a:pt x="457200" y="447675"/>
                    </a:lnTo>
                    <a:lnTo>
                      <a:pt x="342900" y="447675"/>
                    </a:lnTo>
                    <a:lnTo>
                      <a:pt x="342900" y="4667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DB4D57-DE9E-0436-9793-18FC751B88C2}"/>
                </a:ext>
              </a:extLst>
            </p:cNvPr>
            <p:cNvGrpSpPr/>
            <p:nvPr/>
          </p:nvGrpSpPr>
          <p:grpSpPr>
            <a:xfrm>
              <a:off x="8312225" y="2133599"/>
              <a:ext cx="2630632" cy="4208657"/>
              <a:chOff x="8312225" y="2133599"/>
              <a:chExt cx="2630632" cy="4208657"/>
            </a:xfrm>
          </p:grpSpPr>
          <p:sp>
            <p:nvSpPr>
              <p:cNvPr id="30" name="任意形状 29">
                <a:extLst>
                  <a:ext uri="{FF2B5EF4-FFF2-40B4-BE49-F238E27FC236}">
                    <a16:creationId xmlns:a16="http://schemas.microsoft.com/office/drawing/2014/main" id="{D747BE0C-D729-43A9-A825-924BE1CC0F43}"/>
                  </a:ext>
                </a:extLst>
              </p:cNvPr>
              <p:cNvSpPr/>
              <p:nvPr/>
            </p:nvSpPr>
            <p:spPr>
              <a:xfrm>
                <a:off x="8312225" y="3261663"/>
                <a:ext cx="2630632" cy="1487265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539c4ed6cd8a4156"/>
                <a:stretch>
                  <a:fillRect t="-16468" b="-16190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1951F2E-FE01-4E6E-A558-2007D771C4AA}"/>
                  </a:ext>
                </a:extLst>
              </p:cNvPr>
              <p:cNvSpPr txBox="1"/>
              <p:nvPr/>
            </p:nvSpPr>
            <p:spPr>
              <a:xfrm>
                <a:off x="8312225" y="5113144"/>
                <a:ext cx="2630630" cy="1229112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大雁塔是佛教文化传播的重要地标，历史悠久。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55CC8F4-D876-4313-BD12-78CB55B7B9AF}"/>
                  </a:ext>
                </a:extLst>
              </p:cNvPr>
              <p:cNvSpPr txBox="1"/>
              <p:nvPr/>
            </p:nvSpPr>
            <p:spPr>
              <a:xfrm>
                <a:off x="8870005" y="2133599"/>
                <a:ext cx="2072848" cy="404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SzPct val="25000"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大雁塔的佛教传承</a:t>
                </a:r>
                <a:endParaRPr 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31CF275-E35B-4F73-BECB-BA8BA0C32523}"/>
                  </a:ext>
                </a:extLst>
              </p:cNvPr>
              <p:cNvSpPr/>
              <p:nvPr/>
            </p:nvSpPr>
            <p:spPr>
              <a:xfrm>
                <a:off x="8312225" y="2133599"/>
                <a:ext cx="424728" cy="404713"/>
              </a:xfrm>
              <a:prstGeom prst="rect">
                <a:avLst/>
              </a:prstGeom>
              <a:solidFill>
                <a:schemeClr val="accent1"/>
              </a:solidFill>
              <a:ln w="190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F47626DC-5E61-44AA-B065-BBC53E8DF7A9}"/>
                  </a:ext>
                </a:extLst>
              </p:cNvPr>
              <p:cNvSpPr/>
              <p:nvPr/>
            </p:nvSpPr>
            <p:spPr bwMode="auto">
              <a:xfrm>
                <a:off x="8394814" y="2191245"/>
                <a:ext cx="277091" cy="28942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52367 h 542925"/>
                  <a:gd name="connsiteX11" fmla="*/ 1120 w 495300"/>
                  <a:gd name="connsiteY11" fmla="*/ 248271 h 542925"/>
                  <a:gd name="connsiteX12" fmla="*/ 248770 w 495300"/>
                  <a:gd name="connsiteY12" fmla="*/ 621 h 542925"/>
                  <a:gd name="connsiteX13" fmla="*/ 304777 w 495300"/>
                  <a:gd name="connsiteY13" fmla="*/ 489539 h 542925"/>
                  <a:gd name="connsiteX14" fmla="*/ 248770 w 495300"/>
                  <a:gd name="connsiteY14" fmla="*/ 495921 h 542925"/>
                  <a:gd name="connsiteX15" fmla="*/ 192763 w 495300"/>
                  <a:gd name="connsiteY15" fmla="*/ 489539 h 542925"/>
                  <a:gd name="connsiteX16" fmla="*/ 172570 w 495300"/>
                  <a:gd name="connsiteY16" fmla="*/ 524496 h 542925"/>
                  <a:gd name="connsiteX17" fmla="*/ 324970 w 495300"/>
                  <a:gd name="connsiteY17" fmla="*/ 524496 h 542925"/>
                  <a:gd name="connsiteX18" fmla="*/ 304777 w 495300"/>
                  <a:gd name="connsiteY18" fmla="*/ 489539 h 542925"/>
                  <a:gd name="connsiteX19" fmla="*/ 248770 w 495300"/>
                  <a:gd name="connsiteY19" fmla="*/ 19671 h 542925"/>
                  <a:gd name="connsiteX20" fmla="*/ 20170 w 495300"/>
                  <a:gd name="connsiteY20" fmla="*/ 248271 h 542925"/>
                  <a:gd name="connsiteX21" fmla="*/ 248770 w 495300"/>
                  <a:gd name="connsiteY21" fmla="*/ 476871 h 542925"/>
                  <a:gd name="connsiteX22" fmla="*/ 477370 w 495300"/>
                  <a:gd name="connsiteY22" fmla="*/ 248271 h 542925"/>
                  <a:gd name="connsiteX23" fmla="*/ 248770 w 495300"/>
                  <a:gd name="connsiteY23" fmla="*/ 19671 h 542925"/>
                  <a:gd name="connsiteX24" fmla="*/ 248770 w 495300"/>
                  <a:gd name="connsiteY24" fmla="*/ 133971 h 542925"/>
                  <a:gd name="connsiteX25" fmla="*/ 363070 w 495300"/>
                  <a:gd name="connsiteY25" fmla="*/ 248271 h 542925"/>
                  <a:gd name="connsiteX26" fmla="*/ 248770 w 495300"/>
                  <a:gd name="connsiteY26" fmla="*/ 362571 h 542925"/>
                  <a:gd name="connsiteX27" fmla="*/ 134470 w 495300"/>
                  <a:gd name="connsiteY27" fmla="*/ 248271 h 542925"/>
                  <a:gd name="connsiteX28" fmla="*/ 248770 w 495300"/>
                  <a:gd name="connsiteY28" fmla="*/ 133971 h 542925"/>
                  <a:gd name="connsiteX29" fmla="*/ 248770 w 495300"/>
                  <a:gd name="connsiteY29" fmla="*/ 153021 h 542925"/>
                  <a:gd name="connsiteX30" fmla="*/ 153520 w 495300"/>
                  <a:gd name="connsiteY30" fmla="*/ 248271 h 542925"/>
                  <a:gd name="connsiteX31" fmla="*/ 248770 w 495300"/>
                  <a:gd name="connsiteY31" fmla="*/ 343521 h 542925"/>
                  <a:gd name="connsiteX32" fmla="*/ 344020 w 495300"/>
                  <a:gd name="connsiteY32" fmla="*/ 248271 h 542925"/>
                  <a:gd name="connsiteX33" fmla="*/ 248770 w 495300"/>
                  <a:gd name="connsiteY33" fmla="*/ 153021 h 542925"/>
                  <a:gd name="connsiteX34" fmla="*/ 367833 w 495300"/>
                  <a:gd name="connsiteY34" fmla="*/ 114921 h 542925"/>
                  <a:gd name="connsiteX35" fmla="*/ 382120 w 495300"/>
                  <a:gd name="connsiteY35" fmla="*/ 129209 h 542925"/>
                  <a:gd name="connsiteX36" fmla="*/ 367833 w 495300"/>
                  <a:gd name="connsiteY36" fmla="*/ 143496 h 542925"/>
                  <a:gd name="connsiteX37" fmla="*/ 353545 w 495300"/>
                  <a:gd name="connsiteY37" fmla="*/ 129209 h 542925"/>
                  <a:gd name="connsiteX38" fmla="*/ 367833 w 495300"/>
                  <a:gd name="connsiteY38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4843" y="452963"/>
                      <a:pt x="2930" y="361237"/>
                      <a:pt x="1120" y="252367"/>
                    </a:cubicBezTo>
                    <a:lnTo>
                      <a:pt x="1120" y="248271"/>
                    </a:ln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304777" y="489539"/>
                    </a:move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lose/>
                    <a:moveTo>
                      <a:pt x="248770" y="19671"/>
                    </a:moveTo>
                    <a:cubicBezTo>
                      <a:pt x="122564" y="19671"/>
                      <a:pt x="20170" y="122065"/>
                      <a:pt x="20170" y="248271"/>
                    </a:cubicBezTo>
                    <a:cubicBezTo>
                      <a:pt x="20170" y="374477"/>
                      <a:pt x="122564" y="476871"/>
                      <a:pt x="248770" y="476871"/>
                    </a:cubicBezTo>
                    <a:cubicBezTo>
                      <a:pt x="374976" y="476871"/>
                      <a:pt x="477370" y="374477"/>
                      <a:pt x="477370" y="248271"/>
                    </a:cubicBezTo>
                    <a:cubicBezTo>
                      <a:pt x="477370" y="122065"/>
                      <a:pt x="374976" y="19671"/>
                      <a:pt x="248770" y="19671"/>
                    </a:cubicBezTo>
                    <a:close/>
                    <a:moveTo>
                      <a:pt x="248770" y="133971"/>
                    </a:moveTo>
                    <a:cubicBezTo>
                      <a:pt x="311921" y="133971"/>
                      <a:pt x="363070" y="185120"/>
                      <a:pt x="363070" y="248271"/>
                    </a:cubicBezTo>
                    <a:cubicBezTo>
                      <a:pt x="363070" y="311422"/>
                      <a:pt x="311921" y="362571"/>
                      <a:pt x="248770" y="362571"/>
                    </a:cubicBezTo>
                    <a:cubicBezTo>
                      <a:pt x="185619" y="362571"/>
                      <a:pt x="134470" y="311422"/>
                      <a:pt x="134470" y="248271"/>
                    </a:cubicBezTo>
                    <a:cubicBezTo>
                      <a:pt x="134470" y="185120"/>
                      <a:pt x="185619" y="133971"/>
                      <a:pt x="248770" y="133971"/>
                    </a:cubicBezTo>
                    <a:close/>
                    <a:moveTo>
                      <a:pt x="248770" y="153021"/>
                    </a:moveTo>
                    <a:cubicBezTo>
                      <a:pt x="196192" y="153021"/>
                      <a:pt x="153520" y="195693"/>
                      <a:pt x="153520" y="248271"/>
                    </a:cubicBezTo>
                    <a:cubicBezTo>
                      <a:pt x="153520" y="300849"/>
                      <a:pt x="196192" y="343521"/>
                      <a:pt x="248770" y="343521"/>
                    </a:cubicBezTo>
                    <a:cubicBezTo>
                      <a:pt x="301348" y="343521"/>
                      <a:pt x="344020" y="300849"/>
                      <a:pt x="344020" y="248271"/>
                    </a:cubicBezTo>
                    <a:cubicBezTo>
                      <a:pt x="344020" y="195693"/>
                      <a:pt x="301348" y="153021"/>
                      <a:pt x="248770" y="153021"/>
                    </a:cubicBezTo>
                    <a:close/>
                    <a:moveTo>
                      <a:pt x="367833" y="114921"/>
                    </a:moveTo>
                    <a:cubicBezTo>
                      <a:pt x="375738" y="114921"/>
                      <a:pt x="382120" y="121303"/>
                      <a:pt x="382120" y="129209"/>
                    </a:cubicBezTo>
                    <a:cubicBezTo>
                      <a:pt x="382120" y="137114"/>
                      <a:pt x="375738" y="143496"/>
                      <a:pt x="367833" y="143496"/>
                    </a:cubicBezTo>
                    <a:cubicBezTo>
                      <a:pt x="359927" y="143496"/>
                      <a:pt x="353545" y="137114"/>
                      <a:pt x="353545" y="129209"/>
                    </a:cubicBezTo>
                    <a:cubicBezTo>
                      <a:pt x="353545" y="121303"/>
                      <a:pt x="359927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1" y="562151"/>
            <a:ext cx="2102679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历史沿革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F664069-11AD-60C6-5160-126178F301E5}"/>
              </a:ext>
            </a:extLst>
          </p:cNvPr>
          <p:cNvGrpSpPr/>
          <p:nvPr/>
        </p:nvGrpSpPr>
        <p:grpSpPr>
          <a:xfrm>
            <a:off x="0" y="1242646"/>
            <a:ext cx="12198355" cy="5615354"/>
            <a:chOff x="0" y="1242646"/>
            <a:chExt cx="12198354" cy="56153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01240CD-8DE3-C2E6-2240-E9B8FA471B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5601690"/>
              <a:ext cx="12198354" cy="1256310"/>
            </a:xfrm>
            <a:prstGeom prst="rect">
              <a:avLst/>
            </a:prstGeom>
            <a:blipFill dpi="0" rotWithShape="1">
              <a:blip r:embed="Re3d28f3c0787485f"/>
              <a:stretch>
                <a:fillRect t="-274632" b="-26913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B55DC4B-D739-21AE-45BB-F33904012D91}"/>
                </a:ext>
              </a:extLst>
            </p:cNvPr>
            <p:cNvGrpSpPr/>
            <p:nvPr/>
          </p:nvGrpSpPr>
          <p:grpSpPr>
            <a:xfrm>
              <a:off x="660400" y="1242646"/>
              <a:ext cx="10858500" cy="4892628"/>
              <a:chOff x="660400" y="1242646"/>
              <a:chExt cx="10858500" cy="4892628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2189F26-57F3-6BFD-FE40-547DAA22AA10}"/>
                  </a:ext>
                </a:extLst>
              </p:cNvPr>
              <p:cNvGrpSpPr/>
              <p:nvPr/>
            </p:nvGrpSpPr>
            <p:grpSpPr>
              <a:xfrm>
                <a:off x="675760" y="3517659"/>
                <a:ext cx="1973838" cy="2617615"/>
                <a:chOff x="675760" y="3517659"/>
                <a:chExt cx="1973838" cy="2617615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6C595E1-6441-CB9F-9372-C12565CB74E7}"/>
                    </a:ext>
                  </a:extLst>
                </p:cNvPr>
                <p:cNvSpPr/>
                <p:nvPr/>
              </p:nvSpPr>
              <p:spPr bwMode="auto">
                <a:xfrm>
                  <a:off x="675760" y="4971009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 err="1">
                      <a:latin typeface="Times New Roman"/>
                      <a:ea typeface="微软雅黑"/>
                      <a:sym typeface="Times New Roman"/>
                    </a:rPr>
                    <a:t>西安标志性美食，馍香四溢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C2CD0CA3-B50E-86E9-5A96-4B712175C427}"/>
                    </a:ext>
                  </a:extLst>
                </p:cNvPr>
                <p:cNvSpPr txBox="1"/>
                <p:nvPr/>
              </p:nvSpPr>
              <p:spPr bwMode="auto">
                <a:xfrm>
                  <a:off x="675760" y="4529206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肉夹馍传奇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11" name="任意形状 10">
                  <a:extLst>
                    <a:ext uri="{FF2B5EF4-FFF2-40B4-BE49-F238E27FC236}">
                      <a16:creationId xmlns:a16="http://schemas.microsoft.com/office/drawing/2014/main" id="{009CF622-F582-A9D6-EE51-FEC40C1A62E4}"/>
                    </a:ext>
                  </a:extLst>
                </p:cNvPr>
                <p:cNvSpPr/>
                <p:nvPr/>
              </p:nvSpPr>
              <p:spPr bwMode="auto">
                <a:xfrm>
                  <a:off x="1455259" y="3517659"/>
                  <a:ext cx="395651" cy="366043"/>
                </a:xfrm>
                <a:custGeom>
                  <a:avLst/>
                  <a:gdLst/>
                  <a:ahLst/>
                  <a:cxnLst>
                    <a:cxn ang="0">
                      <a:pos x="39" y="36"/>
                    </a:cxn>
                    <a:cxn ang="0">
                      <a:pos x="41" y="44"/>
                    </a:cxn>
                    <a:cxn ang="0">
                      <a:pos x="35" y="50"/>
                    </a:cxn>
                    <a:cxn ang="0">
                      <a:pos x="27" y="53"/>
                    </a:cxn>
                    <a:cxn ang="0">
                      <a:pos x="18" y="53"/>
                    </a:cxn>
                    <a:cxn ang="0">
                      <a:pos x="11" y="50"/>
                    </a:cxn>
                    <a:cxn ang="0">
                      <a:pos x="4" y="44"/>
                    </a:cxn>
                    <a:cxn ang="0">
                      <a:pos x="6" y="36"/>
                    </a:cxn>
                    <a:cxn ang="0">
                      <a:pos x="0" y="28"/>
                    </a:cxn>
                    <a:cxn ang="0">
                      <a:pos x="7" y="23"/>
                    </a:cxn>
                    <a:cxn ang="0">
                      <a:pos x="4" y="18"/>
                    </a:cxn>
                    <a:cxn ang="0">
                      <a:pos x="15" y="16"/>
                    </a:cxn>
                    <a:cxn ang="0">
                      <a:pos x="19" y="8"/>
                    </a:cxn>
                    <a:cxn ang="0">
                      <a:pos x="28" y="15"/>
                    </a:cxn>
                    <a:cxn ang="0">
                      <a:pos x="35" y="12"/>
                    </a:cxn>
                    <a:cxn ang="0">
                      <a:pos x="41" y="19"/>
                    </a:cxn>
                    <a:cxn ang="0">
                      <a:pos x="45" y="27"/>
                    </a:cxn>
                    <a:cxn ang="0">
                      <a:pos x="23" y="22"/>
                    </a:cxn>
                    <a:cxn ang="0">
                      <a:pos x="32" y="31"/>
                    </a:cxn>
                    <a:cxn ang="0">
                      <a:pos x="63" y="16"/>
                    </a:cxn>
                    <a:cxn ang="0">
                      <a:pos x="64" y="24"/>
                    </a:cxn>
                    <a:cxn ang="0">
                      <a:pos x="55" y="22"/>
                    </a:cxn>
                    <a:cxn ang="0">
                      <a:pos x="46" y="24"/>
                    </a:cxn>
                    <a:cxn ang="0">
                      <a:pos x="46" y="16"/>
                    </a:cxn>
                    <a:cxn ang="0">
                      <a:pos x="46" y="9"/>
                    </a:cxn>
                    <a:cxn ang="0">
                      <a:pos x="46" y="2"/>
                    </a:cxn>
                    <a:cxn ang="0">
                      <a:pos x="55" y="4"/>
                    </a:cxn>
                    <a:cxn ang="0">
                      <a:pos x="59" y="0"/>
                    </a:cxn>
                    <a:cxn ang="0">
                      <a:pos x="62" y="7"/>
                    </a:cxn>
                    <a:cxn ang="0">
                      <a:pos x="68" y="15"/>
                    </a:cxn>
                    <a:cxn ang="0">
                      <a:pos x="62" y="55"/>
                    </a:cxn>
                    <a:cxn ang="0">
                      <a:pos x="59" y="63"/>
                    </a:cxn>
                    <a:cxn ang="0">
                      <a:pos x="54" y="59"/>
                    </a:cxn>
                    <a:cxn ang="0">
                      <a:pos x="45" y="60"/>
                    </a:cxn>
                    <a:cxn ang="0">
                      <a:pos x="41" y="52"/>
                    </a:cxn>
                    <a:cxn ang="0">
                      <a:pos x="47" y="44"/>
                    </a:cxn>
                    <a:cxn ang="0">
                      <a:pos x="50" y="36"/>
                    </a:cxn>
                    <a:cxn ang="0">
                      <a:pos x="56" y="40"/>
                    </a:cxn>
                    <a:cxn ang="0">
                      <a:pos x="64" y="39"/>
                    </a:cxn>
                    <a:cxn ang="0">
                      <a:pos x="63" y="46"/>
                    </a:cxn>
                    <a:cxn ang="0">
                      <a:pos x="55" y="8"/>
                    </a:cxn>
                    <a:cxn ang="0">
                      <a:pos x="59" y="13"/>
                    </a:cxn>
                    <a:cxn ang="0">
                      <a:pos x="50" y="49"/>
                    </a:cxn>
                    <a:cxn ang="0">
                      <a:pos x="55" y="45"/>
                    </a:cxn>
                  </a:cxnLst>
                  <a:rect l="0" t="0" r="r" b="b"/>
                  <a:pathLst>
                    <a:path w="68" h="62">
                      <a:moveTo>
                        <a:pt x="45" y="35"/>
                      </a:moveTo>
                      <a:cubicBezTo>
                        <a:pt x="45" y="35"/>
                        <a:pt x="45" y="36"/>
                        <a:pt x="45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7"/>
                        <a:pt x="38" y="38"/>
                        <a:pt x="38" y="39"/>
                      </a:cubicBezTo>
                      <a:cubicBezTo>
                        <a:pt x="39" y="41"/>
                        <a:pt x="40" y="42"/>
                        <a:pt x="41" y="43"/>
                      </a:cubicBezTo>
                      <a:cubicBezTo>
                        <a:pt x="41" y="43"/>
                        <a:pt x="41" y="44"/>
                        <a:pt x="41" y="44"/>
                      </a:cubicBezTo>
                      <a:cubicBezTo>
                        <a:pt x="41" y="44"/>
                        <a:pt x="41" y="44"/>
                        <a:pt x="41" y="45"/>
                      </a:cubicBezTo>
                      <a:cubicBezTo>
                        <a:pt x="40" y="46"/>
                        <a:pt x="36" y="50"/>
                        <a:pt x="35" y="50"/>
                      </a:cubicBezTo>
                      <a:cubicBezTo>
                        <a:pt x="35" y="50"/>
                        <a:pt x="35" y="50"/>
                        <a:pt x="35" y="50"/>
                      </a:cubicBezTo>
                      <a:cubicBezTo>
                        <a:pt x="31" y="47"/>
                        <a:pt x="31" y="47"/>
                        <a:pt x="31" y="47"/>
                      </a:cubicBezTo>
                      <a:cubicBezTo>
                        <a:pt x="30" y="47"/>
                        <a:pt x="29" y="47"/>
                        <a:pt x="28" y="48"/>
                      </a:cubicBezTo>
                      <a:cubicBezTo>
                        <a:pt x="28" y="49"/>
                        <a:pt x="27" y="51"/>
                        <a:pt x="27" y="53"/>
                      </a:cubicBezTo>
                      <a:cubicBezTo>
                        <a:pt x="27" y="54"/>
                        <a:pt x="26" y="54"/>
                        <a:pt x="26" y="54"/>
                      </a:cubicBezTo>
                      <a:cubicBezTo>
                        <a:pt x="19" y="54"/>
                        <a:pt x="19" y="54"/>
                        <a:pt x="19" y="54"/>
                      </a:cubicBezTo>
                      <a:cubicBezTo>
                        <a:pt x="19" y="54"/>
                        <a:pt x="18" y="54"/>
                        <a:pt x="18" y="53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16" y="47"/>
                        <a:pt x="16" y="47"/>
                        <a:pt x="15" y="47"/>
                      </a:cubicBezTo>
                      <a:cubicBezTo>
                        <a:pt x="11" y="50"/>
                        <a:pt x="11" y="50"/>
                        <a:pt x="11" y="50"/>
                      </a:cubicBezTo>
                      <a:cubicBezTo>
                        <a:pt x="10" y="50"/>
                        <a:pt x="10" y="50"/>
                        <a:pt x="10" y="50"/>
                      </a:cubicBezTo>
                      <a:cubicBezTo>
                        <a:pt x="10" y="50"/>
                        <a:pt x="9" y="50"/>
                        <a:pt x="9" y="50"/>
                      </a:cubicBezTo>
                      <a:cubicBezTo>
                        <a:pt x="8" y="49"/>
                        <a:pt x="4" y="45"/>
                        <a:pt x="4" y="44"/>
                      </a:cubicBezTo>
                      <a:cubicBezTo>
                        <a:pt x="4" y="44"/>
                        <a:pt x="4" y="44"/>
                        <a:pt x="4" y="43"/>
                      </a:cubicBezTo>
                      <a:cubicBezTo>
                        <a:pt x="5" y="42"/>
                        <a:pt x="6" y="41"/>
                        <a:pt x="7" y="39"/>
                      </a:cubicBezTo>
                      <a:cubicBezTo>
                        <a:pt x="7" y="38"/>
                        <a:pt x="6" y="37"/>
                        <a:pt x="6" y="36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0" y="35"/>
                        <a:pt x="0" y="35"/>
                        <a:pt x="0" y="34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27"/>
                        <a:pt x="0" y="27"/>
                        <a:pt x="1" y="27"/>
                      </a:cubicBezTo>
                      <a:cubicBezTo>
                        <a:pt x="6" y="26"/>
                        <a:pt x="6" y="26"/>
                        <a:pt x="6" y="26"/>
                      </a:cubicBezTo>
                      <a:cubicBezTo>
                        <a:pt x="6" y="25"/>
                        <a:pt x="7" y="24"/>
                        <a:pt x="7" y="23"/>
                      </a:cubicBezTo>
                      <a:cubicBezTo>
                        <a:pt x="6" y="22"/>
                        <a:pt x="5" y="20"/>
                        <a:pt x="4" y="19"/>
                      </a:cubicBezTo>
                      <a:cubicBezTo>
                        <a:pt x="4" y="19"/>
                        <a:pt x="4" y="19"/>
                        <a:pt x="4" y="18"/>
                      </a:cubicBezTo>
                      <a:cubicBezTo>
                        <a:pt x="4" y="18"/>
                        <a:pt x="4" y="18"/>
                        <a:pt x="4" y="18"/>
                      </a:cubicBezTo>
                      <a:cubicBezTo>
                        <a:pt x="5" y="17"/>
                        <a:pt x="9" y="12"/>
                        <a:pt x="10" y="12"/>
                      </a:cubicBezTo>
                      <a:cubicBezTo>
                        <a:pt x="10" y="12"/>
                        <a:pt x="10" y="12"/>
                        <a:pt x="11" y="13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6" y="15"/>
                        <a:pt x="16" y="15"/>
                        <a:pt x="17" y="15"/>
                      </a:cubicBezTo>
                      <a:cubicBezTo>
                        <a:pt x="18" y="13"/>
                        <a:pt x="18" y="11"/>
                        <a:pt x="18" y="9"/>
                      </a:cubicBezTo>
                      <a:cubicBezTo>
                        <a:pt x="18" y="9"/>
                        <a:pt x="19" y="8"/>
                        <a:pt x="19" y="8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26" y="8"/>
                        <a:pt x="27" y="9"/>
                        <a:pt x="27" y="9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9" y="15"/>
                        <a:pt x="30" y="15"/>
                        <a:pt x="31" y="16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6" y="12"/>
                        <a:pt x="36" y="12"/>
                        <a:pt x="36" y="13"/>
                      </a:cubicBezTo>
                      <a:cubicBezTo>
                        <a:pt x="37" y="13"/>
                        <a:pt x="41" y="17"/>
                        <a:pt x="41" y="18"/>
                      </a:cubicBezTo>
                      <a:cubicBezTo>
                        <a:pt x="41" y="19"/>
                        <a:pt x="41" y="19"/>
                        <a:pt x="41" y="19"/>
                      </a:cubicBezTo>
                      <a:cubicBezTo>
                        <a:pt x="40" y="20"/>
                        <a:pt x="39" y="22"/>
                        <a:pt x="38" y="23"/>
                      </a:cubicBezTo>
                      <a:cubicBezTo>
                        <a:pt x="38" y="24"/>
                        <a:pt x="39" y="25"/>
                        <a:pt x="39" y="26"/>
                      </a:cubicBezTo>
                      <a:cubicBezTo>
                        <a:pt x="45" y="27"/>
                        <a:pt x="45" y="27"/>
                        <a:pt x="45" y="27"/>
                      </a:cubicBezTo>
                      <a:cubicBezTo>
                        <a:pt x="45" y="27"/>
                        <a:pt x="45" y="27"/>
                        <a:pt x="45" y="28"/>
                      </a:cubicBezTo>
                      <a:lnTo>
                        <a:pt x="45" y="35"/>
                      </a:lnTo>
                      <a:close/>
                      <a:moveTo>
                        <a:pt x="23" y="22"/>
                      </a:moveTo>
                      <a:cubicBezTo>
                        <a:pt x="18" y="22"/>
                        <a:pt x="13" y="26"/>
                        <a:pt x="13" y="31"/>
                      </a:cubicBezTo>
                      <a:cubicBezTo>
                        <a:pt x="13" y="36"/>
                        <a:pt x="18" y="40"/>
                        <a:pt x="23" y="40"/>
                      </a:cubicBezTo>
                      <a:cubicBezTo>
                        <a:pt x="28" y="40"/>
                        <a:pt x="32" y="36"/>
                        <a:pt x="32" y="31"/>
                      </a:cubicBezTo>
                      <a:cubicBezTo>
                        <a:pt x="32" y="26"/>
                        <a:pt x="28" y="22"/>
                        <a:pt x="23" y="22"/>
                      </a:cubicBezTo>
                      <a:close/>
                      <a:moveTo>
                        <a:pt x="68" y="15"/>
                      </a:moveTo>
                      <a:cubicBezTo>
                        <a:pt x="68" y="16"/>
                        <a:pt x="64" y="16"/>
                        <a:pt x="63" y="16"/>
                      </a:cubicBezTo>
                      <a:cubicBezTo>
                        <a:pt x="63" y="17"/>
                        <a:pt x="62" y="18"/>
                        <a:pt x="62" y="18"/>
                      </a:cubicBezTo>
                      <a:cubicBezTo>
                        <a:pt x="62" y="19"/>
                        <a:pt x="64" y="23"/>
                        <a:pt x="64" y="23"/>
                      </a:cubicBezTo>
                      <a:cubicBezTo>
                        <a:pt x="64" y="23"/>
                        <a:pt x="64" y="23"/>
                        <a:pt x="64" y="24"/>
                      </a:cubicBezTo>
                      <a:cubicBezTo>
                        <a:pt x="63" y="24"/>
                        <a:pt x="59" y="26"/>
                        <a:pt x="59" y="26"/>
                      </a:cubicBezTo>
                      <a:cubicBezTo>
                        <a:pt x="59" y="26"/>
                        <a:pt x="56" y="22"/>
                        <a:pt x="56" y="22"/>
                      </a:cubicBezTo>
                      <a:cubicBezTo>
                        <a:pt x="55" y="22"/>
                        <a:pt x="55" y="22"/>
                        <a:pt x="55" y="22"/>
                      </a:cubicBezTo>
                      <a:cubicBezTo>
                        <a:pt x="54" y="22"/>
                        <a:pt x="54" y="22"/>
                        <a:pt x="54" y="22"/>
                      </a:cubicBezTo>
                      <a:cubicBezTo>
                        <a:pt x="53" y="22"/>
                        <a:pt x="50" y="26"/>
                        <a:pt x="50" y="26"/>
                      </a:cubicBezTo>
                      <a:cubicBezTo>
                        <a:pt x="50" y="26"/>
                        <a:pt x="46" y="24"/>
                        <a:pt x="46" y="24"/>
                      </a:cubicBezTo>
                      <a:cubicBezTo>
                        <a:pt x="45" y="23"/>
                        <a:pt x="45" y="23"/>
                        <a:pt x="45" y="23"/>
                      </a:cubicBezTo>
                      <a:cubicBezTo>
                        <a:pt x="45" y="23"/>
                        <a:pt x="47" y="19"/>
                        <a:pt x="47" y="18"/>
                      </a:cubicBezTo>
                      <a:cubicBezTo>
                        <a:pt x="47" y="18"/>
                        <a:pt x="46" y="17"/>
                        <a:pt x="46" y="16"/>
                      </a:cubicBezTo>
                      <a:cubicBezTo>
                        <a:pt x="45" y="16"/>
                        <a:pt x="41" y="16"/>
                        <a:pt x="41" y="15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5" y="9"/>
                        <a:pt x="46" y="9"/>
                      </a:cubicBezTo>
                      <a:cubicBezTo>
                        <a:pt x="46" y="9"/>
                        <a:pt x="47" y="8"/>
                        <a:pt x="47" y="7"/>
                      </a:cubicBezTo>
                      <a:cubicBezTo>
                        <a:pt x="47" y="7"/>
                        <a:pt x="45" y="3"/>
                        <a:pt x="45" y="2"/>
                      </a:cubicBezTo>
                      <a:cubicBezTo>
                        <a:pt x="45" y="2"/>
                        <a:pt x="45" y="2"/>
                        <a:pt x="46" y="2"/>
                      </a:cubicBezTo>
                      <a:cubicBezTo>
                        <a:pt x="46" y="2"/>
                        <a:pt x="50" y="0"/>
                        <a:pt x="50" y="0"/>
                      </a:cubicBezTo>
                      <a:cubicBezTo>
                        <a:pt x="50" y="0"/>
                        <a:pt x="53" y="3"/>
                        <a:pt x="54" y="4"/>
                      </a:cubicBezTo>
                      <a:cubicBezTo>
                        <a:pt x="54" y="4"/>
                        <a:pt x="54" y="4"/>
                        <a:pt x="55" y="4"/>
                      </a:cubicBezTo>
                      <a:cubicBezTo>
                        <a:pt x="55" y="4"/>
                        <a:pt x="55" y="4"/>
                        <a:pt x="56" y="4"/>
                      </a:cubicBezTo>
                      <a:cubicBezTo>
                        <a:pt x="57" y="2"/>
                        <a:pt x="58" y="1"/>
                        <a:pt x="59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59" y="0"/>
                        <a:pt x="63" y="2"/>
                        <a:pt x="64" y="2"/>
                      </a:cubicBezTo>
                      <a:cubicBezTo>
                        <a:pt x="64" y="2"/>
                        <a:pt x="64" y="2"/>
                        <a:pt x="64" y="2"/>
                      </a:cubicBezTo>
                      <a:cubicBezTo>
                        <a:pt x="64" y="3"/>
                        <a:pt x="62" y="7"/>
                        <a:pt x="62" y="7"/>
                      </a:cubicBezTo>
                      <a:cubicBezTo>
                        <a:pt x="62" y="8"/>
                        <a:pt x="63" y="9"/>
                        <a:pt x="63" y="9"/>
                      </a:cubicBezTo>
                      <a:cubicBezTo>
                        <a:pt x="64" y="9"/>
                        <a:pt x="68" y="10"/>
                        <a:pt x="68" y="10"/>
                      </a:cubicBezTo>
                      <a:lnTo>
                        <a:pt x="68" y="15"/>
                      </a:lnTo>
                      <a:close/>
                      <a:moveTo>
                        <a:pt x="68" y="52"/>
                      </a:moveTo>
                      <a:cubicBezTo>
                        <a:pt x="68" y="52"/>
                        <a:pt x="64" y="53"/>
                        <a:pt x="63" y="53"/>
                      </a:cubicBezTo>
                      <a:cubicBezTo>
                        <a:pt x="63" y="54"/>
                        <a:pt x="62" y="54"/>
                        <a:pt x="62" y="55"/>
                      </a:cubicBezTo>
                      <a:cubicBezTo>
                        <a:pt x="62" y="56"/>
                        <a:pt x="64" y="59"/>
                        <a:pt x="64" y="60"/>
                      </a:cubicBezTo>
                      <a:cubicBezTo>
                        <a:pt x="64" y="60"/>
                        <a:pt x="64" y="60"/>
                        <a:pt x="64" y="60"/>
                      </a:cubicBezTo>
                      <a:cubicBezTo>
                        <a:pt x="63" y="60"/>
                        <a:pt x="59" y="63"/>
                        <a:pt x="59" y="63"/>
                      </a:cubicBezTo>
                      <a:cubicBezTo>
                        <a:pt x="59" y="63"/>
                        <a:pt x="56" y="59"/>
                        <a:pt x="56" y="59"/>
                      </a:cubicBezTo>
                      <a:cubicBezTo>
                        <a:pt x="55" y="59"/>
                        <a:pt x="55" y="59"/>
                        <a:pt x="55" y="59"/>
                      </a:cubicBezTo>
                      <a:cubicBezTo>
                        <a:pt x="54" y="59"/>
                        <a:pt x="54" y="59"/>
                        <a:pt x="54" y="59"/>
                      </a:cubicBezTo>
                      <a:cubicBezTo>
                        <a:pt x="53" y="59"/>
                        <a:pt x="50" y="63"/>
                        <a:pt x="50" y="63"/>
                      </a:cubicBezTo>
                      <a:cubicBezTo>
                        <a:pt x="50" y="63"/>
                        <a:pt x="46" y="60"/>
                        <a:pt x="46" y="60"/>
                      </a:cubicBezTo>
                      <a:cubicBezTo>
                        <a:pt x="45" y="60"/>
                        <a:pt x="45" y="60"/>
                        <a:pt x="45" y="60"/>
                      </a:cubicBezTo>
                      <a:cubicBezTo>
                        <a:pt x="45" y="59"/>
                        <a:pt x="47" y="56"/>
                        <a:pt x="47" y="55"/>
                      </a:cubicBezTo>
                      <a:cubicBezTo>
                        <a:pt x="47" y="54"/>
                        <a:pt x="46" y="54"/>
                        <a:pt x="46" y="53"/>
                      </a:cubicBezTo>
                      <a:cubicBezTo>
                        <a:pt x="45" y="53"/>
                        <a:pt x="41" y="52"/>
                        <a:pt x="41" y="52"/>
                      </a:cubicBezTo>
                      <a:cubicBezTo>
                        <a:pt x="41" y="47"/>
                        <a:pt x="41" y="47"/>
                        <a:pt x="41" y="47"/>
                      </a:cubicBezTo>
                      <a:cubicBezTo>
                        <a:pt x="41" y="46"/>
                        <a:pt x="45" y="46"/>
                        <a:pt x="46" y="46"/>
                      </a:cubicBezTo>
                      <a:cubicBezTo>
                        <a:pt x="46" y="45"/>
                        <a:pt x="47" y="45"/>
                        <a:pt x="47" y="44"/>
                      </a:cubicBezTo>
                      <a:cubicBezTo>
                        <a:pt x="47" y="43"/>
                        <a:pt x="45" y="40"/>
                        <a:pt x="45" y="39"/>
                      </a:cubicBezTo>
                      <a:cubicBezTo>
                        <a:pt x="45" y="39"/>
                        <a:pt x="45" y="39"/>
                        <a:pt x="46" y="39"/>
                      </a:cubicBezTo>
                      <a:cubicBezTo>
                        <a:pt x="46" y="39"/>
                        <a:pt x="50" y="36"/>
                        <a:pt x="50" y="36"/>
                      </a:cubicBezTo>
                      <a:cubicBezTo>
                        <a:pt x="50" y="36"/>
                        <a:pt x="53" y="40"/>
                        <a:pt x="54" y="40"/>
                      </a:cubicBezTo>
                      <a:cubicBezTo>
                        <a:pt x="54" y="40"/>
                        <a:pt x="54" y="40"/>
                        <a:pt x="55" y="40"/>
                      </a:cubicBezTo>
                      <a:cubicBezTo>
                        <a:pt x="55" y="40"/>
                        <a:pt x="55" y="40"/>
                        <a:pt x="56" y="40"/>
                      </a:cubicBezTo>
                      <a:cubicBezTo>
                        <a:pt x="57" y="39"/>
                        <a:pt x="58" y="38"/>
                        <a:pt x="59" y="36"/>
                      </a:cubicBezTo>
                      <a:cubicBezTo>
                        <a:pt x="59" y="36"/>
                        <a:pt x="59" y="36"/>
                        <a:pt x="59" y="36"/>
                      </a:cubicBezTo>
                      <a:cubicBezTo>
                        <a:pt x="59" y="36"/>
                        <a:pt x="63" y="39"/>
                        <a:pt x="64" y="39"/>
                      </a:cubicBezTo>
                      <a:cubicBezTo>
                        <a:pt x="64" y="39"/>
                        <a:pt x="64" y="39"/>
                        <a:pt x="64" y="39"/>
                      </a:cubicBezTo>
                      <a:cubicBezTo>
                        <a:pt x="64" y="40"/>
                        <a:pt x="62" y="43"/>
                        <a:pt x="62" y="44"/>
                      </a:cubicBezTo>
                      <a:cubicBezTo>
                        <a:pt x="62" y="45"/>
                        <a:pt x="63" y="45"/>
                        <a:pt x="63" y="46"/>
                      </a:cubicBezTo>
                      <a:cubicBezTo>
                        <a:pt x="64" y="46"/>
                        <a:pt x="68" y="46"/>
                        <a:pt x="68" y="47"/>
                      </a:cubicBezTo>
                      <a:lnTo>
                        <a:pt x="68" y="52"/>
                      </a:lnTo>
                      <a:close/>
                      <a:moveTo>
                        <a:pt x="55" y="8"/>
                      </a:moveTo>
                      <a:cubicBezTo>
                        <a:pt x="52" y="8"/>
                        <a:pt x="50" y="10"/>
                        <a:pt x="50" y="13"/>
                      </a:cubicBezTo>
                      <a:cubicBezTo>
                        <a:pt x="50" y="15"/>
                        <a:pt x="52" y="17"/>
                        <a:pt x="55" y="17"/>
                      </a:cubicBezTo>
                      <a:cubicBezTo>
                        <a:pt x="57" y="17"/>
                        <a:pt x="59" y="15"/>
                        <a:pt x="59" y="13"/>
                      </a:cubicBezTo>
                      <a:cubicBezTo>
                        <a:pt x="59" y="10"/>
                        <a:pt x="57" y="8"/>
                        <a:pt x="55" y="8"/>
                      </a:cubicBezTo>
                      <a:close/>
                      <a:moveTo>
                        <a:pt x="55" y="45"/>
                      </a:moveTo>
                      <a:cubicBezTo>
                        <a:pt x="52" y="45"/>
                        <a:pt x="50" y="47"/>
                        <a:pt x="50" y="49"/>
                      </a:cubicBezTo>
                      <a:cubicBezTo>
                        <a:pt x="50" y="52"/>
                        <a:pt x="52" y="54"/>
                        <a:pt x="55" y="54"/>
                      </a:cubicBezTo>
                      <a:cubicBezTo>
                        <a:pt x="57" y="54"/>
                        <a:pt x="59" y="52"/>
                        <a:pt x="59" y="49"/>
                      </a:cubicBezTo>
                      <a:cubicBezTo>
                        <a:pt x="59" y="47"/>
                        <a:pt x="57" y="45"/>
                        <a:pt x="55" y="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  <a:effectLst>
                  <a:outerShdw blurRad="254000" dist="1270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3DC614EC-D27D-D0D5-CBAE-094018CE779C}"/>
                  </a:ext>
                </a:extLst>
              </p:cNvPr>
              <p:cNvGrpSpPr/>
              <p:nvPr/>
            </p:nvGrpSpPr>
            <p:grpSpPr>
              <a:xfrm>
                <a:off x="2145712" y="2109158"/>
                <a:ext cx="1973838" cy="1751666"/>
                <a:chOff x="2145712" y="2109158"/>
                <a:chExt cx="1973838" cy="1751666"/>
              </a:xfrm>
            </p:grpSpPr>
            <p:sp>
              <p:nvSpPr>
                <p:cNvPr id="15" name="任意形状 14">
                  <a:extLst>
                    <a:ext uri="{FF2B5EF4-FFF2-40B4-BE49-F238E27FC236}">
                      <a16:creationId xmlns:a16="http://schemas.microsoft.com/office/drawing/2014/main" id="{C78E7EFE-7FB8-4DC3-AAA9-D99190BFED5B}"/>
                    </a:ext>
                  </a:extLst>
                </p:cNvPr>
                <p:cNvSpPr/>
                <p:nvPr/>
              </p:nvSpPr>
              <p:spPr bwMode="auto">
                <a:xfrm>
                  <a:off x="2949055" y="3540536"/>
                  <a:ext cx="371425" cy="320288"/>
                </a:xfrm>
                <a:custGeom>
                  <a:avLst/>
                  <a:gdLst/>
                  <a:ahLst/>
                  <a:cxnLst>
                    <a:cxn ang="0">
                      <a:pos x="64" y="51"/>
                    </a:cxn>
                    <a:cxn ang="0">
                      <a:pos x="60" y="55"/>
                    </a:cxn>
                    <a:cxn ang="0">
                      <a:pos x="49" y="55"/>
                    </a:cxn>
                    <a:cxn ang="0">
                      <a:pos x="45" y="51"/>
                    </a:cxn>
                    <a:cxn ang="0">
                      <a:pos x="45" y="40"/>
                    </a:cxn>
                    <a:cxn ang="0">
                      <a:pos x="49" y="36"/>
                    </a:cxn>
                    <a:cxn ang="0">
                      <a:pos x="52" y="36"/>
                    </a:cxn>
                    <a:cxn ang="0">
                      <a:pos x="52" y="30"/>
                    </a:cxn>
                    <a:cxn ang="0">
                      <a:pos x="34" y="30"/>
                    </a:cxn>
                    <a:cxn ang="0">
                      <a:pos x="34" y="36"/>
                    </a:cxn>
                    <a:cxn ang="0">
                      <a:pos x="37" y="36"/>
                    </a:cxn>
                    <a:cxn ang="0">
                      <a:pos x="41" y="40"/>
                    </a:cxn>
                    <a:cxn ang="0">
                      <a:pos x="41" y="51"/>
                    </a:cxn>
                    <a:cxn ang="0">
                      <a:pos x="37" y="55"/>
                    </a:cxn>
                    <a:cxn ang="0">
                      <a:pos x="26" y="55"/>
                    </a:cxn>
                    <a:cxn ang="0">
                      <a:pos x="23" y="51"/>
                    </a:cxn>
                    <a:cxn ang="0">
                      <a:pos x="23" y="40"/>
                    </a:cxn>
                    <a:cxn ang="0">
                      <a:pos x="26" y="36"/>
                    </a:cxn>
                    <a:cxn ang="0">
                      <a:pos x="29" y="36"/>
                    </a:cxn>
                    <a:cxn ang="0">
                      <a:pos x="29" y="30"/>
                    </a:cxn>
                    <a:cxn ang="0">
                      <a:pos x="11" y="30"/>
                    </a:cxn>
                    <a:cxn ang="0">
                      <a:pos x="11" y="36"/>
                    </a:cxn>
                    <a:cxn ang="0">
                      <a:pos x="15" y="36"/>
                    </a:cxn>
                    <a:cxn ang="0">
                      <a:pos x="18" y="40"/>
                    </a:cxn>
                    <a:cxn ang="0">
                      <a:pos x="18" y="51"/>
                    </a:cxn>
                    <a:cxn ang="0">
                      <a:pos x="15" y="55"/>
                    </a:cxn>
                    <a:cxn ang="0">
                      <a:pos x="3" y="55"/>
                    </a:cxn>
                    <a:cxn ang="0">
                      <a:pos x="0" y="51"/>
                    </a:cxn>
                    <a:cxn ang="0">
                      <a:pos x="0" y="40"/>
                    </a:cxn>
                    <a:cxn ang="0">
                      <a:pos x="3" y="36"/>
                    </a:cxn>
                    <a:cxn ang="0">
                      <a:pos x="7" y="36"/>
                    </a:cxn>
                    <a:cxn ang="0">
                      <a:pos x="7" y="30"/>
                    </a:cxn>
                    <a:cxn ang="0">
                      <a:pos x="11" y="25"/>
                    </a:cxn>
                    <a:cxn ang="0">
                      <a:pos x="29" y="25"/>
                    </a:cxn>
                    <a:cxn ang="0">
                      <a:pos x="29" y="18"/>
                    </a:cxn>
                    <a:cxn ang="0">
                      <a:pos x="26" y="18"/>
                    </a:cxn>
                    <a:cxn ang="0">
                      <a:pos x="23" y="15"/>
                    </a:cxn>
                    <a:cxn ang="0">
                      <a:pos x="23" y="3"/>
                    </a:cxn>
                    <a:cxn ang="0">
                      <a:pos x="26" y="0"/>
                    </a:cxn>
                    <a:cxn ang="0">
                      <a:pos x="37" y="0"/>
                    </a:cxn>
                    <a:cxn ang="0">
                      <a:pos x="41" y="3"/>
                    </a:cxn>
                    <a:cxn ang="0">
                      <a:pos x="41" y="15"/>
                    </a:cxn>
                    <a:cxn ang="0">
                      <a:pos x="37" y="18"/>
                    </a:cxn>
                    <a:cxn ang="0">
                      <a:pos x="34" y="18"/>
                    </a:cxn>
                    <a:cxn ang="0">
                      <a:pos x="34" y="25"/>
                    </a:cxn>
                    <a:cxn ang="0">
                      <a:pos x="52" y="25"/>
                    </a:cxn>
                    <a:cxn ang="0">
                      <a:pos x="57" y="30"/>
                    </a:cxn>
                    <a:cxn ang="0">
                      <a:pos x="57" y="36"/>
                    </a:cxn>
                    <a:cxn ang="0">
                      <a:pos x="60" y="36"/>
                    </a:cxn>
                    <a:cxn ang="0">
                      <a:pos x="64" y="40"/>
                    </a:cxn>
                    <a:cxn ang="0">
                      <a:pos x="64" y="51"/>
                    </a:cxn>
                  </a:cxnLst>
                  <a:rect l="0" t="0" r="r" b="b"/>
                  <a:pathLst>
                    <a:path w="64" h="55">
                      <a:moveTo>
                        <a:pt x="64" y="51"/>
                      </a:moveTo>
                      <a:cubicBezTo>
                        <a:pt x="64" y="53"/>
                        <a:pt x="62" y="55"/>
                        <a:pt x="60" y="55"/>
                      </a:cubicBezTo>
                      <a:cubicBezTo>
                        <a:pt x="49" y="55"/>
                        <a:pt x="49" y="55"/>
                        <a:pt x="49" y="55"/>
                      </a:cubicBezTo>
                      <a:cubicBezTo>
                        <a:pt x="47" y="55"/>
                        <a:pt x="45" y="53"/>
                        <a:pt x="45" y="51"/>
                      </a:cubicBezTo>
                      <a:cubicBezTo>
                        <a:pt x="45" y="40"/>
                        <a:pt x="45" y="40"/>
                        <a:pt x="45" y="40"/>
                      </a:cubicBezTo>
                      <a:cubicBezTo>
                        <a:pt x="45" y="38"/>
                        <a:pt x="47" y="36"/>
                        <a:pt x="49" y="36"/>
                      </a:cubicBezTo>
                      <a:cubicBezTo>
                        <a:pt x="52" y="36"/>
                        <a:pt x="52" y="36"/>
                        <a:pt x="52" y="36"/>
                      </a:cubicBezTo>
                      <a:cubicBezTo>
                        <a:pt x="52" y="30"/>
                        <a:pt x="52" y="30"/>
                        <a:pt x="52" y="30"/>
                      </a:cubicBezTo>
                      <a:cubicBezTo>
                        <a:pt x="34" y="30"/>
                        <a:pt x="34" y="30"/>
                        <a:pt x="34" y="30"/>
                      </a:cubicBezTo>
                      <a:cubicBezTo>
                        <a:pt x="34" y="36"/>
                        <a:pt x="34" y="36"/>
                        <a:pt x="34" y="36"/>
                      </a:cubicBezTo>
                      <a:cubicBezTo>
                        <a:pt x="37" y="36"/>
                        <a:pt x="37" y="36"/>
                        <a:pt x="37" y="36"/>
                      </a:cubicBezTo>
                      <a:cubicBezTo>
                        <a:pt x="39" y="36"/>
                        <a:pt x="41" y="38"/>
                        <a:pt x="41" y="40"/>
                      </a:cubicBezTo>
                      <a:cubicBezTo>
                        <a:pt x="41" y="51"/>
                        <a:pt x="41" y="51"/>
                        <a:pt x="41" y="51"/>
                      </a:cubicBezTo>
                      <a:cubicBezTo>
                        <a:pt x="41" y="53"/>
                        <a:pt x="39" y="55"/>
                        <a:pt x="37" y="55"/>
                      </a:cubicBezTo>
                      <a:cubicBezTo>
                        <a:pt x="26" y="55"/>
                        <a:pt x="26" y="55"/>
                        <a:pt x="26" y="55"/>
                      </a:cubicBezTo>
                      <a:cubicBezTo>
                        <a:pt x="24" y="55"/>
                        <a:pt x="23" y="53"/>
                        <a:pt x="23" y="51"/>
                      </a:cubicBezTo>
                      <a:cubicBezTo>
                        <a:pt x="23" y="40"/>
                        <a:pt x="23" y="40"/>
                        <a:pt x="23" y="40"/>
                      </a:cubicBezTo>
                      <a:cubicBezTo>
                        <a:pt x="23" y="38"/>
                        <a:pt x="24" y="36"/>
                        <a:pt x="26" y="36"/>
                      </a:cubicBezTo>
                      <a:cubicBezTo>
                        <a:pt x="29" y="36"/>
                        <a:pt x="29" y="36"/>
                        <a:pt x="29" y="36"/>
                      </a:cubicBezTo>
                      <a:cubicBezTo>
                        <a:pt x="29" y="30"/>
                        <a:pt x="29" y="30"/>
                        <a:pt x="29" y="30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1" y="36"/>
                        <a:pt x="11" y="36"/>
                        <a:pt x="11" y="36"/>
                      </a:cubicBezTo>
                      <a:cubicBezTo>
                        <a:pt x="15" y="36"/>
                        <a:pt x="15" y="36"/>
                        <a:pt x="15" y="36"/>
                      </a:cubicBezTo>
                      <a:cubicBezTo>
                        <a:pt x="17" y="36"/>
                        <a:pt x="18" y="38"/>
                        <a:pt x="18" y="40"/>
                      </a:cubicBezTo>
                      <a:cubicBezTo>
                        <a:pt x="18" y="51"/>
                        <a:pt x="18" y="51"/>
                        <a:pt x="18" y="51"/>
                      </a:cubicBezTo>
                      <a:cubicBezTo>
                        <a:pt x="18" y="53"/>
                        <a:pt x="17" y="55"/>
                        <a:pt x="15" y="55"/>
                      </a:cubicBezTo>
                      <a:cubicBezTo>
                        <a:pt x="3" y="55"/>
                        <a:pt x="3" y="55"/>
                        <a:pt x="3" y="55"/>
                      </a:cubicBezTo>
                      <a:cubicBezTo>
                        <a:pt x="1" y="55"/>
                        <a:pt x="0" y="53"/>
                        <a:pt x="0" y="51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38"/>
                        <a:pt x="1" y="36"/>
                        <a:pt x="3" y="36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7" y="27"/>
                        <a:pt x="9" y="25"/>
                        <a:pt x="11" y="25"/>
                      </a:cubicBezTo>
                      <a:cubicBezTo>
                        <a:pt x="29" y="25"/>
                        <a:pt x="29" y="25"/>
                        <a:pt x="29" y="25"/>
                      </a:cubicBezTo>
                      <a:cubicBezTo>
                        <a:pt x="29" y="18"/>
                        <a:pt x="29" y="18"/>
                        <a:pt x="29" y="18"/>
                      </a:cubicBezTo>
                      <a:cubicBezTo>
                        <a:pt x="26" y="18"/>
                        <a:pt x="26" y="18"/>
                        <a:pt x="26" y="18"/>
                      </a:cubicBezTo>
                      <a:cubicBezTo>
                        <a:pt x="24" y="18"/>
                        <a:pt x="23" y="17"/>
                        <a:pt x="23" y="15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3" y="1"/>
                        <a:pt x="24" y="0"/>
                        <a:pt x="26" y="0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9" y="0"/>
                        <a:pt x="41" y="1"/>
                        <a:pt x="41" y="3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1" y="17"/>
                        <a:pt x="39" y="18"/>
                        <a:pt x="37" y="18"/>
                      </a:cubicBezTo>
                      <a:cubicBezTo>
                        <a:pt x="34" y="18"/>
                        <a:pt x="34" y="18"/>
                        <a:pt x="34" y="18"/>
                      </a:cubicBezTo>
                      <a:cubicBezTo>
                        <a:pt x="34" y="25"/>
                        <a:pt x="34" y="25"/>
                        <a:pt x="34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5" y="25"/>
                        <a:pt x="57" y="27"/>
                        <a:pt x="57" y="30"/>
                      </a:cubicBezTo>
                      <a:cubicBezTo>
                        <a:pt x="57" y="36"/>
                        <a:pt x="57" y="36"/>
                        <a:pt x="57" y="36"/>
                      </a:cubicBezTo>
                      <a:cubicBezTo>
                        <a:pt x="60" y="36"/>
                        <a:pt x="60" y="36"/>
                        <a:pt x="60" y="36"/>
                      </a:cubicBezTo>
                      <a:cubicBezTo>
                        <a:pt x="62" y="36"/>
                        <a:pt x="64" y="38"/>
                        <a:pt x="64" y="40"/>
                      </a:cubicBezTo>
                      <a:lnTo>
                        <a:pt x="64" y="5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  <a:effectLst>
                  <a:outerShdw blurRad="254000" dist="127000" dir="2700000" algn="tl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/>
                <a:p>
                  <a:pPr algn="ctr"/>
                  <a:endParaRPr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EE36914-F631-428C-1885-CF25D02B2C5F}"/>
                    </a:ext>
                  </a:extLst>
                </p:cNvPr>
                <p:cNvSpPr/>
                <p:nvPr/>
              </p:nvSpPr>
              <p:spPr bwMode="auto">
                <a:xfrm>
                  <a:off x="2145712" y="2550961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汤浓味美，陕西传统风味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43234C7C-0CB9-4B56-F653-DA81E4BF7152}"/>
                    </a:ext>
                  </a:extLst>
                </p:cNvPr>
                <p:cNvSpPr txBox="1"/>
                <p:nvPr/>
              </p:nvSpPr>
              <p:spPr bwMode="auto">
                <a:xfrm>
                  <a:off x="2145712" y="2109158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羊肉泡馍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2ED76791-CA4F-E5C4-B0B6-E91D1ACF9517}"/>
                  </a:ext>
                </a:extLst>
              </p:cNvPr>
              <p:cNvGrpSpPr/>
              <p:nvPr/>
            </p:nvGrpSpPr>
            <p:grpSpPr>
              <a:xfrm>
                <a:off x="3632194" y="3545134"/>
                <a:ext cx="1973838" cy="2590140"/>
                <a:chOff x="3632194" y="3545134"/>
                <a:chExt cx="1973838" cy="2590140"/>
              </a:xfrm>
            </p:grpSpPr>
            <p:sp>
              <p:nvSpPr>
                <p:cNvPr id="12" name="任意形状 11">
                  <a:extLst>
                    <a:ext uri="{FF2B5EF4-FFF2-40B4-BE49-F238E27FC236}">
                      <a16:creationId xmlns:a16="http://schemas.microsoft.com/office/drawing/2014/main" id="{EFE579E2-FD5D-C84B-AA77-A9B3FBF843FD}"/>
                    </a:ext>
                  </a:extLst>
                </p:cNvPr>
                <p:cNvSpPr/>
                <p:nvPr/>
              </p:nvSpPr>
              <p:spPr bwMode="auto">
                <a:xfrm>
                  <a:off x="4406680" y="3545134"/>
                  <a:ext cx="419547" cy="311093"/>
                </a:xfrm>
                <a:custGeom>
                  <a:avLst/>
                  <a:gdLst/>
                  <a:ahLst/>
                  <a:cxnLst>
                    <a:cxn ang="0">
                      <a:pos x="55" y="50"/>
                    </a:cxn>
                    <a:cxn ang="0">
                      <a:pos x="16" y="50"/>
                    </a:cxn>
                    <a:cxn ang="0">
                      <a:pos x="0" y="34"/>
                    </a:cxn>
                    <a:cxn ang="0">
                      <a:pos x="9" y="20"/>
                    </a:cxn>
                    <a:cxn ang="0">
                      <a:pos x="9" y="18"/>
                    </a:cxn>
                    <a:cxn ang="0">
                      <a:pos x="27" y="0"/>
                    </a:cxn>
                    <a:cxn ang="0">
                      <a:pos x="44" y="11"/>
                    </a:cxn>
                    <a:cxn ang="0">
                      <a:pos x="50" y="9"/>
                    </a:cxn>
                    <a:cxn ang="0">
                      <a:pos x="59" y="18"/>
                    </a:cxn>
                    <a:cxn ang="0">
                      <a:pos x="58" y="23"/>
                    </a:cxn>
                    <a:cxn ang="0">
                      <a:pos x="68" y="36"/>
                    </a:cxn>
                    <a:cxn ang="0">
                      <a:pos x="55" y="50"/>
                    </a:cxn>
                    <a:cxn ang="0">
                      <a:pos x="45" y="25"/>
                    </a:cxn>
                    <a:cxn ang="0">
                      <a:pos x="33" y="13"/>
                    </a:cxn>
                    <a:cxn ang="0">
                      <a:pos x="32" y="12"/>
                    </a:cxn>
                    <a:cxn ang="0">
                      <a:pos x="31" y="13"/>
                    </a:cxn>
                    <a:cxn ang="0">
                      <a:pos x="18" y="25"/>
                    </a:cxn>
                    <a:cxn ang="0">
                      <a:pos x="18" y="26"/>
                    </a:cxn>
                    <a:cxn ang="0">
                      <a:pos x="19" y="27"/>
                    </a:cxn>
                    <a:cxn ang="0">
                      <a:pos x="27" y="27"/>
                    </a:cxn>
                    <a:cxn ang="0">
                      <a:pos x="27" y="40"/>
                    </a:cxn>
                    <a:cxn ang="0">
                      <a:pos x="28" y="41"/>
                    </a:cxn>
                    <a:cxn ang="0">
                      <a:pos x="35" y="41"/>
                    </a:cxn>
                    <a:cxn ang="0">
                      <a:pos x="36" y="40"/>
                    </a:cxn>
                    <a:cxn ang="0">
                      <a:pos x="36" y="27"/>
                    </a:cxn>
                    <a:cxn ang="0">
                      <a:pos x="44" y="27"/>
                    </a:cxn>
                    <a:cxn ang="0">
                      <a:pos x="45" y="26"/>
                    </a:cxn>
                    <a:cxn ang="0">
                      <a:pos x="45" y="25"/>
                    </a:cxn>
                  </a:cxnLst>
                  <a:rect l="0" t="0" r="r" b="b"/>
                  <a:pathLst>
                    <a:path w="68" h="50">
                      <a:moveTo>
                        <a:pt x="55" y="50"/>
                      </a:moveTo>
                      <a:cubicBezTo>
                        <a:pt x="16" y="50"/>
                        <a:pt x="16" y="50"/>
                        <a:pt x="16" y="50"/>
                      </a:cubicBezTo>
                      <a:cubicBezTo>
                        <a:pt x="7" y="50"/>
                        <a:pt x="0" y="43"/>
                        <a:pt x="0" y="34"/>
                      </a:cubicBezTo>
                      <a:cubicBezTo>
                        <a:pt x="0" y="28"/>
                        <a:pt x="3" y="22"/>
                        <a:pt x="9" y="20"/>
                      </a:cubicBezTo>
                      <a:cubicBezTo>
                        <a:pt x="9" y="19"/>
                        <a:pt x="9" y="19"/>
                        <a:pt x="9" y="18"/>
                      </a:cubicBezTo>
                      <a:cubicBezTo>
                        <a:pt x="9" y="8"/>
                        <a:pt x="17" y="0"/>
                        <a:pt x="27" y="0"/>
                      </a:cubicBezTo>
                      <a:cubicBezTo>
                        <a:pt x="35" y="0"/>
                        <a:pt x="41" y="4"/>
                        <a:pt x="44" y="11"/>
                      </a:cubicBezTo>
                      <a:cubicBezTo>
                        <a:pt x="46" y="10"/>
                        <a:pt x="48" y="9"/>
                        <a:pt x="50" y="9"/>
                      </a:cubicBezTo>
                      <a:cubicBezTo>
                        <a:pt x="55" y="9"/>
                        <a:pt x="59" y="13"/>
                        <a:pt x="59" y="18"/>
                      </a:cubicBezTo>
                      <a:cubicBezTo>
                        <a:pt x="59" y="20"/>
                        <a:pt x="59" y="22"/>
                        <a:pt x="58" y="23"/>
                      </a:cubicBezTo>
                      <a:cubicBezTo>
                        <a:pt x="64" y="25"/>
                        <a:pt x="68" y="30"/>
                        <a:pt x="68" y="36"/>
                      </a:cubicBezTo>
                      <a:cubicBezTo>
                        <a:pt x="68" y="44"/>
                        <a:pt x="62" y="50"/>
                        <a:pt x="55" y="50"/>
                      </a:cubicBezTo>
                      <a:close/>
                      <a:moveTo>
                        <a:pt x="45" y="25"/>
                      </a:move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2" y="13"/>
                        <a:pt x="32" y="12"/>
                        <a:pt x="32" y="12"/>
                      </a:cubicBezTo>
                      <a:cubicBezTo>
                        <a:pt x="31" y="12"/>
                        <a:pt x="31" y="13"/>
                        <a:pt x="31" y="13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8" y="26"/>
                        <a:pt x="18" y="26"/>
                        <a:pt x="18" y="26"/>
                      </a:cubicBezTo>
                      <a:cubicBezTo>
                        <a:pt x="18" y="27"/>
                        <a:pt x="19" y="27"/>
                        <a:pt x="19" y="27"/>
                      </a:cubicBezTo>
                      <a:cubicBezTo>
                        <a:pt x="27" y="27"/>
                        <a:pt x="27" y="27"/>
                        <a:pt x="27" y="27"/>
                      </a:cubicBezTo>
                      <a:cubicBezTo>
                        <a:pt x="27" y="40"/>
                        <a:pt x="27" y="40"/>
                        <a:pt x="27" y="40"/>
                      </a:cubicBezTo>
                      <a:cubicBezTo>
                        <a:pt x="27" y="41"/>
                        <a:pt x="28" y="41"/>
                        <a:pt x="28" y="41"/>
                      </a:cubicBezTo>
                      <a:cubicBezTo>
                        <a:pt x="35" y="41"/>
                        <a:pt x="35" y="41"/>
                        <a:pt x="35" y="41"/>
                      </a:cubicBezTo>
                      <a:cubicBezTo>
                        <a:pt x="36" y="41"/>
                        <a:pt x="36" y="41"/>
                        <a:pt x="36" y="40"/>
                      </a:cubicBezTo>
                      <a:cubicBezTo>
                        <a:pt x="36" y="27"/>
                        <a:pt x="36" y="27"/>
                        <a:pt x="36" y="27"/>
                      </a:cubicBezTo>
                      <a:cubicBezTo>
                        <a:pt x="44" y="27"/>
                        <a:pt x="44" y="27"/>
                        <a:pt x="44" y="27"/>
                      </a:cubicBezTo>
                      <a:cubicBezTo>
                        <a:pt x="45" y="27"/>
                        <a:pt x="45" y="27"/>
                        <a:pt x="45" y="26"/>
                      </a:cubicBezTo>
                      <a:cubicBezTo>
                        <a:pt x="45" y="26"/>
                        <a:pt x="45" y="26"/>
                        <a:pt x="45" y="2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  <a:effectLst>
                  <a:outerShdw blurRad="254000" dist="1270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/>
                <a:p>
                  <a:pPr algn="ctr"/>
                  <a:endParaRPr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9B0439D5-A966-9935-6BC1-8F734F93D2BB}"/>
                    </a:ext>
                  </a:extLst>
                </p:cNvPr>
                <p:cNvSpPr/>
                <p:nvPr/>
              </p:nvSpPr>
              <p:spPr bwMode="auto">
                <a:xfrm>
                  <a:off x="3632194" y="4971009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酸辣爽口，夏日消暑佳品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C190433-FAEC-9169-9BCB-8457FAD27B2D}"/>
                    </a:ext>
                  </a:extLst>
                </p:cNvPr>
                <p:cNvSpPr txBox="1"/>
                <p:nvPr/>
              </p:nvSpPr>
              <p:spPr bwMode="auto">
                <a:xfrm>
                  <a:off x="3632194" y="4529206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凉皮飘香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0C6673DE-C85A-0C01-1CBF-9F7EE2D08A45}"/>
                  </a:ext>
                </a:extLst>
              </p:cNvPr>
              <p:cNvGrpSpPr/>
              <p:nvPr/>
            </p:nvGrpSpPr>
            <p:grpSpPr>
              <a:xfrm>
                <a:off x="5109081" y="2109158"/>
                <a:ext cx="1973838" cy="1762342"/>
                <a:chOff x="5109081" y="2109158"/>
                <a:chExt cx="1973838" cy="1762342"/>
              </a:xfrm>
            </p:grpSpPr>
            <p:sp>
              <p:nvSpPr>
                <p:cNvPr id="16" name="任意形状 15">
                  <a:extLst>
                    <a:ext uri="{FF2B5EF4-FFF2-40B4-BE49-F238E27FC236}">
                      <a16:creationId xmlns:a16="http://schemas.microsoft.com/office/drawing/2014/main" id="{59AA1BA9-58C8-17B7-D09C-7162CE5F8ED0}"/>
                    </a:ext>
                  </a:extLst>
                </p:cNvPr>
                <p:cNvSpPr/>
                <p:nvPr/>
              </p:nvSpPr>
              <p:spPr bwMode="auto">
                <a:xfrm>
                  <a:off x="5938221" y="3529860"/>
                  <a:ext cx="316981" cy="341640"/>
                </a:xfrm>
                <a:custGeom>
                  <a:avLst/>
                  <a:gdLst>
                    <a:gd name="T0" fmla="*/ 7606 w 7612"/>
                    <a:gd name="T1" fmla="*/ 2100 h 8216"/>
                    <a:gd name="T2" fmla="*/ 7603 w 7612"/>
                    <a:gd name="T3" fmla="*/ 2014 h 8216"/>
                    <a:gd name="T4" fmla="*/ 7429 w 7612"/>
                    <a:gd name="T5" fmla="*/ 1635 h 8216"/>
                    <a:gd name="T6" fmla="*/ 7036 w 7612"/>
                    <a:gd name="T7" fmla="*/ 1494 h 8216"/>
                    <a:gd name="T8" fmla="*/ 6866 w 7612"/>
                    <a:gd name="T9" fmla="*/ 1499 h 8216"/>
                    <a:gd name="T10" fmla="*/ 4204 w 7612"/>
                    <a:gd name="T11" fmla="*/ 224 h 8216"/>
                    <a:gd name="T12" fmla="*/ 3408 w 7612"/>
                    <a:gd name="T13" fmla="*/ 224 h 8216"/>
                    <a:gd name="T14" fmla="*/ 746 w 7612"/>
                    <a:gd name="T15" fmla="*/ 1499 h 8216"/>
                    <a:gd name="T16" fmla="*/ 575 w 7612"/>
                    <a:gd name="T17" fmla="*/ 1494 h 8216"/>
                    <a:gd name="T18" fmla="*/ 182 w 7612"/>
                    <a:gd name="T19" fmla="*/ 1635 h 8216"/>
                    <a:gd name="T20" fmla="*/ 9 w 7612"/>
                    <a:gd name="T21" fmla="*/ 2014 h 8216"/>
                    <a:gd name="T22" fmla="*/ 6 w 7612"/>
                    <a:gd name="T23" fmla="*/ 2100 h 8216"/>
                    <a:gd name="T24" fmla="*/ 0 w 7612"/>
                    <a:gd name="T25" fmla="*/ 2320 h 8216"/>
                    <a:gd name="T26" fmla="*/ 3589 w 7612"/>
                    <a:gd name="T27" fmla="*/ 8170 h 8216"/>
                    <a:gd name="T28" fmla="*/ 3806 w 7612"/>
                    <a:gd name="T29" fmla="*/ 8216 h 8216"/>
                    <a:gd name="T30" fmla="*/ 4023 w 7612"/>
                    <a:gd name="T31" fmla="*/ 8170 h 8216"/>
                    <a:gd name="T32" fmla="*/ 7612 w 7612"/>
                    <a:gd name="T33" fmla="*/ 2321 h 8216"/>
                    <a:gd name="T34" fmla="*/ 7606 w 7612"/>
                    <a:gd name="T35" fmla="*/ 2100 h 8216"/>
                    <a:gd name="T36" fmla="*/ 5171 w 7612"/>
                    <a:gd name="T37" fmla="*/ 4847 h 8216"/>
                    <a:gd name="T38" fmla="*/ 4137 w 7612"/>
                    <a:gd name="T39" fmla="*/ 5910 h 8216"/>
                    <a:gd name="T40" fmla="*/ 4137 w 7612"/>
                    <a:gd name="T41" fmla="*/ 6156 h 8216"/>
                    <a:gd name="T42" fmla="*/ 3806 w 7612"/>
                    <a:gd name="T43" fmla="*/ 6488 h 8216"/>
                    <a:gd name="T44" fmla="*/ 3475 w 7612"/>
                    <a:gd name="T45" fmla="*/ 6156 h 8216"/>
                    <a:gd name="T46" fmla="*/ 3475 w 7612"/>
                    <a:gd name="T47" fmla="*/ 5883 h 8216"/>
                    <a:gd name="T48" fmla="*/ 2585 w 7612"/>
                    <a:gd name="T49" fmla="*/ 5508 h 8216"/>
                    <a:gd name="T50" fmla="*/ 2441 w 7612"/>
                    <a:gd name="T51" fmla="*/ 5220 h 8216"/>
                    <a:gd name="T52" fmla="*/ 2799 w 7612"/>
                    <a:gd name="T53" fmla="*/ 4867 h 8216"/>
                    <a:gd name="T54" fmla="*/ 3018 w 7612"/>
                    <a:gd name="T55" fmla="*/ 4937 h 8216"/>
                    <a:gd name="T56" fmla="*/ 3908 w 7612"/>
                    <a:gd name="T57" fmla="*/ 5250 h 8216"/>
                    <a:gd name="T58" fmla="*/ 4410 w 7612"/>
                    <a:gd name="T59" fmla="*/ 4922 h 8216"/>
                    <a:gd name="T60" fmla="*/ 4410 w 7612"/>
                    <a:gd name="T61" fmla="*/ 4912 h 8216"/>
                    <a:gd name="T62" fmla="*/ 3709 w 7612"/>
                    <a:gd name="T63" fmla="*/ 4469 h 8216"/>
                    <a:gd name="T64" fmla="*/ 2555 w 7612"/>
                    <a:gd name="T65" fmla="*/ 3404 h 8216"/>
                    <a:gd name="T66" fmla="*/ 2555 w 7612"/>
                    <a:gd name="T67" fmla="*/ 3395 h 8216"/>
                    <a:gd name="T68" fmla="*/ 3474 w 7612"/>
                    <a:gd name="T69" fmla="*/ 2374 h 8216"/>
                    <a:gd name="T70" fmla="*/ 3474 w 7612"/>
                    <a:gd name="T71" fmla="*/ 2115 h 8216"/>
                    <a:gd name="T72" fmla="*/ 3806 w 7612"/>
                    <a:gd name="T73" fmla="*/ 1784 h 8216"/>
                    <a:gd name="T74" fmla="*/ 4137 w 7612"/>
                    <a:gd name="T75" fmla="*/ 2115 h 8216"/>
                    <a:gd name="T76" fmla="*/ 4137 w 7612"/>
                    <a:gd name="T77" fmla="*/ 2377 h 8216"/>
                    <a:gd name="T78" fmla="*/ 4877 w 7612"/>
                    <a:gd name="T79" fmla="*/ 2654 h 8216"/>
                    <a:gd name="T80" fmla="*/ 5047 w 7612"/>
                    <a:gd name="T81" fmla="*/ 2957 h 8216"/>
                    <a:gd name="T82" fmla="*/ 4689 w 7612"/>
                    <a:gd name="T83" fmla="*/ 3310 h 8216"/>
                    <a:gd name="T84" fmla="*/ 4495 w 7612"/>
                    <a:gd name="T85" fmla="*/ 3255 h 8216"/>
                    <a:gd name="T86" fmla="*/ 3763 w 7612"/>
                    <a:gd name="T87" fmla="*/ 3021 h 8216"/>
                    <a:gd name="T88" fmla="*/ 3315 w 7612"/>
                    <a:gd name="T89" fmla="*/ 3325 h 8216"/>
                    <a:gd name="T90" fmla="*/ 3315 w 7612"/>
                    <a:gd name="T91" fmla="*/ 3335 h 8216"/>
                    <a:gd name="T92" fmla="*/ 4067 w 7612"/>
                    <a:gd name="T93" fmla="*/ 3792 h 8216"/>
                    <a:gd name="T94" fmla="*/ 5171 w 7612"/>
                    <a:gd name="T95" fmla="*/ 4836 h 8216"/>
                    <a:gd name="T96" fmla="*/ 5171 w 7612"/>
                    <a:gd name="T97" fmla="*/ 4847 h 8216"/>
                    <a:gd name="T98" fmla="*/ 5171 w 7612"/>
                    <a:gd name="T99" fmla="*/ 4847 h 8216"/>
                    <a:gd name="T100" fmla="*/ 5171 w 7612"/>
                    <a:gd name="T101" fmla="*/ 4847 h 8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7612" h="8216">
                      <a:moveTo>
                        <a:pt x="7606" y="2100"/>
                      </a:moveTo>
                      <a:lnTo>
                        <a:pt x="7603" y="2014"/>
                      </a:lnTo>
                      <a:cubicBezTo>
                        <a:pt x="7599" y="1870"/>
                        <a:pt x="7536" y="1733"/>
                        <a:pt x="7429" y="1635"/>
                      </a:cubicBezTo>
                      <a:cubicBezTo>
                        <a:pt x="7323" y="1537"/>
                        <a:pt x="7183" y="1486"/>
                        <a:pt x="7036" y="1494"/>
                      </a:cubicBezTo>
                      <a:cubicBezTo>
                        <a:pt x="6980" y="1497"/>
                        <a:pt x="6923" y="1499"/>
                        <a:pt x="6866" y="1499"/>
                      </a:cubicBezTo>
                      <a:cubicBezTo>
                        <a:pt x="5898" y="1499"/>
                        <a:pt x="4953" y="1046"/>
                        <a:pt x="4204" y="224"/>
                      </a:cubicBezTo>
                      <a:cubicBezTo>
                        <a:pt x="4000" y="0"/>
                        <a:pt x="3612" y="0"/>
                        <a:pt x="3408" y="224"/>
                      </a:cubicBezTo>
                      <a:cubicBezTo>
                        <a:pt x="2660" y="1046"/>
                        <a:pt x="1714" y="1499"/>
                        <a:pt x="746" y="1499"/>
                      </a:cubicBezTo>
                      <a:cubicBezTo>
                        <a:pt x="688" y="1499"/>
                        <a:pt x="631" y="1497"/>
                        <a:pt x="575" y="1494"/>
                      </a:cubicBezTo>
                      <a:cubicBezTo>
                        <a:pt x="431" y="1486"/>
                        <a:pt x="289" y="1537"/>
                        <a:pt x="182" y="1635"/>
                      </a:cubicBezTo>
                      <a:cubicBezTo>
                        <a:pt x="76" y="1733"/>
                        <a:pt x="14" y="1870"/>
                        <a:pt x="9" y="2014"/>
                      </a:cubicBezTo>
                      <a:lnTo>
                        <a:pt x="6" y="2100"/>
                      </a:lnTo>
                      <a:cubicBezTo>
                        <a:pt x="3" y="2173"/>
                        <a:pt x="0" y="2246"/>
                        <a:pt x="0" y="2320"/>
                      </a:cubicBezTo>
                      <a:cubicBezTo>
                        <a:pt x="0" y="5112"/>
                        <a:pt x="1241" y="7135"/>
                        <a:pt x="3589" y="8170"/>
                      </a:cubicBezTo>
                      <a:cubicBezTo>
                        <a:pt x="3658" y="8201"/>
                        <a:pt x="3732" y="8216"/>
                        <a:pt x="3806" y="8216"/>
                      </a:cubicBezTo>
                      <a:cubicBezTo>
                        <a:pt x="3880" y="8216"/>
                        <a:pt x="3954" y="8201"/>
                        <a:pt x="4023" y="8170"/>
                      </a:cubicBezTo>
                      <a:cubicBezTo>
                        <a:pt x="6371" y="7135"/>
                        <a:pt x="7612" y="5112"/>
                        <a:pt x="7612" y="2321"/>
                      </a:cubicBezTo>
                      <a:cubicBezTo>
                        <a:pt x="7612" y="2246"/>
                        <a:pt x="7609" y="2173"/>
                        <a:pt x="7606" y="2100"/>
                      </a:cubicBezTo>
                      <a:close/>
                      <a:moveTo>
                        <a:pt x="5171" y="4847"/>
                      </a:moveTo>
                      <a:cubicBezTo>
                        <a:pt x="5171" y="5460"/>
                        <a:pt x="4755" y="5834"/>
                        <a:pt x="4137" y="5910"/>
                      </a:cubicBezTo>
                      <a:lnTo>
                        <a:pt x="4137" y="6156"/>
                      </a:lnTo>
                      <a:cubicBezTo>
                        <a:pt x="4137" y="6339"/>
                        <a:pt x="3989" y="6488"/>
                        <a:pt x="3806" y="6488"/>
                      </a:cubicBezTo>
                      <a:cubicBezTo>
                        <a:pt x="3623" y="6488"/>
                        <a:pt x="3475" y="6339"/>
                        <a:pt x="3475" y="6156"/>
                      </a:cubicBezTo>
                      <a:lnTo>
                        <a:pt x="3475" y="5883"/>
                      </a:lnTo>
                      <a:cubicBezTo>
                        <a:pt x="3161" y="5824"/>
                        <a:pt x="2855" y="5702"/>
                        <a:pt x="2585" y="5508"/>
                      </a:cubicBezTo>
                      <a:cubicBezTo>
                        <a:pt x="2501" y="5449"/>
                        <a:pt x="2441" y="5339"/>
                        <a:pt x="2441" y="5220"/>
                      </a:cubicBezTo>
                      <a:cubicBezTo>
                        <a:pt x="2441" y="5021"/>
                        <a:pt x="2600" y="4867"/>
                        <a:pt x="2799" y="4867"/>
                      </a:cubicBezTo>
                      <a:cubicBezTo>
                        <a:pt x="2898" y="4867"/>
                        <a:pt x="2968" y="4902"/>
                        <a:pt x="3018" y="4937"/>
                      </a:cubicBezTo>
                      <a:cubicBezTo>
                        <a:pt x="3281" y="5131"/>
                        <a:pt x="3570" y="5250"/>
                        <a:pt x="3908" y="5250"/>
                      </a:cubicBezTo>
                      <a:cubicBezTo>
                        <a:pt x="4221" y="5250"/>
                        <a:pt x="4410" y="5126"/>
                        <a:pt x="4410" y="4922"/>
                      </a:cubicBezTo>
                      <a:lnTo>
                        <a:pt x="4410" y="4912"/>
                      </a:lnTo>
                      <a:cubicBezTo>
                        <a:pt x="4410" y="4718"/>
                        <a:pt x="4291" y="4619"/>
                        <a:pt x="3709" y="4469"/>
                      </a:cubicBezTo>
                      <a:cubicBezTo>
                        <a:pt x="3008" y="4290"/>
                        <a:pt x="2555" y="4096"/>
                        <a:pt x="2555" y="3404"/>
                      </a:cubicBezTo>
                      <a:lnTo>
                        <a:pt x="2555" y="3395"/>
                      </a:lnTo>
                      <a:cubicBezTo>
                        <a:pt x="2555" y="2856"/>
                        <a:pt x="2925" y="2476"/>
                        <a:pt x="3474" y="2374"/>
                      </a:cubicBezTo>
                      <a:lnTo>
                        <a:pt x="3474" y="2115"/>
                      </a:lnTo>
                      <a:cubicBezTo>
                        <a:pt x="3474" y="1932"/>
                        <a:pt x="3623" y="1784"/>
                        <a:pt x="3806" y="1784"/>
                      </a:cubicBezTo>
                      <a:cubicBezTo>
                        <a:pt x="3989" y="1784"/>
                        <a:pt x="4137" y="1932"/>
                        <a:pt x="4137" y="2115"/>
                      </a:cubicBezTo>
                      <a:lnTo>
                        <a:pt x="4137" y="2377"/>
                      </a:lnTo>
                      <a:cubicBezTo>
                        <a:pt x="4410" y="2422"/>
                        <a:pt x="4658" y="2514"/>
                        <a:pt x="4877" y="2654"/>
                      </a:cubicBezTo>
                      <a:cubicBezTo>
                        <a:pt x="4962" y="2703"/>
                        <a:pt x="5047" y="2808"/>
                        <a:pt x="5047" y="2957"/>
                      </a:cubicBezTo>
                      <a:cubicBezTo>
                        <a:pt x="5047" y="3156"/>
                        <a:pt x="4887" y="3310"/>
                        <a:pt x="4689" y="3310"/>
                      </a:cubicBezTo>
                      <a:cubicBezTo>
                        <a:pt x="4613" y="3310"/>
                        <a:pt x="4554" y="3290"/>
                        <a:pt x="4495" y="3255"/>
                      </a:cubicBezTo>
                      <a:cubicBezTo>
                        <a:pt x="4241" y="3106"/>
                        <a:pt x="4002" y="3021"/>
                        <a:pt x="3763" y="3021"/>
                      </a:cubicBezTo>
                      <a:cubicBezTo>
                        <a:pt x="3470" y="3021"/>
                        <a:pt x="3315" y="3156"/>
                        <a:pt x="3315" y="3325"/>
                      </a:cubicBezTo>
                      <a:lnTo>
                        <a:pt x="3315" y="3335"/>
                      </a:lnTo>
                      <a:cubicBezTo>
                        <a:pt x="3315" y="3563"/>
                        <a:pt x="3465" y="3638"/>
                        <a:pt x="4067" y="3792"/>
                      </a:cubicBezTo>
                      <a:cubicBezTo>
                        <a:pt x="4773" y="3976"/>
                        <a:pt x="5171" y="4230"/>
                        <a:pt x="5171" y="4836"/>
                      </a:cubicBezTo>
                      <a:lnTo>
                        <a:pt x="5171" y="4847"/>
                      </a:lnTo>
                      <a:lnTo>
                        <a:pt x="5171" y="4847"/>
                      </a:lnTo>
                      <a:lnTo>
                        <a:pt x="5171" y="484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254000" dist="127000" dir="2700000" algn="tl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B3128B4-27C7-F51C-A19A-7F831EE45EA7}"/>
                    </a:ext>
                  </a:extLst>
                </p:cNvPr>
                <p:cNvSpPr/>
                <p:nvPr/>
              </p:nvSpPr>
              <p:spPr bwMode="auto">
                <a:xfrm>
                  <a:off x="5109081" y="2550961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香辣热烈，陕西面食代表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D440CAB-CF03-5C43-4E9C-55C25D3FD7EC}"/>
                    </a:ext>
                  </a:extLst>
                </p:cNvPr>
                <p:cNvSpPr txBox="1"/>
                <p:nvPr/>
              </p:nvSpPr>
              <p:spPr bwMode="auto">
                <a:xfrm>
                  <a:off x="5109081" y="2109158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油泼面特色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3784021-371A-D3D3-6D31-3EB787039294}"/>
                  </a:ext>
                </a:extLst>
              </p:cNvPr>
              <p:cNvGrpSpPr/>
              <p:nvPr/>
            </p:nvGrpSpPr>
            <p:grpSpPr>
              <a:xfrm>
                <a:off x="6585968" y="3528425"/>
                <a:ext cx="1976498" cy="2606849"/>
                <a:chOff x="6585968" y="3528425"/>
                <a:chExt cx="1976498" cy="2606849"/>
              </a:xfrm>
            </p:grpSpPr>
            <p:sp>
              <p:nvSpPr>
                <p:cNvPr id="13" name="任意形状 12">
                  <a:extLst>
                    <a:ext uri="{FF2B5EF4-FFF2-40B4-BE49-F238E27FC236}">
                      <a16:creationId xmlns:a16="http://schemas.microsoft.com/office/drawing/2014/main" id="{2E0C7179-37C4-C318-EFDF-BC3F53260C8A}"/>
                    </a:ext>
                  </a:extLst>
                </p:cNvPr>
                <p:cNvSpPr/>
                <p:nvPr/>
              </p:nvSpPr>
              <p:spPr bwMode="auto">
                <a:xfrm>
                  <a:off x="7379858" y="3528425"/>
                  <a:ext cx="395651" cy="344510"/>
                </a:xfrm>
                <a:custGeom>
                  <a:avLst/>
                  <a:gdLst/>
                  <a:ahLst/>
                  <a:cxnLst>
                    <a:cxn ang="0">
                      <a:pos x="68" y="18"/>
                    </a:cxn>
                    <a:cxn ang="0">
                      <a:pos x="68" y="50"/>
                    </a:cxn>
                    <a:cxn ang="0">
                      <a:pos x="59" y="59"/>
                    </a:cxn>
                    <a:cxn ang="0">
                      <a:pos x="9" y="59"/>
                    </a:cxn>
                    <a:cxn ang="0">
                      <a:pos x="0" y="50"/>
                    </a:cxn>
                    <a:cxn ang="0">
                      <a:pos x="0" y="18"/>
                    </a:cxn>
                    <a:cxn ang="0">
                      <a:pos x="9" y="9"/>
                    </a:cxn>
                    <a:cxn ang="0">
                      <a:pos x="17" y="9"/>
                    </a:cxn>
                    <a:cxn ang="0">
                      <a:pos x="19" y="4"/>
                    </a:cxn>
                    <a:cxn ang="0">
                      <a:pos x="25" y="0"/>
                    </a:cxn>
                    <a:cxn ang="0">
                      <a:pos x="43" y="0"/>
                    </a:cxn>
                    <a:cxn ang="0">
                      <a:pos x="49" y="4"/>
                    </a:cxn>
                    <a:cxn ang="0">
                      <a:pos x="51" y="9"/>
                    </a:cxn>
                    <a:cxn ang="0">
                      <a:pos x="59" y="9"/>
                    </a:cxn>
                    <a:cxn ang="0">
                      <a:pos x="68" y="18"/>
                    </a:cxn>
                    <a:cxn ang="0">
                      <a:pos x="50" y="34"/>
                    </a:cxn>
                    <a:cxn ang="0">
                      <a:pos x="34" y="18"/>
                    </a:cxn>
                    <a:cxn ang="0">
                      <a:pos x="18" y="34"/>
                    </a:cxn>
                    <a:cxn ang="0">
                      <a:pos x="34" y="50"/>
                    </a:cxn>
                    <a:cxn ang="0">
                      <a:pos x="50" y="34"/>
                    </a:cxn>
                    <a:cxn ang="0">
                      <a:pos x="44" y="34"/>
                    </a:cxn>
                    <a:cxn ang="0">
                      <a:pos x="34" y="44"/>
                    </a:cxn>
                    <a:cxn ang="0">
                      <a:pos x="24" y="34"/>
                    </a:cxn>
                    <a:cxn ang="0">
                      <a:pos x="34" y="24"/>
                    </a:cxn>
                    <a:cxn ang="0">
                      <a:pos x="44" y="34"/>
                    </a:cxn>
                  </a:cxnLst>
                  <a:rect l="0" t="0" r="r" b="b"/>
                  <a:pathLst>
                    <a:path w="68" h="59">
                      <a:moveTo>
                        <a:pt x="68" y="18"/>
                      </a:moveTo>
                      <a:cubicBezTo>
                        <a:pt x="68" y="50"/>
                        <a:pt x="68" y="50"/>
                        <a:pt x="68" y="50"/>
                      </a:cubicBezTo>
                      <a:cubicBezTo>
                        <a:pt x="68" y="55"/>
                        <a:pt x="64" y="59"/>
                        <a:pt x="59" y="59"/>
                      </a:cubicBezTo>
                      <a:cubicBezTo>
                        <a:pt x="9" y="59"/>
                        <a:pt x="9" y="59"/>
                        <a:pt x="9" y="59"/>
                      </a:cubicBezTo>
                      <a:cubicBezTo>
                        <a:pt x="4" y="59"/>
                        <a:pt x="0" y="55"/>
                        <a:pt x="0" y="50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3"/>
                        <a:pt x="4" y="9"/>
                        <a:pt x="9" y="9"/>
                      </a:cubicBezTo>
                      <a:cubicBezTo>
                        <a:pt x="17" y="9"/>
                        <a:pt x="17" y="9"/>
                        <a:pt x="17" y="9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20" y="2"/>
                        <a:pt x="22" y="0"/>
                        <a:pt x="25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6" y="0"/>
                        <a:pt x="48" y="2"/>
                        <a:pt x="49" y="4"/>
                      </a:cubicBezTo>
                      <a:cubicBezTo>
                        <a:pt x="51" y="9"/>
                        <a:pt x="51" y="9"/>
                        <a:pt x="51" y="9"/>
                      </a:cubicBezTo>
                      <a:cubicBezTo>
                        <a:pt x="59" y="9"/>
                        <a:pt x="59" y="9"/>
                        <a:pt x="59" y="9"/>
                      </a:cubicBezTo>
                      <a:cubicBezTo>
                        <a:pt x="64" y="9"/>
                        <a:pt x="68" y="13"/>
                        <a:pt x="68" y="18"/>
                      </a:cubicBezTo>
                      <a:close/>
                      <a:moveTo>
                        <a:pt x="50" y="34"/>
                      </a:moveTo>
                      <a:cubicBezTo>
                        <a:pt x="50" y="25"/>
                        <a:pt x="43" y="18"/>
                        <a:pt x="34" y="18"/>
                      </a:cubicBezTo>
                      <a:cubicBezTo>
                        <a:pt x="25" y="18"/>
                        <a:pt x="18" y="25"/>
                        <a:pt x="18" y="34"/>
                      </a:cubicBezTo>
                      <a:cubicBezTo>
                        <a:pt x="18" y="43"/>
                        <a:pt x="25" y="50"/>
                        <a:pt x="34" y="50"/>
                      </a:cubicBezTo>
                      <a:cubicBezTo>
                        <a:pt x="43" y="50"/>
                        <a:pt x="50" y="43"/>
                        <a:pt x="50" y="34"/>
                      </a:cubicBezTo>
                      <a:close/>
                      <a:moveTo>
                        <a:pt x="44" y="34"/>
                      </a:moveTo>
                      <a:cubicBezTo>
                        <a:pt x="44" y="40"/>
                        <a:pt x="40" y="44"/>
                        <a:pt x="34" y="44"/>
                      </a:cubicBezTo>
                      <a:cubicBezTo>
                        <a:pt x="28" y="44"/>
                        <a:pt x="24" y="40"/>
                        <a:pt x="24" y="34"/>
                      </a:cubicBezTo>
                      <a:cubicBezTo>
                        <a:pt x="24" y="28"/>
                        <a:pt x="28" y="24"/>
                        <a:pt x="34" y="24"/>
                      </a:cubicBezTo>
                      <a:cubicBezTo>
                        <a:pt x="40" y="24"/>
                        <a:pt x="44" y="28"/>
                        <a:pt x="44" y="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  <a:effectLst>
                  <a:outerShdw blurRad="254000" dist="1270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 fontScale="92500" lnSpcReduction="10000"/>
                </a:bodyPr>
                <a:lstStyle/>
                <a:p>
                  <a:pPr algn="ctr"/>
                  <a:endParaRPr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BDCC832-DBD3-7466-8FD8-3CD582A1B30B}"/>
                    </a:ext>
                  </a:extLst>
                </p:cNvPr>
                <p:cNvSpPr/>
                <p:nvPr/>
              </p:nvSpPr>
              <p:spPr bwMode="auto">
                <a:xfrm>
                  <a:off x="6585968" y="4971009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多样馅料，宴席中的XX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AEC2291-306C-EB89-E3DB-B612B7B92F17}"/>
                    </a:ext>
                  </a:extLst>
                </p:cNvPr>
                <p:cNvSpPr txBox="1"/>
                <p:nvPr/>
              </p:nvSpPr>
              <p:spPr bwMode="auto">
                <a:xfrm>
                  <a:off x="6588628" y="4529206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西安饺子宴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2E067A99-D73B-2A9E-4909-76454F48C2D7}"/>
                  </a:ext>
                </a:extLst>
              </p:cNvPr>
              <p:cNvGrpSpPr/>
              <p:nvPr/>
            </p:nvGrpSpPr>
            <p:grpSpPr>
              <a:xfrm>
                <a:off x="8072450" y="2109158"/>
                <a:ext cx="1973838" cy="1760587"/>
                <a:chOff x="8072450" y="2109158"/>
                <a:chExt cx="1973838" cy="1760587"/>
              </a:xfrm>
            </p:grpSpPr>
            <p:sp>
              <p:nvSpPr>
                <p:cNvPr id="17" name="任意形状 16">
                  <a:extLst>
                    <a:ext uri="{FF2B5EF4-FFF2-40B4-BE49-F238E27FC236}">
                      <a16:creationId xmlns:a16="http://schemas.microsoft.com/office/drawing/2014/main" id="{5577E776-1EB0-EB12-2EA1-B703411DF1A6}"/>
                    </a:ext>
                  </a:extLst>
                </p:cNvPr>
                <p:cNvSpPr/>
                <p:nvPr/>
              </p:nvSpPr>
              <p:spPr bwMode="auto">
                <a:xfrm>
                  <a:off x="8871173" y="3531615"/>
                  <a:ext cx="374967" cy="338130"/>
                </a:xfrm>
                <a:custGeom>
                  <a:avLst/>
                  <a:gdLst>
                    <a:gd name="connsiteX0" fmla="*/ 521432 w 608344"/>
                    <a:gd name="connsiteY0" fmla="*/ 370453 h 548582"/>
                    <a:gd name="connsiteX1" fmla="*/ 465737 w 608344"/>
                    <a:gd name="connsiteY1" fmla="*/ 425787 h 548582"/>
                    <a:gd name="connsiteX2" fmla="*/ 442491 w 608344"/>
                    <a:gd name="connsiteY2" fmla="*/ 402479 h 548582"/>
                    <a:gd name="connsiteX3" fmla="*/ 418201 w 608344"/>
                    <a:gd name="connsiteY3" fmla="*/ 426545 h 548582"/>
                    <a:gd name="connsiteX4" fmla="*/ 441447 w 608344"/>
                    <a:gd name="connsiteY4" fmla="*/ 449948 h 548582"/>
                    <a:gd name="connsiteX5" fmla="*/ 465642 w 608344"/>
                    <a:gd name="connsiteY5" fmla="*/ 474204 h 548582"/>
                    <a:gd name="connsiteX6" fmla="*/ 489932 w 608344"/>
                    <a:gd name="connsiteY6" fmla="*/ 450043 h 548582"/>
                    <a:gd name="connsiteX7" fmla="*/ 545532 w 608344"/>
                    <a:gd name="connsiteY7" fmla="*/ 394709 h 548582"/>
                    <a:gd name="connsiteX8" fmla="*/ 481962 w 608344"/>
                    <a:gd name="connsiteY8" fmla="*/ 296170 h 548582"/>
                    <a:gd name="connsiteX9" fmla="*/ 608344 w 608344"/>
                    <a:gd name="connsiteY9" fmla="*/ 422376 h 548582"/>
                    <a:gd name="connsiteX10" fmla="*/ 481962 w 608344"/>
                    <a:gd name="connsiteY10" fmla="*/ 548582 h 548582"/>
                    <a:gd name="connsiteX11" fmla="*/ 355579 w 608344"/>
                    <a:gd name="connsiteY11" fmla="*/ 422376 h 548582"/>
                    <a:gd name="connsiteX12" fmla="*/ 481962 w 608344"/>
                    <a:gd name="connsiteY12" fmla="*/ 296170 h 548582"/>
                    <a:gd name="connsiteX13" fmla="*/ 255835 w 608344"/>
                    <a:gd name="connsiteY13" fmla="*/ 446 h 548582"/>
                    <a:gd name="connsiteX14" fmla="*/ 317801 w 608344"/>
                    <a:gd name="connsiteY14" fmla="*/ 13616 h 548582"/>
                    <a:gd name="connsiteX15" fmla="*/ 348072 w 608344"/>
                    <a:gd name="connsiteY15" fmla="*/ 41661 h 548582"/>
                    <a:gd name="connsiteX16" fmla="*/ 381190 w 608344"/>
                    <a:gd name="connsiteY16" fmla="*/ 146831 h 548582"/>
                    <a:gd name="connsiteX17" fmla="*/ 378913 w 608344"/>
                    <a:gd name="connsiteY17" fmla="*/ 156211 h 548582"/>
                    <a:gd name="connsiteX18" fmla="*/ 387833 w 608344"/>
                    <a:gd name="connsiteY18" fmla="*/ 200458 h 548582"/>
                    <a:gd name="connsiteX19" fmla="*/ 366387 w 608344"/>
                    <a:gd name="connsiteY19" fmla="*/ 237694 h 548582"/>
                    <a:gd name="connsiteX20" fmla="*/ 351393 w 608344"/>
                    <a:gd name="connsiteY20" fmla="*/ 278720 h 548582"/>
                    <a:gd name="connsiteX21" fmla="*/ 351393 w 608344"/>
                    <a:gd name="connsiteY21" fmla="*/ 322873 h 548582"/>
                    <a:gd name="connsiteX22" fmla="*/ 317611 w 608344"/>
                    <a:gd name="connsiteY22" fmla="*/ 422358 h 548582"/>
                    <a:gd name="connsiteX23" fmla="*/ 376635 w 608344"/>
                    <a:gd name="connsiteY23" fmla="*/ 548088 h 548582"/>
                    <a:gd name="connsiteX24" fmla="*/ 26855 w 608344"/>
                    <a:gd name="connsiteY24" fmla="*/ 548088 h 548582"/>
                    <a:gd name="connsiteX25" fmla="*/ 0 w 608344"/>
                    <a:gd name="connsiteY25" fmla="*/ 521274 h 548582"/>
                    <a:gd name="connsiteX26" fmla="*/ 0 w 608344"/>
                    <a:gd name="connsiteY26" fmla="*/ 473806 h 548582"/>
                    <a:gd name="connsiteX27" fmla="*/ 19453 w 608344"/>
                    <a:gd name="connsiteY27" fmla="*/ 432969 h 548582"/>
                    <a:gd name="connsiteX28" fmla="*/ 173751 w 608344"/>
                    <a:gd name="connsiteY28" fmla="*/ 334242 h 548582"/>
                    <a:gd name="connsiteX29" fmla="*/ 176408 w 608344"/>
                    <a:gd name="connsiteY29" fmla="*/ 329884 h 548582"/>
                    <a:gd name="connsiteX30" fmla="*/ 176408 w 608344"/>
                    <a:gd name="connsiteY30" fmla="*/ 278720 h 548582"/>
                    <a:gd name="connsiteX31" fmla="*/ 161320 w 608344"/>
                    <a:gd name="connsiteY31" fmla="*/ 237694 h 548582"/>
                    <a:gd name="connsiteX32" fmla="*/ 139969 w 608344"/>
                    <a:gd name="connsiteY32" fmla="*/ 200458 h 548582"/>
                    <a:gd name="connsiteX33" fmla="*/ 148320 w 608344"/>
                    <a:gd name="connsiteY33" fmla="*/ 156211 h 548582"/>
                    <a:gd name="connsiteX34" fmla="*/ 146042 w 608344"/>
                    <a:gd name="connsiteY34" fmla="*/ 146736 h 548582"/>
                    <a:gd name="connsiteX35" fmla="*/ 145758 w 608344"/>
                    <a:gd name="connsiteY35" fmla="*/ 95099 h 548582"/>
                    <a:gd name="connsiteX36" fmla="*/ 176029 w 608344"/>
                    <a:gd name="connsiteY36" fmla="*/ 42135 h 548582"/>
                    <a:gd name="connsiteX37" fmla="*/ 203928 w 608344"/>
                    <a:gd name="connsiteY37" fmla="*/ 19017 h 548582"/>
                    <a:gd name="connsiteX38" fmla="*/ 231162 w 608344"/>
                    <a:gd name="connsiteY38" fmla="*/ 5089 h 548582"/>
                    <a:gd name="connsiteX39" fmla="*/ 255835 w 608344"/>
                    <a:gd name="connsiteY39" fmla="*/ 446 h 548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608344" h="548582">
                      <a:moveTo>
                        <a:pt x="521432" y="370453"/>
                      </a:moveTo>
                      <a:lnTo>
                        <a:pt x="465737" y="425787"/>
                      </a:lnTo>
                      <a:lnTo>
                        <a:pt x="442491" y="402479"/>
                      </a:lnTo>
                      <a:lnTo>
                        <a:pt x="418201" y="426545"/>
                      </a:lnTo>
                      <a:lnTo>
                        <a:pt x="441447" y="449948"/>
                      </a:lnTo>
                      <a:lnTo>
                        <a:pt x="465642" y="474204"/>
                      </a:lnTo>
                      <a:lnTo>
                        <a:pt x="489932" y="450043"/>
                      </a:lnTo>
                      <a:lnTo>
                        <a:pt x="545532" y="394709"/>
                      </a:lnTo>
                      <a:close/>
                      <a:moveTo>
                        <a:pt x="481962" y="296170"/>
                      </a:moveTo>
                      <a:cubicBezTo>
                        <a:pt x="551795" y="296170"/>
                        <a:pt x="608344" y="352641"/>
                        <a:pt x="608344" y="422376"/>
                      </a:cubicBezTo>
                      <a:cubicBezTo>
                        <a:pt x="608344" y="492111"/>
                        <a:pt x="551795" y="548582"/>
                        <a:pt x="481962" y="548582"/>
                      </a:cubicBezTo>
                      <a:cubicBezTo>
                        <a:pt x="412129" y="548582"/>
                        <a:pt x="355579" y="492111"/>
                        <a:pt x="355579" y="422376"/>
                      </a:cubicBezTo>
                      <a:cubicBezTo>
                        <a:pt x="355579" y="352641"/>
                        <a:pt x="412129" y="296170"/>
                        <a:pt x="481962" y="296170"/>
                      </a:cubicBezTo>
                      <a:close/>
                      <a:moveTo>
                        <a:pt x="255835" y="446"/>
                      </a:moveTo>
                      <a:cubicBezTo>
                        <a:pt x="282785" y="-1828"/>
                        <a:pt x="303187" y="4899"/>
                        <a:pt x="317801" y="13616"/>
                      </a:cubicBezTo>
                      <a:cubicBezTo>
                        <a:pt x="339721" y="25744"/>
                        <a:pt x="348072" y="41661"/>
                        <a:pt x="348072" y="41661"/>
                      </a:cubicBezTo>
                      <a:cubicBezTo>
                        <a:pt x="348072" y="41661"/>
                        <a:pt x="398176" y="45167"/>
                        <a:pt x="381190" y="146831"/>
                      </a:cubicBezTo>
                      <a:cubicBezTo>
                        <a:pt x="380621" y="149863"/>
                        <a:pt x="379862" y="153085"/>
                        <a:pt x="378913" y="156211"/>
                      </a:cubicBezTo>
                      <a:cubicBezTo>
                        <a:pt x="388592" y="156211"/>
                        <a:pt x="398271" y="163507"/>
                        <a:pt x="387833" y="200458"/>
                      </a:cubicBezTo>
                      <a:cubicBezTo>
                        <a:pt x="379672" y="229262"/>
                        <a:pt x="372080" y="237221"/>
                        <a:pt x="366387" y="237694"/>
                      </a:cubicBezTo>
                      <a:cubicBezTo>
                        <a:pt x="364394" y="250675"/>
                        <a:pt x="359175" y="265076"/>
                        <a:pt x="351393" y="278720"/>
                      </a:cubicBezTo>
                      <a:lnTo>
                        <a:pt x="351393" y="322873"/>
                      </a:lnTo>
                      <a:cubicBezTo>
                        <a:pt x="330232" y="350539"/>
                        <a:pt x="317611" y="385027"/>
                        <a:pt x="317611" y="422358"/>
                      </a:cubicBezTo>
                      <a:cubicBezTo>
                        <a:pt x="317611" y="472764"/>
                        <a:pt x="340480" y="518053"/>
                        <a:pt x="376635" y="548088"/>
                      </a:cubicBezTo>
                      <a:lnTo>
                        <a:pt x="26855" y="548088"/>
                      </a:lnTo>
                      <a:cubicBezTo>
                        <a:pt x="12052" y="548088"/>
                        <a:pt x="0" y="536055"/>
                        <a:pt x="0" y="521274"/>
                      </a:cubicBezTo>
                      <a:lnTo>
                        <a:pt x="0" y="473806"/>
                      </a:lnTo>
                      <a:cubicBezTo>
                        <a:pt x="0" y="457983"/>
                        <a:pt x="7212" y="443013"/>
                        <a:pt x="19453" y="432969"/>
                      </a:cubicBezTo>
                      <a:cubicBezTo>
                        <a:pt x="86638" y="377921"/>
                        <a:pt x="159043" y="341443"/>
                        <a:pt x="173751" y="334242"/>
                      </a:cubicBezTo>
                      <a:cubicBezTo>
                        <a:pt x="175365" y="333484"/>
                        <a:pt x="176408" y="331779"/>
                        <a:pt x="176408" y="329884"/>
                      </a:cubicBezTo>
                      <a:lnTo>
                        <a:pt x="176408" y="278720"/>
                      </a:lnTo>
                      <a:cubicBezTo>
                        <a:pt x="168437" y="265076"/>
                        <a:pt x="163313" y="250675"/>
                        <a:pt x="161320" y="237694"/>
                      </a:cubicBezTo>
                      <a:cubicBezTo>
                        <a:pt x="155627" y="237221"/>
                        <a:pt x="148035" y="229072"/>
                        <a:pt x="139969" y="200458"/>
                      </a:cubicBezTo>
                      <a:cubicBezTo>
                        <a:pt x="129531" y="164170"/>
                        <a:pt x="138925" y="156496"/>
                        <a:pt x="148320" y="156211"/>
                      </a:cubicBezTo>
                      <a:cubicBezTo>
                        <a:pt x="147371" y="153085"/>
                        <a:pt x="146612" y="149863"/>
                        <a:pt x="146042" y="146736"/>
                      </a:cubicBezTo>
                      <a:cubicBezTo>
                        <a:pt x="142436" y="128450"/>
                        <a:pt x="141487" y="111396"/>
                        <a:pt x="145758" y="95099"/>
                      </a:cubicBezTo>
                      <a:cubicBezTo>
                        <a:pt x="150787" y="73212"/>
                        <a:pt x="162744" y="55684"/>
                        <a:pt x="176029" y="42135"/>
                      </a:cubicBezTo>
                      <a:cubicBezTo>
                        <a:pt x="184379" y="33134"/>
                        <a:pt x="193869" y="25459"/>
                        <a:pt x="203928" y="19017"/>
                      </a:cubicBezTo>
                      <a:cubicBezTo>
                        <a:pt x="212183" y="13332"/>
                        <a:pt x="221293" y="8405"/>
                        <a:pt x="231162" y="5089"/>
                      </a:cubicBezTo>
                      <a:cubicBezTo>
                        <a:pt x="238849" y="2625"/>
                        <a:pt x="247105" y="825"/>
                        <a:pt x="255835" y="44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254000" dist="127000" dir="2700000" algn="tl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B53DB500-CF8E-01A9-0CE6-FB4F312375BD}"/>
                    </a:ext>
                  </a:extLst>
                </p:cNvPr>
                <p:cNvSpPr/>
                <p:nvPr/>
              </p:nvSpPr>
              <p:spPr bwMode="auto">
                <a:xfrm>
                  <a:off x="8072450" y="2550961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软糯爽滑，地方传统X吃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119F5FC-EFCF-AC92-47A7-54AEF0DE4291}"/>
                    </a:ext>
                  </a:extLst>
                </p:cNvPr>
                <p:cNvSpPr txBox="1"/>
                <p:nvPr/>
              </p:nvSpPr>
              <p:spPr bwMode="auto">
                <a:xfrm>
                  <a:off x="8072450" y="2109158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秦镇米皮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F8FE04BC-0856-1260-2C5E-3A72C4BBD6BB}"/>
                  </a:ext>
                </a:extLst>
              </p:cNvPr>
              <p:cNvGrpSpPr/>
              <p:nvPr/>
            </p:nvGrpSpPr>
            <p:grpSpPr>
              <a:xfrm>
                <a:off x="9542402" y="3537844"/>
                <a:ext cx="1973838" cy="2597430"/>
                <a:chOff x="9542402" y="3537844"/>
                <a:chExt cx="1973838" cy="2597430"/>
              </a:xfrm>
            </p:grpSpPr>
            <p:sp>
              <p:nvSpPr>
                <p:cNvPr id="14" name="任意形状 13">
                  <a:extLst>
                    <a:ext uri="{FF2B5EF4-FFF2-40B4-BE49-F238E27FC236}">
                      <a16:creationId xmlns:a16="http://schemas.microsoft.com/office/drawing/2014/main" id="{21D5A6D2-DB16-8B40-46B5-84E5D5531036}"/>
                    </a:ext>
                  </a:extLst>
                </p:cNvPr>
                <p:cNvSpPr/>
                <p:nvPr/>
              </p:nvSpPr>
              <p:spPr bwMode="auto">
                <a:xfrm>
                  <a:off x="10328979" y="3537844"/>
                  <a:ext cx="419873" cy="325673"/>
                </a:xfrm>
                <a:custGeom>
                  <a:avLst/>
                  <a:gdLst/>
                  <a:ahLst/>
                  <a:cxnLst>
                    <a:cxn ang="0">
                      <a:pos x="29" y="41"/>
                    </a:cxn>
                    <a:cxn ang="0">
                      <a:pos x="22" y="40"/>
                    </a:cxn>
                    <a:cxn ang="0">
                      <a:pos x="11" y="45"/>
                    </a:cxn>
                    <a:cxn ang="0">
                      <a:pos x="7" y="46"/>
                    </a:cxn>
                    <a:cxn ang="0">
                      <a:pos x="7" y="46"/>
                    </a:cxn>
                    <a:cxn ang="0">
                      <a:pos x="6" y="45"/>
                    </a:cxn>
                    <a:cxn ang="0">
                      <a:pos x="6" y="43"/>
                    </a:cxn>
                    <a:cxn ang="0">
                      <a:pos x="11" y="36"/>
                    </a:cxn>
                    <a:cxn ang="0">
                      <a:pos x="0" y="20"/>
                    </a:cxn>
                    <a:cxn ang="0">
                      <a:pos x="29" y="0"/>
                    </a:cxn>
                    <a:cxn ang="0">
                      <a:pos x="57" y="20"/>
                    </a:cxn>
                    <a:cxn ang="0">
                      <a:pos x="29" y="41"/>
                    </a:cxn>
                    <a:cxn ang="0">
                      <a:pos x="62" y="47"/>
                    </a:cxn>
                    <a:cxn ang="0">
                      <a:pos x="66" y="53"/>
                    </a:cxn>
                    <a:cxn ang="0">
                      <a:pos x="67" y="55"/>
                    </a:cxn>
                    <a:cxn ang="0">
                      <a:pos x="66" y="56"/>
                    </a:cxn>
                    <a:cxn ang="0">
                      <a:pos x="62" y="55"/>
                    </a:cxn>
                    <a:cxn ang="0">
                      <a:pos x="51" y="50"/>
                    </a:cxn>
                    <a:cxn ang="0">
                      <a:pos x="44" y="51"/>
                    </a:cxn>
                    <a:cxn ang="0">
                      <a:pos x="25" y="46"/>
                    </a:cxn>
                    <a:cxn ang="0">
                      <a:pos x="29" y="46"/>
                    </a:cxn>
                    <a:cxn ang="0">
                      <a:pos x="52" y="39"/>
                    </a:cxn>
                    <a:cxn ang="0">
                      <a:pos x="62" y="20"/>
                    </a:cxn>
                    <a:cxn ang="0">
                      <a:pos x="61" y="14"/>
                    </a:cxn>
                    <a:cxn ang="0">
                      <a:pos x="72" y="30"/>
                    </a:cxn>
                    <a:cxn ang="0">
                      <a:pos x="62" y="47"/>
                    </a:cxn>
                  </a:cxnLst>
                  <a:rect l="0" t="0" r="r" b="b"/>
                  <a:pathLst>
                    <a:path w="72" h="56">
                      <a:moveTo>
                        <a:pt x="29" y="41"/>
                      </a:moveTo>
                      <a:cubicBezTo>
                        <a:pt x="26" y="41"/>
                        <a:pt x="24" y="40"/>
                        <a:pt x="22" y="40"/>
                      </a:cubicBezTo>
                      <a:cubicBezTo>
                        <a:pt x="18" y="42"/>
                        <a:pt x="15" y="44"/>
                        <a:pt x="11" y="45"/>
                      </a:cubicBezTo>
                      <a:cubicBezTo>
                        <a:pt x="9" y="45"/>
                        <a:pt x="8" y="46"/>
                        <a:pt x="7" y="46"/>
                      </a:cubicBezTo>
                      <a:cubicBezTo>
                        <a:pt x="7" y="46"/>
                        <a:pt x="7" y="46"/>
                        <a:pt x="7" y="46"/>
                      </a:cubicBezTo>
                      <a:cubicBezTo>
                        <a:pt x="6" y="46"/>
                        <a:pt x="6" y="45"/>
                        <a:pt x="6" y="45"/>
                      </a:cubicBezTo>
                      <a:cubicBezTo>
                        <a:pt x="5" y="44"/>
                        <a:pt x="6" y="43"/>
                        <a:pt x="6" y="43"/>
                      </a:cubicBezTo>
                      <a:cubicBezTo>
                        <a:pt x="8" y="41"/>
                        <a:pt x="10" y="40"/>
                        <a:pt x="11" y="36"/>
                      </a:cubicBezTo>
                      <a:cubicBezTo>
                        <a:pt x="5" y="32"/>
                        <a:pt x="0" y="27"/>
                        <a:pt x="0" y="20"/>
                      </a:cubicBezTo>
                      <a:cubicBezTo>
                        <a:pt x="0" y="9"/>
                        <a:pt x="13" y="0"/>
                        <a:pt x="29" y="0"/>
                      </a:cubicBezTo>
                      <a:cubicBezTo>
                        <a:pt x="44" y="0"/>
                        <a:pt x="57" y="9"/>
                        <a:pt x="57" y="20"/>
                      </a:cubicBezTo>
                      <a:cubicBezTo>
                        <a:pt x="57" y="32"/>
                        <a:pt x="44" y="41"/>
                        <a:pt x="29" y="41"/>
                      </a:cubicBezTo>
                      <a:close/>
                      <a:moveTo>
                        <a:pt x="62" y="47"/>
                      </a:moveTo>
                      <a:cubicBezTo>
                        <a:pt x="63" y="50"/>
                        <a:pt x="65" y="51"/>
                        <a:pt x="66" y="53"/>
                      </a:cubicBezTo>
                      <a:cubicBezTo>
                        <a:pt x="67" y="54"/>
                        <a:pt x="67" y="54"/>
                        <a:pt x="67" y="55"/>
                      </a:cubicBezTo>
                      <a:cubicBezTo>
                        <a:pt x="67" y="56"/>
                        <a:pt x="67" y="56"/>
                        <a:pt x="66" y="56"/>
                      </a:cubicBezTo>
                      <a:cubicBezTo>
                        <a:pt x="65" y="56"/>
                        <a:pt x="63" y="56"/>
                        <a:pt x="62" y="55"/>
                      </a:cubicBezTo>
                      <a:cubicBezTo>
                        <a:pt x="58" y="54"/>
                        <a:pt x="55" y="53"/>
                        <a:pt x="51" y="50"/>
                      </a:cubicBezTo>
                      <a:cubicBezTo>
                        <a:pt x="49" y="51"/>
                        <a:pt x="47" y="51"/>
                        <a:pt x="44" y="51"/>
                      </a:cubicBezTo>
                      <a:cubicBezTo>
                        <a:pt x="37" y="51"/>
                        <a:pt x="30" y="49"/>
                        <a:pt x="25" y="46"/>
                      </a:cubicBezTo>
                      <a:cubicBezTo>
                        <a:pt x="26" y="46"/>
                        <a:pt x="28" y="46"/>
                        <a:pt x="29" y="46"/>
                      </a:cubicBezTo>
                      <a:cubicBezTo>
                        <a:pt x="37" y="46"/>
                        <a:pt x="46" y="43"/>
                        <a:pt x="52" y="39"/>
                      </a:cubicBezTo>
                      <a:cubicBezTo>
                        <a:pt x="58" y="34"/>
                        <a:pt x="62" y="27"/>
                        <a:pt x="62" y="20"/>
                      </a:cubicBezTo>
                      <a:cubicBezTo>
                        <a:pt x="62" y="18"/>
                        <a:pt x="62" y="16"/>
                        <a:pt x="61" y="14"/>
                      </a:cubicBezTo>
                      <a:cubicBezTo>
                        <a:pt x="68" y="18"/>
                        <a:pt x="72" y="24"/>
                        <a:pt x="72" y="30"/>
                      </a:cubicBezTo>
                      <a:cubicBezTo>
                        <a:pt x="72" y="37"/>
                        <a:pt x="68" y="43"/>
                        <a:pt x="62" y="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  <a:effectLst>
                  <a:outerShdw blurRad="254000" dist="1270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 fontScale="92500" lnSpcReduction="10000"/>
                </a:bodyPr>
                <a:lstStyle/>
                <a:p>
                  <a:pPr algn="ctr"/>
                  <a:endParaRPr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31C7B66C-A625-8833-2F94-6D18781E3E23}"/>
                    </a:ext>
                  </a:extLst>
                </p:cNvPr>
                <p:cNvSpPr/>
                <p:nvPr/>
              </p:nvSpPr>
              <p:spPr bwMode="auto">
                <a:xfrm>
                  <a:off x="9542402" y="4971009"/>
                  <a:ext cx="1973837" cy="1164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>
                      <a:latin typeface="Times New Roman"/>
                      <a:ea typeface="微软雅黑"/>
                      <a:sym typeface="Times New Roman"/>
                    </a:rPr>
                    <a:t>异域风情，串烤美食体验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EBB908E-3577-9530-7ABE-09839F4682F0}"/>
                    </a:ext>
                  </a:extLst>
                </p:cNvPr>
                <p:cNvSpPr txBox="1"/>
                <p:nvPr/>
              </p:nvSpPr>
              <p:spPr bwMode="auto">
                <a:xfrm>
                  <a:off x="9542402" y="4529206"/>
                  <a:ext cx="197383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zh-CN" altLang="en-US" b="1">
                      <a:latin typeface="Times New Roman"/>
                      <a:ea typeface="微软雅黑"/>
                      <a:sym typeface="Times New Roman"/>
                    </a:rPr>
                    <a:t>波斯烤肉</a:t>
                  </a:r>
                  <a:endParaRPr lang="en-US"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EFAE9DC-5D50-B7FB-14CE-1D16CAC9A50C}"/>
                  </a:ext>
                </a:extLst>
              </p:cNvPr>
              <p:cNvSpPr txBox="1"/>
              <p:nvPr/>
            </p:nvSpPr>
            <p:spPr>
              <a:xfrm>
                <a:off x="660400" y="1242646"/>
                <a:ext cx="10858500" cy="674629"/>
              </a:xfrm>
              <a:prstGeom prst="rect">
                <a:avLst/>
              </a:prstGeom>
              <a:noFill/>
            </p:spPr>
            <p:txBody>
              <a:bodyPr vert="horz" wrap="square" rtlCol="0" anchor="t" anchorCtr="1">
                <a:normAutofit/>
              </a:bodyPr>
              <a:lstStyle/>
              <a:p>
                <a:pPr algn="ctr"/>
                <a:r>
                  <a:rPr lang="zh-CN" altLang="en-US" sz="2400" b="1">
                    <a:latin typeface="Times New Roman"/>
                    <a:ea typeface="微软雅黑"/>
                    <a:sym typeface="Times New Roman"/>
                  </a:rPr>
                  <a:t>西安特色X吃与美食街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2" y="608960"/>
            <a:ext cx="2288655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美食文化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F2536-E635-3947-915C-413581D070FF}"/>
              </a:ext>
            </a:extLst>
          </p:cNvPr>
          <p:cNvGrpSpPr/>
          <p:nvPr/>
        </p:nvGrpSpPr>
        <p:grpSpPr>
          <a:xfrm>
            <a:off x="660401" y="1993900"/>
            <a:ext cx="10858500" cy="4864100"/>
            <a:chOff x="660400" y="1270000"/>
            <a:chExt cx="10858500" cy="48641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7DA1B98-D429-A7F7-A904-C7341DA13ECB}"/>
                </a:ext>
              </a:extLst>
            </p:cNvPr>
            <p:cNvGrpSpPr/>
            <p:nvPr/>
          </p:nvGrpSpPr>
          <p:grpSpPr>
            <a:xfrm>
              <a:off x="1009457" y="2271845"/>
              <a:ext cx="2469539" cy="3862255"/>
              <a:chOff x="1009457" y="2271845"/>
              <a:chExt cx="2469539" cy="3862255"/>
            </a:xfrm>
          </p:grpSpPr>
          <p:sp>
            <p:nvSpPr>
              <p:cNvPr id="24" name="对角圆角矩形 23">
                <a:extLst>
                  <a:ext uri="{FF2B5EF4-FFF2-40B4-BE49-F238E27FC236}">
                    <a16:creationId xmlns:a16="http://schemas.microsoft.com/office/drawing/2014/main" id="{4C1ED264-7436-F822-046E-66ED66CC0079}"/>
                  </a:ext>
                </a:extLst>
              </p:cNvPr>
              <p:cNvSpPr/>
              <p:nvPr/>
            </p:nvSpPr>
            <p:spPr>
              <a:xfrm>
                <a:off x="1033614" y="2926629"/>
                <a:ext cx="2421225" cy="1413365"/>
              </a:xfrm>
              <a:prstGeom prst="round2DiagRect">
                <a:avLst/>
              </a:prstGeom>
              <a:blipFill>
                <a:blip r:embed="R7d4cc180a5af483d"/>
                <a:stretch>
                  <a:fillRect t="-7167" b="-70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CCD5045-46B5-81C2-29E2-F9A4281B713C}"/>
                  </a:ext>
                </a:extLst>
              </p:cNvPr>
              <p:cNvSpPr/>
              <p:nvPr/>
            </p:nvSpPr>
            <p:spPr bwMode="auto">
              <a:xfrm>
                <a:off x="1009457" y="4460875"/>
                <a:ext cx="2469539" cy="507581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0" tIns="0" rIns="0" bIns="0" anchor="ctr" anchorCtr="1">
                <a:normAutofit/>
              </a:bodyPr>
              <a:lstStyle/>
              <a:p>
                <a:pPr lvl="0" algn="ctr"/>
                <a:r>
                  <a:rPr lang="zh-CN" altLang="en-US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兵马俑传奇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3408E7B-8AEC-EC7C-A9A2-7D15755E9DBC}"/>
                  </a:ext>
                </a:extLst>
              </p:cNvPr>
              <p:cNvSpPr/>
              <p:nvPr/>
            </p:nvSpPr>
            <p:spPr>
              <a:xfrm>
                <a:off x="1009457" y="5281142"/>
                <a:ext cx="2469539" cy="85295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千年古墓群，世界文化遗产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95884D25-3711-7DB4-527B-FB969CA61D3A}"/>
                  </a:ext>
                </a:extLst>
              </p:cNvPr>
              <p:cNvSpPr/>
              <p:nvPr/>
            </p:nvSpPr>
            <p:spPr>
              <a:xfrm>
                <a:off x="1978380" y="2271845"/>
                <a:ext cx="547568" cy="5475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任意形状 27">
                <a:extLst>
                  <a:ext uri="{FF2B5EF4-FFF2-40B4-BE49-F238E27FC236}">
                    <a16:creationId xmlns:a16="http://schemas.microsoft.com/office/drawing/2014/main" id="{61DA3D80-51A1-BA55-25CB-39EDE72A95C5}"/>
                  </a:ext>
                </a:extLst>
              </p:cNvPr>
              <p:cNvSpPr/>
              <p:nvPr/>
            </p:nvSpPr>
            <p:spPr>
              <a:xfrm>
                <a:off x="2113191" y="2422703"/>
                <a:ext cx="292095" cy="23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4" y="0"/>
                    </a:moveTo>
                    <a:cubicBezTo>
                      <a:pt x="912" y="0"/>
                      <a:pt x="0" y="1122"/>
                      <a:pt x="0" y="2491"/>
                    </a:cubicBezTo>
                    <a:lnTo>
                      <a:pt x="0" y="11634"/>
                    </a:lnTo>
                    <a:cubicBezTo>
                      <a:pt x="0" y="13008"/>
                      <a:pt x="912" y="14134"/>
                      <a:pt x="2024" y="14134"/>
                    </a:cubicBezTo>
                    <a:lnTo>
                      <a:pt x="2024" y="16617"/>
                    </a:lnTo>
                    <a:cubicBezTo>
                      <a:pt x="2024" y="17994"/>
                      <a:pt x="2935" y="19109"/>
                      <a:pt x="4049" y="19109"/>
                    </a:cubicBezTo>
                    <a:lnTo>
                      <a:pt x="4822" y="19109"/>
                    </a:lnTo>
                    <a:cubicBezTo>
                      <a:pt x="5125" y="20540"/>
                      <a:pt x="6166" y="21600"/>
                      <a:pt x="7423" y="21600"/>
                    </a:cubicBezTo>
                    <a:cubicBezTo>
                      <a:pt x="8673" y="21600"/>
                      <a:pt x="9726" y="20540"/>
                      <a:pt x="10030" y="19109"/>
                    </a:cubicBezTo>
                    <a:lnTo>
                      <a:pt x="13594" y="19109"/>
                    </a:lnTo>
                    <a:cubicBezTo>
                      <a:pt x="13897" y="20540"/>
                      <a:pt x="14942" y="21600"/>
                      <a:pt x="16202" y="21600"/>
                    </a:cubicBezTo>
                    <a:cubicBezTo>
                      <a:pt x="17449" y="21600"/>
                      <a:pt x="18498" y="20540"/>
                      <a:pt x="18803" y="19109"/>
                    </a:cubicBezTo>
                    <a:lnTo>
                      <a:pt x="19576" y="19109"/>
                    </a:lnTo>
                    <a:cubicBezTo>
                      <a:pt x="20692" y="19109"/>
                      <a:pt x="21600" y="17994"/>
                      <a:pt x="21600" y="16617"/>
                    </a:cubicBezTo>
                    <a:lnTo>
                      <a:pt x="21600" y="11634"/>
                    </a:lnTo>
                    <a:cubicBezTo>
                      <a:pt x="21600" y="11142"/>
                      <a:pt x="21482" y="10663"/>
                      <a:pt x="21259" y="10248"/>
                    </a:cubicBezTo>
                    <a:lnTo>
                      <a:pt x="18554" y="5265"/>
                    </a:lnTo>
                    <a:cubicBezTo>
                      <a:pt x="18182" y="4566"/>
                      <a:pt x="17557" y="4160"/>
                      <a:pt x="16876" y="4160"/>
                    </a:cubicBezTo>
                    <a:lnTo>
                      <a:pt x="14177" y="4160"/>
                    </a:lnTo>
                    <a:lnTo>
                      <a:pt x="14177" y="2491"/>
                    </a:lnTo>
                    <a:cubicBezTo>
                      <a:pt x="14177" y="1122"/>
                      <a:pt x="13265" y="0"/>
                      <a:pt x="12146" y="0"/>
                    </a:cubicBezTo>
                    <a:lnTo>
                      <a:pt x="2024" y="0"/>
                    </a:lnTo>
                    <a:close/>
                    <a:moveTo>
                      <a:pt x="2024" y="1669"/>
                    </a:moveTo>
                    <a:lnTo>
                      <a:pt x="12146" y="1669"/>
                    </a:lnTo>
                    <a:cubicBezTo>
                      <a:pt x="12524" y="1669"/>
                      <a:pt x="12821" y="2034"/>
                      <a:pt x="12821" y="2491"/>
                    </a:cubicBezTo>
                    <a:lnTo>
                      <a:pt x="12821" y="11634"/>
                    </a:lnTo>
                    <a:cubicBezTo>
                      <a:pt x="12821" y="12090"/>
                      <a:pt x="12524" y="12465"/>
                      <a:pt x="12146" y="12465"/>
                    </a:cubicBezTo>
                    <a:cubicBezTo>
                      <a:pt x="12146" y="12465"/>
                      <a:pt x="2024" y="12465"/>
                      <a:pt x="2024" y="12465"/>
                    </a:cubicBezTo>
                    <a:cubicBezTo>
                      <a:pt x="1649" y="12465"/>
                      <a:pt x="1350" y="12090"/>
                      <a:pt x="1350" y="11634"/>
                    </a:cubicBezTo>
                    <a:lnTo>
                      <a:pt x="1350" y="2491"/>
                    </a:lnTo>
                    <a:cubicBezTo>
                      <a:pt x="1350" y="2034"/>
                      <a:pt x="1649" y="1669"/>
                      <a:pt x="2024" y="1669"/>
                    </a:cubicBezTo>
                    <a:close/>
                    <a:moveTo>
                      <a:pt x="14177" y="5821"/>
                    </a:moveTo>
                    <a:lnTo>
                      <a:pt x="16876" y="5821"/>
                    </a:lnTo>
                    <a:cubicBezTo>
                      <a:pt x="17102" y="5821"/>
                      <a:pt x="17311" y="5958"/>
                      <a:pt x="17440" y="6184"/>
                    </a:cubicBezTo>
                    <a:lnTo>
                      <a:pt x="20132" y="11175"/>
                    </a:lnTo>
                    <a:cubicBezTo>
                      <a:pt x="20206" y="11307"/>
                      <a:pt x="20250" y="11475"/>
                      <a:pt x="20250" y="11634"/>
                    </a:cubicBezTo>
                    <a:cubicBezTo>
                      <a:pt x="20250" y="11634"/>
                      <a:pt x="20250" y="16617"/>
                      <a:pt x="20250" y="16617"/>
                    </a:cubicBezTo>
                    <a:cubicBezTo>
                      <a:pt x="20250" y="17074"/>
                      <a:pt x="19946" y="17448"/>
                      <a:pt x="19576" y="17448"/>
                    </a:cubicBezTo>
                    <a:lnTo>
                      <a:pt x="18803" y="17448"/>
                    </a:lnTo>
                    <a:cubicBezTo>
                      <a:pt x="18498" y="16016"/>
                      <a:pt x="17455" y="14956"/>
                      <a:pt x="16202" y="14956"/>
                    </a:cubicBezTo>
                    <a:cubicBezTo>
                      <a:pt x="14942" y="14956"/>
                      <a:pt x="13897" y="16016"/>
                      <a:pt x="13594" y="17448"/>
                    </a:cubicBezTo>
                    <a:lnTo>
                      <a:pt x="10030" y="17448"/>
                    </a:lnTo>
                    <a:cubicBezTo>
                      <a:pt x="9729" y="16016"/>
                      <a:pt x="8678" y="14956"/>
                      <a:pt x="7423" y="14956"/>
                    </a:cubicBezTo>
                    <a:cubicBezTo>
                      <a:pt x="6166" y="14956"/>
                      <a:pt x="5125" y="16016"/>
                      <a:pt x="4822" y="17448"/>
                    </a:cubicBezTo>
                    <a:lnTo>
                      <a:pt x="4049" y="17448"/>
                    </a:lnTo>
                    <a:cubicBezTo>
                      <a:pt x="3676" y="17448"/>
                      <a:pt x="3374" y="17074"/>
                      <a:pt x="3374" y="16617"/>
                    </a:cubicBezTo>
                    <a:lnTo>
                      <a:pt x="3374" y="14134"/>
                    </a:lnTo>
                    <a:lnTo>
                      <a:pt x="12146" y="14134"/>
                    </a:lnTo>
                    <a:cubicBezTo>
                      <a:pt x="13265" y="14134"/>
                      <a:pt x="14177" y="13008"/>
                      <a:pt x="14177" y="11634"/>
                    </a:cubicBezTo>
                    <a:lnTo>
                      <a:pt x="14177" y="5821"/>
                    </a:lnTo>
                    <a:close/>
                    <a:moveTo>
                      <a:pt x="15553" y="6450"/>
                    </a:moveTo>
                    <a:cubicBezTo>
                      <a:pt x="15182" y="6450"/>
                      <a:pt x="14885" y="6824"/>
                      <a:pt x="14885" y="7281"/>
                    </a:cubicBezTo>
                    <a:lnTo>
                      <a:pt x="14885" y="12263"/>
                    </a:lnTo>
                    <a:cubicBezTo>
                      <a:pt x="14885" y="12721"/>
                      <a:pt x="15182" y="13102"/>
                      <a:pt x="15553" y="13102"/>
                    </a:cubicBezTo>
                    <a:lnTo>
                      <a:pt x="18259" y="13102"/>
                    </a:lnTo>
                    <a:cubicBezTo>
                      <a:pt x="18629" y="13102"/>
                      <a:pt x="18934" y="12721"/>
                      <a:pt x="18934" y="12263"/>
                    </a:cubicBezTo>
                    <a:lnTo>
                      <a:pt x="18934" y="11022"/>
                    </a:lnTo>
                    <a:cubicBezTo>
                      <a:pt x="18934" y="10857"/>
                      <a:pt x="18888" y="10694"/>
                      <a:pt x="18816" y="10554"/>
                    </a:cubicBezTo>
                    <a:cubicBezTo>
                      <a:pt x="18816" y="10554"/>
                      <a:pt x="16798" y="6829"/>
                      <a:pt x="16798" y="6829"/>
                    </a:cubicBezTo>
                    <a:cubicBezTo>
                      <a:pt x="16673" y="6592"/>
                      <a:pt x="16460" y="6450"/>
                      <a:pt x="16234" y="6450"/>
                    </a:cubicBezTo>
                    <a:lnTo>
                      <a:pt x="15553" y="6450"/>
                    </a:lnTo>
                    <a:close/>
                    <a:moveTo>
                      <a:pt x="15553" y="7281"/>
                    </a:moveTo>
                    <a:lnTo>
                      <a:pt x="16234" y="7281"/>
                    </a:lnTo>
                    <a:lnTo>
                      <a:pt x="18259" y="11022"/>
                    </a:lnTo>
                    <a:cubicBezTo>
                      <a:pt x="18259" y="11022"/>
                      <a:pt x="18259" y="12263"/>
                      <a:pt x="18259" y="12263"/>
                    </a:cubicBezTo>
                    <a:lnTo>
                      <a:pt x="15553" y="12263"/>
                    </a:lnTo>
                    <a:lnTo>
                      <a:pt x="15553" y="7281"/>
                    </a:lnTo>
                    <a:close/>
                    <a:moveTo>
                      <a:pt x="7423" y="16617"/>
                    </a:moveTo>
                    <a:cubicBezTo>
                      <a:pt x="8167" y="16617"/>
                      <a:pt x="8772" y="17365"/>
                      <a:pt x="8772" y="18278"/>
                    </a:cubicBezTo>
                    <a:cubicBezTo>
                      <a:pt x="8772" y="19191"/>
                      <a:pt x="8167" y="19939"/>
                      <a:pt x="7423" y="19939"/>
                    </a:cubicBezTo>
                    <a:cubicBezTo>
                      <a:pt x="6677" y="19939"/>
                      <a:pt x="6073" y="19191"/>
                      <a:pt x="6073" y="18278"/>
                    </a:cubicBezTo>
                    <a:cubicBezTo>
                      <a:pt x="6073" y="17365"/>
                      <a:pt x="6677" y="16617"/>
                      <a:pt x="7423" y="16617"/>
                    </a:cubicBezTo>
                    <a:close/>
                    <a:moveTo>
                      <a:pt x="16202" y="16617"/>
                    </a:moveTo>
                    <a:cubicBezTo>
                      <a:pt x="16943" y="16617"/>
                      <a:pt x="17551" y="17365"/>
                      <a:pt x="17551" y="18278"/>
                    </a:cubicBezTo>
                    <a:cubicBezTo>
                      <a:pt x="17551" y="19191"/>
                      <a:pt x="16943" y="19939"/>
                      <a:pt x="16202" y="19939"/>
                    </a:cubicBezTo>
                    <a:cubicBezTo>
                      <a:pt x="15454" y="19939"/>
                      <a:pt x="14852" y="19191"/>
                      <a:pt x="14852" y="18278"/>
                    </a:cubicBezTo>
                    <a:cubicBezTo>
                      <a:pt x="14852" y="17365"/>
                      <a:pt x="15454" y="16617"/>
                      <a:pt x="16202" y="16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1A2A368-5D7E-6552-4AFA-32A9C0D2678F}"/>
                </a:ext>
              </a:extLst>
            </p:cNvPr>
            <p:cNvGrpSpPr/>
            <p:nvPr/>
          </p:nvGrpSpPr>
          <p:grpSpPr>
            <a:xfrm>
              <a:off x="3576429" y="2271845"/>
              <a:ext cx="2469540" cy="3862255"/>
              <a:chOff x="3576429" y="2271845"/>
              <a:chExt cx="2469540" cy="3862255"/>
            </a:xfrm>
          </p:grpSpPr>
          <p:sp>
            <p:nvSpPr>
              <p:cNvPr id="19" name="对角圆角矩形 18">
                <a:extLst>
                  <a:ext uri="{FF2B5EF4-FFF2-40B4-BE49-F238E27FC236}">
                    <a16:creationId xmlns:a16="http://schemas.microsoft.com/office/drawing/2014/main" id="{F5FB828A-D9B9-17F1-CCF4-D1A3306FA73B}"/>
                  </a:ext>
                </a:extLst>
              </p:cNvPr>
              <p:cNvSpPr/>
              <p:nvPr/>
            </p:nvSpPr>
            <p:spPr>
              <a:xfrm>
                <a:off x="3600586" y="2926629"/>
                <a:ext cx="2421225" cy="1413365"/>
              </a:xfrm>
              <a:prstGeom prst="round2DiagRect">
                <a:avLst/>
              </a:prstGeom>
              <a:blipFill>
                <a:blip r:embed="Rd8b6f37ff23a4456"/>
                <a:stretch>
                  <a:fillRect t="-7167" b="-70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C0E0C32-21EC-ABB1-ADD6-3662D75B9AE0}"/>
                  </a:ext>
                </a:extLst>
              </p:cNvPr>
              <p:cNvSpPr/>
              <p:nvPr/>
            </p:nvSpPr>
            <p:spPr bwMode="auto">
              <a:xfrm>
                <a:off x="3576430" y="4460875"/>
                <a:ext cx="2469539" cy="507581"/>
              </a:xfrm>
              <a:prstGeom prst="rect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0" tIns="0" rIns="0" bIns="0" anchor="ctr" anchorCtr="1">
                <a:normAutofit/>
              </a:bodyPr>
              <a:lstStyle/>
              <a:p>
                <a:pPr lvl="0" algn="ctr"/>
                <a:r>
                  <a:rPr lang="zh-CN" altLang="en-US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大雁塔信仰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6BD14EB-38B2-8017-50E9-1A1F906EEA90}"/>
                  </a:ext>
                </a:extLst>
              </p:cNvPr>
              <p:cNvSpPr/>
              <p:nvPr/>
            </p:nvSpPr>
            <p:spPr>
              <a:xfrm>
                <a:off x="3576429" y="5281142"/>
                <a:ext cx="2469539" cy="85295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唐代佛教圣地，文化宝藏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69086CA-8BF8-5CCA-98A3-00C3404FC616}"/>
                  </a:ext>
                </a:extLst>
              </p:cNvPr>
              <p:cNvSpPr/>
              <p:nvPr/>
            </p:nvSpPr>
            <p:spPr>
              <a:xfrm>
                <a:off x="4542355" y="2271845"/>
                <a:ext cx="547568" cy="547566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任意形状 22">
                <a:extLst>
                  <a:ext uri="{FF2B5EF4-FFF2-40B4-BE49-F238E27FC236}">
                    <a16:creationId xmlns:a16="http://schemas.microsoft.com/office/drawing/2014/main" id="{B38BF905-5C38-3888-354B-62E32E577A8D}"/>
                  </a:ext>
                </a:extLst>
              </p:cNvPr>
              <p:cNvSpPr/>
              <p:nvPr/>
            </p:nvSpPr>
            <p:spPr>
              <a:xfrm>
                <a:off x="4677166" y="2422703"/>
                <a:ext cx="292095" cy="23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4" y="0"/>
                    </a:moveTo>
                    <a:cubicBezTo>
                      <a:pt x="912" y="0"/>
                      <a:pt x="0" y="1122"/>
                      <a:pt x="0" y="2491"/>
                    </a:cubicBezTo>
                    <a:lnTo>
                      <a:pt x="0" y="11634"/>
                    </a:lnTo>
                    <a:cubicBezTo>
                      <a:pt x="0" y="13008"/>
                      <a:pt x="912" y="14134"/>
                      <a:pt x="2024" y="14134"/>
                    </a:cubicBezTo>
                    <a:lnTo>
                      <a:pt x="2024" y="16617"/>
                    </a:lnTo>
                    <a:cubicBezTo>
                      <a:pt x="2024" y="17994"/>
                      <a:pt x="2935" y="19109"/>
                      <a:pt x="4049" y="19109"/>
                    </a:cubicBezTo>
                    <a:lnTo>
                      <a:pt x="4822" y="19109"/>
                    </a:lnTo>
                    <a:cubicBezTo>
                      <a:pt x="5125" y="20540"/>
                      <a:pt x="6166" y="21600"/>
                      <a:pt x="7423" y="21600"/>
                    </a:cubicBezTo>
                    <a:cubicBezTo>
                      <a:pt x="8673" y="21600"/>
                      <a:pt x="9726" y="20540"/>
                      <a:pt x="10030" y="19109"/>
                    </a:cubicBezTo>
                    <a:lnTo>
                      <a:pt x="13594" y="19109"/>
                    </a:lnTo>
                    <a:cubicBezTo>
                      <a:pt x="13897" y="20540"/>
                      <a:pt x="14942" y="21600"/>
                      <a:pt x="16202" y="21600"/>
                    </a:cubicBezTo>
                    <a:cubicBezTo>
                      <a:pt x="17449" y="21600"/>
                      <a:pt x="18498" y="20540"/>
                      <a:pt x="18803" y="19109"/>
                    </a:cubicBezTo>
                    <a:lnTo>
                      <a:pt x="19576" y="19109"/>
                    </a:lnTo>
                    <a:cubicBezTo>
                      <a:pt x="20692" y="19109"/>
                      <a:pt x="21600" y="17994"/>
                      <a:pt x="21600" y="16617"/>
                    </a:cubicBezTo>
                    <a:lnTo>
                      <a:pt x="21600" y="11634"/>
                    </a:lnTo>
                    <a:cubicBezTo>
                      <a:pt x="21600" y="11142"/>
                      <a:pt x="21482" y="10663"/>
                      <a:pt x="21259" y="10248"/>
                    </a:cubicBezTo>
                    <a:lnTo>
                      <a:pt x="18554" y="5265"/>
                    </a:lnTo>
                    <a:cubicBezTo>
                      <a:pt x="18182" y="4566"/>
                      <a:pt x="17557" y="4160"/>
                      <a:pt x="16876" y="4160"/>
                    </a:cubicBezTo>
                    <a:lnTo>
                      <a:pt x="14177" y="4160"/>
                    </a:lnTo>
                    <a:lnTo>
                      <a:pt x="14177" y="2491"/>
                    </a:lnTo>
                    <a:cubicBezTo>
                      <a:pt x="14177" y="1122"/>
                      <a:pt x="13265" y="0"/>
                      <a:pt x="12146" y="0"/>
                    </a:cubicBezTo>
                    <a:lnTo>
                      <a:pt x="2024" y="0"/>
                    </a:lnTo>
                    <a:close/>
                    <a:moveTo>
                      <a:pt x="2024" y="1669"/>
                    </a:moveTo>
                    <a:lnTo>
                      <a:pt x="12146" y="1669"/>
                    </a:lnTo>
                    <a:cubicBezTo>
                      <a:pt x="12524" y="1669"/>
                      <a:pt x="12821" y="2034"/>
                      <a:pt x="12821" y="2491"/>
                    </a:cubicBezTo>
                    <a:lnTo>
                      <a:pt x="12821" y="11634"/>
                    </a:lnTo>
                    <a:cubicBezTo>
                      <a:pt x="12821" y="12090"/>
                      <a:pt x="12524" y="12465"/>
                      <a:pt x="12146" y="12465"/>
                    </a:cubicBezTo>
                    <a:cubicBezTo>
                      <a:pt x="12146" y="12465"/>
                      <a:pt x="2024" y="12465"/>
                      <a:pt x="2024" y="12465"/>
                    </a:cubicBezTo>
                    <a:cubicBezTo>
                      <a:pt x="1649" y="12465"/>
                      <a:pt x="1350" y="12090"/>
                      <a:pt x="1350" y="11634"/>
                    </a:cubicBezTo>
                    <a:lnTo>
                      <a:pt x="1350" y="2491"/>
                    </a:lnTo>
                    <a:cubicBezTo>
                      <a:pt x="1350" y="2034"/>
                      <a:pt x="1649" y="1669"/>
                      <a:pt x="2024" y="1669"/>
                    </a:cubicBezTo>
                    <a:close/>
                    <a:moveTo>
                      <a:pt x="14177" y="5821"/>
                    </a:moveTo>
                    <a:lnTo>
                      <a:pt x="16876" y="5821"/>
                    </a:lnTo>
                    <a:cubicBezTo>
                      <a:pt x="17102" y="5821"/>
                      <a:pt x="17311" y="5958"/>
                      <a:pt x="17440" y="6184"/>
                    </a:cubicBezTo>
                    <a:lnTo>
                      <a:pt x="20132" y="11175"/>
                    </a:lnTo>
                    <a:cubicBezTo>
                      <a:pt x="20206" y="11307"/>
                      <a:pt x="20250" y="11475"/>
                      <a:pt x="20250" y="11634"/>
                    </a:cubicBezTo>
                    <a:cubicBezTo>
                      <a:pt x="20250" y="11634"/>
                      <a:pt x="20250" y="16617"/>
                      <a:pt x="20250" y="16617"/>
                    </a:cubicBezTo>
                    <a:cubicBezTo>
                      <a:pt x="20250" y="17074"/>
                      <a:pt x="19946" y="17448"/>
                      <a:pt x="19576" y="17448"/>
                    </a:cubicBezTo>
                    <a:lnTo>
                      <a:pt x="18803" y="17448"/>
                    </a:lnTo>
                    <a:cubicBezTo>
                      <a:pt x="18498" y="16016"/>
                      <a:pt x="17455" y="14956"/>
                      <a:pt x="16202" y="14956"/>
                    </a:cubicBezTo>
                    <a:cubicBezTo>
                      <a:pt x="14942" y="14956"/>
                      <a:pt x="13897" y="16016"/>
                      <a:pt x="13594" y="17448"/>
                    </a:cubicBezTo>
                    <a:lnTo>
                      <a:pt x="10030" y="17448"/>
                    </a:lnTo>
                    <a:cubicBezTo>
                      <a:pt x="9729" y="16016"/>
                      <a:pt x="8678" y="14956"/>
                      <a:pt x="7423" y="14956"/>
                    </a:cubicBezTo>
                    <a:cubicBezTo>
                      <a:pt x="6166" y="14956"/>
                      <a:pt x="5125" y="16016"/>
                      <a:pt x="4822" y="17448"/>
                    </a:cubicBezTo>
                    <a:lnTo>
                      <a:pt x="4049" y="17448"/>
                    </a:lnTo>
                    <a:cubicBezTo>
                      <a:pt x="3676" y="17448"/>
                      <a:pt x="3374" y="17074"/>
                      <a:pt x="3374" y="16617"/>
                    </a:cubicBezTo>
                    <a:lnTo>
                      <a:pt x="3374" y="14134"/>
                    </a:lnTo>
                    <a:lnTo>
                      <a:pt x="12146" y="14134"/>
                    </a:lnTo>
                    <a:cubicBezTo>
                      <a:pt x="13265" y="14134"/>
                      <a:pt x="14177" y="13008"/>
                      <a:pt x="14177" y="11634"/>
                    </a:cubicBezTo>
                    <a:lnTo>
                      <a:pt x="14177" y="5821"/>
                    </a:lnTo>
                    <a:close/>
                    <a:moveTo>
                      <a:pt x="15553" y="6450"/>
                    </a:moveTo>
                    <a:cubicBezTo>
                      <a:pt x="15182" y="6450"/>
                      <a:pt x="14885" y="6824"/>
                      <a:pt x="14885" y="7281"/>
                    </a:cubicBezTo>
                    <a:lnTo>
                      <a:pt x="14885" y="12263"/>
                    </a:lnTo>
                    <a:cubicBezTo>
                      <a:pt x="14885" y="12721"/>
                      <a:pt x="15182" y="13102"/>
                      <a:pt x="15553" y="13102"/>
                    </a:cubicBezTo>
                    <a:lnTo>
                      <a:pt x="18259" y="13102"/>
                    </a:lnTo>
                    <a:cubicBezTo>
                      <a:pt x="18629" y="13102"/>
                      <a:pt x="18934" y="12721"/>
                      <a:pt x="18934" y="12263"/>
                    </a:cubicBezTo>
                    <a:lnTo>
                      <a:pt x="18934" y="11022"/>
                    </a:lnTo>
                    <a:cubicBezTo>
                      <a:pt x="18934" y="10857"/>
                      <a:pt x="18888" y="10694"/>
                      <a:pt x="18816" y="10554"/>
                    </a:cubicBezTo>
                    <a:cubicBezTo>
                      <a:pt x="18816" y="10554"/>
                      <a:pt x="16798" y="6829"/>
                      <a:pt x="16798" y="6829"/>
                    </a:cubicBezTo>
                    <a:cubicBezTo>
                      <a:pt x="16673" y="6592"/>
                      <a:pt x="16460" y="6450"/>
                      <a:pt x="16234" y="6450"/>
                    </a:cubicBezTo>
                    <a:lnTo>
                      <a:pt x="15553" y="6450"/>
                    </a:lnTo>
                    <a:close/>
                    <a:moveTo>
                      <a:pt x="15553" y="7281"/>
                    </a:moveTo>
                    <a:lnTo>
                      <a:pt x="16234" y="7281"/>
                    </a:lnTo>
                    <a:lnTo>
                      <a:pt x="18259" y="11022"/>
                    </a:lnTo>
                    <a:cubicBezTo>
                      <a:pt x="18259" y="11022"/>
                      <a:pt x="18259" y="12263"/>
                      <a:pt x="18259" y="12263"/>
                    </a:cubicBezTo>
                    <a:lnTo>
                      <a:pt x="15553" y="12263"/>
                    </a:lnTo>
                    <a:lnTo>
                      <a:pt x="15553" y="7281"/>
                    </a:lnTo>
                    <a:close/>
                    <a:moveTo>
                      <a:pt x="7423" y="16617"/>
                    </a:moveTo>
                    <a:cubicBezTo>
                      <a:pt x="8167" y="16617"/>
                      <a:pt x="8772" y="17365"/>
                      <a:pt x="8772" y="18278"/>
                    </a:cubicBezTo>
                    <a:cubicBezTo>
                      <a:pt x="8772" y="19191"/>
                      <a:pt x="8167" y="19939"/>
                      <a:pt x="7423" y="19939"/>
                    </a:cubicBezTo>
                    <a:cubicBezTo>
                      <a:pt x="6677" y="19939"/>
                      <a:pt x="6073" y="19191"/>
                      <a:pt x="6073" y="18278"/>
                    </a:cubicBezTo>
                    <a:cubicBezTo>
                      <a:pt x="6073" y="17365"/>
                      <a:pt x="6677" y="16617"/>
                      <a:pt x="7423" y="16617"/>
                    </a:cubicBezTo>
                    <a:close/>
                    <a:moveTo>
                      <a:pt x="16202" y="16617"/>
                    </a:moveTo>
                    <a:cubicBezTo>
                      <a:pt x="16943" y="16617"/>
                      <a:pt x="17551" y="17365"/>
                      <a:pt x="17551" y="18278"/>
                    </a:cubicBezTo>
                    <a:cubicBezTo>
                      <a:pt x="17551" y="19191"/>
                      <a:pt x="16943" y="19939"/>
                      <a:pt x="16202" y="19939"/>
                    </a:cubicBezTo>
                    <a:cubicBezTo>
                      <a:pt x="15454" y="19939"/>
                      <a:pt x="14852" y="19191"/>
                      <a:pt x="14852" y="18278"/>
                    </a:cubicBezTo>
                    <a:cubicBezTo>
                      <a:pt x="14852" y="17365"/>
                      <a:pt x="15454" y="16617"/>
                      <a:pt x="16202" y="16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20C2190-5D19-8DDD-3FC7-F665C15B32D6}"/>
                </a:ext>
              </a:extLst>
            </p:cNvPr>
            <p:cNvGrpSpPr/>
            <p:nvPr/>
          </p:nvGrpSpPr>
          <p:grpSpPr>
            <a:xfrm>
              <a:off x="6128850" y="2271845"/>
              <a:ext cx="2469540" cy="3862255"/>
              <a:chOff x="6128850" y="2271845"/>
              <a:chExt cx="2469540" cy="3862255"/>
            </a:xfrm>
          </p:grpSpPr>
          <p:sp>
            <p:nvSpPr>
              <p:cNvPr id="14" name="对角圆角矩形 13">
                <a:extLst>
                  <a:ext uri="{FF2B5EF4-FFF2-40B4-BE49-F238E27FC236}">
                    <a16:creationId xmlns:a16="http://schemas.microsoft.com/office/drawing/2014/main" id="{C1D7D2FE-209A-8CF2-1A67-40FB0101EEDE}"/>
                  </a:ext>
                </a:extLst>
              </p:cNvPr>
              <p:cNvSpPr/>
              <p:nvPr/>
            </p:nvSpPr>
            <p:spPr>
              <a:xfrm>
                <a:off x="6153007" y="2926629"/>
                <a:ext cx="2421225" cy="1413365"/>
              </a:xfrm>
              <a:prstGeom prst="round2DiagRect">
                <a:avLst/>
              </a:prstGeom>
              <a:blipFill>
                <a:blip r:embed="R3c7a4235f14c46e7"/>
                <a:stretch>
                  <a:fillRect t="-7167" b="-70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F527AEA-6A43-8DD9-5069-80F4237B7FDB}"/>
                  </a:ext>
                </a:extLst>
              </p:cNvPr>
              <p:cNvSpPr/>
              <p:nvPr/>
            </p:nvSpPr>
            <p:spPr bwMode="auto">
              <a:xfrm>
                <a:off x="6128851" y="4460875"/>
                <a:ext cx="2469539" cy="507581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0" tIns="0" rIns="0" bIns="0" anchor="ctr" anchorCtr="1">
                <a:normAutofit/>
              </a:bodyPr>
              <a:lstStyle/>
              <a:p>
                <a:pPr lvl="0" algn="ctr"/>
                <a:r>
                  <a:rPr lang="zh-CN" altLang="en-US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古城墙雄伟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8E03865-BFD5-C2F3-7192-4A4CAD76B8B9}"/>
                  </a:ext>
                </a:extLst>
              </p:cNvPr>
              <p:cNvSpPr/>
              <p:nvPr/>
            </p:nvSpPr>
            <p:spPr>
              <a:xfrm>
                <a:off x="6128850" y="5281142"/>
                <a:ext cx="2469539" cy="85295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历史见证，现存最完整古城墙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44F50AE0-9795-67BC-6799-813BAB9BCF6E}"/>
                  </a:ext>
                </a:extLst>
              </p:cNvPr>
              <p:cNvSpPr/>
              <p:nvPr/>
            </p:nvSpPr>
            <p:spPr>
              <a:xfrm>
                <a:off x="7081896" y="2271845"/>
                <a:ext cx="547568" cy="5475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F92D08BB-10C9-B8E5-90FF-612E80F9A7CE}"/>
                  </a:ext>
                </a:extLst>
              </p:cNvPr>
              <p:cNvSpPr/>
              <p:nvPr/>
            </p:nvSpPr>
            <p:spPr>
              <a:xfrm>
                <a:off x="7216708" y="2422703"/>
                <a:ext cx="292095" cy="23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4" y="0"/>
                    </a:moveTo>
                    <a:cubicBezTo>
                      <a:pt x="912" y="0"/>
                      <a:pt x="0" y="1122"/>
                      <a:pt x="0" y="2491"/>
                    </a:cubicBezTo>
                    <a:lnTo>
                      <a:pt x="0" y="11634"/>
                    </a:lnTo>
                    <a:cubicBezTo>
                      <a:pt x="0" y="13008"/>
                      <a:pt x="912" y="14134"/>
                      <a:pt x="2024" y="14134"/>
                    </a:cubicBezTo>
                    <a:lnTo>
                      <a:pt x="2024" y="16617"/>
                    </a:lnTo>
                    <a:cubicBezTo>
                      <a:pt x="2024" y="17994"/>
                      <a:pt x="2935" y="19109"/>
                      <a:pt x="4049" y="19109"/>
                    </a:cubicBezTo>
                    <a:lnTo>
                      <a:pt x="4822" y="19109"/>
                    </a:lnTo>
                    <a:cubicBezTo>
                      <a:pt x="5125" y="20540"/>
                      <a:pt x="6166" y="21600"/>
                      <a:pt x="7423" y="21600"/>
                    </a:cubicBezTo>
                    <a:cubicBezTo>
                      <a:pt x="8673" y="21600"/>
                      <a:pt x="9726" y="20540"/>
                      <a:pt x="10030" y="19109"/>
                    </a:cubicBezTo>
                    <a:lnTo>
                      <a:pt x="13594" y="19109"/>
                    </a:lnTo>
                    <a:cubicBezTo>
                      <a:pt x="13897" y="20540"/>
                      <a:pt x="14942" y="21600"/>
                      <a:pt x="16202" y="21600"/>
                    </a:cubicBezTo>
                    <a:cubicBezTo>
                      <a:pt x="17449" y="21600"/>
                      <a:pt x="18498" y="20540"/>
                      <a:pt x="18803" y="19109"/>
                    </a:cubicBezTo>
                    <a:lnTo>
                      <a:pt x="19576" y="19109"/>
                    </a:lnTo>
                    <a:cubicBezTo>
                      <a:pt x="20692" y="19109"/>
                      <a:pt x="21600" y="17994"/>
                      <a:pt x="21600" y="16617"/>
                    </a:cubicBezTo>
                    <a:lnTo>
                      <a:pt x="21600" y="11634"/>
                    </a:lnTo>
                    <a:cubicBezTo>
                      <a:pt x="21600" y="11142"/>
                      <a:pt x="21482" y="10663"/>
                      <a:pt x="21259" y="10248"/>
                    </a:cubicBezTo>
                    <a:lnTo>
                      <a:pt x="18554" y="5265"/>
                    </a:lnTo>
                    <a:cubicBezTo>
                      <a:pt x="18182" y="4566"/>
                      <a:pt x="17557" y="4160"/>
                      <a:pt x="16876" y="4160"/>
                    </a:cubicBezTo>
                    <a:lnTo>
                      <a:pt x="14177" y="4160"/>
                    </a:lnTo>
                    <a:lnTo>
                      <a:pt x="14177" y="2491"/>
                    </a:lnTo>
                    <a:cubicBezTo>
                      <a:pt x="14177" y="1122"/>
                      <a:pt x="13265" y="0"/>
                      <a:pt x="12146" y="0"/>
                    </a:cubicBezTo>
                    <a:lnTo>
                      <a:pt x="2024" y="0"/>
                    </a:lnTo>
                    <a:close/>
                    <a:moveTo>
                      <a:pt x="2024" y="1669"/>
                    </a:moveTo>
                    <a:lnTo>
                      <a:pt x="12146" y="1669"/>
                    </a:lnTo>
                    <a:cubicBezTo>
                      <a:pt x="12524" y="1669"/>
                      <a:pt x="12821" y="2034"/>
                      <a:pt x="12821" y="2491"/>
                    </a:cubicBezTo>
                    <a:lnTo>
                      <a:pt x="12821" y="11634"/>
                    </a:lnTo>
                    <a:cubicBezTo>
                      <a:pt x="12821" y="12090"/>
                      <a:pt x="12524" y="12465"/>
                      <a:pt x="12146" y="12465"/>
                    </a:cubicBezTo>
                    <a:cubicBezTo>
                      <a:pt x="12146" y="12465"/>
                      <a:pt x="2024" y="12465"/>
                      <a:pt x="2024" y="12465"/>
                    </a:cubicBezTo>
                    <a:cubicBezTo>
                      <a:pt x="1649" y="12465"/>
                      <a:pt x="1350" y="12090"/>
                      <a:pt x="1350" y="11634"/>
                    </a:cubicBezTo>
                    <a:lnTo>
                      <a:pt x="1350" y="2491"/>
                    </a:lnTo>
                    <a:cubicBezTo>
                      <a:pt x="1350" y="2034"/>
                      <a:pt x="1649" y="1669"/>
                      <a:pt x="2024" y="1669"/>
                    </a:cubicBezTo>
                    <a:close/>
                    <a:moveTo>
                      <a:pt x="14177" y="5821"/>
                    </a:moveTo>
                    <a:lnTo>
                      <a:pt x="16876" y="5821"/>
                    </a:lnTo>
                    <a:cubicBezTo>
                      <a:pt x="17102" y="5821"/>
                      <a:pt x="17311" y="5958"/>
                      <a:pt x="17440" y="6184"/>
                    </a:cubicBezTo>
                    <a:lnTo>
                      <a:pt x="20132" y="11175"/>
                    </a:lnTo>
                    <a:cubicBezTo>
                      <a:pt x="20206" y="11307"/>
                      <a:pt x="20250" y="11475"/>
                      <a:pt x="20250" y="11634"/>
                    </a:cubicBezTo>
                    <a:cubicBezTo>
                      <a:pt x="20250" y="11634"/>
                      <a:pt x="20250" y="16617"/>
                      <a:pt x="20250" y="16617"/>
                    </a:cubicBezTo>
                    <a:cubicBezTo>
                      <a:pt x="20250" y="17074"/>
                      <a:pt x="19946" y="17448"/>
                      <a:pt x="19576" y="17448"/>
                    </a:cubicBezTo>
                    <a:lnTo>
                      <a:pt x="18803" y="17448"/>
                    </a:lnTo>
                    <a:cubicBezTo>
                      <a:pt x="18498" y="16016"/>
                      <a:pt x="17455" y="14956"/>
                      <a:pt x="16202" y="14956"/>
                    </a:cubicBezTo>
                    <a:cubicBezTo>
                      <a:pt x="14942" y="14956"/>
                      <a:pt x="13897" y="16016"/>
                      <a:pt x="13594" y="17448"/>
                    </a:cubicBezTo>
                    <a:lnTo>
                      <a:pt x="10030" y="17448"/>
                    </a:lnTo>
                    <a:cubicBezTo>
                      <a:pt x="9729" y="16016"/>
                      <a:pt x="8678" y="14956"/>
                      <a:pt x="7423" y="14956"/>
                    </a:cubicBezTo>
                    <a:cubicBezTo>
                      <a:pt x="6166" y="14956"/>
                      <a:pt x="5125" y="16016"/>
                      <a:pt x="4822" y="17448"/>
                    </a:cubicBezTo>
                    <a:lnTo>
                      <a:pt x="4049" y="17448"/>
                    </a:lnTo>
                    <a:cubicBezTo>
                      <a:pt x="3676" y="17448"/>
                      <a:pt x="3374" y="17074"/>
                      <a:pt x="3374" y="16617"/>
                    </a:cubicBezTo>
                    <a:lnTo>
                      <a:pt x="3374" y="14134"/>
                    </a:lnTo>
                    <a:lnTo>
                      <a:pt x="12146" y="14134"/>
                    </a:lnTo>
                    <a:cubicBezTo>
                      <a:pt x="13265" y="14134"/>
                      <a:pt x="14177" y="13008"/>
                      <a:pt x="14177" y="11634"/>
                    </a:cubicBezTo>
                    <a:lnTo>
                      <a:pt x="14177" y="5821"/>
                    </a:lnTo>
                    <a:close/>
                    <a:moveTo>
                      <a:pt x="15553" y="6450"/>
                    </a:moveTo>
                    <a:cubicBezTo>
                      <a:pt x="15182" y="6450"/>
                      <a:pt x="14885" y="6824"/>
                      <a:pt x="14885" y="7281"/>
                    </a:cubicBezTo>
                    <a:lnTo>
                      <a:pt x="14885" y="12263"/>
                    </a:lnTo>
                    <a:cubicBezTo>
                      <a:pt x="14885" y="12721"/>
                      <a:pt x="15182" y="13102"/>
                      <a:pt x="15553" y="13102"/>
                    </a:cubicBezTo>
                    <a:lnTo>
                      <a:pt x="18259" y="13102"/>
                    </a:lnTo>
                    <a:cubicBezTo>
                      <a:pt x="18629" y="13102"/>
                      <a:pt x="18934" y="12721"/>
                      <a:pt x="18934" y="12263"/>
                    </a:cubicBezTo>
                    <a:lnTo>
                      <a:pt x="18934" y="11022"/>
                    </a:lnTo>
                    <a:cubicBezTo>
                      <a:pt x="18934" y="10857"/>
                      <a:pt x="18888" y="10694"/>
                      <a:pt x="18816" y="10554"/>
                    </a:cubicBezTo>
                    <a:cubicBezTo>
                      <a:pt x="18816" y="10554"/>
                      <a:pt x="16798" y="6829"/>
                      <a:pt x="16798" y="6829"/>
                    </a:cubicBezTo>
                    <a:cubicBezTo>
                      <a:pt x="16673" y="6592"/>
                      <a:pt x="16460" y="6450"/>
                      <a:pt x="16234" y="6450"/>
                    </a:cubicBezTo>
                    <a:lnTo>
                      <a:pt x="15553" y="6450"/>
                    </a:lnTo>
                    <a:close/>
                    <a:moveTo>
                      <a:pt x="15553" y="7281"/>
                    </a:moveTo>
                    <a:lnTo>
                      <a:pt x="16234" y="7281"/>
                    </a:lnTo>
                    <a:lnTo>
                      <a:pt x="18259" y="11022"/>
                    </a:lnTo>
                    <a:cubicBezTo>
                      <a:pt x="18259" y="11022"/>
                      <a:pt x="18259" y="12263"/>
                      <a:pt x="18259" y="12263"/>
                    </a:cubicBezTo>
                    <a:lnTo>
                      <a:pt x="15553" y="12263"/>
                    </a:lnTo>
                    <a:lnTo>
                      <a:pt x="15553" y="7281"/>
                    </a:lnTo>
                    <a:close/>
                    <a:moveTo>
                      <a:pt x="7423" y="16617"/>
                    </a:moveTo>
                    <a:cubicBezTo>
                      <a:pt x="8167" y="16617"/>
                      <a:pt x="8772" y="17365"/>
                      <a:pt x="8772" y="18278"/>
                    </a:cubicBezTo>
                    <a:cubicBezTo>
                      <a:pt x="8772" y="19191"/>
                      <a:pt x="8167" y="19939"/>
                      <a:pt x="7423" y="19939"/>
                    </a:cubicBezTo>
                    <a:cubicBezTo>
                      <a:pt x="6677" y="19939"/>
                      <a:pt x="6073" y="19191"/>
                      <a:pt x="6073" y="18278"/>
                    </a:cubicBezTo>
                    <a:cubicBezTo>
                      <a:pt x="6073" y="17365"/>
                      <a:pt x="6677" y="16617"/>
                      <a:pt x="7423" y="16617"/>
                    </a:cubicBezTo>
                    <a:close/>
                    <a:moveTo>
                      <a:pt x="16202" y="16617"/>
                    </a:moveTo>
                    <a:cubicBezTo>
                      <a:pt x="16943" y="16617"/>
                      <a:pt x="17551" y="17365"/>
                      <a:pt x="17551" y="18278"/>
                    </a:cubicBezTo>
                    <a:cubicBezTo>
                      <a:pt x="17551" y="19191"/>
                      <a:pt x="16943" y="19939"/>
                      <a:pt x="16202" y="19939"/>
                    </a:cubicBezTo>
                    <a:cubicBezTo>
                      <a:pt x="15454" y="19939"/>
                      <a:pt x="14852" y="19191"/>
                      <a:pt x="14852" y="18278"/>
                    </a:cubicBezTo>
                    <a:cubicBezTo>
                      <a:pt x="14852" y="17365"/>
                      <a:pt x="15454" y="16617"/>
                      <a:pt x="16202" y="16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724AF15-A2AD-72B2-23EA-2731D4A78A3F}"/>
                </a:ext>
              </a:extLst>
            </p:cNvPr>
            <p:cNvGrpSpPr/>
            <p:nvPr/>
          </p:nvGrpSpPr>
          <p:grpSpPr>
            <a:xfrm>
              <a:off x="8700305" y="2271845"/>
              <a:ext cx="2469539" cy="3862255"/>
              <a:chOff x="8700305" y="2271845"/>
              <a:chExt cx="2469539" cy="3862255"/>
            </a:xfrm>
          </p:grpSpPr>
          <p:sp>
            <p:nvSpPr>
              <p:cNvPr id="9" name="对角圆角矩形 8">
                <a:extLst>
                  <a:ext uri="{FF2B5EF4-FFF2-40B4-BE49-F238E27FC236}">
                    <a16:creationId xmlns:a16="http://schemas.microsoft.com/office/drawing/2014/main" id="{BFC715C8-6EE8-0440-144D-82B7F0C3A1E0}"/>
                  </a:ext>
                </a:extLst>
              </p:cNvPr>
              <p:cNvSpPr/>
              <p:nvPr/>
            </p:nvSpPr>
            <p:spPr>
              <a:xfrm>
                <a:off x="8724461" y="2926629"/>
                <a:ext cx="2421225" cy="1413365"/>
              </a:xfrm>
              <a:prstGeom prst="round2DiagRect">
                <a:avLst/>
              </a:prstGeom>
              <a:blipFill>
                <a:blip r:embed="Reaf4d46613264249"/>
                <a:stretch>
                  <a:fillRect t="-7167" b="-70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5492329-1CC3-6170-CC9F-894E6B449804}"/>
                  </a:ext>
                </a:extLst>
              </p:cNvPr>
              <p:cNvSpPr/>
              <p:nvPr/>
            </p:nvSpPr>
            <p:spPr bwMode="auto">
              <a:xfrm>
                <a:off x="8700305" y="4460875"/>
                <a:ext cx="2469539" cy="507581"/>
              </a:xfrm>
              <a:prstGeom prst="rect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0" tIns="0" rIns="0" bIns="0" anchor="ctr" anchorCtr="1">
                <a:normAutofit/>
              </a:bodyPr>
              <a:lstStyle/>
              <a:p>
                <a:pPr lvl="0" algn="ctr"/>
                <a:r>
                  <a:rPr lang="zh-CN" altLang="en-US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钟鼓楼韵律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CF7A996-ED3B-7585-1443-6F612466B6AB}"/>
                  </a:ext>
                </a:extLst>
              </p:cNvPr>
              <p:cNvSpPr/>
              <p:nvPr/>
            </p:nvSpPr>
            <p:spPr>
              <a:xfrm>
                <a:off x="8700305" y="5281142"/>
                <a:ext cx="2469539" cy="85295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古代城市报时中心，历史遗迹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C36FB27-593B-AA0F-D5A8-6B4978F3485B}"/>
                  </a:ext>
                </a:extLst>
              </p:cNvPr>
              <p:cNvSpPr/>
              <p:nvPr/>
            </p:nvSpPr>
            <p:spPr>
              <a:xfrm>
                <a:off x="9666231" y="2271845"/>
                <a:ext cx="547568" cy="547566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3" name="任意形状 12">
                <a:extLst>
                  <a:ext uri="{FF2B5EF4-FFF2-40B4-BE49-F238E27FC236}">
                    <a16:creationId xmlns:a16="http://schemas.microsoft.com/office/drawing/2014/main" id="{5E28A8D4-D582-4798-823A-C9648077EDEE}"/>
                  </a:ext>
                </a:extLst>
              </p:cNvPr>
              <p:cNvSpPr/>
              <p:nvPr/>
            </p:nvSpPr>
            <p:spPr>
              <a:xfrm>
                <a:off x="9801042" y="2422703"/>
                <a:ext cx="292095" cy="23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4" y="0"/>
                    </a:moveTo>
                    <a:cubicBezTo>
                      <a:pt x="912" y="0"/>
                      <a:pt x="0" y="1122"/>
                      <a:pt x="0" y="2491"/>
                    </a:cubicBezTo>
                    <a:lnTo>
                      <a:pt x="0" y="11634"/>
                    </a:lnTo>
                    <a:cubicBezTo>
                      <a:pt x="0" y="13008"/>
                      <a:pt x="912" y="14134"/>
                      <a:pt x="2024" y="14134"/>
                    </a:cubicBezTo>
                    <a:lnTo>
                      <a:pt x="2024" y="16617"/>
                    </a:lnTo>
                    <a:cubicBezTo>
                      <a:pt x="2024" y="17994"/>
                      <a:pt x="2935" y="19109"/>
                      <a:pt x="4049" y="19109"/>
                    </a:cubicBezTo>
                    <a:lnTo>
                      <a:pt x="4822" y="19109"/>
                    </a:lnTo>
                    <a:cubicBezTo>
                      <a:pt x="5125" y="20540"/>
                      <a:pt x="6166" y="21600"/>
                      <a:pt x="7423" y="21600"/>
                    </a:cubicBezTo>
                    <a:cubicBezTo>
                      <a:pt x="8673" y="21600"/>
                      <a:pt x="9726" y="20540"/>
                      <a:pt x="10030" y="19109"/>
                    </a:cubicBezTo>
                    <a:lnTo>
                      <a:pt x="13594" y="19109"/>
                    </a:lnTo>
                    <a:cubicBezTo>
                      <a:pt x="13897" y="20540"/>
                      <a:pt x="14942" y="21600"/>
                      <a:pt x="16202" y="21600"/>
                    </a:cubicBezTo>
                    <a:cubicBezTo>
                      <a:pt x="17449" y="21600"/>
                      <a:pt x="18498" y="20540"/>
                      <a:pt x="18803" y="19109"/>
                    </a:cubicBezTo>
                    <a:lnTo>
                      <a:pt x="19576" y="19109"/>
                    </a:lnTo>
                    <a:cubicBezTo>
                      <a:pt x="20692" y="19109"/>
                      <a:pt x="21600" y="17994"/>
                      <a:pt x="21600" y="16617"/>
                    </a:cubicBezTo>
                    <a:lnTo>
                      <a:pt x="21600" y="11634"/>
                    </a:lnTo>
                    <a:cubicBezTo>
                      <a:pt x="21600" y="11142"/>
                      <a:pt x="21482" y="10663"/>
                      <a:pt x="21259" y="10248"/>
                    </a:cubicBezTo>
                    <a:lnTo>
                      <a:pt x="18554" y="5265"/>
                    </a:lnTo>
                    <a:cubicBezTo>
                      <a:pt x="18182" y="4566"/>
                      <a:pt x="17557" y="4160"/>
                      <a:pt x="16876" y="4160"/>
                    </a:cubicBezTo>
                    <a:lnTo>
                      <a:pt x="14177" y="4160"/>
                    </a:lnTo>
                    <a:lnTo>
                      <a:pt x="14177" y="2491"/>
                    </a:lnTo>
                    <a:cubicBezTo>
                      <a:pt x="14177" y="1122"/>
                      <a:pt x="13265" y="0"/>
                      <a:pt x="12146" y="0"/>
                    </a:cubicBezTo>
                    <a:lnTo>
                      <a:pt x="2024" y="0"/>
                    </a:lnTo>
                    <a:close/>
                    <a:moveTo>
                      <a:pt x="2024" y="1669"/>
                    </a:moveTo>
                    <a:lnTo>
                      <a:pt x="12146" y="1669"/>
                    </a:lnTo>
                    <a:cubicBezTo>
                      <a:pt x="12524" y="1669"/>
                      <a:pt x="12821" y="2034"/>
                      <a:pt x="12821" y="2491"/>
                    </a:cubicBezTo>
                    <a:lnTo>
                      <a:pt x="12821" y="11634"/>
                    </a:lnTo>
                    <a:cubicBezTo>
                      <a:pt x="12821" y="12090"/>
                      <a:pt x="12524" y="12465"/>
                      <a:pt x="12146" y="12465"/>
                    </a:cubicBezTo>
                    <a:cubicBezTo>
                      <a:pt x="12146" y="12465"/>
                      <a:pt x="2024" y="12465"/>
                      <a:pt x="2024" y="12465"/>
                    </a:cubicBezTo>
                    <a:cubicBezTo>
                      <a:pt x="1649" y="12465"/>
                      <a:pt x="1350" y="12090"/>
                      <a:pt x="1350" y="11634"/>
                    </a:cubicBezTo>
                    <a:lnTo>
                      <a:pt x="1350" y="2491"/>
                    </a:lnTo>
                    <a:cubicBezTo>
                      <a:pt x="1350" y="2034"/>
                      <a:pt x="1649" y="1669"/>
                      <a:pt x="2024" y="1669"/>
                    </a:cubicBezTo>
                    <a:close/>
                    <a:moveTo>
                      <a:pt x="14177" y="5821"/>
                    </a:moveTo>
                    <a:lnTo>
                      <a:pt x="16876" y="5821"/>
                    </a:lnTo>
                    <a:cubicBezTo>
                      <a:pt x="17102" y="5821"/>
                      <a:pt x="17311" y="5958"/>
                      <a:pt x="17440" y="6184"/>
                    </a:cubicBezTo>
                    <a:lnTo>
                      <a:pt x="20132" y="11175"/>
                    </a:lnTo>
                    <a:cubicBezTo>
                      <a:pt x="20206" y="11307"/>
                      <a:pt x="20250" y="11475"/>
                      <a:pt x="20250" y="11634"/>
                    </a:cubicBezTo>
                    <a:cubicBezTo>
                      <a:pt x="20250" y="11634"/>
                      <a:pt x="20250" y="16617"/>
                      <a:pt x="20250" y="16617"/>
                    </a:cubicBezTo>
                    <a:cubicBezTo>
                      <a:pt x="20250" y="17074"/>
                      <a:pt x="19946" y="17448"/>
                      <a:pt x="19576" y="17448"/>
                    </a:cubicBezTo>
                    <a:lnTo>
                      <a:pt x="18803" y="17448"/>
                    </a:lnTo>
                    <a:cubicBezTo>
                      <a:pt x="18498" y="16016"/>
                      <a:pt x="17455" y="14956"/>
                      <a:pt x="16202" y="14956"/>
                    </a:cubicBezTo>
                    <a:cubicBezTo>
                      <a:pt x="14942" y="14956"/>
                      <a:pt x="13897" y="16016"/>
                      <a:pt x="13594" y="17448"/>
                    </a:cubicBezTo>
                    <a:lnTo>
                      <a:pt x="10030" y="17448"/>
                    </a:lnTo>
                    <a:cubicBezTo>
                      <a:pt x="9729" y="16016"/>
                      <a:pt x="8678" y="14956"/>
                      <a:pt x="7423" y="14956"/>
                    </a:cubicBezTo>
                    <a:cubicBezTo>
                      <a:pt x="6166" y="14956"/>
                      <a:pt x="5125" y="16016"/>
                      <a:pt x="4822" y="17448"/>
                    </a:cubicBezTo>
                    <a:lnTo>
                      <a:pt x="4049" y="17448"/>
                    </a:lnTo>
                    <a:cubicBezTo>
                      <a:pt x="3676" y="17448"/>
                      <a:pt x="3374" y="17074"/>
                      <a:pt x="3374" y="16617"/>
                    </a:cubicBezTo>
                    <a:lnTo>
                      <a:pt x="3374" y="14134"/>
                    </a:lnTo>
                    <a:lnTo>
                      <a:pt x="12146" y="14134"/>
                    </a:lnTo>
                    <a:cubicBezTo>
                      <a:pt x="13265" y="14134"/>
                      <a:pt x="14177" y="13008"/>
                      <a:pt x="14177" y="11634"/>
                    </a:cubicBezTo>
                    <a:lnTo>
                      <a:pt x="14177" y="5821"/>
                    </a:lnTo>
                    <a:close/>
                    <a:moveTo>
                      <a:pt x="15553" y="6450"/>
                    </a:moveTo>
                    <a:cubicBezTo>
                      <a:pt x="15182" y="6450"/>
                      <a:pt x="14885" y="6824"/>
                      <a:pt x="14885" y="7281"/>
                    </a:cubicBezTo>
                    <a:lnTo>
                      <a:pt x="14885" y="12263"/>
                    </a:lnTo>
                    <a:cubicBezTo>
                      <a:pt x="14885" y="12721"/>
                      <a:pt x="15182" y="13102"/>
                      <a:pt x="15553" y="13102"/>
                    </a:cubicBezTo>
                    <a:lnTo>
                      <a:pt x="18259" y="13102"/>
                    </a:lnTo>
                    <a:cubicBezTo>
                      <a:pt x="18629" y="13102"/>
                      <a:pt x="18934" y="12721"/>
                      <a:pt x="18934" y="12263"/>
                    </a:cubicBezTo>
                    <a:lnTo>
                      <a:pt x="18934" y="11022"/>
                    </a:lnTo>
                    <a:cubicBezTo>
                      <a:pt x="18934" y="10857"/>
                      <a:pt x="18888" y="10694"/>
                      <a:pt x="18816" y="10554"/>
                    </a:cubicBezTo>
                    <a:cubicBezTo>
                      <a:pt x="18816" y="10554"/>
                      <a:pt x="16798" y="6829"/>
                      <a:pt x="16798" y="6829"/>
                    </a:cubicBezTo>
                    <a:cubicBezTo>
                      <a:pt x="16673" y="6592"/>
                      <a:pt x="16460" y="6450"/>
                      <a:pt x="16234" y="6450"/>
                    </a:cubicBezTo>
                    <a:lnTo>
                      <a:pt x="15553" y="6450"/>
                    </a:lnTo>
                    <a:close/>
                    <a:moveTo>
                      <a:pt x="15553" y="7281"/>
                    </a:moveTo>
                    <a:lnTo>
                      <a:pt x="16234" y="7281"/>
                    </a:lnTo>
                    <a:lnTo>
                      <a:pt x="18259" y="11022"/>
                    </a:lnTo>
                    <a:cubicBezTo>
                      <a:pt x="18259" y="11022"/>
                      <a:pt x="18259" y="12263"/>
                      <a:pt x="18259" y="12263"/>
                    </a:cubicBezTo>
                    <a:lnTo>
                      <a:pt x="15553" y="12263"/>
                    </a:lnTo>
                    <a:lnTo>
                      <a:pt x="15553" y="7281"/>
                    </a:lnTo>
                    <a:close/>
                    <a:moveTo>
                      <a:pt x="7423" y="16617"/>
                    </a:moveTo>
                    <a:cubicBezTo>
                      <a:pt x="8167" y="16617"/>
                      <a:pt x="8772" y="17365"/>
                      <a:pt x="8772" y="18278"/>
                    </a:cubicBezTo>
                    <a:cubicBezTo>
                      <a:pt x="8772" y="19191"/>
                      <a:pt x="8167" y="19939"/>
                      <a:pt x="7423" y="19939"/>
                    </a:cubicBezTo>
                    <a:cubicBezTo>
                      <a:pt x="6677" y="19939"/>
                      <a:pt x="6073" y="19191"/>
                      <a:pt x="6073" y="18278"/>
                    </a:cubicBezTo>
                    <a:cubicBezTo>
                      <a:pt x="6073" y="17365"/>
                      <a:pt x="6677" y="16617"/>
                      <a:pt x="7423" y="16617"/>
                    </a:cubicBezTo>
                    <a:close/>
                    <a:moveTo>
                      <a:pt x="16202" y="16617"/>
                    </a:moveTo>
                    <a:cubicBezTo>
                      <a:pt x="16943" y="16617"/>
                      <a:pt x="17551" y="17365"/>
                      <a:pt x="17551" y="18278"/>
                    </a:cubicBezTo>
                    <a:cubicBezTo>
                      <a:pt x="17551" y="19191"/>
                      <a:pt x="16943" y="19939"/>
                      <a:pt x="16202" y="19939"/>
                    </a:cubicBezTo>
                    <a:cubicBezTo>
                      <a:pt x="15454" y="19939"/>
                      <a:pt x="14852" y="19191"/>
                      <a:pt x="14852" y="18278"/>
                    </a:cubicBezTo>
                    <a:cubicBezTo>
                      <a:pt x="14852" y="17365"/>
                      <a:pt x="15454" y="16617"/>
                      <a:pt x="16202" y="16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AAB0ABB-F2AE-AD2F-8CE3-F95CDDB9CA52}"/>
                </a:ext>
              </a:extLst>
            </p:cNvPr>
            <p:cNvSpPr txBox="1"/>
            <p:nvPr/>
          </p:nvSpPr>
          <p:spPr>
            <a:xfrm>
              <a:off x="660400" y="1270000"/>
              <a:ext cx="10858500" cy="71548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兵马俑、大雁塔等著名景点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9F89874-9B27-E061-DD6C-2048723247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584092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旅游资源</a:t>
            </a:r>
          </a:p>
        </p:txBody>
      </p:sp>
    </p:spTree>
    <p:extLst>
      <p:ext uri="{BB962C8B-B14F-4D97-AF65-F5344CB8AC3E}">
        <p14:creationId xmlns:p14="http://schemas.microsoft.com/office/powerpoint/2010/main" val="1843375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前, 蛋糕, 桌子, 大&#10;&#10;描述已自动生成">
            <a:extLst>
              <a:ext uri="{FF2B5EF4-FFF2-40B4-BE49-F238E27FC236}">
                <a16:creationId xmlns:a16="http://schemas.microsoft.com/office/drawing/2014/main" id="{34686C6D-1CA3-D7A1-56A5-A3F62A491ADA}"/>
              </a:ext>
            </a:extLst>
          </p:cNvPr>
          <p:cNvPicPr>
            <a:picLocks noChangeAspect="1"/>
          </p:cNvPicPr>
          <p:nvPr/>
        </p:nvPicPr>
        <p:blipFill>
          <a:blip r:embed="R8efbc283c3ab46b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1093306" y="3496685"/>
            <a:ext cx="10005391" cy="336131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000489" y="2513888"/>
            <a:ext cx="5004905" cy="887186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>
                <a:latin typeface="Times New Roman"/>
                <a:ea typeface="微软雅黑"/>
                <a:sym typeface="Times New Roman"/>
              </a:rPr>
              <a:t>西安旅游路线</a:t>
            </a:r>
            <a:endParaRPr lang="en-US" sz="54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4294967295"/>
          </p:nvPr>
        </p:nvSpPr>
        <p:spPr>
          <a:xfrm>
            <a:off x="5000489" y="3604808"/>
            <a:ext cx="3832087" cy="522514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合理布局，畅游西安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760BEF-B340-D3EF-11CE-6CE396104D52}"/>
              </a:ext>
            </a:extLst>
          </p:cNvPr>
          <p:cNvGrpSpPr/>
          <p:nvPr/>
        </p:nvGrpSpPr>
        <p:grpSpPr>
          <a:xfrm>
            <a:off x="2965389" y="3582246"/>
            <a:ext cx="1822993" cy="492106"/>
            <a:chOff x="2689598" y="1751067"/>
            <a:chExt cx="4584784" cy="905628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20CDEC98-65E2-0195-AAB0-1DBC8A6E638D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4" name="副标题 8">
              <a:extLst>
                <a:ext uri="{FF2B5EF4-FFF2-40B4-BE49-F238E27FC236}">
                  <a16:creationId xmlns:a16="http://schemas.microsoft.com/office/drawing/2014/main" id="{4BC122A3-0B63-0E51-25EB-AB23E5282D47}"/>
                </a:ext>
              </a:extLst>
            </p:cNvPr>
            <p:cNvSpPr txBox="1"/>
            <p:nvPr/>
          </p:nvSpPr>
          <p:spPr>
            <a:xfrm>
              <a:off x="3312812" y="1796193"/>
              <a:ext cx="3517901" cy="860502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spc="300">
                  <a:latin typeface="Times New Roman"/>
                  <a:ea typeface="微软雅黑"/>
                  <a:sym typeface="Times New Roman"/>
                </a:rPr>
                <a:t>PART TWO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7EA73-9549-9A96-B259-314CE69E2E34}"/>
              </a:ext>
            </a:extLst>
          </p:cNvPr>
          <p:cNvSpPr txBox="1"/>
          <p:nvPr/>
        </p:nvSpPr>
        <p:spPr>
          <a:xfrm>
            <a:off x="3100768" y="2480456"/>
            <a:ext cx="1623627" cy="988762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5400" b="1">
                <a:latin typeface="Times New Roman"/>
                <a:ea typeface="微软雅黑"/>
                <a:sym typeface="Times New Roman"/>
              </a:rPr>
              <a:t>02.</a:t>
            </a:r>
            <a:endParaRPr lang="zh-CN" altLang="en-US" sz="4000" b="1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80C0B6D1-0C0A-6486-0817-73992FA9C05D}"/>
              </a:ext>
            </a:extLst>
          </p:cNvPr>
          <p:cNvPicPr>
            <a:picLocks noChangeAspect="1"/>
          </p:cNvPicPr>
          <p:nvPr/>
        </p:nvPicPr>
        <p:blipFill>
          <a:blip r:embed="R8efbc283c3ab46b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71410" y="740081"/>
            <a:ext cx="4230401" cy="17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399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uild="p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1" y="488563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市区路线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59AA6DA-DEEC-2453-E903-88EF39709505}"/>
              </a:ext>
            </a:extLst>
          </p:cNvPr>
          <p:cNvGrpSpPr/>
          <p:nvPr/>
        </p:nvGrpSpPr>
        <p:grpSpPr>
          <a:xfrm>
            <a:off x="660401" y="1388675"/>
            <a:ext cx="10858500" cy="4770438"/>
            <a:chOff x="660400" y="1130300"/>
            <a:chExt cx="10858500" cy="477043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F048DF2-6A0B-CC00-90A7-FDD762DEB6AA}"/>
                </a:ext>
              </a:extLst>
            </p:cNvPr>
            <p:cNvSpPr/>
            <p:nvPr/>
          </p:nvSpPr>
          <p:spPr>
            <a:xfrm>
              <a:off x="660400" y="1130300"/>
              <a:ext cx="10858500" cy="708430"/>
            </a:xfrm>
            <a:prstGeom prst="rect">
              <a:avLst/>
            </a:prstGeom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古城墙、钟楼、回民街等</a:t>
              </a:r>
              <a:endParaRPr lang="en-US">
                <a:latin typeface="Times New Roman"/>
                <a:ea typeface="微软雅黑"/>
                <a:sym typeface="Times New Roman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382ADCC-BEC5-2871-0DF9-6783955248AC}"/>
                </a:ext>
              </a:extLst>
            </p:cNvPr>
            <p:cNvGrpSpPr/>
            <p:nvPr/>
          </p:nvGrpSpPr>
          <p:grpSpPr>
            <a:xfrm>
              <a:off x="817151" y="2165400"/>
              <a:ext cx="3494616" cy="3735338"/>
              <a:chOff x="817151" y="2394000"/>
              <a:chExt cx="3494616" cy="3735338"/>
            </a:xfrm>
          </p:grpSpPr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B0CA07CC-E420-4D68-8024-FE4979D2304A}"/>
                  </a:ext>
                </a:extLst>
              </p:cNvPr>
              <p:cNvSpPr/>
              <p:nvPr/>
            </p:nvSpPr>
            <p:spPr bwMode="auto">
              <a:xfrm>
                <a:off x="817151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 cap="rnd">
                <a:noFill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E443130-0CAF-4807-B97A-275F19186BC9}"/>
                  </a:ext>
                </a:extLst>
              </p:cNvPr>
              <p:cNvSpPr/>
              <p:nvPr/>
            </p:nvSpPr>
            <p:spPr bwMode="auto">
              <a:xfrm>
                <a:off x="973220" y="4170200"/>
                <a:ext cx="3182478" cy="445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 algn="ctr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感受历史变迁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F8E67FB-DAEE-4699-8FAA-C96CE0C74F81}"/>
                  </a:ext>
                </a:extLst>
              </p:cNvPr>
              <p:cNvSpPr txBox="1"/>
              <p:nvPr/>
            </p:nvSpPr>
            <p:spPr bwMode="auto">
              <a:xfrm>
                <a:off x="973220" y="3504967"/>
                <a:ext cx="3182478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古城墙探秘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33DBD99A-2189-6413-38D7-30710850EC69}"/>
                  </a:ext>
                </a:extLst>
              </p:cNvPr>
              <p:cNvSpPr/>
              <p:nvPr/>
            </p:nvSpPr>
            <p:spPr>
              <a:xfrm>
                <a:off x="2043762" y="2463572"/>
                <a:ext cx="1041394" cy="10413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latin typeface="Times New Roman"/>
                    <a:ea typeface="微软雅黑"/>
                    <a:sym typeface="Times New Roman"/>
                  </a:rPr>
                  <a:t>01</a:t>
                </a:r>
                <a:endParaRPr lang="zh-CN" altLang="en-US" sz="2400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6" name="任意形状 5">
                <a:extLst>
                  <a:ext uri="{FF2B5EF4-FFF2-40B4-BE49-F238E27FC236}">
                    <a16:creationId xmlns:a16="http://schemas.microsoft.com/office/drawing/2014/main" id="{D4DA4DB8-4D79-8F5E-B082-DC03B65A70FF}"/>
                  </a:ext>
                </a:extLst>
              </p:cNvPr>
              <p:cNvSpPr/>
              <p:nvPr/>
            </p:nvSpPr>
            <p:spPr>
              <a:xfrm>
                <a:off x="1249143" y="4642072"/>
                <a:ext cx="2630632" cy="1487266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c4a2be365dc048dc"/>
                <a:stretch>
                  <a:fillRect t="-6434" b="-6326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B874F8C-CF05-E63A-280D-B6D480A1C88B}"/>
                </a:ext>
              </a:extLst>
            </p:cNvPr>
            <p:cNvGrpSpPr/>
            <p:nvPr/>
          </p:nvGrpSpPr>
          <p:grpSpPr>
            <a:xfrm>
              <a:off x="4329078" y="2165400"/>
              <a:ext cx="3498415" cy="3735338"/>
              <a:chOff x="4329078" y="2394000"/>
              <a:chExt cx="3498415" cy="3735338"/>
            </a:xfrm>
          </p:grpSpPr>
          <p:sp>
            <p:nvSpPr>
              <p:cNvPr id="22" name="圆角矩形 21">
                <a:extLst>
                  <a:ext uri="{FF2B5EF4-FFF2-40B4-BE49-F238E27FC236}">
                    <a16:creationId xmlns:a16="http://schemas.microsoft.com/office/drawing/2014/main" id="{522CA041-A00E-2C9A-17C9-E406649C33DF}"/>
                  </a:ext>
                </a:extLst>
              </p:cNvPr>
              <p:cNvSpPr/>
              <p:nvPr/>
            </p:nvSpPr>
            <p:spPr bwMode="auto">
              <a:xfrm>
                <a:off x="4329078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 cap="rnd">
                <a:noFill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4F4E58C-8388-A6B0-FCB4-7A445FFF9643}"/>
                  </a:ext>
                </a:extLst>
              </p:cNvPr>
              <p:cNvSpPr/>
              <p:nvPr/>
            </p:nvSpPr>
            <p:spPr bwMode="auto">
              <a:xfrm>
                <a:off x="4645015" y="4170200"/>
                <a:ext cx="3182478" cy="445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 algn="ctr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聆听古城心跳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1D57C2B-9A43-9D59-E550-3EC1F88E827C}"/>
                  </a:ext>
                </a:extLst>
              </p:cNvPr>
              <p:cNvSpPr txBox="1"/>
              <p:nvPr/>
            </p:nvSpPr>
            <p:spPr bwMode="auto">
              <a:xfrm>
                <a:off x="4645015" y="3504967"/>
                <a:ext cx="3182478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钟楼X踪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AAE1592E-0DC0-B5FA-8B7A-DFCD4E942895}"/>
                  </a:ext>
                </a:extLst>
              </p:cNvPr>
              <p:cNvSpPr/>
              <p:nvPr/>
            </p:nvSpPr>
            <p:spPr>
              <a:xfrm>
                <a:off x="5715557" y="2463572"/>
                <a:ext cx="1041394" cy="104139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>
                    <a:latin typeface="Times New Roman"/>
                    <a:ea typeface="微软雅黑"/>
                    <a:sym typeface="Times New Roman"/>
                  </a:rPr>
                  <a:t>02</a:t>
                </a:r>
                <a:endParaRPr lang="zh-CN" altLang="en-US" sz="2400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7" name="任意形状 6">
                <a:extLst>
                  <a:ext uri="{FF2B5EF4-FFF2-40B4-BE49-F238E27FC236}">
                    <a16:creationId xmlns:a16="http://schemas.microsoft.com/office/drawing/2014/main" id="{F9DBE7AA-158B-01F7-5BED-887FC7D9CFDD}"/>
                  </a:ext>
                </a:extLst>
              </p:cNvPr>
              <p:cNvSpPr/>
              <p:nvPr/>
            </p:nvSpPr>
            <p:spPr>
              <a:xfrm>
                <a:off x="4920938" y="4642072"/>
                <a:ext cx="2630632" cy="1487266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736fd48f2c244adc"/>
                <a:stretch>
                  <a:fillRect t="-8943" b="-8791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1BF0406-FC0D-CAEF-3628-7D489899CF41}"/>
                </a:ext>
              </a:extLst>
            </p:cNvPr>
            <p:cNvGrpSpPr/>
            <p:nvPr/>
          </p:nvGrpSpPr>
          <p:grpSpPr>
            <a:xfrm>
              <a:off x="8024284" y="2165400"/>
              <a:ext cx="3494616" cy="3735337"/>
              <a:chOff x="8024284" y="2394000"/>
              <a:chExt cx="3494616" cy="3735337"/>
            </a:xfrm>
          </p:grpSpPr>
          <p:sp>
            <p:nvSpPr>
              <p:cNvPr id="26" name="圆角矩形 25">
                <a:extLst>
                  <a:ext uri="{FF2B5EF4-FFF2-40B4-BE49-F238E27FC236}">
                    <a16:creationId xmlns:a16="http://schemas.microsoft.com/office/drawing/2014/main" id="{A7755378-832A-F989-8544-9FF14439EAA0}"/>
                  </a:ext>
                </a:extLst>
              </p:cNvPr>
              <p:cNvSpPr/>
              <p:nvPr/>
            </p:nvSpPr>
            <p:spPr bwMode="auto">
              <a:xfrm>
                <a:off x="8024284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 cap="rnd">
                <a:noFill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DC07671D-D9EC-5DAE-C34B-C22596E20204}"/>
                  </a:ext>
                </a:extLst>
              </p:cNvPr>
              <p:cNvSpPr/>
              <p:nvPr/>
            </p:nvSpPr>
            <p:spPr bwMode="auto">
              <a:xfrm>
                <a:off x="8258387" y="4170200"/>
                <a:ext cx="3182478" cy="445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 algn="ctr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品尝地道X吃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1B74946-388F-E555-C3E0-E2E866FC4B9A}"/>
                  </a:ext>
                </a:extLst>
              </p:cNvPr>
              <p:cNvSpPr txBox="1"/>
              <p:nvPr/>
            </p:nvSpPr>
            <p:spPr bwMode="auto">
              <a:xfrm>
                <a:off x="8258387" y="3504967"/>
                <a:ext cx="3182478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回民街风味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48F7-9739-0A8F-4C59-B6D9B9E67E4D}"/>
                  </a:ext>
                </a:extLst>
              </p:cNvPr>
              <p:cNvSpPr/>
              <p:nvPr/>
            </p:nvSpPr>
            <p:spPr>
              <a:xfrm>
                <a:off x="9328929" y="2463572"/>
                <a:ext cx="1041394" cy="10413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latin typeface="Times New Roman"/>
                    <a:ea typeface="微软雅黑"/>
                    <a:sym typeface="Times New Roman"/>
                  </a:rPr>
                  <a:t>03</a:t>
                </a:r>
                <a:endParaRPr lang="zh-CN" altLang="en-US" sz="2400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8" name="任意形状 7">
                <a:extLst>
                  <a:ext uri="{FF2B5EF4-FFF2-40B4-BE49-F238E27FC236}">
                    <a16:creationId xmlns:a16="http://schemas.microsoft.com/office/drawing/2014/main" id="{F3009F44-779B-33B2-E2C3-60B2C4D0EB83}"/>
                  </a:ext>
                </a:extLst>
              </p:cNvPr>
              <p:cNvSpPr/>
              <p:nvPr/>
            </p:nvSpPr>
            <p:spPr>
              <a:xfrm>
                <a:off x="8534310" y="4642072"/>
                <a:ext cx="2630632" cy="1487265"/>
              </a:xfrm>
              <a:custGeom>
                <a:avLst/>
                <a:gdLst>
                  <a:gd name="connsiteX0" fmla="*/ 107 w 8920590"/>
                  <a:gd name="connsiteY0" fmla="*/ 80 h 5017831"/>
                  <a:gd name="connsiteX1" fmla="*/ 8920697 w 8920590"/>
                  <a:gd name="connsiteY1" fmla="*/ 80 h 5017831"/>
                  <a:gd name="connsiteX2" fmla="*/ 8920697 w 8920590"/>
                  <a:gd name="connsiteY2" fmla="*/ 5017912 h 5017831"/>
                  <a:gd name="connsiteX3" fmla="*/ 107 w 8920590"/>
                  <a:gd name="connsiteY3" fmla="*/ 5017912 h 501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0590" h="5017831">
                    <a:moveTo>
                      <a:pt x="107" y="80"/>
                    </a:moveTo>
                    <a:lnTo>
                      <a:pt x="8920697" y="80"/>
                    </a:lnTo>
                    <a:lnTo>
                      <a:pt x="8920697" y="5017912"/>
                    </a:lnTo>
                    <a:lnTo>
                      <a:pt x="107" y="5017912"/>
                    </a:lnTo>
                    <a:close/>
                  </a:path>
                </a:pathLst>
              </a:custGeom>
              <a:blipFill>
                <a:blip r:embed="Rbe71a629ec2549bf"/>
                <a:stretch>
                  <a:fillRect t="-16561" b="-16281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D5C459F4-3F3A-7CFD-495D-54740EF24ED3}"/>
              </a:ext>
            </a:extLst>
          </p:cNvPr>
          <p:cNvGrpSpPr/>
          <p:nvPr/>
        </p:nvGrpSpPr>
        <p:grpSpPr>
          <a:xfrm>
            <a:off x="660400" y="1596113"/>
            <a:ext cx="10858501" cy="4708278"/>
            <a:chOff x="660400" y="1278061"/>
            <a:chExt cx="10858501" cy="4708278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B487623E-DBB7-3836-0786-9AF340FC694A}"/>
                </a:ext>
              </a:extLst>
            </p:cNvPr>
            <p:cNvGrpSpPr/>
            <p:nvPr/>
          </p:nvGrpSpPr>
          <p:grpSpPr>
            <a:xfrm>
              <a:off x="4324444" y="1278061"/>
              <a:ext cx="7194457" cy="1356085"/>
              <a:chOff x="4324444" y="1278061"/>
              <a:chExt cx="7194457" cy="1356085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8C5D05B-C70B-041D-3F0B-26DCA33580A5}"/>
                  </a:ext>
                </a:extLst>
              </p:cNvPr>
              <p:cNvSpPr txBox="1"/>
              <p:nvPr/>
            </p:nvSpPr>
            <p:spPr>
              <a:xfrm>
                <a:off x="5655131" y="1278061"/>
                <a:ext cx="5863770" cy="56905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00000"/>
                  </a:lnSpc>
                  <a:buSzPct val="25000"/>
                  <a:defRPr/>
                </a:pP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兵马俑探秘之旅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A3D6C51-BD89-698C-CE7B-A1A6F33F0B3E}"/>
                  </a:ext>
                </a:extLst>
              </p:cNvPr>
              <p:cNvSpPr txBox="1"/>
              <p:nvPr/>
            </p:nvSpPr>
            <p:spPr>
              <a:xfrm>
                <a:off x="4324444" y="1524434"/>
                <a:ext cx="122545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 kumimoji="0" sz="6000" b="1" i="0" u="none" strike="noStrike" cap="none" spc="0" normalizeH="0" baseline="0">
                    <a:ln>
                      <a:noFill/>
                    </a:ln>
                    <a:solidFill>
                      <a:srgbClr val="FFFFFF">
                        <a:alpha val="90000"/>
                      </a:srgb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5400">
                    <a:solidFill>
                      <a:schemeClr val="accent1"/>
                    </a:solidFill>
                    <a:effectLst>
                      <a:outerShdw blurRad="254000" dist="1270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O1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244B9DA-9735-6C3F-16EC-43BA3CC19A46}"/>
                  </a:ext>
                </a:extLst>
              </p:cNvPr>
              <p:cNvSpPr txBox="1"/>
              <p:nvPr/>
            </p:nvSpPr>
            <p:spPr>
              <a:xfrm>
                <a:off x="5655131" y="1847118"/>
                <a:ext cx="5863770" cy="78702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探访历史瑰宝，领略千年风情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CA07F29-2BA0-73EB-BFCE-51DEEA5A348B}"/>
                </a:ext>
              </a:extLst>
            </p:cNvPr>
            <p:cNvGrpSpPr/>
            <p:nvPr/>
          </p:nvGrpSpPr>
          <p:grpSpPr>
            <a:xfrm>
              <a:off x="4324444" y="2953482"/>
              <a:ext cx="7194457" cy="1356085"/>
              <a:chOff x="4324444" y="2953482"/>
              <a:chExt cx="7194457" cy="1356085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240E023-844C-8150-0151-FC4E11586A97}"/>
                  </a:ext>
                </a:extLst>
              </p:cNvPr>
              <p:cNvSpPr txBox="1"/>
              <p:nvPr/>
            </p:nvSpPr>
            <p:spPr>
              <a:xfrm>
                <a:off x="5655131" y="2953482"/>
                <a:ext cx="5863770" cy="56905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00000"/>
                  </a:lnSpc>
                  <a:buSzPct val="25000"/>
                  <a:defRPr/>
                </a:pP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华清宫历史文化游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C4AD678-EE1E-2B2B-DE0B-B5A06846821F}"/>
                  </a:ext>
                </a:extLst>
              </p:cNvPr>
              <p:cNvSpPr txBox="1"/>
              <p:nvPr/>
            </p:nvSpPr>
            <p:spPr>
              <a:xfrm>
                <a:off x="4324444" y="3199848"/>
                <a:ext cx="122545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 kumimoji="0" sz="6000" b="1" i="0" u="none" strike="noStrike" cap="none" spc="0" normalizeH="0" baseline="0">
                    <a:ln>
                      <a:noFill/>
                    </a:ln>
                    <a:solidFill>
                      <a:srgbClr val="FFFFFF">
                        <a:alpha val="90000"/>
                      </a:srgb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5400">
                    <a:solidFill>
                      <a:schemeClr val="accent2"/>
                    </a:solidFill>
                    <a:effectLst>
                      <a:outerShdw blurRad="254000" dist="127000" dir="2700000" algn="tl" rotWithShape="0">
                        <a:schemeClr val="accent2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O2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55CFBA5-1CC8-10F3-84E7-9001F496DCFC}"/>
                  </a:ext>
                </a:extLst>
              </p:cNvPr>
              <p:cNvSpPr txBox="1"/>
              <p:nvPr/>
            </p:nvSpPr>
            <p:spPr>
              <a:xfrm>
                <a:off x="5655131" y="3522539"/>
                <a:ext cx="5863770" cy="78702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感受皇家气息，领略唐代风华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6740DF0-348E-0348-739A-40389B8C79A6}"/>
                </a:ext>
              </a:extLst>
            </p:cNvPr>
            <p:cNvGrpSpPr/>
            <p:nvPr/>
          </p:nvGrpSpPr>
          <p:grpSpPr>
            <a:xfrm>
              <a:off x="4324444" y="4630254"/>
              <a:ext cx="7194457" cy="1356085"/>
              <a:chOff x="4324444" y="4630254"/>
              <a:chExt cx="7194457" cy="1356085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ACB326F-2781-9FE6-B04D-6C2AF6D65A5E}"/>
                  </a:ext>
                </a:extLst>
              </p:cNvPr>
              <p:cNvSpPr txBox="1"/>
              <p:nvPr/>
            </p:nvSpPr>
            <p:spPr>
              <a:xfrm>
                <a:off x="5655131" y="4630254"/>
                <a:ext cx="5863770" cy="56905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00000"/>
                  </a:lnSpc>
                  <a:buSzPct val="25000"/>
                  <a:defRPr/>
                </a:pP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秦始皇陵探险之旅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70BBC39-CA2D-297A-F915-8AE2C25A4BE2}"/>
                  </a:ext>
                </a:extLst>
              </p:cNvPr>
              <p:cNvSpPr txBox="1"/>
              <p:nvPr/>
            </p:nvSpPr>
            <p:spPr>
              <a:xfrm>
                <a:off x="4324444" y="4876627"/>
                <a:ext cx="122545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 kumimoji="0" sz="6000" b="1" i="0" u="none" strike="noStrike" cap="none" spc="0" normalizeH="0" baseline="0">
                    <a:ln>
                      <a:noFill/>
                    </a:ln>
                    <a:solidFill>
                      <a:srgbClr val="FFFFFF">
                        <a:alpha val="90000"/>
                      </a:srgb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5400">
                    <a:solidFill>
                      <a:schemeClr val="accent1"/>
                    </a:solidFill>
                    <a:effectLst>
                      <a:outerShdw blurRad="254000" dist="1270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O3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AD541E8-D520-250B-FAE6-32F74BCC8332}"/>
                  </a:ext>
                </a:extLst>
              </p:cNvPr>
              <p:cNvSpPr txBox="1"/>
              <p:nvPr/>
            </p:nvSpPr>
            <p:spPr>
              <a:xfrm>
                <a:off x="5655131" y="5199311"/>
                <a:ext cx="5863770" cy="78702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/>
                </a:lvl1pPr>
              </a:lstStyle>
              <a:p>
                <a:pPr algn="l"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i="0" u="none" strike="noStrike" kern="1200" cap="none" spc="0" normalizeH="0" baseline="0" noProof="0" err="1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穿越千年古墓，探寻秦始皇之谜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0C16869-DEF1-9E9D-C866-56AF1DCC680B}"/>
                </a:ext>
              </a:extLst>
            </p:cNvPr>
            <p:cNvSpPr txBox="1"/>
            <p:nvPr/>
          </p:nvSpPr>
          <p:spPr>
            <a:xfrm>
              <a:off x="660400" y="2361293"/>
              <a:ext cx="3374571" cy="2541814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兵马俑、华清宫、秦始皇陵等</a:t>
              </a:r>
              <a:endParaRPr lang="en-US"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1" y="446639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远郊路线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3" name="图片 2" descr="人站在石头上&#10;&#10;中度可信度描述已自动生成">
            <a:extLst>
              <a:ext uri="{FF2B5EF4-FFF2-40B4-BE49-F238E27FC236}">
                <a16:creationId xmlns:a16="http://schemas.microsoft.com/office/drawing/2014/main" id="{8C2BDFAB-486F-B7B1-A9B3-642740196199}"/>
              </a:ext>
            </a:extLst>
          </p:cNvPr>
          <p:cNvPicPr>
            <a:picLocks noChangeAspect="1"/>
          </p:cNvPicPr>
          <p:nvPr/>
        </p:nvPicPr>
        <p:blipFill>
          <a:blip r:embed="Rd2c94c5bbb9940e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6313" y="1256751"/>
            <a:ext cx="1855587" cy="56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>
            <a:extLst>
              <a:ext uri="{FF2B5EF4-FFF2-40B4-BE49-F238E27FC236}">
                <a16:creationId xmlns:a16="http://schemas.microsoft.com/office/drawing/2014/main" id="{AA692161-384D-776E-672C-087AF3CA3CC4}"/>
              </a:ext>
            </a:extLst>
          </p:cNvPr>
          <p:cNvGrpSpPr/>
          <p:nvPr/>
        </p:nvGrpSpPr>
        <p:grpSpPr>
          <a:xfrm>
            <a:off x="660401" y="1510143"/>
            <a:ext cx="10858500" cy="4964414"/>
            <a:chOff x="660400" y="1152334"/>
            <a:chExt cx="10858500" cy="496441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0BD8773B-7D96-12A9-1D3A-823D83B16B25}"/>
                </a:ext>
              </a:extLst>
            </p:cNvPr>
            <p:cNvGrpSpPr/>
            <p:nvPr/>
          </p:nvGrpSpPr>
          <p:grpSpPr>
            <a:xfrm>
              <a:off x="878648" y="2055963"/>
              <a:ext cx="2442724" cy="1810961"/>
              <a:chOff x="878648" y="2055963"/>
              <a:chExt cx="2442724" cy="1810961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9340196-E1AA-4B49-976A-BF366BB2B662}"/>
                  </a:ext>
                </a:extLst>
              </p:cNvPr>
              <p:cNvSpPr/>
              <p:nvPr/>
            </p:nvSpPr>
            <p:spPr bwMode="auto">
              <a:xfrm>
                <a:off x="878648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挑战险峻，领略奇峰风光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D5C24C6-4DD0-4193-AD42-019C1134797B}"/>
                  </a:ext>
                </a:extLst>
              </p:cNvPr>
              <p:cNvSpPr txBox="1"/>
              <p:nvPr/>
            </p:nvSpPr>
            <p:spPr bwMode="auto">
              <a:xfrm>
                <a:off x="878648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华山登山路线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5" name="圆角矩形 44">
                <a:extLst>
                  <a:ext uri="{FF2B5EF4-FFF2-40B4-BE49-F238E27FC236}">
                    <a16:creationId xmlns:a16="http://schemas.microsoft.com/office/drawing/2014/main" id="{7016EF66-FF6C-9C5F-AF12-AFC59CB631F0}"/>
                  </a:ext>
                </a:extLst>
              </p:cNvPr>
              <p:cNvSpPr/>
              <p:nvPr/>
            </p:nvSpPr>
            <p:spPr>
              <a:xfrm>
                <a:off x="878648" y="2055963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01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236E3483-316B-6BAB-F62B-46E992AF84A9}"/>
                </a:ext>
              </a:extLst>
            </p:cNvPr>
            <p:cNvGrpSpPr/>
            <p:nvPr/>
          </p:nvGrpSpPr>
          <p:grpSpPr>
            <a:xfrm>
              <a:off x="3531101" y="2055963"/>
              <a:ext cx="2442724" cy="1816119"/>
              <a:chOff x="3531101" y="2055963"/>
              <a:chExt cx="2442724" cy="1816119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9340196-E1AA-4B49-976A-BF366BB2B662}"/>
                  </a:ext>
                </a:extLst>
              </p:cNvPr>
              <p:cNvSpPr/>
              <p:nvPr/>
            </p:nvSpPr>
            <p:spPr bwMode="auto">
              <a:xfrm>
                <a:off x="3531101" y="2982420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体验佛教文化，感悟心灵洗礼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D5C24C6-4DD0-4193-AD42-019C1134797B}"/>
                  </a:ext>
                </a:extLst>
              </p:cNvPr>
              <p:cNvSpPr txBox="1"/>
              <p:nvPr/>
            </p:nvSpPr>
            <p:spPr bwMode="auto">
              <a:xfrm>
                <a:off x="3531101" y="2521688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法门寺文化之旅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6" name="圆角矩形 45">
                <a:extLst>
                  <a:ext uri="{FF2B5EF4-FFF2-40B4-BE49-F238E27FC236}">
                    <a16:creationId xmlns:a16="http://schemas.microsoft.com/office/drawing/2014/main" id="{4F7346AD-17E7-E1DF-CD60-71021BBAA9A3}"/>
                  </a:ext>
                </a:extLst>
              </p:cNvPr>
              <p:cNvSpPr/>
              <p:nvPr/>
            </p:nvSpPr>
            <p:spPr>
              <a:xfrm>
                <a:off x="3531101" y="2055963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02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1554B70-EE9F-0D3D-F8E5-53C1DBE8BDD0}"/>
                </a:ext>
              </a:extLst>
            </p:cNvPr>
            <p:cNvGrpSpPr/>
            <p:nvPr/>
          </p:nvGrpSpPr>
          <p:grpSpPr>
            <a:xfrm>
              <a:off x="6183554" y="2055963"/>
              <a:ext cx="2467072" cy="1810961"/>
              <a:chOff x="6183554" y="2055963"/>
              <a:chExt cx="2467072" cy="1810961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9340196-E1AA-4B49-976A-BF366BB2B662}"/>
                  </a:ext>
                </a:extLst>
              </p:cNvPr>
              <p:cNvSpPr/>
              <p:nvPr/>
            </p:nvSpPr>
            <p:spPr bwMode="auto">
              <a:xfrm>
                <a:off x="6207902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征服高峰，感受自然奇妙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D5C24C6-4DD0-4193-AD42-019C1134797B}"/>
                  </a:ext>
                </a:extLst>
              </p:cNvPr>
              <p:cNvSpPr txBox="1"/>
              <p:nvPr/>
            </p:nvSpPr>
            <p:spPr bwMode="auto">
              <a:xfrm>
                <a:off x="6207902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太白山徒步探险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7" name="圆角矩形 46">
                <a:extLst>
                  <a:ext uri="{FF2B5EF4-FFF2-40B4-BE49-F238E27FC236}">
                    <a16:creationId xmlns:a16="http://schemas.microsoft.com/office/drawing/2014/main" id="{2F6F07C7-C9D3-984C-7E64-9E5EB26ACAC5}"/>
                  </a:ext>
                </a:extLst>
              </p:cNvPr>
              <p:cNvSpPr/>
              <p:nvPr/>
            </p:nvSpPr>
            <p:spPr>
              <a:xfrm>
                <a:off x="6183554" y="2055963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03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9870A11D-6829-02FD-DAEE-DCEA582C5427}"/>
                </a:ext>
              </a:extLst>
            </p:cNvPr>
            <p:cNvGrpSpPr/>
            <p:nvPr/>
          </p:nvGrpSpPr>
          <p:grpSpPr>
            <a:xfrm>
              <a:off x="8836007" y="2055963"/>
              <a:ext cx="2492393" cy="1810961"/>
              <a:chOff x="8836007" y="2055963"/>
              <a:chExt cx="2492393" cy="1810961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9340196-E1AA-4B49-976A-BF366BB2B662}"/>
                  </a:ext>
                </a:extLst>
              </p:cNvPr>
              <p:cNvSpPr/>
              <p:nvPr/>
            </p:nvSpPr>
            <p:spPr bwMode="auto">
              <a:xfrm>
                <a:off x="8885676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探访历史奇迹，领略皇家气势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D5C24C6-4DD0-4193-AD42-019C1134797B}"/>
                  </a:ext>
                </a:extLst>
              </p:cNvPr>
              <p:cNvSpPr txBox="1"/>
              <p:nvPr/>
            </p:nvSpPr>
            <p:spPr bwMode="auto">
              <a:xfrm>
                <a:off x="8885676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秦始皇陵及兵马俑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C78C179C-E3E5-E26D-2E8C-F321811F2D36}"/>
                  </a:ext>
                </a:extLst>
              </p:cNvPr>
              <p:cNvSpPr/>
              <p:nvPr/>
            </p:nvSpPr>
            <p:spPr>
              <a:xfrm>
                <a:off x="8836007" y="2055963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04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8A7102B-A7C5-38D3-EA26-30E3C8CB5257}"/>
                </a:ext>
              </a:extLst>
            </p:cNvPr>
            <p:cNvGrpSpPr/>
            <p:nvPr/>
          </p:nvGrpSpPr>
          <p:grpSpPr>
            <a:xfrm>
              <a:off x="2352293" y="4300629"/>
              <a:ext cx="2442724" cy="1816119"/>
              <a:chOff x="2352293" y="4300629"/>
              <a:chExt cx="2442724" cy="1816119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3D618F7-E95F-F2F8-91D2-47685915C8FD}"/>
                  </a:ext>
                </a:extLst>
              </p:cNvPr>
              <p:cNvSpPr/>
              <p:nvPr/>
            </p:nvSpPr>
            <p:spPr bwMode="auto">
              <a:xfrm>
                <a:off x="2352293" y="5227086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走读古城，感受岁月流转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A534C3D-E209-2BFF-041A-0067FD70C515}"/>
                  </a:ext>
                </a:extLst>
              </p:cNvPr>
              <p:cNvSpPr txBox="1"/>
              <p:nvPr/>
            </p:nvSpPr>
            <p:spPr bwMode="auto">
              <a:xfrm>
                <a:off x="2352293" y="4766354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古城墙历史漫步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5" name="圆角矩形 54">
                <a:extLst>
                  <a:ext uri="{FF2B5EF4-FFF2-40B4-BE49-F238E27FC236}">
                    <a16:creationId xmlns:a16="http://schemas.microsoft.com/office/drawing/2014/main" id="{DA98C1A4-B932-F532-74ED-50C991E3CDDE}"/>
                  </a:ext>
                </a:extLst>
              </p:cNvPr>
              <p:cNvSpPr/>
              <p:nvPr/>
            </p:nvSpPr>
            <p:spPr>
              <a:xfrm>
                <a:off x="2352293" y="4300629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05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9DC20EC9-66A5-F4EA-7FA4-440002DA486E}"/>
                </a:ext>
              </a:extLst>
            </p:cNvPr>
            <p:cNvGrpSpPr/>
            <p:nvPr/>
          </p:nvGrpSpPr>
          <p:grpSpPr>
            <a:xfrm>
              <a:off x="5004746" y="4300629"/>
              <a:ext cx="2467072" cy="1810961"/>
              <a:chOff x="5004746" y="4300629"/>
              <a:chExt cx="2467072" cy="1810961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8E7DFDEA-EFC5-84E2-D440-45A6E5BDD895}"/>
                  </a:ext>
                </a:extLst>
              </p:cNvPr>
              <p:cNvSpPr/>
              <p:nvPr/>
            </p:nvSpPr>
            <p:spPr bwMode="auto">
              <a:xfrm>
                <a:off x="5029094" y="5221928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探索唐代文化，品味佛教艺术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D8CE6D8-2214-F718-F91B-920EBA135407}"/>
                  </a:ext>
                </a:extLst>
              </p:cNvPr>
              <p:cNvSpPr txBox="1"/>
              <p:nvPr/>
            </p:nvSpPr>
            <p:spPr bwMode="auto">
              <a:xfrm>
                <a:off x="5029094" y="4761196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大雁塔寻秘之旅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6" name="圆角矩形 55">
                <a:extLst>
                  <a:ext uri="{FF2B5EF4-FFF2-40B4-BE49-F238E27FC236}">
                    <a16:creationId xmlns:a16="http://schemas.microsoft.com/office/drawing/2014/main" id="{35D83DCF-F1B3-1C78-4495-95EA61A17664}"/>
                  </a:ext>
                </a:extLst>
              </p:cNvPr>
              <p:cNvSpPr/>
              <p:nvPr/>
            </p:nvSpPr>
            <p:spPr>
              <a:xfrm>
                <a:off x="5004746" y="4300629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06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CA8FDB5-47C6-A42B-C434-F0B6E18310B6}"/>
                </a:ext>
              </a:extLst>
            </p:cNvPr>
            <p:cNvGrpSpPr/>
            <p:nvPr/>
          </p:nvGrpSpPr>
          <p:grpSpPr>
            <a:xfrm>
              <a:off x="7657199" y="4300629"/>
              <a:ext cx="2492393" cy="1810961"/>
              <a:chOff x="7657199" y="4300629"/>
              <a:chExt cx="2492393" cy="1810961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25D01F4D-51F4-5007-04BC-AB3FD79D42AA}"/>
                  </a:ext>
                </a:extLst>
              </p:cNvPr>
              <p:cNvSpPr/>
              <p:nvPr/>
            </p:nvSpPr>
            <p:spPr bwMode="auto">
              <a:xfrm>
                <a:off x="7706868" y="5221928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穿越千年，了解中华根脉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CDAD591D-511B-B25E-9A12-18FA35EDD291}"/>
                  </a:ext>
                </a:extLst>
              </p:cNvPr>
              <p:cNvSpPr txBox="1"/>
              <p:nvPr/>
            </p:nvSpPr>
            <p:spPr bwMode="auto">
              <a:xfrm>
                <a:off x="7706868" y="4761196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陕西历史博物馆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57" name="圆角矩形 56">
                <a:extLst>
                  <a:ext uri="{FF2B5EF4-FFF2-40B4-BE49-F238E27FC236}">
                    <a16:creationId xmlns:a16="http://schemas.microsoft.com/office/drawing/2014/main" id="{66E038FA-A009-832C-97C1-F2FFDD6ADB22}"/>
                  </a:ext>
                </a:extLst>
              </p:cNvPr>
              <p:cNvSpPr/>
              <p:nvPr/>
            </p:nvSpPr>
            <p:spPr>
              <a:xfrm>
                <a:off x="7657199" y="4300629"/>
                <a:ext cx="396090" cy="383448"/>
              </a:xfrm>
              <a:prstGeom prst="roundRect">
                <a:avLst>
                  <a:gd name="adj" fmla="val 5587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07</a:t>
                </a:r>
                <a:endParaRPr lang="zh-CN" altLang="en-US" sz="2800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97FF9FB-DE40-08BA-48F3-F71F0BF53948}"/>
                </a:ext>
              </a:extLst>
            </p:cNvPr>
            <p:cNvSpPr txBox="1"/>
            <p:nvPr/>
          </p:nvSpPr>
          <p:spPr>
            <a:xfrm>
              <a:off x="660400" y="1152334"/>
              <a:ext cx="10858500" cy="665449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华山、法门寺、太白山等</a:t>
              </a:r>
              <a:endParaRPr lang="en-US"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1" y="486396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周边路线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前, 蛋糕, 桌子, 大&#10;&#10;描述已自动生成">
            <a:extLst>
              <a:ext uri="{FF2B5EF4-FFF2-40B4-BE49-F238E27FC236}">
                <a16:creationId xmlns:a16="http://schemas.microsoft.com/office/drawing/2014/main" id="{34686C6D-1CA3-D7A1-56A5-A3F62A491ADA}"/>
              </a:ext>
            </a:extLst>
          </p:cNvPr>
          <p:cNvPicPr>
            <a:picLocks noChangeAspect="1"/>
          </p:cNvPicPr>
          <p:nvPr/>
        </p:nvPicPr>
        <p:blipFill>
          <a:blip r:embed="R928ab88d78cc4c6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1093306" y="3496685"/>
            <a:ext cx="10005391" cy="336131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000489" y="2513888"/>
            <a:ext cx="5004905" cy="887186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>
                <a:latin typeface="Times New Roman"/>
                <a:ea typeface="微软雅黑"/>
                <a:sym typeface="Times New Roman"/>
              </a:rPr>
              <a:t>西安美食体验</a:t>
            </a:r>
            <a:endParaRPr lang="id-ID" altLang="zh-CN" sz="54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4294967295"/>
          </p:nvPr>
        </p:nvSpPr>
        <p:spPr>
          <a:xfrm>
            <a:off x="5000489" y="3604808"/>
            <a:ext cx="3832087" cy="522514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吃遍西安，满足味蕾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760BEF-B340-D3EF-11CE-6CE396104D52}"/>
              </a:ext>
            </a:extLst>
          </p:cNvPr>
          <p:cNvGrpSpPr/>
          <p:nvPr/>
        </p:nvGrpSpPr>
        <p:grpSpPr>
          <a:xfrm>
            <a:off x="2965389" y="3582246"/>
            <a:ext cx="1822993" cy="459360"/>
            <a:chOff x="2689598" y="1751067"/>
            <a:chExt cx="4584784" cy="845365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20CDEC98-65E2-0195-AAB0-1DBC8A6E638D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4" name="副标题 8">
              <a:extLst>
                <a:ext uri="{FF2B5EF4-FFF2-40B4-BE49-F238E27FC236}">
                  <a16:creationId xmlns:a16="http://schemas.microsoft.com/office/drawing/2014/main" id="{4BC122A3-0B63-0E51-25EB-AB23E5282D47}"/>
                </a:ext>
              </a:extLst>
            </p:cNvPr>
            <p:cNvSpPr txBox="1"/>
            <p:nvPr/>
          </p:nvSpPr>
          <p:spPr>
            <a:xfrm>
              <a:off x="3312812" y="1796193"/>
              <a:ext cx="3961570" cy="80023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 fontScale="92500"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spc="300">
                  <a:latin typeface="Times New Roman"/>
                  <a:ea typeface="微软雅黑"/>
                  <a:sym typeface="Times New Roman"/>
                </a:rPr>
                <a:t>PART THREE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7EA73-9549-9A96-B259-314CE69E2E34}"/>
              </a:ext>
            </a:extLst>
          </p:cNvPr>
          <p:cNvSpPr txBox="1"/>
          <p:nvPr/>
        </p:nvSpPr>
        <p:spPr>
          <a:xfrm>
            <a:off x="3100768" y="2480456"/>
            <a:ext cx="1623627" cy="988762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5400" b="1">
                <a:latin typeface="Times New Roman"/>
                <a:ea typeface="微软雅黑"/>
                <a:sym typeface="Times New Roman"/>
              </a:rPr>
              <a:t>03.</a:t>
            </a:r>
            <a:endParaRPr lang="zh-CN" altLang="en-US" sz="4000" b="1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80C0B6D1-0C0A-6486-0817-73992FA9C05D}"/>
              </a:ext>
            </a:extLst>
          </p:cNvPr>
          <p:cNvPicPr>
            <a:picLocks noChangeAspect="1"/>
          </p:cNvPicPr>
          <p:nvPr/>
        </p:nvPicPr>
        <p:blipFill>
          <a:blip r:embed="R928ab88d78cc4c6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71410" y="740081"/>
            <a:ext cx="4230401" cy="17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146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uild="p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ECBC7C1-3DAF-3C5C-5A8F-3C9C9F5D242B}"/>
              </a:ext>
            </a:extLst>
          </p:cNvPr>
          <p:cNvGrpSpPr/>
          <p:nvPr/>
        </p:nvGrpSpPr>
        <p:grpSpPr>
          <a:xfrm>
            <a:off x="673141" y="1428476"/>
            <a:ext cx="10847348" cy="5009671"/>
            <a:chOff x="673140" y="1130300"/>
            <a:chExt cx="10847348" cy="500967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D408BCF-6529-656D-4166-A1E556DF10E3}"/>
                </a:ext>
              </a:extLst>
            </p:cNvPr>
            <p:cNvSpPr txBox="1"/>
            <p:nvPr/>
          </p:nvSpPr>
          <p:spPr>
            <a:xfrm>
              <a:off x="695325" y="1130300"/>
              <a:ext cx="10801350" cy="100040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回民街、大雁塔北广场美食街等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F069B48-258B-2697-054B-DAA9C7BB1097}"/>
                </a:ext>
              </a:extLst>
            </p:cNvPr>
            <p:cNvGrpSpPr/>
            <p:nvPr/>
          </p:nvGrpSpPr>
          <p:grpSpPr>
            <a:xfrm>
              <a:off x="673140" y="2214736"/>
              <a:ext cx="7373350" cy="3900976"/>
              <a:chOff x="673140" y="2214736"/>
              <a:chExt cx="7373350" cy="3900976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7C139064-D361-5E5B-B33D-568A988804D2}"/>
                  </a:ext>
                </a:extLst>
              </p:cNvPr>
              <p:cNvSpPr/>
              <p:nvPr/>
            </p:nvSpPr>
            <p:spPr>
              <a:xfrm>
                <a:off x="4145510" y="2214736"/>
                <a:ext cx="3900980" cy="3900976"/>
              </a:xfrm>
              <a:prstGeom prst="ellipse">
                <a:avLst/>
              </a:prstGeom>
              <a:blipFill dpi="0" rotWithShape="1">
                <a:blip r:embed="Rbb477971b069476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 lang="zh-CN" alt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2" name="圆角矩形 21">
                <a:extLst>
                  <a:ext uri="{FF2B5EF4-FFF2-40B4-BE49-F238E27FC236}">
                    <a16:creationId xmlns:a16="http://schemas.microsoft.com/office/drawing/2014/main" id="{35BA27DA-AE2F-6A14-D5BA-4B9E82BFAF46}"/>
                  </a:ext>
                </a:extLst>
              </p:cNvPr>
              <p:cNvSpPr/>
              <p:nvPr/>
            </p:nvSpPr>
            <p:spPr>
              <a:xfrm>
                <a:off x="4295934" y="2396185"/>
                <a:ext cx="742792" cy="74279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任意形状 22">
                <a:extLst>
                  <a:ext uri="{FF2B5EF4-FFF2-40B4-BE49-F238E27FC236}">
                    <a16:creationId xmlns:a16="http://schemas.microsoft.com/office/drawing/2014/main" id="{5084C1FC-4F5A-51CA-5703-8785AE9BBE60}"/>
                  </a:ext>
                </a:extLst>
              </p:cNvPr>
              <p:cNvSpPr/>
              <p:nvPr/>
            </p:nvSpPr>
            <p:spPr>
              <a:xfrm>
                <a:off x="4486207" y="2598690"/>
                <a:ext cx="362242" cy="337776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FA11DEFA-C5CF-53D6-8828-885CCF5748A1}"/>
                  </a:ext>
                </a:extLst>
              </p:cNvPr>
              <p:cNvSpPr/>
              <p:nvPr/>
            </p:nvSpPr>
            <p:spPr bwMode="auto">
              <a:xfrm>
                <a:off x="673140" y="2952844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品尝特色X吃，感受西安味道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4AB3CD-1B2A-960A-A448-E563F6CDC400}"/>
                  </a:ext>
                </a:extLst>
              </p:cNvPr>
              <p:cNvSpPr txBox="1"/>
              <p:nvPr/>
            </p:nvSpPr>
            <p:spPr bwMode="auto">
              <a:xfrm>
                <a:off x="673140" y="253996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回民街的美食探索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D881E6-2F22-937B-C7DB-3FFF175EDF95}"/>
                </a:ext>
              </a:extLst>
            </p:cNvPr>
            <p:cNvGrpSpPr/>
            <p:nvPr/>
          </p:nvGrpSpPr>
          <p:grpSpPr>
            <a:xfrm>
              <a:off x="7120338" y="2396185"/>
              <a:ext cx="4400150" cy="1526052"/>
              <a:chOff x="7120338" y="2396185"/>
              <a:chExt cx="4400150" cy="1526052"/>
            </a:xfrm>
          </p:grpSpPr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47BDB7A1-E533-2FB4-FB74-D329AD7374CB}"/>
                  </a:ext>
                </a:extLst>
              </p:cNvPr>
              <p:cNvSpPr/>
              <p:nvPr/>
            </p:nvSpPr>
            <p:spPr>
              <a:xfrm>
                <a:off x="7120338" y="2396185"/>
                <a:ext cx="742792" cy="74279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38100" cap="flat">
                <a:solidFill>
                  <a:schemeClr val="bg1"/>
                </a:solidFill>
                <a:miter lim="400000"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4A68D2AE-1945-23E5-C06A-80EDA9B93182}"/>
                  </a:ext>
                </a:extLst>
              </p:cNvPr>
              <p:cNvSpPr/>
              <p:nvPr/>
            </p:nvSpPr>
            <p:spPr>
              <a:xfrm>
                <a:off x="7310611" y="2598690"/>
                <a:ext cx="362242" cy="337776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9540E0E-29D2-0149-83FE-6D29C441639B}"/>
                  </a:ext>
                </a:extLst>
              </p:cNvPr>
              <p:cNvSpPr/>
              <p:nvPr/>
            </p:nvSpPr>
            <p:spPr bwMode="auto">
              <a:xfrm>
                <a:off x="7897698" y="2952844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汇聚各地美食，满足味蕾需求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5339977-5407-7ACF-9C43-129E759FE035}"/>
                  </a:ext>
                </a:extLst>
              </p:cNvPr>
              <p:cNvSpPr txBox="1"/>
              <p:nvPr/>
            </p:nvSpPr>
            <p:spPr bwMode="auto">
              <a:xfrm>
                <a:off x="7897698" y="253996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大雁塔北广场美食街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9CF6B5-443C-318F-9A58-0B3C47F662B9}"/>
                </a:ext>
              </a:extLst>
            </p:cNvPr>
            <p:cNvGrpSpPr/>
            <p:nvPr/>
          </p:nvGrpSpPr>
          <p:grpSpPr>
            <a:xfrm>
              <a:off x="673140" y="4757698"/>
              <a:ext cx="4365586" cy="1382273"/>
              <a:chOff x="673140" y="4757698"/>
              <a:chExt cx="4365586" cy="1382273"/>
            </a:xfrm>
          </p:grpSpPr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4E7EBE7D-E753-38AA-F706-A8AE58C6509D}"/>
                  </a:ext>
                </a:extLst>
              </p:cNvPr>
              <p:cNvSpPr/>
              <p:nvPr/>
            </p:nvSpPr>
            <p:spPr>
              <a:xfrm>
                <a:off x="4295934" y="4892970"/>
                <a:ext cx="742792" cy="74279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38100" cap="flat">
                <a:solidFill>
                  <a:schemeClr val="bg1"/>
                </a:solidFill>
                <a:miter lim="400000"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4" name="任意形状 13">
                <a:extLst>
                  <a:ext uri="{FF2B5EF4-FFF2-40B4-BE49-F238E27FC236}">
                    <a16:creationId xmlns:a16="http://schemas.microsoft.com/office/drawing/2014/main" id="{7B91F569-409C-D307-AAD7-2CED135597ED}"/>
                  </a:ext>
                </a:extLst>
              </p:cNvPr>
              <p:cNvSpPr/>
              <p:nvPr/>
            </p:nvSpPr>
            <p:spPr>
              <a:xfrm>
                <a:off x="4486207" y="5095475"/>
                <a:ext cx="362242" cy="337776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532DB48-98A0-312E-FF3D-5FC9271BA80C}"/>
                  </a:ext>
                </a:extLst>
              </p:cNvPr>
              <p:cNvSpPr/>
              <p:nvPr/>
            </p:nvSpPr>
            <p:spPr bwMode="auto">
              <a:xfrm>
                <a:off x="673140" y="5170578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烤肉、牛羊肉泡馍、酸汤水饺等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855C3DC-217C-D8E0-168C-4D7F38AB57D3}"/>
                  </a:ext>
                </a:extLst>
              </p:cNvPr>
              <p:cNvSpPr txBox="1"/>
              <p:nvPr/>
            </p:nvSpPr>
            <p:spPr bwMode="auto">
              <a:xfrm>
                <a:off x="673140" y="4757698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回民街的特色X吃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FC930E4-B66B-FEF9-DD66-BD6AD301C41D}"/>
                </a:ext>
              </a:extLst>
            </p:cNvPr>
            <p:cNvGrpSpPr/>
            <p:nvPr/>
          </p:nvGrpSpPr>
          <p:grpSpPr>
            <a:xfrm>
              <a:off x="7120338" y="4757698"/>
              <a:ext cx="4400150" cy="1382273"/>
              <a:chOff x="7120338" y="4757698"/>
              <a:chExt cx="4400150" cy="1382273"/>
            </a:xfrm>
          </p:grpSpPr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0E4635E5-A038-C9FA-0724-2D5AE864E9A0}"/>
                  </a:ext>
                </a:extLst>
              </p:cNvPr>
              <p:cNvSpPr/>
              <p:nvPr/>
            </p:nvSpPr>
            <p:spPr>
              <a:xfrm>
                <a:off x="7120338" y="4892970"/>
                <a:ext cx="742792" cy="74279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0" name="任意形状 9">
                <a:extLst>
                  <a:ext uri="{FF2B5EF4-FFF2-40B4-BE49-F238E27FC236}">
                    <a16:creationId xmlns:a16="http://schemas.microsoft.com/office/drawing/2014/main" id="{9E631C7F-9C4D-18BF-CFD4-DF496E775ABD}"/>
                  </a:ext>
                </a:extLst>
              </p:cNvPr>
              <p:cNvSpPr/>
              <p:nvPr/>
            </p:nvSpPr>
            <p:spPr>
              <a:xfrm>
                <a:off x="7310611" y="5095475"/>
                <a:ext cx="362242" cy="337776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3E2F5D1-5DB8-9BF8-70D6-3B80CE0ED651}"/>
                  </a:ext>
                </a:extLst>
              </p:cNvPr>
              <p:cNvSpPr/>
              <p:nvPr/>
            </p:nvSpPr>
            <p:spPr bwMode="auto">
              <a:xfrm>
                <a:off x="7897698" y="5170578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火锅、串串、麻辣烫等美食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82BE98E-B8E4-DE60-9597-92371BA1D28C}"/>
                  </a:ext>
                </a:extLst>
              </p:cNvPr>
              <p:cNvSpPr txBox="1"/>
              <p:nvPr/>
            </p:nvSpPr>
            <p:spPr bwMode="auto">
              <a:xfrm>
                <a:off x="7897698" y="4757698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大雁塔北广场美食推荐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6D979CA-4093-36A8-0013-E0F791992E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426761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美食街区</a:t>
            </a:r>
          </a:p>
        </p:txBody>
      </p:sp>
    </p:spTree>
    <p:extLst>
      <p:ext uri="{BB962C8B-B14F-4D97-AF65-F5344CB8AC3E}">
        <p14:creationId xmlns:p14="http://schemas.microsoft.com/office/powerpoint/2010/main" val="28993954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A8BBBC9-FD2D-F95F-BC83-0B2464509CE3}"/>
              </a:ext>
            </a:extLst>
          </p:cNvPr>
          <p:cNvGrpSpPr/>
          <p:nvPr/>
        </p:nvGrpSpPr>
        <p:grpSpPr>
          <a:xfrm>
            <a:off x="660401" y="2090334"/>
            <a:ext cx="10858500" cy="3748116"/>
            <a:chOff x="660400" y="738613"/>
            <a:chExt cx="10858500" cy="374811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BCA7A34-34B5-08D0-7AAE-6C1FC6A122E5}"/>
                </a:ext>
              </a:extLst>
            </p:cNvPr>
            <p:cNvGrpSpPr/>
            <p:nvPr/>
          </p:nvGrpSpPr>
          <p:grpSpPr>
            <a:xfrm>
              <a:off x="1074573" y="2398595"/>
              <a:ext cx="2332140" cy="2088134"/>
              <a:chOff x="1074573" y="2716095"/>
              <a:chExt cx="2332140" cy="2088134"/>
            </a:xfrm>
          </p:grpSpPr>
          <p:sp>
            <p:nvSpPr>
              <p:cNvPr id="25" name="圆角矩形 24">
                <a:extLst>
                  <a:ext uri="{FF2B5EF4-FFF2-40B4-BE49-F238E27FC236}">
                    <a16:creationId xmlns:a16="http://schemas.microsoft.com/office/drawing/2014/main" id="{2794F25A-A1A7-3C3E-AC82-E6AC19BC3B06}"/>
                  </a:ext>
                </a:extLst>
              </p:cNvPr>
              <p:cNvSpPr/>
              <p:nvPr/>
            </p:nvSpPr>
            <p:spPr>
              <a:xfrm>
                <a:off x="1435039" y="4470544"/>
                <a:ext cx="1540263" cy="333685"/>
              </a:xfrm>
              <a:prstGeom prst="roundRect">
                <a:avLst>
                  <a:gd name="adj" fmla="val 24473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01</a:t>
                </a:r>
                <a:endParaRPr lang="zh-CN" altLang="en-US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A2E40E9-8E20-43CE-8E76-F1726EE35710}"/>
                  </a:ext>
                </a:extLst>
              </p:cNvPr>
              <p:cNvSpPr txBox="1"/>
              <p:nvPr/>
            </p:nvSpPr>
            <p:spPr>
              <a:xfrm>
                <a:off x="1074573" y="3373372"/>
                <a:ext cx="2332140" cy="5252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传统美食的传承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985F54-5A75-3E9F-5CF3-0602440EFAD7}"/>
                  </a:ext>
                </a:extLst>
              </p:cNvPr>
              <p:cNvSpPr txBox="1"/>
              <p:nvPr/>
            </p:nvSpPr>
            <p:spPr>
              <a:xfrm>
                <a:off x="1074573" y="3898608"/>
                <a:ext cx="2332140" cy="44493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体验陕西特色风味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9A1BFB7-E835-85B8-5E28-CD00B0BD2B7F}"/>
                  </a:ext>
                </a:extLst>
              </p:cNvPr>
              <p:cNvSpPr/>
              <p:nvPr/>
            </p:nvSpPr>
            <p:spPr>
              <a:xfrm>
                <a:off x="1919056" y="2716095"/>
                <a:ext cx="572231" cy="572229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" name="任意形状 28">
                <a:extLst>
                  <a:ext uri="{FF2B5EF4-FFF2-40B4-BE49-F238E27FC236}">
                    <a16:creationId xmlns:a16="http://schemas.microsoft.com/office/drawing/2014/main" id="{F3036F51-C2D1-D306-0787-BE93E2C54F5D}"/>
                  </a:ext>
                </a:extLst>
              </p:cNvPr>
              <p:cNvSpPr/>
              <p:nvPr/>
            </p:nvSpPr>
            <p:spPr>
              <a:xfrm>
                <a:off x="2081016" y="2903276"/>
                <a:ext cx="248312" cy="206723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B4D9B27-DEAE-E619-D2FB-F8BF14D376BA}"/>
                </a:ext>
              </a:extLst>
            </p:cNvPr>
            <p:cNvGrpSpPr/>
            <p:nvPr/>
          </p:nvGrpSpPr>
          <p:grpSpPr>
            <a:xfrm>
              <a:off x="3638410" y="2398594"/>
              <a:ext cx="2332140" cy="2088135"/>
              <a:chOff x="3638410" y="2716094"/>
              <a:chExt cx="2332140" cy="2088135"/>
            </a:xfrm>
          </p:grpSpPr>
          <p:sp>
            <p:nvSpPr>
              <p:cNvPr id="20" name="圆角矩形 19">
                <a:extLst>
                  <a:ext uri="{FF2B5EF4-FFF2-40B4-BE49-F238E27FC236}">
                    <a16:creationId xmlns:a16="http://schemas.microsoft.com/office/drawing/2014/main" id="{3A5D7C14-49D6-EB2D-1AD7-484DA52B9723}"/>
                  </a:ext>
                </a:extLst>
              </p:cNvPr>
              <p:cNvSpPr/>
              <p:nvPr/>
            </p:nvSpPr>
            <p:spPr>
              <a:xfrm>
                <a:off x="4044891" y="4470544"/>
                <a:ext cx="1540263" cy="333685"/>
              </a:xfrm>
              <a:prstGeom prst="roundRect">
                <a:avLst>
                  <a:gd name="adj" fmla="val 24473"/>
                </a:avLst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02</a:t>
                </a:r>
                <a:endParaRPr lang="zh-CN" altLang="en-US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54EA11-BF37-814D-7C09-32BC249E73CD}"/>
                  </a:ext>
                </a:extLst>
              </p:cNvPr>
              <p:cNvSpPr txBox="1"/>
              <p:nvPr/>
            </p:nvSpPr>
            <p:spPr>
              <a:xfrm>
                <a:off x="3638410" y="3373372"/>
                <a:ext cx="2332140" cy="5252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秦镇米皮的美味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A4B00C4-52DF-2569-7F5E-CD1B135D99AE}"/>
                  </a:ext>
                </a:extLst>
              </p:cNvPr>
              <p:cNvSpPr txBox="1"/>
              <p:nvPr/>
            </p:nvSpPr>
            <p:spPr>
              <a:xfrm>
                <a:off x="3638410" y="3898608"/>
                <a:ext cx="2332140" cy="44493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软糯香辣，令人回味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1F7A2D58-EB99-A68E-0AE8-52612E0A20A2}"/>
                  </a:ext>
                </a:extLst>
              </p:cNvPr>
              <p:cNvSpPr/>
              <p:nvPr/>
            </p:nvSpPr>
            <p:spPr>
              <a:xfrm>
                <a:off x="4518363" y="2716094"/>
                <a:ext cx="572232" cy="572229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4" name="任意形状 23">
                <a:extLst>
                  <a:ext uri="{FF2B5EF4-FFF2-40B4-BE49-F238E27FC236}">
                    <a16:creationId xmlns:a16="http://schemas.microsoft.com/office/drawing/2014/main" id="{263AC206-19C2-81E7-D5B3-930BC73DB60C}"/>
                  </a:ext>
                </a:extLst>
              </p:cNvPr>
              <p:cNvSpPr/>
              <p:nvPr/>
            </p:nvSpPr>
            <p:spPr>
              <a:xfrm>
                <a:off x="4680322" y="2884697"/>
                <a:ext cx="248313" cy="243878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E69100E7-6862-1BEB-FB6A-F6B80CEA74BB}"/>
                </a:ext>
              </a:extLst>
            </p:cNvPr>
            <p:cNvSpPr/>
            <p:nvPr/>
          </p:nvSpPr>
          <p:spPr>
            <a:xfrm flipH="1">
              <a:off x="660400" y="1168609"/>
              <a:ext cx="122104" cy="754377"/>
            </a:xfrm>
            <a:prstGeom prst="roundRect">
              <a:avLst>
                <a:gd name="adj" fmla="val 44900"/>
              </a:avLst>
            </a:prstGeom>
            <a:solidFill>
              <a:schemeClr val="accent1">
                <a:alpha val="20000"/>
              </a:schemeClr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1400" b="1">
                <a:solidFill>
                  <a:schemeClr val="bg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8BC0D0C-0F04-9722-E479-1AC61FFDA092}"/>
                </a:ext>
              </a:extLst>
            </p:cNvPr>
            <p:cNvGrpSpPr/>
            <p:nvPr/>
          </p:nvGrpSpPr>
          <p:grpSpPr>
            <a:xfrm>
              <a:off x="6254623" y="2398594"/>
              <a:ext cx="2332140" cy="2088134"/>
              <a:chOff x="6254623" y="2716094"/>
              <a:chExt cx="2332140" cy="2088134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3238F270-961C-5FAA-9437-E8C9F5C896AE}"/>
                  </a:ext>
                </a:extLst>
              </p:cNvPr>
              <p:cNvSpPr/>
              <p:nvPr/>
            </p:nvSpPr>
            <p:spPr>
              <a:xfrm>
                <a:off x="6615089" y="4470543"/>
                <a:ext cx="1540263" cy="333685"/>
              </a:xfrm>
              <a:prstGeom prst="roundRect">
                <a:avLst>
                  <a:gd name="adj" fmla="val 24473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03</a:t>
                </a:r>
                <a:endParaRPr lang="zh-CN" altLang="en-US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E01569-0BB0-63BF-E87D-BBB7041C0DAA}"/>
                  </a:ext>
                </a:extLst>
              </p:cNvPr>
              <p:cNvSpPr txBox="1"/>
              <p:nvPr/>
            </p:nvSpPr>
            <p:spPr>
              <a:xfrm>
                <a:off x="6254623" y="3373371"/>
                <a:ext cx="2332140" cy="5252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多样的特色X吃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D9F0C08-F92E-2725-5685-916905F48621}"/>
                  </a:ext>
                </a:extLst>
              </p:cNvPr>
              <p:cNvSpPr txBox="1"/>
              <p:nvPr/>
            </p:nvSpPr>
            <p:spPr>
              <a:xfrm>
                <a:off x="6254623" y="3898607"/>
                <a:ext cx="2332140" cy="44493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尝遍各种地方特色美食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5A4A5456-ADEB-1492-04D3-8813D7117FE2}"/>
                  </a:ext>
                </a:extLst>
              </p:cNvPr>
              <p:cNvSpPr/>
              <p:nvPr/>
            </p:nvSpPr>
            <p:spPr>
              <a:xfrm>
                <a:off x="7099106" y="2716094"/>
                <a:ext cx="572231" cy="572229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5B36D68C-E481-9DCA-75B5-B1D617170325}"/>
                  </a:ext>
                </a:extLst>
              </p:cNvPr>
              <p:cNvSpPr/>
              <p:nvPr/>
            </p:nvSpPr>
            <p:spPr>
              <a:xfrm>
                <a:off x="7261066" y="2903275"/>
                <a:ext cx="248312" cy="206723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FEB17A8-F392-9D7D-503E-AA2FB3F8698F}"/>
                </a:ext>
              </a:extLst>
            </p:cNvPr>
            <p:cNvGrpSpPr/>
            <p:nvPr/>
          </p:nvGrpSpPr>
          <p:grpSpPr>
            <a:xfrm>
              <a:off x="8818460" y="2398593"/>
              <a:ext cx="2332140" cy="2088135"/>
              <a:chOff x="8818460" y="2716093"/>
              <a:chExt cx="2332140" cy="2088135"/>
            </a:xfrm>
          </p:grpSpPr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ACBE341A-C544-42BB-669A-B17C7340319D}"/>
                  </a:ext>
                </a:extLst>
              </p:cNvPr>
              <p:cNvSpPr/>
              <p:nvPr/>
            </p:nvSpPr>
            <p:spPr>
              <a:xfrm>
                <a:off x="9224941" y="4470543"/>
                <a:ext cx="1540263" cy="333685"/>
              </a:xfrm>
              <a:prstGeom prst="roundRect">
                <a:avLst>
                  <a:gd name="adj" fmla="val 24473"/>
                </a:avLst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04</a:t>
                </a:r>
                <a:endParaRPr lang="zh-CN" altLang="en-US" b="1">
                  <a:solidFill>
                    <a:srgbClr val="FFFFFF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05739CD-B8F8-1390-732B-58E68CC3D781}"/>
                  </a:ext>
                </a:extLst>
              </p:cNvPr>
              <p:cNvSpPr txBox="1"/>
              <p:nvPr/>
            </p:nvSpPr>
            <p:spPr>
              <a:xfrm>
                <a:off x="8818460" y="3373371"/>
                <a:ext cx="2332140" cy="5252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老孙家的招牌菜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78DF173-8359-72AF-8385-722F72B10AB7}"/>
                  </a:ext>
                </a:extLst>
              </p:cNvPr>
              <p:cNvSpPr txBox="1"/>
              <p:nvPr/>
            </p:nvSpPr>
            <p:spPr>
              <a:xfrm>
                <a:off x="8818460" y="3898607"/>
                <a:ext cx="2332140" cy="44493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羊肉泡馍，香飘四溢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9526F00-6D15-BF46-27D0-39BF7EE6B429}"/>
                  </a:ext>
                </a:extLst>
              </p:cNvPr>
              <p:cNvSpPr/>
              <p:nvPr/>
            </p:nvSpPr>
            <p:spPr>
              <a:xfrm>
                <a:off x="9698413" y="2716093"/>
                <a:ext cx="572232" cy="572229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4" name="任意形状 13">
                <a:extLst>
                  <a:ext uri="{FF2B5EF4-FFF2-40B4-BE49-F238E27FC236}">
                    <a16:creationId xmlns:a16="http://schemas.microsoft.com/office/drawing/2014/main" id="{CBA4FBB6-4A9C-41DF-2A7C-B41A1F4302A1}"/>
                  </a:ext>
                </a:extLst>
              </p:cNvPr>
              <p:cNvSpPr/>
              <p:nvPr/>
            </p:nvSpPr>
            <p:spPr>
              <a:xfrm>
                <a:off x="9860372" y="2884696"/>
                <a:ext cx="248313" cy="243878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E1A4143-7CFC-024D-BF22-80C13A33B729}"/>
                </a:ext>
              </a:extLst>
            </p:cNvPr>
            <p:cNvSpPr txBox="1"/>
            <p:nvPr/>
          </p:nvSpPr>
          <p:spPr>
            <a:xfrm>
              <a:off x="782504" y="738613"/>
              <a:ext cx="10736396" cy="830997"/>
            </a:xfrm>
            <a:prstGeom prst="rect">
              <a:avLst/>
            </a:prstGeom>
            <a:noFill/>
          </p:spPr>
          <p:txBody>
            <a:bodyPr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老孙家、秦镇、长安X吃等</a:t>
              </a:r>
              <a:endParaRPr lang="en-US" altLang="zh-CN" sz="2400" b="1"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C7AB6AF-F70B-5382-2894-519C30BFEF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486395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老字号餐馆</a:t>
            </a:r>
          </a:p>
        </p:txBody>
      </p:sp>
    </p:spTree>
    <p:extLst>
      <p:ext uri="{BB962C8B-B14F-4D97-AF65-F5344CB8AC3E}">
        <p14:creationId xmlns:p14="http://schemas.microsoft.com/office/powerpoint/2010/main" val="13642681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前, 蛋糕, 桌子, 大&#10;&#10;描述已自动生成">
            <a:extLst>
              <a:ext uri="{FF2B5EF4-FFF2-40B4-BE49-F238E27FC236}">
                <a16:creationId xmlns:a16="http://schemas.microsoft.com/office/drawing/2014/main" id="{34686C6D-1CA3-D7A1-56A5-A3F62A491ADA}"/>
              </a:ext>
            </a:extLst>
          </p:cNvPr>
          <p:cNvPicPr>
            <a:picLocks noChangeAspect="1"/>
          </p:cNvPicPr>
          <p:nvPr/>
        </p:nvPicPr>
        <p:blipFill>
          <a:blip r:embed="R55be258f6eb14a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1093306" y="3496685"/>
            <a:ext cx="10005391" cy="336131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000489" y="2513888"/>
            <a:ext cx="5004905" cy="887186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>
                <a:latin typeface="Times New Roman"/>
                <a:ea typeface="微软雅黑"/>
                <a:sym typeface="Times New Roman"/>
              </a:rPr>
              <a:t>西安旅游策划</a:t>
            </a:r>
            <a:endParaRPr lang="id-ID" altLang="zh-CN" sz="54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4294967295"/>
          </p:nvPr>
        </p:nvSpPr>
        <p:spPr>
          <a:xfrm>
            <a:off x="5000489" y="3604808"/>
            <a:ext cx="3832087" cy="522514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丰富旅游体验，提升旅游品质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760BEF-B340-D3EF-11CE-6CE396104D52}"/>
              </a:ext>
            </a:extLst>
          </p:cNvPr>
          <p:cNvGrpSpPr/>
          <p:nvPr/>
        </p:nvGrpSpPr>
        <p:grpSpPr>
          <a:xfrm>
            <a:off x="2965389" y="3582246"/>
            <a:ext cx="1822993" cy="459360"/>
            <a:chOff x="2689598" y="1751067"/>
            <a:chExt cx="4584784" cy="845365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20CDEC98-65E2-0195-AAB0-1DBC8A6E638D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4" name="副标题 8">
              <a:extLst>
                <a:ext uri="{FF2B5EF4-FFF2-40B4-BE49-F238E27FC236}">
                  <a16:creationId xmlns:a16="http://schemas.microsoft.com/office/drawing/2014/main" id="{4BC122A3-0B63-0E51-25EB-AB23E5282D47}"/>
                </a:ext>
              </a:extLst>
            </p:cNvPr>
            <p:cNvSpPr txBox="1"/>
            <p:nvPr/>
          </p:nvSpPr>
          <p:spPr>
            <a:xfrm>
              <a:off x="3312812" y="1796193"/>
              <a:ext cx="3961570" cy="80023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spc="300">
                  <a:latin typeface="Times New Roman"/>
                  <a:ea typeface="微软雅黑"/>
                  <a:sym typeface="Times New Roman"/>
                </a:rPr>
                <a:t>PART FOUR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7EA73-9549-9A96-B259-314CE69E2E34}"/>
              </a:ext>
            </a:extLst>
          </p:cNvPr>
          <p:cNvSpPr txBox="1"/>
          <p:nvPr/>
        </p:nvSpPr>
        <p:spPr>
          <a:xfrm>
            <a:off x="3100768" y="2480456"/>
            <a:ext cx="1623627" cy="988762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5400" b="1">
                <a:latin typeface="Times New Roman"/>
                <a:ea typeface="微软雅黑"/>
                <a:sym typeface="Times New Roman"/>
              </a:rPr>
              <a:t>04.</a:t>
            </a:r>
            <a:endParaRPr lang="zh-CN" altLang="en-US" sz="4000" b="1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80C0B6D1-0C0A-6486-0817-73992FA9C05D}"/>
              </a:ext>
            </a:extLst>
          </p:cNvPr>
          <p:cNvPicPr>
            <a:picLocks noChangeAspect="1"/>
          </p:cNvPicPr>
          <p:nvPr/>
        </p:nvPicPr>
        <p:blipFill>
          <a:blip r:embed="R55be258f6eb14a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71410" y="740081"/>
            <a:ext cx="4230401" cy="17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162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uild="p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1FCA8F8-C935-464A-D356-4A7C8167AD65}"/>
              </a:ext>
            </a:extLst>
          </p:cNvPr>
          <p:cNvGrpSpPr/>
          <p:nvPr/>
        </p:nvGrpSpPr>
        <p:grpSpPr>
          <a:xfrm>
            <a:off x="660401" y="1468230"/>
            <a:ext cx="10858500" cy="5003800"/>
            <a:chOff x="660400" y="1130300"/>
            <a:chExt cx="10858500" cy="5003800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83441245-2F7F-1C64-14D7-E6E3B0B836F7}"/>
                </a:ext>
              </a:extLst>
            </p:cNvPr>
            <p:cNvCxnSpPr/>
            <p:nvPr/>
          </p:nvCxnSpPr>
          <p:spPr>
            <a:xfrm>
              <a:off x="2182681" y="2848145"/>
              <a:ext cx="7826638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05DE7F38-E21E-AFB4-D688-341AB4008C71}"/>
                </a:ext>
              </a:extLst>
            </p:cNvPr>
            <p:cNvCxnSpPr/>
            <p:nvPr/>
          </p:nvCxnSpPr>
          <p:spPr>
            <a:xfrm flipH="1">
              <a:off x="2182682" y="2848145"/>
              <a:ext cx="0" cy="1249704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8B631780-8556-D237-15BA-81475B4038B3}"/>
                </a:ext>
              </a:extLst>
            </p:cNvPr>
            <p:cNvCxnSpPr/>
            <p:nvPr/>
          </p:nvCxnSpPr>
          <p:spPr>
            <a:xfrm flipH="1">
              <a:off x="10009320" y="2848145"/>
              <a:ext cx="0" cy="1249704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1673459-3742-B50D-6D8C-A0022CD5614A}"/>
                </a:ext>
              </a:extLst>
            </p:cNvPr>
            <p:cNvSpPr/>
            <p:nvPr/>
          </p:nvSpPr>
          <p:spPr>
            <a:xfrm>
              <a:off x="5248275" y="1912426"/>
              <a:ext cx="1695450" cy="1695450"/>
            </a:xfrm>
            <a:prstGeom prst="ellipse">
              <a:avLst/>
            </a:prstGeom>
            <a:blipFill>
              <a:blip r:embed="R1514bae4f1e14b3d"/>
              <a:stretch>
                <a:fillRect l="-25187" r="-24813"/>
              </a:stretch>
            </a:blipFill>
            <a:ln w="57150" cap="flat" cmpd="sng" algn="ctr">
              <a:solidFill>
                <a:schemeClr val="bg1">
                  <a:alpha val="63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6FB1905A-19F7-FAED-51BD-BDD01BC40DF4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>
              <a:off x="6096000" y="3607876"/>
              <a:ext cx="1" cy="489973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prstDash val="dash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840C3A2-2E47-B942-B310-1D0385CA709B}"/>
                </a:ext>
              </a:extLst>
            </p:cNvPr>
            <p:cNvGrpSpPr/>
            <p:nvPr/>
          </p:nvGrpSpPr>
          <p:grpSpPr>
            <a:xfrm>
              <a:off x="763456" y="4097849"/>
              <a:ext cx="10665088" cy="2036251"/>
              <a:chOff x="763456" y="4097849"/>
              <a:chExt cx="10665088" cy="2036251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080BC4E3-1736-401B-869D-33E26ABC34F6}"/>
                  </a:ext>
                </a:extLst>
              </p:cNvPr>
              <p:cNvGrpSpPr/>
              <p:nvPr/>
            </p:nvGrpSpPr>
            <p:grpSpPr>
              <a:xfrm>
                <a:off x="763456" y="4097849"/>
                <a:ext cx="2838450" cy="2036251"/>
                <a:chOff x="763456" y="4097849"/>
                <a:chExt cx="2838450" cy="2036251"/>
              </a:xfrm>
            </p:grpSpPr>
            <p:grpSp>
              <p:nvGrpSpPr>
                <p:cNvPr id="26" name="组合 25">
                  <a:extLst>
                    <a:ext uri="{FF2B5EF4-FFF2-40B4-BE49-F238E27FC236}">
                      <a16:creationId xmlns:a16="http://schemas.microsoft.com/office/drawing/2014/main" id="{B02B747D-E9B3-8038-A21D-73AB86DD4FAD}"/>
                    </a:ext>
                  </a:extLst>
                </p:cNvPr>
                <p:cNvGrpSpPr/>
                <p:nvPr/>
              </p:nvGrpSpPr>
              <p:grpSpPr>
                <a:xfrm>
                  <a:off x="1743874" y="4097849"/>
                  <a:ext cx="877615" cy="877615"/>
                  <a:chOff x="1743874" y="4097849"/>
                  <a:chExt cx="877615" cy="877615"/>
                </a:xfrm>
              </p:grpSpPr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5E43F285-BCC5-4D12-D622-055B7A1B94CF}"/>
                      </a:ext>
                    </a:extLst>
                  </p:cNvPr>
                  <p:cNvSpPr/>
                  <p:nvPr/>
                </p:nvSpPr>
                <p:spPr>
                  <a:xfrm>
                    <a:off x="1743874" y="4097849"/>
                    <a:ext cx="877615" cy="87761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noFill/>
                  </a:ln>
                  <a:effectLst>
                    <a:outerShdw blurRad="254000" dist="127000" dir="2700000" algn="tl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anchor="ctr"/>
                  <a:lstStyle/>
                  <a:p>
                    <a:pPr algn="ctr"/>
                    <a:endParaRPr>
                      <a:solidFill>
                        <a:schemeClr val="tx1"/>
                      </a:solidFill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31" name="任意形状 30">
                    <a:extLst>
                      <a:ext uri="{FF2B5EF4-FFF2-40B4-BE49-F238E27FC236}">
                        <a16:creationId xmlns:a16="http://schemas.microsoft.com/office/drawing/2014/main" id="{49E83CD1-8B18-428E-1DD5-C6B0811B9D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70224" y="4334179"/>
                    <a:ext cx="424916" cy="404957"/>
                  </a:xfrm>
                  <a:custGeom>
                    <a:avLst/>
                    <a:gdLst>
                      <a:gd name="connsiteX0" fmla="*/ 522629 w 607599"/>
                      <a:gd name="connsiteY0" fmla="*/ 138873 h 579060"/>
                      <a:gd name="connsiteX1" fmla="*/ 559929 w 607599"/>
                      <a:gd name="connsiteY1" fmla="*/ 181354 h 579060"/>
                      <a:gd name="connsiteX2" fmla="*/ 606397 w 607599"/>
                      <a:gd name="connsiteY2" fmla="*/ 313952 h 579060"/>
                      <a:gd name="connsiteX3" fmla="*/ 593044 w 607599"/>
                      <a:gd name="connsiteY3" fmla="*/ 341592 h 579060"/>
                      <a:gd name="connsiteX4" fmla="*/ 565359 w 607599"/>
                      <a:gd name="connsiteY4" fmla="*/ 328350 h 579060"/>
                      <a:gd name="connsiteX5" fmla="*/ 527436 w 607599"/>
                      <a:gd name="connsiteY5" fmla="*/ 220014 h 579060"/>
                      <a:gd name="connsiteX6" fmla="*/ 558237 w 607599"/>
                      <a:gd name="connsiteY6" fmla="*/ 381407 h 579060"/>
                      <a:gd name="connsiteX7" fmla="*/ 546398 w 607599"/>
                      <a:gd name="connsiteY7" fmla="*/ 395715 h 579060"/>
                      <a:gd name="connsiteX8" fmla="*/ 529840 w 607599"/>
                      <a:gd name="connsiteY8" fmla="*/ 395715 h 579060"/>
                      <a:gd name="connsiteX9" fmla="*/ 529840 w 607599"/>
                      <a:gd name="connsiteY9" fmla="*/ 553020 h 579060"/>
                      <a:gd name="connsiteX10" fmla="*/ 503757 w 607599"/>
                      <a:gd name="connsiteY10" fmla="*/ 579060 h 579060"/>
                      <a:gd name="connsiteX11" fmla="*/ 477674 w 607599"/>
                      <a:gd name="connsiteY11" fmla="*/ 553020 h 579060"/>
                      <a:gd name="connsiteX12" fmla="*/ 477674 w 607599"/>
                      <a:gd name="connsiteY12" fmla="*/ 395715 h 579060"/>
                      <a:gd name="connsiteX13" fmla="*/ 466457 w 607599"/>
                      <a:gd name="connsiteY13" fmla="*/ 395715 h 579060"/>
                      <a:gd name="connsiteX14" fmla="*/ 466457 w 607599"/>
                      <a:gd name="connsiteY14" fmla="*/ 553020 h 579060"/>
                      <a:gd name="connsiteX15" fmla="*/ 440375 w 607599"/>
                      <a:gd name="connsiteY15" fmla="*/ 579060 h 579060"/>
                      <a:gd name="connsiteX16" fmla="*/ 414292 w 607599"/>
                      <a:gd name="connsiteY16" fmla="*/ 553020 h 579060"/>
                      <a:gd name="connsiteX17" fmla="*/ 414292 w 607599"/>
                      <a:gd name="connsiteY17" fmla="*/ 395715 h 579060"/>
                      <a:gd name="connsiteX18" fmla="*/ 397734 w 607599"/>
                      <a:gd name="connsiteY18" fmla="*/ 395715 h 579060"/>
                      <a:gd name="connsiteX19" fmla="*/ 386339 w 607599"/>
                      <a:gd name="connsiteY19" fmla="*/ 387628 h 579060"/>
                      <a:gd name="connsiteX20" fmla="*/ 386339 w 607599"/>
                      <a:gd name="connsiteY20" fmla="*/ 374919 h 579060"/>
                      <a:gd name="connsiteX21" fmla="*/ 396933 w 607599"/>
                      <a:gd name="connsiteY21" fmla="*/ 376163 h 579060"/>
                      <a:gd name="connsiteX22" fmla="*/ 439217 w 607599"/>
                      <a:gd name="connsiteY22" fmla="*/ 344969 h 579060"/>
                      <a:gd name="connsiteX23" fmla="*/ 515152 w 607599"/>
                      <a:gd name="connsiteY23" fmla="*/ 344969 h 579060"/>
                      <a:gd name="connsiteX24" fmla="*/ 525567 w 607599"/>
                      <a:gd name="connsiteY24" fmla="*/ 332527 h 579060"/>
                      <a:gd name="connsiteX25" fmla="*/ 503579 w 607599"/>
                      <a:gd name="connsiteY25" fmla="*/ 192463 h 579060"/>
                      <a:gd name="connsiteX26" fmla="*/ 522629 w 607599"/>
                      <a:gd name="connsiteY26" fmla="*/ 138873 h 579060"/>
                      <a:gd name="connsiteX27" fmla="*/ 84824 w 607599"/>
                      <a:gd name="connsiteY27" fmla="*/ 138167 h 579060"/>
                      <a:gd name="connsiteX28" fmla="*/ 104227 w 607599"/>
                      <a:gd name="connsiteY28" fmla="*/ 192817 h 579060"/>
                      <a:gd name="connsiteX29" fmla="*/ 82421 w 607599"/>
                      <a:gd name="connsiteY29" fmla="*/ 331709 h 579060"/>
                      <a:gd name="connsiteX30" fmla="*/ 84735 w 607599"/>
                      <a:gd name="connsiteY30" fmla="*/ 340329 h 579060"/>
                      <a:gd name="connsiteX31" fmla="*/ 92924 w 607599"/>
                      <a:gd name="connsiteY31" fmla="*/ 344150 h 579060"/>
                      <a:gd name="connsiteX32" fmla="*/ 167956 w 607599"/>
                      <a:gd name="connsiteY32" fmla="*/ 344150 h 579060"/>
                      <a:gd name="connsiteX33" fmla="*/ 210234 w 607599"/>
                      <a:gd name="connsiteY33" fmla="*/ 376140 h 579060"/>
                      <a:gd name="connsiteX34" fmla="*/ 210323 w 607599"/>
                      <a:gd name="connsiteY34" fmla="*/ 376140 h 579060"/>
                      <a:gd name="connsiteX35" fmla="*/ 210412 w 607599"/>
                      <a:gd name="connsiteY35" fmla="*/ 376140 h 579060"/>
                      <a:gd name="connsiteX36" fmla="*/ 222072 w 607599"/>
                      <a:gd name="connsiteY36" fmla="*/ 374630 h 579060"/>
                      <a:gd name="connsiteX37" fmla="*/ 222072 w 607599"/>
                      <a:gd name="connsiteY37" fmla="*/ 380406 h 579060"/>
                      <a:gd name="connsiteX38" fmla="*/ 214862 w 607599"/>
                      <a:gd name="connsiteY38" fmla="*/ 393913 h 579060"/>
                      <a:gd name="connsiteX39" fmla="*/ 193679 w 607599"/>
                      <a:gd name="connsiteY39" fmla="*/ 394890 h 579060"/>
                      <a:gd name="connsiteX40" fmla="*/ 193679 w 607599"/>
                      <a:gd name="connsiteY40" fmla="*/ 552176 h 579060"/>
                      <a:gd name="connsiteX41" fmla="*/ 167600 w 607599"/>
                      <a:gd name="connsiteY41" fmla="*/ 578213 h 579060"/>
                      <a:gd name="connsiteX42" fmla="*/ 141521 w 607599"/>
                      <a:gd name="connsiteY42" fmla="*/ 552176 h 579060"/>
                      <a:gd name="connsiteX43" fmla="*/ 141521 w 607599"/>
                      <a:gd name="connsiteY43" fmla="*/ 394890 h 579060"/>
                      <a:gd name="connsiteX44" fmla="*/ 130306 w 607599"/>
                      <a:gd name="connsiteY44" fmla="*/ 394890 h 579060"/>
                      <a:gd name="connsiteX45" fmla="*/ 130306 w 607599"/>
                      <a:gd name="connsiteY45" fmla="*/ 552176 h 579060"/>
                      <a:gd name="connsiteX46" fmla="*/ 104227 w 607599"/>
                      <a:gd name="connsiteY46" fmla="*/ 578213 h 579060"/>
                      <a:gd name="connsiteX47" fmla="*/ 78148 w 607599"/>
                      <a:gd name="connsiteY47" fmla="*/ 552176 h 579060"/>
                      <a:gd name="connsiteX48" fmla="*/ 78148 w 607599"/>
                      <a:gd name="connsiteY48" fmla="*/ 394890 h 579060"/>
                      <a:gd name="connsiteX49" fmla="*/ 61593 w 607599"/>
                      <a:gd name="connsiteY49" fmla="*/ 394890 h 579060"/>
                      <a:gd name="connsiteX50" fmla="*/ 49755 w 607599"/>
                      <a:gd name="connsiteY50" fmla="*/ 380494 h 579060"/>
                      <a:gd name="connsiteX51" fmla="*/ 80819 w 607599"/>
                      <a:gd name="connsiteY51" fmla="*/ 217432 h 579060"/>
                      <a:gd name="connsiteX52" fmla="*/ 42190 w 607599"/>
                      <a:gd name="connsiteY52" fmla="*/ 327444 h 579060"/>
                      <a:gd name="connsiteX53" fmla="*/ 14509 w 607599"/>
                      <a:gd name="connsiteY53" fmla="*/ 340773 h 579060"/>
                      <a:gd name="connsiteX54" fmla="*/ 1247 w 607599"/>
                      <a:gd name="connsiteY54" fmla="*/ 313137 h 579060"/>
                      <a:gd name="connsiteX55" fmla="*/ 1247 w 607599"/>
                      <a:gd name="connsiteY55" fmla="*/ 312959 h 579060"/>
                      <a:gd name="connsiteX56" fmla="*/ 56965 w 607599"/>
                      <a:gd name="connsiteY56" fmla="*/ 160471 h 579060"/>
                      <a:gd name="connsiteX57" fmla="*/ 84824 w 607599"/>
                      <a:gd name="connsiteY57" fmla="*/ 138167 h 579060"/>
                      <a:gd name="connsiteX58" fmla="*/ 438346 w 607599"/>
                      <a:gd name="connsiteY58" fmla="*/ 137179 h 579060"/>
                      <a:gd name="connsiteX59" fmla="*/ 505242 w 607599"/>
                      <a:gd name="connsiteY59" fmla="*/ 137179 h 579060"/>
                      <a:gd name="connsiteX60" fmla="*/ 486383 w 607599"/>
                      <a:gd name="connsiteY60" fmla="*/ 190315 h 579060"/>
                      <a:gd name="connsiteX61" fmla="*/ 457205 w 607599"/>
                      <a:gd name="connsiteY61" fmla="*/ 190315 h 579060"/>
                      <a:gd name="connsiteX62" fmla="*/ 438346 w 607599"/>
                      <a:gd name="connsiteY62" fmla="*/ 137179 h 579060"/>
                      <a:gd name="connsiteX63" fmla="*/ 102173 w 607599"/>
                      <a:gd name="connsiteY63" fmla="*/ 136332 h 579060"/>
                      <a:gd name="connsiteX64" fmla="*/ 169069 w 607599"/>
                      <a:gd name="connsiteY64" fmla="*/ 136332 h 579060"/>
                      <a:gd name="connsiteX65" fmla="*/ 150210 w 607599"/>
                      <a:gd name="connsiteY65" fmla="*/ 189538 h 579060"/>
                      <a:gd name="connsiteX66" fmla="*/ 121032 w 607599"/>
                      <a:gd name="connsiteY66" fmla="*/ 189538 h 579060"/>
                      <a:gd name="connsiteX67" fmla="*/ 102173 w 607599"/>
                      <a:gd name="connsiteY67" fmla="*/ 136332 h 579060"/>
                      <a:gd name="connsiteX68" fmla="*/ 242598 w 607599"/>
                      <a:gd name="connsiteY68" fmla="*/ 109941 h 579060"/>
                      <a:gd name="connsiteX69" fmla="*/ 262356 w 607599"/>
                      <a:gd name="connsiteY69" fmla="*/ 109941 h 579060"/>
                      <a:gd name="connsiteX70" fmla="*/ 303921 w 607599"/>
                      <a:gd name="connsiteY70" fmla="*/ 199712 h 579060"/>
                      <a:gd name="connsiteX71" fmla="*/ 345486 w 607599"/>
                      <a:gd name="connsiteY71" fmla="*/ 109941 h 579060"/>
                      <a:gd name="connsiteX72" fmla="*/ 365867 w 607599"/>
                      <a:gd name="connsiteY72" fmla="*/ 109941 h 579060"/>
                      <a:gd name="connsiteX73" fmla="*/ 420070 w 607599"/>
                      <a:gd name="connsiteY73" fmla="*/ 163804 h 579060"/>
                      <a:gd name="connsiteX74" fmla="*/ 419892 w 607599"/>
                      <a:gd name="connsiteY74" fmla="*/ 332148 h 579060"/>
                      <a:gd name="connsiteX75" fmla="*/ 397018 w 607599"/>
                      <a:gd name="connsiteY75" fmla="*/ 354990 h 579060"/>
                      <a:gd name="connsiteX76" fmla="*/ 374056 w 607599"/>
                      <a:gd name="connsiteY76" fmla="*/ 332059 h 579060"/>
                      <a:gd name="connsiteX77" fmla="*/ 374234 w 607599"/>
                      <a:gd name="connsiteY77" fmla="*/ 163982 h 579060"/>
                      <a:gd name="connsiteX78" fmla="*/ 369338 w 607599"/>
                      <a:gd name="connsiteY78" fmla="*/ 159271 h 579060"/>
                      <a:gd name="connsiteX79" fmla="*/ 364621 w 607599"/>
                      <a:gd name="connsiteY79" fmla="*/ 164071 h 579060"/>
                      <a:gd name="connsiteX80" fmla="*/ 365155 w 607599"/>
                      <a:gd name="connsiteY80" fmla="*/ 548843 h 579060"/>
                      <a:gd name="connsiteX81" fmla="*/ 337653 w 607599"/>
                      <a:gd name="connsiteY81" fmla="*/ 576308 h 579060"/>
                      <a:gd name="connsiteX82" fmla="*/ 310151 w 607599"/>
                      <a:gd name="connsiteY82" fmla="*/ 548843 h 579060"/>
                      <a:gd name="connsiteX83" fmla="*/ 310151 w 607599"/>
                      <a:gd name="connsiteY83" fmla="*/ 329303 h 579060"/>
                      <a:gd name="connsiteX84" fmla="*/ 298225 w 607599"/>
                      <a:gd name="connsiteY84" fmla="*/ 329303 h 579060"/>
                      <a:gd name="connsiteX85" fmla="*/ 298225 w 607599"/>
                      <a:gd name="connsiteY85" fmla="*/ 548843 h 579060"/>
                      <a:gd name="connsiteX86" fmla="*/ 270723 w 607599"/>
                      <a:gd name="connsiteY86" fmla="*/ 576308 h 579060"/>
                      <a:gd name="connsiteX87" fmla="*/ 243221 w 607599"/>
                      <a:gd name="connsiteY87" fmla="*/ 548843 h 579060"/>
                      <a:gd name="connsiteX88" fmla="*/ 243221 w 607599"/>
                      <a:gd name="connsiteY88" fmla="*/ 164071 h 579060"/>
                      <a:gd name="connsiteX89" fmla="*/ 238771 w 607599"/>
                      <a:gd name="connsiteY89" fmla="*/ 159537 h 579060"/>
                      <a:gd name="connsiteX90" fmla="*/ 234142 w 607599"/>
                      <a:gd name="connsiteY90" fmla="*/ 163982 h 579060"/>
                      <a:gd name="connsiteX91" fmla="*/ 234142 w 607599"/>
                      <a:gd name="connsiteY91" fmla="*/ 164071 h 579060"/>
                      <a:gd name="connsiteX92" fmla="*/ 233341 w 607599"/>
                      <a:gd name="connsiteY92" fmla="*/ 332236 h 579060"/>
                      <a:gd name="connsiteX93" fmla="*/ 210379 w 607599"/>
                      <a:gd name="connsiteY93" fmla="*/ 354990 h 579060"/>
                      <a:gd name="connsiteX94" fmla="*/ 210290 w 607599"/>
                      <a:gd name="connsiteY94" fmla="*/ 354990 h 579060"/>
                      <a:gd name="connsiteX95" fmla="*/ 187505 w 607599"/>
                      <a:gd name="connsiteY95" fmla="*/ 331970 h 579060"/>
                      <a:gd name="connsiteX96" fmla="*/ 188306 w 607599"/>
                      <a:gd name="connsiteY96" fmla="*/ 163804 h 579060"/>
                      <a:gd name="connsiteX97" fmla="*/ 242598 w 607599"/>
                      <a:gd name="connsiteY97" fmla="*/ 109941 h 579060"/>
                      <a:gd name="connsiteX98" fmla="*/ 284871 w 607599"/>
                      <a:gd name="connsiteY98" fmla="*/ 98486 h 579060"/>
                      <a:gd name="connsiteX99" fmla="*/ 304192 w 607599"/>
                      <a:gd name="connsiteY99" fmla="*/ 109331 h 579060"/>
                      <a:gd name="connsiteX100" fmla="*/ 323514 w 607599"/>
                      <a:gd name="connsiteY100" fmla="*/ 98486 h 579060"/>
                      <a:gd name="connsiteX101" fmla="*/ 329746 w 607599"/>
                      <a:gd name="connsiteY101" fmla="*/ 102042 h 579060"/>
                      <a:gd name="connsiteX102" fmla="*/ 329746 w 607599"/>
                      <a:gd name="connsiteY102" fmla="*/ 125954 h 579060"/>
                      <a:gd name="connsiteX103" fmla="*/ 323514 w 607599"/>
                      <a:gd name="connsiteY103" fmla="*/ 129510 h 579060"/>
                      <a:gd name="connsiteX104" fmla="*/ 304192 w 607599"/>
                      <a:gd name="connsiteY104" fmla="*/ 118487 h 579060"/>
                      <a:gd name="connsiteX105" fmla="*/ 284871 w 607599"/>
                      <a:gd name="connsiteY105" fmla="*/ 129510 h 579060"/>
                      <a:gd name="connsiteX106" fmla="*/ 278727 w 607599"/>
                      <a:gd name="connsiteY106" fmla="*/ 125954 h 579060"/>
                      <a:gd name="connsiteX107" fmla="*/ 278727 w 607599"/>
                      <a:gd name="connsiteY107" fmla="*/ 102042 h 579060"/>
                      <a:gd name="connsiteX108" fmla="*/ 284871 w 607599"/>
                      <a:gd name="connsiteY108" fmla="*/ 98486 h 579060"/>
                      <a:gd name="connsiteX109" fmla="*/ 472077 w 607599"/>
                      <a:gd name="connsiteY109" fmla="*/ 32883 h 579060"/>
                      <a:gd name="connsiteX110" fmla="*/ 517097 w 607599"/>
                      <a:gd name="connsiteY110" fmla="*/ 77868 h 579060"/>
                      <a:gd name="connsiteX111" fmla="*/ 472077 w 607599"/>
                      <a:gd name="connsiteY111" fmla="*/ 122854 h 579060"/>
                      <a:gd name="connsiteX112" fmla="*/ 427056 w 607599"/>
                      <a:gd name="connsiteY112" fmla="*/ 77868 h 579060"/>
                      <a:gd name="connsiteX113" fmla="*/ 472077 w 607599"/>
                      <a:gd name="connsiteY113" fmla="*/ 32883 h 579060"/>
                      <a:gd name="connsiteX114" fmla="*/ 135902 w 607599"/>
                      <a:gd name="connsiteY114" fmla="*/ 32107 h 579060"/>
                      <a:gd name="connsiteX115" fmla="*/ 180923 w 607599"/>
                      <a:gd name="connsiteY115" fmla="*/ 77092 h 579060"/>
                      <a:gd name="connsiteX116" fmla="*/ 135902 w 607599"/>
                      <a:gd name="connsiteY116" fmla="*/ 122078 h 579060"/>
                      <a:gd name="connsiteX117" fmla="*/ 90882 w 607599"/>
                      <a:gd name="connsiteY117" fmla="*/ 77092 h 579060"/>
                      <a:gd name="connsiteX118" fmla="*/ 135902 w 607599"/>
                      <a:gd name="connsiteY118" fmla="*/ 32107 h 579060"/>
                      <a:gd name="connsiteX119" fmla="*/ 304237 w 607599"/>
                      <a:gd name="connsiteY119" fmla="*/ 0 h 579060"/>
                      <a:gd name="connsiteX120" fmla="*/ 351763 w 607599"/>
                      <a:gd name="connsiteY120" fmla="*/ 47376 h 579060"/>
                      <a:gd name="connsiteX121" fmla="*/ 304237 w 607599"/>
                      <a:gd name="connsiteY121" fmla="*/ 94840 h 579060"/>
                      <a:gd name="connsiteX122" fmla="*/ 256711 w 607599"/>
                      <a:gd name="connsiteY122" fmla="*/ 47376 h 579060"/>
                      <a:gd name="connsiteX123" fmla="*/ 304237 w 607599"/>
                      <a:gd name="connsiteY123" fmla="*/ 0 h 579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</a:cxnLst>
                    <a:rect l="l" t="t" r="r" b="b"/>
                    <a:pathLst>
                      <a:path w="607599" h="579060">
                        <a:moveTo>
                          <a:pt x="522629" y="138873"/>
                        </a:moveTo>
                        <a:cubicBezTo>
                          <a:pt x="539276" y="143583"/>
                          <a:pt x="551828" y="157714"/>
                          <a:pt x="559929" y="181354"/>
                        </a:cubicBezTo>
                        <a:cubicBezTo>
                          <a:pt x="566160" y="199484"/>
                          <a:pt x="605952" y="312797"/>
                          <a:pt x="606397" y="313952"/>
                        </a:cubicBezTo>
                        <a:cubicBezTo>
                          <a:pt x="610314" y="325239"/>
                          <a:pt x="604350" y="337593"/>
                          <a:pt x="593044" y="341592"/>
                        </a:cubicBezTo>
                        <a:cubicBezTo>
                          <a:pt x="581739" y="345591"/>
                          <a:pt x="569365" y="339637"/>
                          <a:pt x="565359" y="328350"/>
                        </a:cubicBezTo>
                        <a:cubicBezTo>
                          <a:pt x="564113" y="324706"/>
                          <a:pt x="527436" y="220014"/>
                          <a:pt x="527436" y="220014"/>
                        </a:cubicBezTo>
                        <a:cubicBezTo>
                          <a:pt x="527436" y="220014"/>
                          <a:pt x="544617" y="310664"/>
                          <a:pt x="558237" y="381407"/>
                        </a:cubicBezTo>
                        <a:cubicBezTo>
                          <a:pt x="559662" y="388783"/>
                          <a:pt x="553964" y="395715"/>
                          <a:pt x="546398" y="395715"/>
                        </a:cubicBezTo>
                        <a:lnTo>
                          <a:pt x="529840" y="395715"/>
                        </a:lnTo>
                        <a:lnTo>
                          <a:pt x="529840" y="553020"/>
                        </a:lnTo>
                        <a:cubicBezTo>
                          <a:pt x="529840" y="567418"/>
                          <a:pt x="518178" y="579060"/>
                          <a:pt x="503757" y="579060"/>
                        </a:cubicBezTo>
                        <a:cubicBezTo>
                          <a:pt x="489336" y="579060"/>
                          <a:pt x="477674" y="567418"/>
                          <a:pt x="477674" y="553020"/>
                        </a:cubicBezTo>
                        <a:lnTo>
                          <a:pt x="477674" y="395715"/>
                        </a:lnTo>
                        <a:lnTo>
                          <a:pt x="466457" y="395715"/>
                        </a:lnTo>
                        <a:lnTo>
                          <a:pt x="466457" y="553020"/>
                        </a:lnTo>
                        <a:cubicBezTo>
                          <a:pt x="466457" y="567418"/>
                          <a:pt x="454796" y="579060"/>
                          <a:pt x="440375" y="579060"/>
                        </a:cubicBezTo>
                        <a:cubicBezTo>
                          <a:pt x="425953" y="579060"/>
                          <a:pt x="414292" y="567418"/>
                          <a:pt x="414292" y="553020"/>
                        </a:cubicBezTo>
                        <a:lnTo>
                          <a:pt x="414292" y="395715"/>
                        </a:lnTo>
                        <a:lnTo>
                          <a:pt x="397734" y="395715"/>
                        </a:lnTo>
                        <a:cubicBezTo>
                          <a:pt x="392838" y="395715"/>
                          <a:pt x="388120" y="392694"/>
                          <a:pt x="386339" y="387628"/>
                        </a:cubicBezTo>
                        <a:lnTo>
                          <a:pt x="386339" y="374919"/>
                        </a:lnTo>
                        <a:cubicBezTo>
                          <a:pt x="389544" y="375719"/>
                          <a:pt x="393283" y="376163"/>
                          <a:pt x="396933" y="376163"/>
                        </a:cubicBezTo>
                        <a:cubicBezTo>
                          <a:pt x="416873" y="376163"/>
                          <a:pt x="433698" y="363010"/>
                          <a:pt x="439217" y="344969"/>
                        </a:cubicBezTo>
                        <a:lnTo>
                          <a:pt x="515152" y="344969"/>
                        </a:lnTo>
                        <a:cubicBezTo>
                          <a:pt x="521650" y="344969"/>
                          <a:pt x="526724" y="339015"/>
                          <a:pt x="525567" y="332527"/>
                        </a:cubicBezTo>
                        <a:cubicBezTo>
                          <a:pt x="515508" y="272627"/>
                          <a:pt x="503579" y="192463"/>
                          <a:pt x="503579" y="192463"/>
                        </a:cubicBezTo>
                        <a:cubicBezTo>
                          <a:pt x="503579" y="192463"/>
                          <a:pt x="510879" y="171756"/>
                          <a:pt x="522629" y="138873"/>
                        </a:cubicBezTo>
                        <a:close/>
                        <a:moveTo>
                          <a:pt x="84824" y="138167"/>
                        </a:moveTo>
                        <a:cubicBezTo>
                          <a:pt x="89274" y="150608"/>
                          <a:pt x="104227" y="192817"/>
                          <a:pt x="104227" y="192817"/>
                        </a:cubicBezTo>
                        <a:cubicBezTo>
                          <a:pt x="104227" y="192817"/>
                          <a:pt x="99510" y="227474"/>
                          <a:pt x="82421" y="331709"/>
                        </a:cubicBezTo>
                        <a:cubicBezTo>
                          <a:pt x="81887" y="334819"/>
                          <a:pt x="82688" y="337929"/>
                          <a:pt x="84735" y="340329"/>
                        </a:cubicBezTo>
                        <a:cubicBezTo>
                          <a:pt x="86782" y="342728"/>
                          <a:pt x="89719" y="344150"/>
                          <a:pt x="92924" y="344150"/>
                        </a:cubicBezTo>
                        <a:lnTo>
                          <a:pt x="167956" y="344150"/>
                        </a:lnTo>
                        <a:cubicBezTo>
                          <a:pt x="173207" y="362544"/>
                          <a:pt x="190118" y="376051"/>
                          <a:pt x="210234" y="376140"/>
                        </a:cubicBezTo>
                        <a:lnTo>
                          <a:pt x="210323" y="376140"/>
                        </a:lnTo>
                        <a:lnTo>
                          <a:pt x="210412" y="376140"/>
                        </a:lnTo>
                        <a:cubicBezTo>
                          <a:pt x="214417" y="376140"/>
                          <a:pt x="218600" y="375518"/>
                          <a:pt x="222072" y="374630"/>
                        </a:cubicBezTo>
                        <a:lnTo>
                          <a:pt x="222072" y="380406"/>
                        </a:lnTo>
                        <a:cubicBezTo>
                          <a:pt x="222072" y="383338"/>
                          <a:pt x="223051" y="390536"/>
                          <a:pt x="214862" y="393913"/>
                        </a:cubicBezTo>
                        <a:cubicBezTo>
                          <a:pt x="212014" y="395157"/>
                          <a:pt x="211925" y="394890"/>
                          <a:pt x="193679" y="394890"/>
                        </a:cubicBezTo>
                        <a:lnTo>
                          <a:pt x="193679" y="552176"/>
                        </a:lnTo>
                        <a:cubicBezTo>
                          <a:pt x="193679" y="566572"/>
                          <a:pt x="182019" y="578213"/>
                          <a:pt x="167600" y="578213"/>
                        </a:cubicBezTo>
                        <a:cubicBezTo>
                          <a:pt x="153181" y="578213"/>
                          <a:pt x="141521" y="566572"/>
                          <a:pt x="141521" y="552176"/>
                        </a:cubicBezTo>
                        <a:lnTo>
                          <a:pt x="141521" y="394890"/>
                        </a:lnTo>
                        <a:lnTo>
                          <a:pt x="130306" y="394890"/>
                        </a:lnTo>
                        <a:lnTo>
                          <a:pt x="130306" y="552176"/>
                        </a:lnTo>
                        <a:cubicBezTo>
                          <a:pt x="130306" y="566572"/>
                          <a:pt x="118646" y="578213"/>
                          <a:pt x="104227" y="578213"/>
                        </a:cubicBezTo>
                        <a:cubicBezTo>
                          <a:pt x="89808" y="578213"/>
                          <a:pt x="78148" y="566572"/>
                          <a:pt x="78148" y="552176"/>
                        </a:cubicBezTo>
                        <a:lnTo>
                          <a:pt x="78148" y="394890"/>
                        </a:lnTo>
                        <a:lnTo>
                          <a:pt x="61593" y="394890"/>
                        </a:lnTo>
                        <a:cubicBezTo>
                          <a:pt x="54028" y="394890"/>
                          <a:pt x="48331" y="387959"/>
                          <a:pt x="49755" y="380494"/>
                        </a:cubicBezTo>
                        <a:cubicBezTo>
                          <a:pt x="67468" y="288789"/>
                          <a:pt x="80819" y="217432"/>
                          <a:pt x="80819" y="217432"/>
                        </a:cubicBezTo>
                        <a:cubicBezTo>
                          <a:pt x="80819" y="217432"/>
                          <a:pt x="43525" y="323800"/>
                          <a:pt x="42190" y="327444"/>
                        </a:cubicBezTo>
                        <a:cubicBezTo>
                          <a:pt x="38274" y="338729"/>
                          <a:pt x="25902" y="344772"/>
                          <a:pt x="14509" y="340773"/>
                        </a:cubicBezTo>
                        <a:cubicBezTo>
                          <a:pt x="3205" y="336774"/>
                          <a:pt x="-2758" y="324422"/>
                          <a:pt x="1247" y="313137"/>
                        </a:cubicBezTo>
                        <a:cubicBezTo>
                          <a:pt x="1247" y="313137"/>
                          <a:pt x="1247" y="313048"/>
                          <a:pt x="1247" y="312959"/>
                        </a:cubicBezTo>
                        <a:cubicBezTo>
                          <a:pt x="52337" y="167669"/>
                          <a:pt x="49844" y="171846"/>
                          <a:pt x="56965" y="160471"/>
                        </a:cubicBezTo>
                        <a:cubicBezTo>
                          <a:pt x="63729" y="149719"/>
                          <a:pt x="72719" y="141544"/>
                          <a:pt x="84824" y="138167"/>
                        </a:cubicBezTo>
                        <a:close/>
                        <a:moveTo>
                          <a:pt x="438346" y="137179"/>
                        </a:moveTo>
                        <a:lnTo>
                          <a:pt x="505242" y="137179"/>
                        </a:lnTo>
                        <a:cubicBezTo>
                          <a:pt x="498659" y="155572"/>
                          <a:pt x="492877" y="171922"/>
                          <a:pt x="486383" y="190315"/>
                        </a:cubicBezTo>
                        <a:lnTo>
                          <a:pt x="457205" y="190315"/>
                        </a:lnTo>
                        <a:cubicBezTo>
                          <a:pt x="454981" y="184095"/>
                          <a:pt x="439770" y="141089"/>
                          <a:pt x="438346" y="137179"/>
                        </a:cubicBezTo>
                        <a:close/>
                        <a:moveTo>
                          <a:pt x="102173" y="136332"/>
                        </a:moveTo>
                        <a:lnTo>
                          <a:pt x="169069" y="136332"/>
                        </a:lnTo>
                        <a:cubicBezTo>
                          <a:pt x="162486" y="154749"/>
                          <a:pt x="156704" y="171121"/>
                          <a:pt x="150210" y="189538"/>
                        </a:cubicBezTo>
                        <a:lnTo>
                          <a:pt x="121032" y="189538"/>
                        </a:lnTo>
                        <a:cubicBezTo>
                          <a:pt x="118808" y="183310"/>
                          <a:pt x="103596" y="140247"/>
                          <a:pt x="102173" y="136332"/>
                        </a:cubicBezTo>
                        <a:close/>
                        <a:moveTo>
                          <a:pt x="242598" y="109941"/>
                        </a:moveTo>
                        <a:lnTo>
                          <a:pt x="262356" y="109941"/>
                        </a:lnTo>
                        <a:lnTo>
                          <a:pt x="303921" y="199712"/>
                        </a:lnTo>
                        <a:lnTo>
                          <a:pt x="345486" y="109941"/>
                        </a:lnTo>
                        <a:lnTo>
                          <a:pt x="365867" y="109941"/>
                        </a:lnTo>
                        <a:cubicBezTo>
                          <a:pt x="395594" y="109941"/>
                          <a:pt x="419892" y="134117"/>
                          <a:pt x="420070" y="163804"/>
                        </a:cubicBezTo>
                        <a:lnTo>
                          <a:pt x="419892" y="332148"/>
                        </a:lnTo>
                        <a:cubicBezTo>
                          <a:pt x="419892" y="344769"/>
                          <a:pt x="409657" y="354990"/>
                          <a:pt x="397018" y="354990"/>
                        </a:cubicBezTo>
                        <a:cubicBezTo>
                          <a:pt x="384291" y="354990"/>
                          <a:pt x="374056" y="344680"/>
                          <a:pt x="374056" y="332059"/>
                        </a:cubicBezTo>
                        <a:lnTo>
                          <a:pt x="374234" y="163982"/>
                        </a:lnTo>
                        <a:cubicBezTo>
                          <a:pt x="374145" y="161315"/>
                          <a:pt x="372009" y="159271"/>
                          <a:pt x="369338" y="159271"/>
                        </a:cubicBezTo>
                        <a:cubicBezTo>
                          <a:pt x="366757" y="159271"/>
                          <a:pt x="364621" y="161404"/>
                          <a:pt x="364621" y="164071"/>
                        </a:cubicBezTo>
                        <a:cubicBezTo>
                          <a:pt x="364621" y="393565"/>
                          <a:pt x="365155" y="185580"/>
                          <a:pt x="365155" y="548843"/>
                        </a:cubicBezTo>
                        <a:cubicBezTo>
                          <a:pt x="365155" y="563953"/>
                          <a:pt x="352784" y="576308"/>
                          <a:pt x="337653" y="576308"/>
                        </a:cubicBezTo>
                        <a:cubicBezTo>
                          <a:pt x="322434" y="576308"/>
                          <a:pt x="310151" y="563953"/>
                          <a:pt x="310151" y="548843"/>
                        </a:cubicBezTo>
                        <a:lnTo>
                          <a:pt x="310151" y="329303"/>
                        </a:lnTo>
                        <a:lnTo>
                          <a:pt x="298225" y="329303"/>
                        </a:lnTo>
                        <a:lnTo>
                          <a:pt x="298225" y="548843"/>
                        </a:lnTo>
                        <a:cubicBezTo>
                          <a:pt x="298225" y="563953"/>
                          <a:pt x="285943" y="576308"/>
                          <a:pt x="270723" y="576308"/>
                        </a:cubicBezTo>
                        <a:cubicBezTo>
                          <a:pt x="255592" y="576308"/>
                          <a:pt x="243221" y="563953"/>
                          <a:pt x="243221" y="548843"/>
                        </a:cubicBezTo>
                        <a:lnTo>
                          <a:pt x="243221" y="164071"/>
                        </a:lnTo>
                        <a:cubicBezTo>
                          <a:pt x="243221" y="161582"/>
                          <a:pt x="241263" y="159537"/>
                          <a:pt x="238771" y="159537"/>
                        </a:cubicBezTo>
                        <a:cubicBezTo>
                          <a:pt x="236189" y="159537"/>
                          <a:pt x="234231" y="161493"/>
                          <a:pt x="234142" y="163982"/>
                        </a:cubicBezTo>
                        <a:lnTo>
                          <a:pt x="234142" y="164071"/>
                        </a:lnTo>
                        <a:lnTo>
                          <a:pt x="233341" y="332236"/>
                        </a:lnTo>
                        <a:cubicBezTo>
                          <a:pt x="233252" y="344858"/>
                          <a:pt x="223017" y="354990"/>
                          <a:pt x="210379" y="354990"/>
                        </a:cubicBezTo>
                        <a:lnTo>
                          <a:pt x="210290" y="354990"/>
                        </a:lnTo>
                        <a:cubicBezTo>
                          <a:pt x="197651" y="354901"/>
                          <a:pt x="187416" y="344591"/>
                          <a:pt x="187505" y="331970"/>
                        </a:cubicBezTo>
                        <a:lnTo>
                          <a:pt x="188306" y="163804"/>
                        </a:lnTo>
                        <a:cubicBezTo>
                          <a:pt x="188484" y="134117"/>
                          <a:pt x="212782" y="109941"/>
                          <a:pt x="242598" y="109941"/>
                        </a:cubicBezTo>
                        <a:close/>
                        <a:moveTo>
                          <a:pt x="284871" y="98486"/>
                        </a:moveTo>
                        <a:cubicBezTo>
                          <a:pt x="302501" y="108531"/>
                          <a:pt x="298672" y="106398"/>
                          <a:pt x="304192" y="109331"/>
                        </a:cubicBezTo>
                        <a:cubicBezTo>
                          <a:pt x="309802" y="106398"/>
                          <a:pt x="305973" y="108531"/>
                          <a:pt x="323514" y="98486"/>
                        </a:cubicBezTo>
                        <a:cubicBezTo>
                          <a:pt x="326274" y="96886"/>
                          <a:pt x="329746" y="98931"/>
                          <a:pt x="329746" y="102042"/>
                        </a:cubicBezTo>
                        <a:lnTo>
                          <a:pt x="329746" y="125954"/>
                        </a:lnTo>
                        <a:cubicBezTo>
                          <a:pt x="329746" y="129065"/>
                          <a:pt x="326274" y="131110"/>
                          <a:pt x="323514" y="129510"/>
                        </a:cubicBezTo>
                        <a:lnTo>
                          <a:pt x="304192" y="118487"/>
                        </a:lnTo>
                        <a:lnTo>
                          <a:pt x="284871" y="129510"/>
                        </a:lnTo>
                        <a:cubicBezTo>
                          <a:pt x="282200" y="131110"/>
                          <a:pt x="278727" y="129065"/>
                          <a:pt x="278727" y="125954"/>
                        </a:cubicBezTo>
                        <a:lnTo>
                          <a:pt x="278727" y="102042"/>
                        </a:lnTo>
                        <a:cubicBezTo>
                          <a:pt x="278727" y="98931"/>
                          <a:pt x="282200" y="96886"/>
                          <a:pt x="284871" y="98486"/>
                        </a:cubicBezTo>
                        <a:close/>
                        <a:moveTo>
                          <a:pt x="472077" y="32883"/>
                        </a:moveTo>
                        <a:cubicBezTo>
                          <a:pt x="496900" y="32883"/>
                          <a:pt x="517097" y="53064"/>
                          <a:pt x="517097" y="77868"/>
                        </a:cubicBezTo>
                        <a:cubicBezTo>
                          <a:pt x="517097" y="102851"/>
                          <a:pt x="496811" y="122854"/>
                          <a:pt x="472077" y="122854"/>
                        </a:cubicBezTo>
                        <a:cubicBezTo>
                          <a:pt x="447431" y="122854"/>
                          <a:pt x="427056" y="102851"/>
                          <a:pt x="427056" y="77868"/>
                        </a:cubicBezTo>
                        <a:cubicBezTo>
                          <a:pt x="427056" y="53064"/>
                          <a:pt x="447253" y="32883"/>
                          <a:pt x="472077" y="32883"/>
                        </a:cubicBezTo>
                        <a:close/>
                        <a:moveTo>
                          <a:pt x="135902" y="32107"/>
                        </a:moveTo>
                        <a:cubicBezTo>
                          <a:pt x="160726" y="32107"/>
                          <a:pt x="180923" y="52288"/>
                          <a:pt x="180923" y="77092"/>
                        </a:cubicBezTo>
                        <a:cubicBezTo>
                          <a:pt x="180923" y="102075"/>
                          <a:pt x="160548" y="122078"/>
                          <a:pt x="135902" y="122078"/>
                        </a:cubicBezTo>
                        <a:cubicBezTo>
                          <a:pt x="111257" y="122078"/>
                          <a:pt x="90882" y="102075"/>
                          <a:pt x="90882" y="77092"/>
                        </a:cubicBezTo>
                        <a:cubicBezTo>
                          <a:pt x="90882" y="52288"/>
                          <a:pt x="111079" y="32107"/>
                          <a:pt x="135902" y="32107"/>
                        </a:cubicBezTo>
                        <a:close/>
                        <a:moveTo>
                          <a:pt x="304237" y="0"/>
                        </a:moveTo>
                        <a:cubicBezTo>
                          <a:pt x="330492" y="0"/>
                          <a:pt x="351763" y="21243"/>
                          <a:pt x="351763" y="47376"/>
                        </a:cubicBezTo>
                        <a:cubicBezTo>
                          <a:pt x="351763" y="73685"/>
                          <a:pt x="330314" y="94840"/>
                          <a:pt x="304237" y="94840"/>
                        </a:cubicBezTo>
                        <a:cubicBezTo>
                          <a:pt x="278160" y="94840"/>
                          <a:pt x="256711" y="73685"/>
                          <a:pt x="256711" y="47376"/>
                        </a:cubicBezTo>
                        <a:cubicBezTo>
                          <a:pt x="256711" y="21243"/>
                          <a:pt x="277982" y="0"/>
                          <a:pt x="30423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/>
                </p:spPr>
                <p:txBody>
                  <a:bodyPr wrap="square" lIns="91440" tIns="45720" rIns="91440" bIns="4572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ctr"/>
                    <a:endParaRPr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</p:grp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B5C61A33-9CBA-95DA-B8A5-19D319E6D314}"/>
                    </a:ext>
                  </a:extLst>
                </p:cNvPr>
                <p:cNvGrpSpPr/>
                <p:nvPr/>
              </p:nvGrpSpPr>
              <p:grpSpPr>
                <a:xfrm>
                  <a:off x="763456" y="5067468"/>
                  <a:ext cx="2838450" cy="1066632"/>
                  <a:chOff x="763456" y="5067468"/>
                  <a:chExt cx="2838450" cy="1066632"/>
                </a:xfrm>
              </p:grpSpPr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2FFC5B88-EA93-58C0-C3F8-A634B6E7676B}"/>
                      </a:ext>
                    </a:extLst>
                  </p:cNvPr>
                  <p:cNvSpPr txBox="1"/>
                  <p:nvPr/>
                </p:nvSpPr>
                <p:spPr>
                  <a:xfrm>
                    <a:off x="763456" y="5475263"/>
                    <a:ext cx="2838450" cy="658837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t" anchorCtr="1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zh-CN" altLang="en-US" sz="1200">
                        <a:latin typeface="Times New Roman"/>
                        <a:ea typeface="微软雅黑"/>
                        <a:sym typeface="Times New Roman"/>
                      </a:rPr>
                      <a:t>感受古城魅力</a:t>
                    </a:r>
                    <a:endParaRPr lang="en-US" altLang="zh-CN" sz="1200"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79F32262-AB57-0E92-C675-C7A6FCE9B63C}"/>
                      </a:ext>
                    </a:extLst>
                  </p:cNvPr>
                  <p:cNvSpPr txBox="1"/>
                  <p:nvPr/>
                </p:nvSpPr>
                <p:spPr>
                  <a:xfrm>
                    <a:off x="763456" y="5067468"/>
                    <a:ext cx="2838450" cy="407861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b" anchorCtr="1">
                    <a:normAutofit/>
                  </a:bodyPr>
                  <a:lstStyle/>
                  <a:p>
                    <a:pPr algn="ctr">
                      <a:spcBef>
                        <a:spcPct val="0"/>
                      </a:spcBef>
                    </a:pPr>
                    <a:r>
                      <a:rPr lang="zh-CN" altLang="en-US" b="1">
                        <a:solidFill>
                          <a:sysClr val="windowText" lastClr="000000"/>
                        </a:solidFill>
                        <a:latin typeface="Times New Roman"/>
                        <a:ea typeface="微软雅黑"/>
                        <a:sym typeface="Times New Roman"/>
                      </a:rPr>
                      <a:t>古城墙夜游</a:t>
                    </a:r>
                  </a:p>
                </p:txBody>
              </p:sp>
            </p:grp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0383A4B-5747-7E2B-7015-CC9FA76B7758}"/>
                  </a:ext>
                </a:extLst>
              </p:cNvPr>
              <p:cNvGrpSpPr/>
              <p:nvPr/>
            </p:nvGrpSpPr>
            <p:grpSpPr>
              <a:xfrm>
                <a:off x="4676775" y="4097849"/>
                <a:ext cx="2838450" cy="2036251"/>
                <a:chOff x="4676775" y="4097849"/>
                <a:chExt cx="2838450" cy="2036251"/>
              </a:xfrm>
            </p:grpSpPr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79FDB2DE-C2E4-20A4-88AE-33760F50AE7B}"/>
                    </a:ext>
                  </a:extLst>
                </p:cNvPr>
                <p:cNvGrpSpPr/>
                <p:nvPr/>
              </p:nvGrpSpPr>
              <p:grpSpPr>
                <a:xfrm>
                  <a:off x="5657193" y="4097849"/>
                  <a:ext cx="877615" cy="877615"/>
                  <a:chOff x="5657193" y="4097849"/>
                  <a:chExt cx="877615" cy="877615"/>
                </a:xfrm>
              </p:grpSpPr>
              <p:sp>
                <p:nvSpPr>
                  <p:cNvPr id="24" name="椭圆 23">
                    <a:extLst>
                      <a:ext uri="{FF2B5EF4-FFF2-40B4-BE49-F238E27FC236}">
                        <a16:creationId xmlns:a16="http://schemas.microsoft.com/office/drawing/2014/main" id="{FA937925-63EB-3F09-78AB-DEB09DBCE961}"/>
                      </a:ext>
                    </a:extLst>
                  </p:cNvPr>
                  <p:cNvSpPr/>
                  <p:nvPr/>
                </p:nvSpPr>
                <p:spPr>
                  <a:xfrm>
                    <a:off x="5657193" y="4097849"/>
                    <a:ext cx="877615" cy="877615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38100">
                    <a:noFill/>
                  </a:ln>
                  <a:effectLst>
                    <a:outerShdw blurRad="254000" dist="127000" dir="2700000" algn="tl" rotWithShape="0">
                      <a:schemeClr val="accent2">
                        <a:alpha val="40000"/>
                      </a:schemeClr>
                    </a:outerShdw>
                  </a:effectLst>
                </p:spPr>
                <p:txBody>
                  <a:bodyPr anchor="ctr"/>
                  <a:lstStyle/>
                  <a:p>
                    <a:pPr algn="ctr"/>
                    <a:endParaRPr>
                      <a:solidFill>
                        <a:schemeClr val="tx1"/>
                      </a:solidFill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25" name="任意形状 24">
                    <a:extLst>
                      <a:ext uri="{FF2B5EF4-FFF2-40B4-BE49-F238E27FC236}">
                        <a16:creationId xmlns:a16="http://schemas.microsoft.com/office/drawing/2014/main" id="{8BF65536-EDD6-378F-AF4C-F8B8238FCB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840672" y="4302050"/>
                    <a:ext cx="510656" cy="469212"/>
                  </a:xfrm>
                  <a:custGeom>
                    <a:avLst/>
                    <a:gdLst>
                      <a:gd name="connsiteX0" fmla="*/ 373273 h 605239"/>
                      <a:gd name="connsiteY0" fmla="*/ 373273 h 605239"/>
                      <a:gd name="connsiteX1" fmla="*/ 373273 h 605239"/>
                      <a:gd name="connsiteY1" fmla="*/ 373273 h 605239"/>
                      <a:gd name="connsiteX2" fmla="*/ 373273 h 605239"/>
                      <a:gd name="connsiteY2" fmla="*/ 373273 h 605239"/>
                      <a:gd name="connsiteX3" fmla="*/ 373273 h 605239"/>
                      <a:gd name="connsiteY3" fmla="*/ 373273 h 605239"/>
                      <a:gd name="connsiteX4" fmla="*/ 373273 h 605239"/>
                      <a:gd name="connsiteY4" fmla="*/ 373273 h 605239"/>
                      <a:gd name="connsiteX5" fmla="*/ 373273 h 605239"/>
                      <a:gd name="connsiteY5" fmla="*/ 373273 h 605239"/>
                      <a:gd name="connsiteX6" fmla="*/ 373273 h 605239"/>
                      <a:gd name="connsiteY6" fmla="*/ 373273 h 605239"/>
                      <a:gd name="connsiteX7" fmla="*/ 373273 h 605239"/>
                      <a:gd name="connsiteY7" fmla="*/ 373273 h 605239"/>
                      <a:gd name="connsiteX8" fmla="*/ 373273 h 605239"/>
                      <a:gd name="connsiteY8" fmla="*/ 373273 h 605239"/>
                      <a:gd name="connsiteX9" fmla="*/ 373273 h 605239"/>
                      <a:gd name="connsiteY9" fmla="*/ 373273 h 605239"/>
                      <a:gd name="connsiteX10" fmla="*/ 373273 h 605239"/>
                      <a:gd name="connsiteY10" fmla="*/ 373273 h 605239"/>
                      <a:gd name="connsiteX11" fmla="*/ 373273 h 605239"/>
                      <a:gd name="connsiteY11" fmla="*/ 373273 h 605239"/>
                      <a:gd name="connsiteX12" fmla="*/ 373273 h 605239"/>
                      <a:gd name="connsiteY12" fmla="*/ 373273 h 605239"/>
                      <a:gd name="connsiteX13" fmla="*/ 373273 h 605239"/>
                      <a:gd name="connsiteY13" fmla="*/ 373273 h 605239"/>
                      <a:gd name="connsiteX14" fmla="*/ 373273 h 605239"/>
                      <a:gd name="connsiteY14" fmla="*/ 373273 h 605239"/>
                      <a:gd name="connsiteX15" fmla="*/ 373273 h 605239"/>
                      <a:gd name="connsiteY15" fmla="*/ 373273 h 605239"/>
                      <a:gd name="connsiteX16" fmla="*/ 373273 h 605239"/>
                      <a:gd name="connsiteY16" fmla="*/ 373273 h 605239"/>
                      <a:gd name="connsiteX17" fmla="*/ 373273 h 605239"/>
                      <a:gd name="connsiteY17" fmla="*/ 373273 h 605239"/>
                      <a:gd name="connsiteX18" fmla="*/ 373273 h 605239"/>
                      <a:gd name="connsiteY18" fmla="*/ 373273 h 605239"/>
                      <a:gd name="connsiteX19" fmla="*/ 373273 h 605239"/>
                      <a:gd name="connsiteY19" fmla="*/ 373273 h 605239"/>
                      <a:gd name="connsiteX20" fmla="*/ 373273 h 605239"/>
                      <a:gd name="connsiteY20" fmla="*/ 373273 h 605239"/>
                      <a:gd name="connsiteX21" fmla="*/ 373273 h 605239"/>
                      <a:gd name="connsiteY21" fmla="*/ 373273 h 605239"/>
                      <a:gd name="connsiteX22" fmla="*/ 373273 h 605239"/>
                      <a:gd name="connsiteY22" fmla="*/ 373273 h 605239"/>
                      <a:gd name="connsiteX23" fmla="*/ 373273 h 605239"/>
                      <a:gd name="connsiteY23" fmla="*/ 373273 h 605239"/>
                      <a:gd name="connsiteX24" fmla="*/ 373273 h 605239"/>
                      <a:gd name="connsiteY24" fmla="*/ 373273 h 605239"/>
                      <a:gd name="connsiteX25" fmla="*/ 373273 h 605239"/>
                      <a:gd name="connsiteY25" fmla="*/ 373273 h 605239"/>
                      <a:gd name="connsiteX26" fmla="*/ 373273 h 605239"/>
                      <a:gd name="connsiteY26" fmla="*/ 373273 h 605239"/>
                      <a:gd name="connsiteX27" fmla="*/ 373273 h 605239"/>
                      <a:gd name="connsiteY27" fmla="*/ 373273 h 605239"/>
                      <a:gd name="connsiteX28" fmla="*/ 373273 h 605239"/>
                      <a:gd name="connsiteY28" fmla="*/ 373273 h 605239"/>
                      <a:gd name="connsiteX29" fmla="*/ 373273 h 605239"/>
                      <a:gd name="connsiteY29" fmla="*/ 373273 h 605239"/>
                      <a:gd name="connsiteX30" fmla="*/ 373273 h 605239"/>
                      <a:gd name="connsiteY30" fmla="*/ 373273 h 605239"/>
                      <a:gd name="connsiteX31" fmla="*/ 373273 h 605239"/>
                      <a:gd name="connsiteY31" fmla="*/ 373273 h 605239"/>
                      <a:gd name="connsiteX32" fmla="*/ 373273 h 605239"/>
                      <a:gd name="connsiteY32" fmla="*/ 373273 h 605239"/>
                      <a:gd name="connsiteX33" fmla="*/ 373273 h 605239"/>
                      <a:gd name="connsiteY33" fmla="*/ 373273 h 605239"/>
                      <a:gd name="connsiteX34" fmla="*/ 373273 h 605239"/>
                      <a:gd name="connsiteY34" fmla="*/ 373273 h 605239"/>
                      <a:gd name="connsiteX35" fmla="*/ 373273 h 605239"/>
                      <a:gd name="connsiteY35" fmla="*/ 373273 h 605239"/>
                      <a:gd name="connsiteX36" fmla="*/ 373273 h 605239"/>
                      <a:gd name="connsiteY36" fmla="*/ 373273 h 605239"/>
                      <a:gd name="connsiteX37" fmla="*/ 373273 h 605239"/>
                      <a:gd name="connsiteY37" fmla="*/ 373273 h 605239"/>
                      <a:gd name="connsiteX38" fmla="*/ 373273 h 605239"/>
                      <a:gd name="connsiteY38" fmla="*/ 373273 h 605239"/>
                      <a:gd name="connsiteX39" fmla="*/ 373273 h 605239"/>
                      <a:gd name="connsiteY39" fmla="*/ 373273 h 605239"/>
                      <a:gd name="connsiteX40" fmla="*/ 373273 h 605239"/>
                      <a:gd name="connsiteY40" fmla="*/ 373273 h 605239"/>
                      <a:gd name="connsiteX41" fmla="*/ 373273 h 605239"/>
                      <a:gd name="connsiteY41" fmla="*/ 373273 h 605239"/>
                      <a:gd name="connsiteX42" fmla="*/ 373273 h 605239"/>
                      <a:gd name="connsiteY42" fmla="*/ 373273 h 605239"/>
                      <a:gd name="connsiteX43" fmla="*/ 373273 h 605239"/>
                      <a:gd name="connsiteY43" fmla="*/ 373273 h 605239"/>
                      <a:gd name="connsiteX44" fmla="*/ 373273 h 605239"/>
                      <a:gd name="connsiteY44" fmla="*/ 373273 h 605239"/>
                      <a:gd name="connsiteX45" fmla="*/ 373273 h 605239"/>
                      <a:gd name="connsiteY45" fmla="*/ 373273 h 605239"/>
                      <a:gd name="connsiteX46" fmla="*/ 373273 h 605239"/>
                      <a:gd name="connsiteY46" fmla="*/ 373273 h 605239"/>
                      <a:gd name="connsiteX47" fmla="*/ 373273 h 605239"/>
                      <a:gd name="connsiteY47" fmla="*/ 373273 h 605239"/>
                      <a:gd name="connsiteX48" fmla="*/ 373273 h 605239"/>
                      <a:gd name="connsiteY48" fmla="*/ 373273 h 605239"/>
                      <a:gd name="connsiteX49" fmla="*/ 373273 h 605239"/>
                      <a:gd name="connsiteY49" fmla="*/ 373273 h 605239"/>
                      <a:gd name="connsiteX50" fmla="*/ 373273 h 605239"/>
                      <a:gd name="connsiteY50" fmla="*/ 373273 h 605239"/>
                      <a:gd name="connsiteX51" fmla="*/ 373273 h 605239"/>
                      <a:gd name="connsiteY51" fmla="*/ 373273 h 605239"/>
                      <a:gd name="connsiteX52" fmla="*/ 373273 h 605239"/>
                      <a:gd name="connsiteY52" fmla="*/ 373273 h 605239"/>
                      <a:gd name="connsiteX53" fmla="*/ 373273 h 605239"/>
                      <a:gd name="connsiteY53" fmla="*/ 373273 h 605239"/>
                      <a:gd name="connsiteX54" fmla="*/ 373273 h 605239"/>
                      <a:gd name="connsiteY54" fmla="*/ 373273 h 605239"/>
                      <a:gd name="connsiteX55" fmla="*/ 373273 h 605239"/>
                      <a:gd name="connsiteY55" fmla="*/ 373273 h 605239"/>
                      <a:gd name="connsiteX56" fmla="*/ 373273 h 605239"/>
                      <a:gd name="connsiteY56" fmla="*/ 373273 h 605239"/>
                      <a:gd name="connsiteX57" fmla="*/ 373273 h 605239"/>
                      <a:gd name="connsiteY57" fmla="*/ 373273 h 605239"/>
                      <a:gd name="connsiteX58" fmla="*/ 373273 h 605239"/>
                      <a:gd name="connsiteY58" fmla="*/ 373273 h 605239"/>
                      <a:gd name="connsiteX59" fmla="*/ 373273 h 605239"/>
                      <a:gd name="connsiteY59" fmla="*/ 373273 h 605239"/>
                      <a:gd name="connsiteX60" fmla="*/ 373273 h 605239"/>
                      <a:gd name="connsiteY60" fmla="*/ 373273 h 605239"/>
                      <a:gd name="connsiteX61" fmla="*/ 373273 h 605239"/>
                      <a:gd name="connsiteY61" fmla="*/ 373273 h 605239"/>
                      <a:gd name="connsiteX62" fmla="*/ 373273 h 605239"/>
                      <a:gd name="connsiteY62" fmla="*/ 373273 h 605239"/>
                      <a:gd name="connsiteX63" fmla="*/ 373273 h 605239"/>
                      <a:gd name="connsiteY63" fmla="*/ 373273 h 605239"/>
                      <a:gd name="connsiteX64" fmla="*/ 373273 h 605239"/>
                      <a:gd name="connsiteY64" fmla="*/ 373273 h 605239"/>
                      <a:gd name="connsiteX65" fmla="*/ 373273 h 605239"/>
                      <a:gd name="connsiteY65" fmla="*/ 373273 h 605239"/>
                      <a:gd name="connsiteX66" fmla="*/ 373273 h 605239"/>
                      <a:gd name="connsiteY66" fmla="*/ 373273 h 605239"/>
                      <a:gd name="connsiteX67" fmla="*/ 373273 h 605239"/>
                      <a:gd name="connsiteY67" fmla="*/ 373273 h 605239"/>
                      <a:gd name="connsiteX68" fmla="*/ 373273 h 605239"/>
                      <a:gd name="connsiteY68" fmla="*/ 373273 h 605239"/>
                      <a:gd name="connsiteX69" fmla="*/ 373273 h 605239"/>
                      <a:gd name="connsiteY69" fmla="*/ 373273 h 605239"/>
                      <a:gd name="connsiteX70" fmla="*/ 373273 h 605239"/>
                      <a:gd name="connsiteY70" fmla="*/ 373273 h 605239"/>
                      <a:gd name="connsiteX71" fmla="*/ 373273 h 605239"/>
                      <a:gd name="connsiteY71" fmla="*/ 373273 h 605239"/>
                      <a:gd name="connsiteX72" fmla="*/ 373273 h 605239"/>
                      <a:gd name="connsiteY72" fmla="*/ 373273 h 605239"/>
                      <a:gd name="connsiteX73" fmla="*/ 373273 h 605239"/>
                      <a:gd name="connsiteY73" fmla="*/ 373273 h 605239"/>
                      <a:gd name="connsiteX74" fmla="*/ 373273 h 605239"/>
                      <a:gd name="connsiteY74" fmla="*/ 373273 h 605239"/>
                      <a:gd name="connsiteX75" fmla="*/ 373273 h 605239"/>
                      <a:gd name="connsiteY75" fmla="*/ 373273 h 605239"/>
                      <a:gd name="connsiteX76" fmla="*/ 373273 h 605239"/>
                      <a:gd name="connsiteY76" fmla="*/ 373273 h 605239"/>
                      <a:gd name="connsiteX77" fmla="*/ 373273 h 605239"/>
                      <a:gd name="connsiteY77" fmla="*/ 373273 h 605239"/>
                      <a:gd name="connsiteX78" fmla="*/ 373273 h 605239"/>
                      <a:gd name="connsiteY78" fmla="*/ 373273 h 605239"/>
                      <a:gd name="connsiteX79" fmla="*/ 373273 h 605239"/>
                      <a:gd name="connsiteY79" fmla="*/ 373273 h 605239"/>
                      <a:gd name="connsiteX80" fmla="*/ 373273 h 605239"/>
                      <a:gd name="connsiteY80" fmla="*/ 373273 h 605239"/>
                      <a:gd name="connsiteX81" fmla="*/ 373273 h 605239"/>
                      <a:gd name="connsiteY81" fmla="*/ 373273 h 605239"/>
                      <a:gd name="connsiteX82" fmla="*/ 373273 h 605239"/>
                      <a:gd name="connsiteY82" fmla="*/ 373273 h 605239"/>
                      <a:gd name="connsiteX83" fmla="*/ 373273 h 605239"/>
                      <a:gd name="connsiteY83" fmla="*/ 373273 h 605239"/>
                      <a:gd name="connsiteX84" fmla="*/ 373273 h 605239"/>
                      <a:gd name="connsiteY84" fmla="*/ 373273 h 605239"/>
                      <a:gd name="connsiteX85" fmla="*/ 373273 h 605239"/>
                      <a:gd name="connsiteY85" fmla="*/ 373273 h 605239"/>
                      <a:gd name="connsiteX86" fmla="*/ 373273 h 605239"/>
                      <a:gd name="connsiteY86" fmla="*/ 373273 h 605239"/>
                      <a:gd name="connsiteX87" fmla="*/ 373273 h 605239"/>
                      <a:gd name="connsiteY87" fmla="*/ 373273 h 605239"/>
                      <a:gd name="connsiteX88" fmla="*/ 373273 h 605239"/>
                      <a:gd name="connsiteY88" fmla="*/ 373273 h 605239"/>
                      <a:gd name="connsiteX89" fmla="*/ 373273 h 605239"/>
                      <a:gd name="connsiteY89" fmla="*/ 373273 h 605239"/>
                      <a:gd name="connsiteX90" fmla="*/ 373273 h 605239"/>
                      <a:gd name="connsiteY90" fmla="*/ 373273 h 605239"/>
                      <a:gd name="connsiteX91" fmla="*/ 373273 h 605239"/>
                      <a:gd name="connsiteY91" fmla="*/ 373273 h 605239"/>
                      <a:gd name="connsiteX92" fmla="*/ 373273 h 605239"/>
                      <a:gd name="connsiteY92" fmla="*/ 373273 h 605239"/>
                      <a:gd name="connsiteX93" fmla="*/ 373273 h 605239"/>
                      <a:gd name="connsiteY93" fmla="*/ 373273 h 605239"/>
                      <a:gd name="connsiteX94" fmla="*/ 373273 h 605239"/>
                      <a:gd name="connsiteY94" fmla="*/ 373273 h 605239"/>
                      <a:gd name="connsiteX95" fmla="*/ 373273 h 605239"/>
                      <a:gd name="connsiteY95" fmla="*/ 373273 h 605239"/>
                      <a:gd name="connsiteX96" fmla="*/ 373273 h 605239"/>
                      <a:gd name="connsiteY96" fmla="*/ 373273 h 605239"/>
                      <a:gd name="connsiteX97" fmla="*/ 373273 h 605239"/>
                      <a:gd name="connsiteY97" fmla="*/ 373273 h 605239"/>
                      <a:gd name="connsiteX98" fmla="*/ 373273 h 605239"/>
                      <a:gd name="connsiteY98" fmla="*/ 373273 h 605239"/>
                      <a:gd name="connsiteX99" fmla="*/ 373273 h 605239"/>
                      <a:gd name="connsiteY99" fmla="*/ 373273 h 605239"/>
                      <a:gd name="connsiteX100" fmla="*/ 373273 h 605239"/>
                      <a:gd name="connsiteY100" fmla="*/ 373273 h 605239"/>
                      <a:gd name="connsiteX101" fmla="*/ 373273 h 605239"/>
                      <a:gd name="connsiteY101" fmla="*/ 373273 h 605239"/>
                      <a:gd name="connsiteX102" fmla="*/ 373273 h 605239"/>
                      <a:gd name="connsiteY102" fmla="*/ 373273 h 605239"/>
                      <a:gd name="connsiteX103" fmla="*/ 373273 h 605239"/>
                      <a:gd name="connsiteY103" fmla="*/ 373273 h 605239"/>
                      <a:gd name="connsiteX104" fmla="*/ 373273 h 605239"/>
                      <a:gd name="connsiteY104" fmla="*/ 373273 h 605239"/>
                      <a:gd name="connsiteX105" fmla="*/ 373273 h 605239"/>
                      <a:gd name="connsiteY105" fmla="*/ 373273 h 605239"/>
                      <a:gd name="connsiteX106" fmla="*/ 373273 h 605239"/>
                      <a:gd name="connsiteY106" fmla="*/ 373273 h 605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</a:cxnLst>
                    <a:rect l="l" t="t" r="r" b="b"/>
                    <a:pathLst>
                      <a:path w="608909" h="559493">
                        <a:moveTo>
                          <a:pt x="470180" y="272856"/>
                        </a:moveTo>
                        <a:lnTo>
                          <a:pt x="476019" y="272856"/>
                        </a:lnTo>
                        <a:lnTo>
                          <a:pt x="481953" y="272856"/>
                        </a:lnTo>
                        <a:cubicBezTo>
                          <a:pt x="509171" y="272856"/>
                          <a:pt x="531210" y="294963"/>
                          <a:pt x="531210" y="322056"/>
                        </a:cubicBezTo>
                        <a:lnTo>
                          <a:pt x="531210" y="376617"/>
                        </a:lnTo>
                        <a:cubicBezTo>
                          <a:pt x="531210" y="385084"/>
                          <a:pt x="526783" y="392609"/>
                          <a:pt x="520096" y="397031"/>
                        </a:cubicBezTo>
                        <a:lnTo>
                          <a:pt x="520096" y="449711"/>
                        </a:lnTo>
                        <a:cubicBezTo>
                          <a:pt x="520096" y="450558"/>
                          <a:pt x="520661" y="451498"/>
                          <a:pt x="521509" y="451875"/>
                        </a:cubicBezTo>
                        <a:cubicBezTo>
                          <a:pt x="528949" y="455450"/>
                          <a:pt x="565492" y="473888"/>
                          <a:pt x="599209" y="501639"/>
                        </a:cubicBezTo>
                        <a:cubicBezTo>
                          <a:pt x="605425" y="506625"/>
                          <a:pt x="608909" y="514150"/>
                          <a:pt x="608909" y="522052"/>
                        </a:cubicBezTo>
                        <a:lnTo>
                          <a:pt x="608909" y="559493"/>
                        </a:lnTo>
                        <a:lnTo>
                          <a:pt x="483083" y="559493"/>
                        </a:lnTo>
                        <a:lnTo>
                          <a:pt x="483083" y="515561"/>
                        </a:lnTo>
                        <a:cubicBezTo>
                          <a:pt x="483083" y="499475"/>
                          <a:pt x="476019" y="484424"/>
                          <a:pt x="463587" y="474264"/>
                        </a:cubicBezTo>
                        <a:cubicBezTo>
                          <a:pt x="453039" y="465609"/>
                          <a:pt x="442302" y="457707"/>
                          <a:pt x="431848" y="450558"/>
                        </a:cubicBezTo>
                        <a:cubicBezTo>
                          <a:pt x="431848" y="450370"/>
                          <a:pt x="431942" y="450087"/>
                          <a:pt x="431942" y="449711"/>
                        </a:cubicBezTo>
                        <a:lnTo>
                          <a:pt x="431942" y="397031"/>
                        </a:lnTo>
                        <a:cubicBezTo>
                          <a:pt x="425350" y="392609"/>
                          <a:pt x="420923" y="385084"/>
                          <a:pt x="420923" y="376617"/>
                        </a:cubicBezTo>
                        <a:lnTo>
                          <a:pt x="420923" y="322056"/>
                        </a:lnTo>
                        <a:cubicBezTo>
                          <a:pt x="420923" y="294775"/>
                          <a:pt x="443056" y="272856"/>
                          <a:pt x="470180" y="272856"/>
                        </a:cubicBezTo>
                        <a:close/>
                        <a:moveTo>
                          <a:pt x="127004" y="272856"/>
                        </a:moveTo>
                        <a:lnTo>
                          <a:pt x="132940" y="272856"/>
                        </a:lnTo>
                        <a:lnTo>
                          <a:pt x="138781" y="272856"/>
                        </a:lnTo>
                        <a:cubicBezTo>
                          <a:pt x="166104" y="272856"/>
                          <a:pt x="188057" y="294963"/>
                          <a:pt x="188057" y="322056"/>
                        </a:cubicBezTo>
                        <a:lnTo>
                          <a:pt x="188057" y="376617"/>
                        </a:lnTo>
                        <a:cubicBezTo>
                          <a:pt x="188057" y="385084"/>
                          <a:pt x="183629" y="392609"/>
                          <a:pt x="177033" y="397031"/>
                        </a:cubicBezTo>
                        <a:lnTo>
                          <a:pt x="177033" y="449711"/>
                        </a:lnTo>
                        <a:cubicBezTo>
                          <a:pt x="177033" y="449993"/>
                          <a:pt x="177128" y="450370"/>
                          <a:pt x="177128" y="450558"/>
                        </a:cubicBezTo>
                        <a:cubicBezTo>
                          <a:pt x="166670" y="457613"/>
                          <a:pt x="155929" y="465609"/>
                          <a:pt x="145376" y="474264"/>
                        </a:cubicBezTo>
                        <a:cubicBezTo>
                          <a:pt x="133034" y="484424"/>
                          <a:pt x="125874" y="499475"/>
                          <a:pt x="125874" y="515561"/>
                        </a:cubicBezTo>
                        <a:lnTo>
                          <a:pt x="125874" y="559493"/>
                        </a:lnTo>
                        <a:lnTo>
                          <a:pt x="0" y="559493"/>
                        </a:lnTo>
                        <a:lnTo>
                          <a:pt x="0" y="522052"/>
                        </a:lnTo>
                        <a:cubicBezTo>
                          <a:pt x="0" y="514150"/>
                          <a:pt x="3486" y="506625"/>
                          <a:pt x="9704" y="501639"/>
                        </a:cubicBezTo>
                        <a:cubicBezTo>
                          <a:pt x="43434" y="473888"/>
                          <a:pt x="79990" y="455450"/>
                          <a:pt x="87433" y="451875"/>
                        </a:cubicBezTo>
                        <a:cubicBezTo>
                          <a:pt x="88281" y="451498"/>
                          <a:pt x="88846" y="450558"/>
                          <a:pt x="88846" y="449711"/>
                        </a:cubicBezTo>
                        <a:lnTo>
                          <a:pt x="88846" y="397031"/>
                        </a:lnTo>
                        <a:cubicBezTo>
                          <a:pt x="82157" y="392609"/>
                          <a:pt x="77729" y="385084"/>
                          <a:pt x="77729" y="376617"/>
                        </a:cubicBezTo>
                        <a:lnTo>
                          <a:pt x="77729" y="322056"/>
                        </a:lnTo>
                        <a:cubicBezTo>
                          <a:pt x="77729" y="294775"/>
                          <a:pt x="99870" y="272856"/>
                          <a:pt x="127004" y="272856"/>
                        </a:cubicBezTo>
                        <a:close/>
                        <a:moveTo>
                          <a:pt x="297600" y="222543"/>
                        </a:moveTo>
                        <a:lnTo>
                          <a:pt x="304477" y="222543"/>
                        </a:lnTo>
                        <a:lnTo>
                          <a:pt x="311260" y="222543"/>
                        </a:lnTo>
                        <a:cubicBezTo>
                          <a:pt x="343291" y="222543"/>
                          <a:pt x="369198" y="248506"/>
                          <a:pt x="369198" y="280395"/>
                        </a:cubicBezTo>
                        <a:lnTo>
                          <a:pt x="369198" y="344455"/>
                        </a:lnTo>
                        <a:cubicBezTo>
                          <a:pt x="369198" y="354520"/>
                          <a:pt x="364017" y="363456"/>
                          <a:pt x="356198" y="368536"/>
                        </a:cubicBezTo>
                        <a:lnTo>
                          <a:pt x="356198" y="430432"/>
                        </a:lnTo>
                        <a:cubicBezTo>
                          <a:pt x="356198" y="431561"/>
                          <a:pt x="356857" y="432502"/>
                          <a:pt x="357893" y="433066"/>
                        </a:cubicBezTo>
                        <a:cubicBezTo>
                          <a:pt x="366655" y="437299"/>
                          <a:pt x="409520" y="459029"/>
                          <a:pt x="449275" y="491576"/>
                        </a:cubicBezTo>
                        <a:cubicBezTo>
                          <a:pt x="456435" y="497502"/>
                          <a:pt x="460580" y="506251"/>
                          <a:pt x="460580" y="515563"/>
                        </a:cubicBezTo>
                        <a:lnTo>
                          <a:pt x="460580" y="559493"/>
                        </a:lnTo>
                        <a:lnTo>
                          <a:pt x="304477" y="559493"/>
                        </a:lnTo>
                        <a:lnTo>
                          <a:pt x="148187" y="559493"/>
                        </a:lnTo>
                        <a:lnTo>
                          <a:pt x="148187" y="515563"/>
                        </a:lnTo>
                        <a:cubicBezTo>
                          <a:pt x="148187" y="506251"/>
                          <a:pt x="152332" y="497502"/>
                          <a:pt x="159492" y="491576"/>
                        </a:cubicBezTo>
                        <a:cubicBezTo>
                          <a:pt x="199342" y="459029"/>
                          <a:pt x="242206" y="437299"/>
                          <a:pt x="250967" y="433066"/>
                        </a:cubicBezTo>
                        <a:cubicBezTo>
                          <a:pt x="252004" y="432502"/>
                          <a:pt x="252569" y="431561"/>
                          <a:pt x="252569" y="430432"/>
                        </a:cubicBezTo>
                        <a:lnTo>
                          <a:pt x="252569" y="368536"/>
                        </a:lnTo>
                        <a:cubicBezTo>
                          <a:pt x="244844" y="363456"/>
                          <a:pt x="239663" y="354520"/>
                          <a:pt x="239663" y="344455"/>
                        </a:cubicBezTo>
                        <a:lnTo>
                          <a:pt x="239663" y="280395"/>
                        </a:lnTo>
                        <a:cubicBezTo>
                          <a:pt x="239663" y="248412"/>
                          <a:pt x="265664" y="222543"/>
                          <a:pt x="297600" y="222543"/>
                        </a:cubicBezTo>
                        <a:close/>
                        <a:moveTo>
                          <a:pt x="492495" y="40775"/>
                        </a:moveTo>
                        <a:cubicBezTo>
                          <a:pt x="488350" y="40775"/>
                          <a:pt x="487596" y="41528"/>
                          <a:pt x="487502" y="45854"/>
                        </a:cubicBezTo>
                        <a:lnTo>
                          <a:pt x="487502" y="51498"/>
                        </a:lnTo>
                        <a:cubicBezTo>
                          <a:pt x="487502" y="57142"/>
                          <a:pt x="487502" y="56953"/>
                          <a:pt x="482038" y="59023"/>
                        </a:cubicBezTo>
                        <a:cubicBezTo>
                          <a:pt x="469036" y="63726"/>
                          <a:pt x="460934" y="72661"/>
                          <a:pt x="460086" y="86864"/>
                        </a:cubicBezTo>
                        <a:cubicBezTo>
                          <a:pt x="459332" y="99374"/>
                          <a:pt x="465833" y="107934"/>
                          <a:pt x="476196" y="114048"/>
                        </a:cubicBezTo>
                        <a:cubicBezTo>
                          <a:pt x="482414" y="117810"/>
                          <a:pt x="489480" y="120068"/>
                          <a:pt x="496264" y="123078"/>
                        </a:cubicBezTo>
                        <a:cubicBezTo>
                          <a:pt x="498902" y="124206"/>
                          <a:pt x="501445" y="125617"/>
                          <a:pt x="503706" y="127310"/>
                        </a:cubicBezTo>
                        <a:cubicBezTo>
                          <a:pt x="510207" y="132578"/>
                          <a:pt x="508982" y="141513"/>
                          <a:pt x="501257" y="144900"/>
                        </a:cubicBezTo>
                        <a:cubicBezTo>
                          <a:pt x="497112" y="146781"/>
                          <a:pt x="492778" y="147157"/>
                          <a:pt x="488350" y="146687"/>
                        </a:cubicBezTo>
                        <a:cubicBezTo>
                          <a:pt x="481472" y="145746"/>
                          <a:pt x="474783" y="144053"/>
                          <a:pt x="468659" y="140761"/>
                        </a:cubicBezTo>
                        <a:cubicBezTo>
                          <a:pt x="464985" y="138880"/>
                          <a:pt x="463949" y="139350"/>
                          <a:pt x="462724" y="143301"/>
                        </a:cubicBezTo>
                        <a:cubicBezTo>
                          <a:pt x="461593" y="146687"/>
                          <a:pt x="460557" y="150167"/>
                          <a:pt x="459709" y="153553"/>
                        </a:cubicBezTo>
                        <a:cubicBezTo>
                          <a:pt x="458484" y="158162"/>
                          <a:pt x="458861" y="159291"/>
                          <a:pt x="463572" y="161548"/>
                        </a:cubicBezTo>
                        <a:cubicBezTo>
                          <a:pt x="469130" y="164370"/>
                          <a:pt x="475160" y="165687"/>
                          <a:pt x="481284" y="166722"/>
                        </a:cubicBezTo>
                        <a:cubicBezTo>
                          <a:pt x="486089" y="167474"/>
                          <a:pt x="486371" y="167568"/>
                          <a:pt x="486371" y="172647"/>
                        </a:cubicBezTo>
                        <a:lnTo>
                          <a:pt x="486371" y="179420"/>
                        </a:lnTo>
                        <a:cubicBezTo>
                          <a:pt x="486371" y="182147"/>
                          <a:pt x="487690" y="183934"/>
                          <a:pt x="490611" y="183934"/>
                        </a:cubicBezTo>
                        <a:cubicBezTo>
                          <a:pt x="493908" y="184029"/>
                          <a:pt x="497300" y="184029"/>
                          <a:pt x="500503" y="183934"/>
                        </a:cubicBezTo>
                        <a:cubicBezTo>
                          <a:pt x="503330" y="183934"/>
                          <a:pt x="504649" y="182430"/>
                          <a:pt x="504649" y="179608"/>
                        </a:cubicBezTo>
                        <a:cubicBezTo>
                          <a:pt x="504649" y="176504"/>
                          <a:pt x="504837" y="173494"/>
                          <a:pt x="504649" y="170390"/>
                        </a:cubicBezTo>
                        <a:cubicBezTo>
                          <a:pt x="504554" y="167192"/>
                          <a:pt x="505968" y="165687"/>
                          <a:pt x="508982" y="164840"/>
                        </a:cubicBezTo>
                        <a:cubicBezTo>
                          <a:pt x="515860" y="162959"/>
                          <a:pt x="521889" y="159197"/>
                          <a:pt x="526412" y="153647"/>
                        </a:cubicBezTo>
                        <a:cubicBezTo>
                          <a:pt x="538942" y="138221"/>
                          <a:pt x="534231" y="115835"/>
                          <a:pt x="516237" y="105865"/>
                        </a:cubicBezTo>
                        <a:cubicBezTo>
                          <a:pt x="510584" y="102761"/>
                          <a:pt x="504554" y="100503"/>
                          <a:pt x="498619" y="97964"/>
                        </a:cubicBezTo>
                        <a:cubicBezTo>
                          <a:pt x="495227" y="96647"/>
                          <a:pt x="492024" y="94860"/>
                          <a:pt x="489104" y="92602"/>
                        </a:cubicBezTo>
                        <a:cubicBezTo>
                          <a:pt x="483451" y="88087"/>
                          <a:pt x="484581" y="80657"/>
                          <a:pt x="491270" y="77835"/>
                        </a:cubicBezTo>
                        <a:cubicBezTo>
                          <a:pt x="493155" y="76894"/>
                          <a:pt x="495133" y="76706"/>
                          <a:pt x="497112" y="76518"/>
                        </a:cubicBezTo>
                        <a:cubicBezTo>
                          <a:pt x="504931" y="76142"/>
                          <a:pt x="512186" y="77553"/>
                          <a:pt x="519252" y="80939"/>
                        </a:cubicBezTo>
                        <a:cubicBezTo>
                          <a:pt x="522643" y="82538"/>
                          <a:pt x="523868" y="82067"/>
                          <a:pt x="524998" y="78399"/>
                        </a:cubicBezTo>
                        <a:cubicBezTo>
                          <a:pt x="526317" y="74543"/>
                          <a:pt x="527260" y="70686"/>
                          <a:pt x="528390" y="66736"/>
                        </a:cubicBezTo>
                        <a:cubicBezTo>
                          <a:pt x="529144" y="64102"/>
                          <a:pt x="528296" y="62503"/>
                          <a:pt x="525752" y="61374"/>
                        </a:cubicBezTo>
                        <a:cubicBezTo>
                          <a:pt x="521230" y="59399"/>
                          <a:pt x="516708" y="57988"/>
                          <a:pt x="511809" y="57236"/>
                        </a:cubicBezTo>
                        <a:cubicBezTo>
                          <a:pt x="505402" y="56201"/>
                          <a:pt x="505402" y="56201"/>
                          <a:pt x="505402" y="49805"/>
                        </a:cubicBezTo>
                        <a:cubicBezTo>
                          <a:pt x="505402" y="40775"/>
                          <a:pt x="505402" y="40775"/>
                          <a:pt x="496358" y="40775"/>
                        </a:cubicBezTo>
                        <a:close/>
                        <a:moveTo>
                          <a:pt x="496111" y="0"/>
                        </a:moveTo>
                        <a:cubicBezTo>
                          <a:pt x="524951" y="0"/>
                          <a:pt x="553781" y="10958"/>
                          <a:pt x="575779" y="32874"/>
                        </a:cubicBezTo>
                        <a:cubicBezTo>
                          <a:pt x="619776" y="76894"/>
                          <a:pt x="619776" y="148192"/>
                          <a:pt x="575779" y="192024"/>
                        </a:cubicBezTo>
                        <a:cubicBezTo>
                          <a:pt x="538754" y="229083"/>
                          <a:pt x="482226" y="234821"/>
                          <a:pt x="438982" y="209519"/>
                        </a:cubicBezTo>
                        <a:lnTo>
                          <a:pt x="438700" y="209237"/>
                        </a:lnTo>
                        <a:cubicBezTo>
                          <a:pt x="421742" y="222029"/>
                          <a:pt x="403559" y="224286"/>
                          <a:pt x="390840" y="222311"/>
                        </a:cubicBezTo>
                        <a:cubicBezTo>
                          <a:pt x="386600" y="221653"/>
                          <a:pt x="385752" y="215915"/>
                          <a:pt x="389615" y="214034"/>
                        </a:cubicBezTo>
                        <a:cubicBezTo>
                          <a:pt x="401297" y="208202"/>
                          <a:pt x="408552" y="196915"/>
                          <a:pt x="412886" y="187791"/>
                        </a:cubicBezTo>
                        <a:lnTo>
                          <a:pt x="411567" y="187038"/>
                        </a:lnTo>
                        <a:cubicBezTo>
                          <a:pt x="372374" y="142736"/>
                          <a:pt x="374070" y="75201"/>
                          <a:pt x="416371" y="32874"/>
                        </a:cubicBezTo>
                        <a:cubicBezTo>
                          <a:pt x="438417" y="10958"/>
                          <a:pt x="467270" y="0"/>
                          <a:pt x="49611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ctr"/>
                    <a:endParaRPr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</p:grpSp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EEB3A1AB-4881-599A-AC8A-89211AAF92DD}"/>
                    </a:ext>
                  </a:extLst>
                </p:cNvPr>
                <p:cNvGrpSpPr/>
                <p:nvPr/>
              </p:nvGrpSpPr>
              <p:grpSpPr>
                <a:xfrm>
                  <a:off x="4676775" y="5067468"/>
                  <a:ext cx="2838450" cy="1066632"/>
                  <a:chOff x="4676775" y="5067468"/>
                  <a:chExt cx="2838450" cy="1066632"/>
                </a:xfrm>
              </p:grpSpPr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2C95F81F-099F-696D-3446-3EF78DC23B62}"/>
                      </a:ext>
                    </a:extLst>
                  </p:cNvPr>
                  <p:cNvSpPr txBox="1"/>
                  <p:nvPr/>
                </p:nvSpPr>
                <p:spPr>
                  <a:xfrm>
                    <a:off x="4676775" y="5475263"/>
                    <a:ext cx="2838450" cy="658837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t" anchorCtr="1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zh-CN" altLang="en-US" sz="1200">
                        <a:latin typeface="Times New Roman"/>
                        <a:ea typeface="微软雅黑"/>
                        <a:sym typeface="Times New Roman"/>
                      </a:rPr>
                      <a:t>领略中华文明</a:t>
                    </a:r>
                    <a:endParaRPr lang="en-US" altLang="zh-CN" sz="1200"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3DB3F55B-ABF9-09EC-9DA7-15F6AD4185C0}"/>
                      </a:ext>
                    </a:extLst>
                  </p:cNvPr>
                  <p:cNvSpPr txBox="1"/>
                  <p:nvPr/>
                </p:nvSpPr>
                <p:spPr>
                  <a:xfrm>
                    <a:off x="4676775" y="5067468"/>
                    <a:ext cx="2838450" cy="407861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b" anchorCtr="1">
                    <a:normAutofit/>
                  </a:bodyPr>
                  <a:lstStyle/>
                  <a:p>
                    <a:pPr algn="ctr">
                      <a:spcBef>
                        <a:spcPct val="0"/>
                      </a:spcBef>
                    </a:pPr>
                    <a:r>
                      <a:rPr lang="zh-CN" altLang="en-US" b="1">
                        <a:solidFill>
                          <a:sysClr val="windowText" lastClr="000000"/>
                        </a:solidFill>
                        <a:latin typeface="Times New Roman"/>
                        <a:ea typeface="微软雅黑"/>
                        <a:sym typeface="Times New Roman"/>
                      </a:rPr>
                      <a:t>陕西历史博物馆</a:t>
                    </a:r>
                  </a:p>
                </p:txBody>
              </p:sp>
            </p:grp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3DF6D6FB-F9A0-262F-3114-580D9B5C7B3E}"/>
                  </a:ext>
                </a:extLst>
              </p:cNvPr>
              <p:cNvGrpSpPr/>
              <p:nvPr/>
            </p:nvGrpSpPr>
            <p:grpSpPr>
              <a:xfrm>
                <a:off x="8590094" y="4097849"/>
                <a:ext cx="2838450" cy="2036251"/>
                <a:chOff x="8590094" y="4097849"/>
                <a:chExt cx="2838450" cy="2036251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753A970B-57D2-DD07-3ED0-43140FDC3E6A}"/>
                    </a:ext>
                  </a:extLst>
                </p:cNvPr>
                <p:cNvGrpSpPr/>
                <p:nvPr/>
              </p:nvGrpSpPr>
              <p:grpSpPr>
                <a:xfrm>
                  <a:off x="9570512" y="4097849"/>
                  <a:ext cx="877615" cy="877615"/>
                  <a:chOff x="9570512" y="4097849"/>
                  <a:chExt cx="877615" cy="877615"/>
                </a:xfrm>
              </p:grpSpPr>
              <p:sp>
                <p:nvSpPr>
                  <p:cNvPr id="18" name="椭圆 17">
                    <a:extLst>
                      <a:ext uri="{FF2B5EF4-FFF2-40B4-BE49-F238E27FC236}">
                        <a16:creationId xmlns:a16="http://schemas.microsoft.com/office/drawing/2014/main" id="{4C84A165-51E4-2528-5D59-223DAAF992AE}"/>
                      </a:ext>
                    </a:extLst>
                  </p:cNvPr>
                  <p:cNvSpPr/>
                  <p:nvPr/>
                </p:nvSpPr>
                <p:spPr>
                  <a:xfrm>
                    <a:off x="9570512" y="4097849"/>
                    <a:ext cx="877615" cy="87761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noFill/>
                  </a:ln>
                  <a:effectLst>
                    <a:outerShdw blurRad="254000" dist="127000" dir="2700000" algn="tl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anchor="ctr"/>
                  <a:lstStyle/>
                  <a:p>
                    <a:pPr algn="ctr"/>
                    <a:endParaRPr>
                      <a:solidFill>
                        <a:schemeClr val="tx1"/>
                      </a:solidFill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19" name="任意形状 18">
                    <a:extLst>
                      <a:ext uri="{FF2B5EF4-FFF2-40B4-BE49-F238E27FC236}">
                        <a16:creationId xmlns:a16="http://schemas.microsoft.com/office/drawing/2014/main" id="{0EEEA184-0819-71DF-4ACA-9AF7EBBCE0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791982" y="4389021"/>
                    <a:ext cx="434676" cy="295271"/>
                  </a:xfrm>
                  <a:custGeom>
                    <a:avLst/>
                    <a:gdLst>
                      <a:gd name="connsiteX0" fmla="*/ 373273 h 605239"/>
                      <a:gd name="connsiteY0" fmla="*/ 373273 h 605239"/>
                      <a:gd name="connsiteX1" fmla="*/ 373273 h 605239"/>
                      <a:gd name="connsiteY1" fmla="*/ 373273 h 605239"/>
                      <a:gd name="connsiteX2" fmla="*/ 373273 h 605239"/>
                      <a:gd name="connsiteY2" fmla="*/ 373273 h 605239"/>
                      <a:gd name="connsiteX3" fmla="*/ 373273 h 605239"/>
                      <a:gd name="connsiteY3" fmla="*/ 373273 h 605239"/>
                      <a:gd name="connsiteX4" fmla="*/ 373273 h 605239"/>
                      <a:gd name="connsiteY4" fmla="*/ 373273 h 605239"/>
                      <a:gd name="connsiteX5" fmla="*/ 373273 h 605239"/>
                      <a:gd name="connsiteY5" fmla="*/ 373273 h 605239"/>
                      <a:gd name="connsiteX6" fmla="*/ 373273 h 605239"/>
                      <a:gd name="connsiteY6" fmla="*/ 373273 h 605239"/>
                      <a:gd name="connsiteX7" fmla="*/ 373273 h 605239"/>
                      <a:gd name="connsiteY7" fmla="*/ 373273 h 605239"/>
                      <a:gd name="connsiteX8" fmla="*/ 373273 h 605239"/>
                      <a:gd name="connsiteY8" fmla="*/ 373273 h 605239"/>
                      <a:gd name="connsiteX9" fmla="*/ 373273 h 605239"/>
                      <a:gd name="connsiteY9" fmla="*/ 373273 h 605239"/>
                      <a:gd name="connsiteX10" fmla="*/ 373273 h 605239"/>
                      <a:gd name="connsiteY10" fmla="*/ 373273 h 605239"/>
                      <a:gd name="connsiteX11" fmla="*/ 373273 h 605239"/>
                      <a:gd name="connsiteY11" fmla="*/ 373273 h 605239"/>
                      <a:gd name="connsiteX12" fmla="*/ 373273 h 605239"/>
                      <a:gd name="connsiteY12" fmla="*/ 373273 h 605239"/>
                      <a:gd name="connsiteX13" fmla="*/ 373273 h 605239"/>
                      <a:gd name="connsiteY13" fmla="*/ 373273 h 605239"/>
                      <a:gd name="connsiteX14" fmla="*/ 373273 h 605239"/>
                      <a:gd name="connsiteY14" fmla="*/ 373273 h 605239"/>
                      <a:gd name="connsiteX15" fmla="*/ 373273 h 605239"/>
                      <a:gd name="connsiteY15" fmla="*/ 373273 h 605239"/>
                      <a:gd name="connsiteX16" fmla="*/ 373273 h 605239"/>
                      <a:gd name="connsiteY16" fmla="*/ 373273 h 605239"/>
                      <a:gd name="connsiteX17" fmla="*/ 373273 h 605239"/>
                      <a:gd name="connsiteY17" fmla="*/ 373273 h 605239"/>
                      <a:gd name="connsiteX18" fmla="*/ 373273 h 605239"/>
                      <a:gd name="connsiteY18" fmla="*/ 373273 h 605239"/>
                      <a:gd name="connsiteX19" fmla="*/ 373273 h 605239"/>
                      <a:gd name="connsiteY19" fmla="*/ 373273 h 605239"/>
                      <a:gd name="connsiteX20" fmla="*/ 373273 h 605239"/>
                      <a:gd name="connsiteY20" fmla="*/ 373273 h 605239"/>
                      <a:gd name="connsiteX21" fmla="*/ 373273 h 605239"/>
                      <a:gd name="connsiteY21" fmla="*/ 373273 h 605239"/>
                      <a:gd name="connsiteX22" fmla="*/ 373273 h 605239"/>
                      <a:gd name="connsiteY22" fmla="*/ 373273 h 605239"/>
                      <a:gd name="connsiteX23" fmla="*/ 373273 h 605239"/>
                      <a:gd name="connsiteY23" fmla="*/ 373273 h 605239"/>
                      <a:gd name="connsiteX24" fmla="*/ 373273 h 605239"/>
                      <a:gd name="connsiteY24" fmla="*/ 373273 h 605239"/>
                      <a:gd name="connsiteX25" fmla="*/ 373273 h 605239"/>
                      <a:gd name="connsiteY25" fmla="*/ 373273 h 605239"/>
                      <a:gd name="connsiteX26" fmla="*/ 373273 h 605239"/>
                      <a:gd name="connsiteY26" fmla="*/ 373273 h 605239"/>
                      <a:gd name="connsiteX27" fmla="*/ 373273 h 605239"/>
                      <a:gd name="connsiteY27" fmla="*/ 373273 h 605239"/>
                      <a:gd name="connsiteX28" fmla="*/ 373273 h 605239"/>
                      <a:gd name="connsiteY28" fmla="*/ 373273 h 605239"/>
                      <a:gd name="connsiteX29" fmla="*/ 373273 h 605239"/>
                      <a:gd name="connsiteY29" fmla="*/ 373273 h 605239"/>
                      <a:gd name="connsiteX30" fmla="*/ 373273 h 605239"/>
                      <a:gd name="connsiteY30" fmla="*/ 373273 h 605239"/>
                      <a:gd name="connsiteX31" fmla="*/ 373273 h 605239"/>
                      <a:gd name="connsiteY31" fmla="*/ 373273 h 605239"/>
                      <a:gd name="connsiteX32" fmla="*/ 373273 h 605239"/>
                      <a:gd name="connsiteY32" fmla="*/ 373273 h 605239"/>
                      <a:gd name="connsiteX33" fmla="*/ 373273 h 605239"/>
                      <a:gd name="connsiteY33" fmla="*/ 373273 h 605239"/>
                      <a:gd name="connsiteX34" fmla="*/ 373273 h 605239"/>
                      <a:gd name="connsiteY34" fmla="*/ 373273 h 605239"/>
                      <a:gd name="connsiteX35" fmla="*/ 373273 h 605239"/>
                      <a:gd name="connsiteY35" fmla="*/ 373273 h 605239"/>
                      <a:gd name="connsiteX36" fmla="*/ 373273 h 605239"/>
                      <a:gd name="connsiteY36" fmla="*/ 373273 h 605239"/>
                      <a:gd name="connsiteX37" fmla="*/ 373273 h 605239"/>
                      <a:gd name="connsiteY37" fmla="*/ 373273 h 605239"/>
                      <a:gd name="connsiteX38" fmla="*/ 373273 h 605239"/>
                      <a:gd name="connsiteY38" fmla="*/ 373273 h 605239"/>
                      <a:gd name="connsiteX39" fmla="*/ 373273 h 605239"/>
                      <a:gd name="connsiteY39" fmla="*/ 373273 h 605239"/>
                      <a:gd name="connsiteX40" fmla="*/ 373273 h 605239"/>
                      <a:gd name="connsiteY40" fmla="*/ 373273 h 605239"/>
                      <a:gd name="connsiteX41" fmla="*/ 373273 h 605239"/>
                      <a:gd name="connsiteY41" fmla="*/ 373273 h 605239"/>
                      <a:gd name="connsiteX42" fmla="*/ 373273 h 605239"/>
                      <a:gd name="connsiteY42" fmla="*/ 373273 h 605239"/>
                      <a:gd name="connsiteX43" fmla="*/ 373273 h 605239"/>
                      <a:gd name="connsiteY43" fmla="*/ 373273 h 605239"/>
                      <a:gd name="connsiteX44" fmla="*/ 373273 h 605239"/>
                      <a:gd name="connsiteY44" fmla="*/ 373273 h 605239"/>
                      <a:gd name="connsiteX45" fmla="*/ 373273 h 605239"/>
                      <a:gd name="connsiteY45" fmla="*/ 373273 h 605239"/>
                      <a:gd name="connsiteX46" fmla="*/ 373273 h 605239"/>
                      <a:gd name="connsiteY46" fmla="*/ 373273 h 605239"/>
                      <a:gd name="connsiteX47" fmla="*/ 373273 h 605239"/>
                      <a:gd name="connsiteY47" fmla="*/ 373273 h 605239"/>
                      <a:gd name="connsiteX48" fmla="*/ 373273 h 605239"/>
                      <a:gd name="connsiteY48" fmla="*/ 373273 h 605239"/>
                      <a:gd name="connsiteX49" fmla="*/ 373273 h 605239"/>
                      <a:gd name="connsiteY49" fmla="*/ 373273 h 605239"/>
                      <a:gd name="connsiteX50" fmla="*/ 373273 h 605239"/>
                      <a:gd name="connsiteY50" fmla="*/ 373273 h 605239"/>
                      <a:gd name="connsiteX51" fmla="*/ 373273 h 605239"/>
                      <a:gd name="connsiteY51" fmla="*/ 373273 h 605239"/>
                      <a:gd name="connsiteX52" fmla="*/ 373273 h 605239"/>
                      <a:gd name="connsiteY52" fmla="*/ 373273 h 605239"/>
                      <a:gd name="connsiteX53" fmla="*/ 373273 h 605239"/>
                      <a:gd name="connsiteY53" fmla="*/ 373273 h 605239"/>
                      <a:gd name="connsiteX54" fmla="*/ 373273 h 605239"/>
                      <a:gd name="connsiteY54" fmla="*/ 373273 h 605239"/>
                      <a:gd name="connsiteX55" fmla="*/ 373273 h 605239"/>
                      <a:gd name="connsiteY55" fmla="*/ 373273 h 605239"/>
                      <a:gd name="connsiteX56" fmla="*/ 373273 h 605239"/>
                      <a:gd name="connsiteY56" fmla="*/ 373273 h 605239"/>
                      <a:gd name="connsiteX57" fmla="*/ 373273 h 605239"/>
                      <a:gd name="connsiteY57" fmla="*/ 373273 h 605239"/>
                      <a:gd name="connsiteX58" fmla="*/ 373273 h 605239"/>
                      <a:gd name="connsiteY58" fmla="*/ 373273 h 605239"/>
                      <a:gd name="connsiteX59" fmla="*/ 373273 h 605239"/>
                      <a:gd name="connsiteY59" fmla="*/ 373273 h 605239"/>
                      <a:gd name="connsiteX60" fmla="*/ 373273 h 605239"/>
                      <a:gd name="connsiteY60" fmla="*/ 373273 h 605239"/>
                      <a:gd name="connsiteX61" fmla="*/ 373273 h 605239"/>
                      <a:gd name="connsiteY61" fmla="*/ 373273 h 605239"/>
                      <a:gd name="connsiteX62" fmla="*/ 373273 h 605239"/>
                      <a:gd name="connsiteY62" fmla="*/ 373273 h 605239"/>
                      <a:gd name="connsiteX63" fmla="*/ 373273 h 605239"/>
                      <a:gd name="connsiteY63" fmla="*/ 373273 h 605239"/>
                      <a:gd name="connsiteX64" fmla="*/ 373273 h 605239"/>
                      <a:gd name="connsiteY64" fmla="*/ 373273 h 605239"/>
                      <a:gd name="connsiteX65" fmla="*/ 373273 h 605239"/>
                      <a:gd name="connsiteY65" fmla="*/ 373273 h 605239"/>
                      <a:gd name="connsiteX66" fmla="*/ 373273 h 605239"/>
                      <a:gd name="connsiteY66" fmla="*/ 373273 h 605239"/>
                      <a:gd name="connsiteX67" fmla="*/ 373273 h 605239"/>
                      <a:gd name="connsiteY67" fmla="*/ 373273 h 605239"/>
                      <a:gd name="connsiteX68" fmla="*/ 373273 h 605239"/>
                      <a:gd name="connsiteY68" fmla="*/ 373273 h 605239"/>
                      <a:gd name="connsiteX69" fmla="*/ 373273 h 605239"/>
                      <a:gd name="connsiteY69" fmla="*/ 373273 h 605239"/>
                      <a:gd name="connsiteX70" fmla="*/ 373273 h 605239"/>
                      <a:gd name="connsiteY70" fmla="*/ 373273 h 605239"/>
                      <a:gd name="connsiteX71" fmla="*/ 373273 h 605239"/>
                      <a:gd name="connsiteY71" fmla="*/ 373273 h 605239"/>
                      <a:gd name="connsiteX72" fmla="*/ 373273 h 605239"/>
                      <a:gd name="connsiteY72" fmla="*/ 373273 h 605239"/>
                      <a:gd name="connsiteX73" fmla="*/ 373273 h 605239"/>
                      <a:gd name="connsiteY73" fmla="*/ 373273 h 605239"/>
                      <a:gd name="connsiteX74" fmla="*/ 373273 h 605239"/>
                      <a:gd name="connsiteY74" fmla="*/ 373273 h 605239"/>
                      <a:gd name="connsiteX75" fmla="*/ 373273 h 605239"/>
                      <a:gd name="connsiteY75" fmla="*/ 373273 h 605239"/>
                      <a:gd name="connsiteX76" fmla="*/ 373273 h 605239"/>
                      <a:gd name="connsiteY76" fmla="*/ 373273 h 605239"/>
                      <a:gd name="connsiteX77" fmla="*/ 373273 h 605239"/>
                      <a:gd name="connsiteY77" fmla="*/ 373273 h 605239"/>
                      <a:gd name="connsiteX78" fmla="*/ 373273 h 605239"/>
                      <a:gd name="connsiteY78" fmla="*/ 373273 h 605239"/>
                      <a:gd name="connsiteX79" fmla="*/ 373273 h 605239"/>
                      <a:gd name="connsiteY79" fmla="*/ 373273 h 605239"/>
                      <a:gd name="connsiteX80" fmla="*/ 373273 h 605239"/>
                      <a:gd name="connsiteY80" fmla="*/ 373273 h 605239"/>
                      <a:gd name="connsiteX81" fmla="*/ 373273 h 605239"/>
                      <a:gd name="connsiteY81" fmla="*/ 373273 h 605239"/>
                      <a:gd name="connsiteX82" fmla="*/ 373273 h 605239"/>
                      <a:gd name="connsiteY82" fmla="*/ 373273 h 605239"/>
                      <a:gd name="connsiteX83" fmla="*/ 373273 h 605239"/>
                      <a:gd name="connsiteY83" fmla="*/ 373273 h 605239"/>
                      <a:gd name="connsiteX84" fmla="*/ 373273 h 605239"/>
                      <a:gd name="connsiteY84" fmla="*/ 373273 h 605239"/>
                      <a:gd name="connsiteX85" fmla="*/ 373273 h 605239"/>
                      <a:gd name="connsiteY85" fmla="*/ 373273 h 605239"/>
                      <a:gd name="connsiteX86" fmla="*/ 373273 h 605239"/>
                      <a:gd name="connsiteY86" fmla="*/ 373273 h 605239"/>
                      <a:gd name="connsiteX87" fmla="*/ 373273 h 605239"/>
                      <a:gd name="connsiteY87" fmla="*/ 373273 h 605239"/>
                      <a:gd name="connsiteX88" fmla="*/ 373273 h 605239"/>
                      <a:gd name="connsiteY88" fmla="*/ 373273 h 605239"/>
                      <a:gd name="connsiteX89" fmla="*/ 373273 h 605239"/>
                      <a:gd name="connsiteY89" fmla="*/ 373273 h 605239"/>
                      <a:gd name="connsiteX90" fmla="*/ 373273 h 605239"/>
                      <a:gd name="connsiteY90" fmla="*/ 373273 h 605239"/>
                      <a:gd name="connsiteX91" fmla="*/ 373273 h 605239"/>
                      <a:gd name="connsiteY91" fmla="*/ 373273 h 605239"/>
                      <a:gd name="connsiteX92" fmla="*/ 373273 h 605239"/>
                      <a:gd name="connsiteY92" fmla="*/ 373273 h 605239"/>
                      <a:gd name="connsiteX93" fmla="*/ 373273 h 605239"/>
                      <a:gd name="connsiteY93" fmla="*/ 373273 h 605239"/>
                      <a:gd name="connsiteX94" fmla="*/ 373273 h 605239"/>
                      <a:gd name="connsiteY94" fmla="*/ 373273 h 605239"/>
                      <a:gd name="connsiteX95" fmla="*/ 373273 h 605239"/>
                      <a:gd name="connsiteY95" fmla="*/ 373273 h 605239"/>
                      <a:gd name="connsiteX96" fmla="*/ 373273 h 605239"/>
                      <a:gd name="connsiteY96" fmla="*/ 373273 h 605239"/>
                      <a:gd name="connsiteX97" fmla="*/ 373273 h 605239"/>
                      <a:gd name="connsiteY97" fmla="*/ 373273 h 605239"/>
                      <a:gd name="connsiteX98" fmla="*/ 373273 h 605239"/>
                      <a:gd name="connsiteY98" fmla="*/ 373273 h 605239"/>
                      <a:gd name="connsiteX99" fmla="*/ 373273 h 605239"/>
                      <a:gd name="connsiteY99" fmla="*/ 373273 h 605239"/>
                      <a:gd name="connsiteX100" fmla="*/ 373273 h 605239"/>
                      <a:gd name="connsiteY100" fmla="*/ 373273 h 605239"/>
                      <a:gd name="connsiteX101" fmla="*/ 373273 h 605239"/>
                      <a:gd name="connsiteY101" fmla="*/ 373273 h 605239"/>
                      <a:gd name="connsiteX102" fmla="*/ 373273 h 605239"/>
                      <a:gd name="connsiteY102" fmla="*/ 373273 h 605239"/>
                      <a:gd name="connsiteX103" fmla="*/ 373273 h 605239"/>
                      <a:gd name="connsiteY103" fmla="*/ 373273 h 605239"/>
                      <a:gd name="connsiteX104" fmla="*/ 373273 h 605239"/>
                      <a:gd name="connsiteY104" fmla="*/ 373273 h 605239"/>
                      <a:gd name="connsiteX105" fmla="*/ 373273 h 605239"/>
                      <a:gd name="connsiteY105" fmla="*/ 373273 h 605239"/>
                      <a:gd name="connsiteX106" fmla="*/ 373273 h 605239"/>
                      <a:gd name="connsiteY106" fmla="*/ 373273 h 605239"/>
                      <a:gd name="connsiteX107" fmla="*/ 373273 h 605239"/>
                      <a:gd name="connsiteY107" fmla="*/ 373273 h 605239"/>
                      <a:gd name="connsiteX108" fmla="*/ 373273 h 605239"/>
                      <a:gd name="connsiteY108" fmla="*/ 373273 h 605239"/>
                      <a:gd name="connsiteX109" fmla="*/ 373273 h 605239"/>
                      <a:gd name="connsiteY109" fmla="*/ 373273 h 605239"/>
                      <a:gd name="connsiteX110" fmla="*/ 373273 h 605239"/>
                      <a:gd name="connsiteY110" fmla="*/ 373273 h 605239"/>
                      <a:gd name="connsiteX111" fmla="*/ 373273 h 605239"/>
                      <a:gd name="connsiteY111" fmla="*/ 373273 h 605239"/>
                      <a:gd name="connsiteX112" fmla="*/ 373273 h 605239"/>
                      <a:gd name="connsiteY112" fmla="*/ 373273 h 605239"/>
                      <a:gd name="connsiteX113" fmla="*/ 373273 h 605239"/>
                      <a:gd name="connsiteY113" fmla="*/ 373273 h 605239"/>
                      <a:gd name="connsiteX114" fmla="*/ 373273 h 605239"/>
                      <a:gd name="connsiteY114" fmla="*/ 373273 h 605239"/>
                      <a:gd name="connsiteX115" fmla="*/ 373273 h 605239"/>
                      <a:gd name="connsiteY115" fmla="*/ 373273 h 605239"/>
                      <a:gd name="connsiteX116" fmla="*/ 373273 h 605239"/>
                      <a:gd name="connsiteY116" fmla="*/ 373273 h 605239"/>
                      <a:gd name="connsiteX117" fmla="*/ 373273 h 605239"/>
                      <a:gd name="connsiteY117" fmla="*/ 373273 h 605239"/>
                      <a:gd name="connsiteX118" fmla="*/ 373273 h 605239"/>
                      <a:gd name="connsiteY118" fmla="*/ 373273 h 605239"/>
                      <a:gd name="connsiteX119" fmla="*/ 373273 h 605239"/>
                      <a:gd name="connsiteY119" fmla="*/ 373273 h 605239"/>
                      <a:gd name="connsiteX120" fmla="*/ 373273 h 605239"/>
                      <a:gd name="connsiteY120" fmla="*/ 373273 h 605239"/>
                      <a:gd name="connsiteX121" fmla="*/ 373273 h 605239"/>
                      <a:gd name="connsiteY121" fmla="*/ 373273 h 605239"/>
                      <a:gd name="connsiteX122" fmla="*/ 373273 h 605239"/>
                      <a:gd name="connsiteY122" fmla="*/ 373273 h 605239"/>
                      <a:gd name="connsiteX123" fmla="*/ 373273 h 605239"/>
                      <a:gd name="connsiteY123" fmla="*/ 373273 h 605239"/>
                      <a:gd name="connsiteX124" fmla="*/ 373273 h 605239"/>
                      <a:gd name="connsiteY124" fmla="*/ 373273 h 605239"/>
                      <a:gd name="connsiteX125" fmla="*/ 373273 h 605239"/>
                      <a:gd name="connsiteY125" fmla="*/ 373273 h 605239"/>
                      <a:gd name="connsiteX126" fmla="*/ 373273 h 605239"/>
                      <a:gd name="connsiteY126" fmla="*/ 373273 h 605239"/>
                      <a:gd name="connsiteX127" fmla="*/ 373273 h 605239"/>
                      <a:gd name="connsiteY127" fmla="*/ 373273 h 605239"/>
                      <a:gd name="connsiteX128" fmla="*/ 373273 h 605239"/>
                      <a:gd name="connsiteY128" fmla="*/ 373273 h 605239"/>
                      <a:gd name="connsiteX129" fmla="*/ 373273 h 605239"/>
                      <a:gd name="connsiteY129" fmla="*/ 373273 h 605239"/>
                      <a:gd name="connsiteX130" fmla="*/ 373273 h 605239"/>
                      <a:gd name="connsiteY130" fmla="*/ 373273 h 605239"/>
                      <a:gd name="connsiteX131" fmla="*/ 373273 h 605239"/>
                      <a:gd name="connsiteY131" fmla="*/ 373273 h 605239"/>
                      <a:gd name="connsiteX132" fmla="*/ 373273 h 605239"/>
                      <a:gd name="connsiteY132" fmla="*/ 373273 h 605239"/>
                      <a:gd name="connsiteX133" fmla="*/ 373273 h 605239"/>
                      <a:gd name="connsiteY133" fmla="*/ 373273 h 605239"/>
                      <a:gd name="connsiteX134" fmla="*/ 373273 h 605239"/>
                      <a:gd name="connsiteY134" fmla="*/ 373273 h 605239"/>
                      <a:gd name="connsiteX135" fmla="*/ 373273 h 605239"/>
                      <a:gd name="connsiteY135" fmla="*/ 373273 h 605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</a:cxnLst>
                    <a:rect l="l" t="t" r="r" b="b"/>
                    <a:pathLst>
                      <a:path w="609262" h="413865">
                        <a:moveTo>
                          <a:pt x="304584" y="303284"/>
                        </a:moveTo>
                        <a:cubicBezTo>
                          <a:pt x="295970" y="303308"/>
                          <a:pt x="287368" y="306624"/>
                          <a:pt x="280823" y="313163"/>
                        </a:cubicBezTo>
                        <a:cubicBezTo>
                          <a:pt x="267545" y="326335"/>
                          <a:pt x="267732" y="347634"/>
                          <a:pt x="280823" y="360712"/>
                        </a:cubicBezTo>
                        <a:cubicBezTo>
                          <a:pt x="294007" y="373884"/>
                          <a:pt x="315325" y="373790"/>
                          <a:pt x="328416" y="360712"/>
                        </a:cubicBezTo>
                        <a:cubicBezTo>
                          <a:pt x="341506" y="347634"/>
                          <a:pt x="341506" y="326335"/>
                          <a:pt x="328416" y="313163"/>
                        </a:cubicBezTo>
                        <a:cubicBezTo>
                          <a:pt x="321824" y="306530"/>
                          <a:pt x="313198" y="303261"/>
                          <a:pt x="304584" y="303284"/>
                        </a:cubicBezTo>
                        <a:close/>
                        <a:moveTo>
                          <a:pt x="299523" y="259822"/>
                        </a:moveTo>
                        <a:lnTo>
                          <a:pt x="309622" y="259822"/>
                        </a:lnTo>
                        <a:cubicBezTo>
                          <a:pt x="313175" y="259822"/>
                          <a:pt x="316073" y="262718"/>
                          <a:pt x="316073" y="266268"/>
                        </a:cubicBezTo>
                        <a:lnTo>
                          <a:pt x="316073" y="276263"/>
                        </a:lnTo>
                        <a:cubicBezTo>
                          <a:pt x="324208" y="277758"/>
                          <a:pt x="332156" y="281028"/>
                          <a:pt x="339262" y="285885"/>
                        </a:cubicBezTo>
                        <a:lnTo>
                          <a:pt x="346369" y="278786"/>
                        </a:lnTo>
                        <a:cubicBezTo>
                          <a:pt x="348893" y="276263"/>
                          <a:pt x="353101" y="276263"/>
                          <a:pt x="355625" y="278786"/>
                        </a:cubicBezTo>
                        <a:lnTo>
                          <a:pt x="362732" y="285885"/>
                        </a:lnTo>
                        <a:cubicBezTo>
                          <a:pt x="365163" y="288314"/>
                          <a:pt x="365163" y="292611"/>
                          <a:pt x="362732" y="295040"/>
                        </a:cubicBezTo>
                        <a:lnTo>
                          <a:pt x="355625" y="302140"/>
                        </a:lnTo>
                        <a:cubicBezTo>
                          <a:pt x="360581" y="309239"/>
                          <a:pt x="363667" y="317086"/>
                          <a:pt x="365350" y="325307"/>
                        </a:cubicBezTo>
                        <a:lnTo>
                          <a:pt x="375261" y="325307"/>
                        </a:lnTo>
                        <a:cubicBezTo>
                          <a:pt x="378908" y="325307"/>
                          <a:pt x="381900" y="328296"/>
                          <a:pt x="381619" y="331846"/>
                        </a:cubicBezTo>
                        <a:lnTo>
                          <a:pt x="381619" y="341935"/>
                        </a:lnTo>
                        <a:cubicBezTo>
                          <a:pt x="381619" y="345485"/>
                          <a:pt x="378814" y="348381"/>
                          <a:pt x="375168" y="348381"/>
                        </a:cubicBezTo>
                        <a:lnTo>
                          <a:pt x="365350" y="348381"/>
                        </a:lnTo>
                        <a:cubicBezTo>
                          <a:pt x="363667" y="356602"/>
                          <a:pt x="360581" y="364449"/>
                          <a:pt x="355719" y="371642"/>
                        </a:cubicBezTo>
                        <a:lnTo>
                          <a:pt x="362732" y="378648"/>
                        </a:lnTo>
                        <a:cubicBezTo>
                          <a:pt x="365163" y="381170"/>
                          <a:pt x="365163" y="385374"/>
                          <a:pt x="362732" y="387896"/>
                        </a:cubicBezTo>
                        <a:lnTo>
                          <a:pt x="355625" y="394996"/>
                        </a:lnTo>
                        <a:cubicBezTo>
                          <a:pt x="353101" y="397425"/>
                          <a:pt x="348893" y="397425"/>
                          <a:pt x="346369" y="394996"/>
                        </a:cubicBezTo>
                        <a:lnTo>
                          <a:pt x="339543" y="388083"/>
                        </a:lnTo>
                        <a:cubicBezTo>
                          <a:pt x="332437" y="392941"/>
                          <a:pt x="324395" y="396210"/>
                          <a:pt x="316167" y="397798"/>
                        </a:cubicBezTo>
                        <a:lnTo>
                          <a:pt x="316167" y="407420"/>
                        </a:lnTo>
                        <a:cubicBezTo>
                          <a:pt x="316167" y="411064"/>
                          <a:pt x="313362" y="413866"/>
                          <a:pt x="309715" y="413866"/>
                        </a:cubicBezTo>
                        <a:lnTo>
                          <a:pt x="299617" y="413866"/>
                        </a:lnTo>
                        <a:cubicBezTo>
                          <a:pt x="295970" y="413866"/>
                          <a:pt x="293165" y="411064"/>
                          <a:pt x="293165" y="407420"/>
                        </a:cubicBezTo>
                        <a:lnTo>
                          <a:pt x="293165" y="397798"/>
                        </a:lnTo>
                        <a:cubicBezTo>
                          <a:pt x="284750" y="396210"/>
                          <a:pt x="276802" y="392941"/>
                          <a:pt x="269602" y="388083"/>
                        </a:cubicBezTo>
                        <a:lnTo>
                          <a:pt x="262870" y="394809"/>
                        </a:lnTo>
                        <a:cubicBezTo>
                          <a:pt x="260345" y="397331"/>
                          <a:pt x="256138" y="397331"/>
                          <a:pt x="253613" y="394809"/>
                        </a:cubicBezTo>
                        <a:lnTo>
                          <a:pt x="246507" y="387709"/>
                        </a:lnTo>
                        <a:cubicBezTo>
                          <a:pt x="243982" y="385281"/>
                          <a:pt x="243982" y="380983"/>
                          <a:pt x="246507" y="378555"/>
                        </a:cubicBezTo>
                        <a:lnTo>
                          <a:pt x="253239" y="371829"/>
                        </a:lnTo>
                        <a:cubicBezTo>
                          <a:pt x="248283" y="364729"/>
                          <a:pt x="245011" y="356602"/>
                          <a:pt x="243515" y="348381"/>
                        </a:cubicBezTo>
                        <a:lnTo>
                          <a:pt x="233884" y="348381"/>
                        </a:lnTo>
                        <a:cubicBezTo>
                          <a:pt x="230331" y="348381"/>
                          <a:pt x="227432" y="345485"/>
                          <a:pt x="227432" y="341935"/>
                        </a:cubicBezTo>
                        <a:lnTo>
                          <a:pt x="227432" y="331846"/>
                        </a:lnTo>
                        <a:cubicBezTo>
                          <a:pt x="227432" y="328203"/>
                          <a:pt x="230331" y="325307"/>
                          <a:pt x="233884" y="325307"/>
                        </a:cubicBezTo>
                        <a:lnTo>
                          <a:pt x="243515" y="325307"/>
                        </a:lnTo>
                        <a:cubicBezTo>
                          <a:pt x="245011" y="317086"/>
                          <a:pt x="248377" y="309146"/>
                          <a:pt x="253239" y="301953"/>
                        </a:cubicBezTo>
                        <a:lnTo>
                          <a:pt x="246413" y="295040"/>
                        </a:lnTo>
                        <a:cubicBezTo>
                          <a:pt x="243889" y="292611"/>
                          <a:pt x="243889" y="288314"/>
                          <a:pt x="246413" y="285885"/>
                        </a:cubicBezTo>
                        <a:lnTo>
                          <a:pt x="253520" y="278786"/>
                        </a:lnTo>
                        <a:cubicBezTo>
                          <a:pt x="255951" y="276263"/>
                          <a:pt x="260252" y="276263"/>
                          <a:pt x="262683" y="278786"/>
                        </a:cubicBezTo>
                        <a:lnTo>
                          <a:pt x="269696" y="285698"/>
                        </a:lnTo>
                        <a:cubicBezTo>
                          <a:pt x="276802" y="280841"/>
                          <a:pt x="284750" y="277665"/>
                          <a:pt x="292978" y="276170"/>
                        </a:cubicBezTo>
                        <a:lnTo>
                          <a:pt x="292978" y="266268"/>
                        </a:lnTo>
                        <a:cubicBezTo>
                          <a:pt x="292978" y="262718"/>
                          <a:pt x="295877" y="259822"/>
                          <a:pt x="299523" y="259822"/>
                        </a:cubicBezTo>
                        <a:close/>
                        <a:moveTo>
                          <a:pt x="470487" y="50031"/>
                        </a:moveTo>
                        <a:lnTo>
                          <a:pt x="476285" y="50031"/>
                        </a:lnTo>
                        <a:lnTo>
                          <a:pt x="482176" y="50031"/>
                        </a:lnTo>
                        <a:cubicBezTo>
                          <a:pt x="509389" y="50031"/>
                          <a:pt x="531458" y="72069"/>
                          <a:pt x="531458" y="99244"/>
                        </a:cubicBezTo>
                        <a:lnTo>
                          <a:pt x="531458" y="153873"/>
                        </a:lnTo>
                        <a:cubicBezTo>
                          <a:pt x="531458" y="162464"/>
                          <a:pt x="527063" y="170122"/>
                          <a:pt x="520424" y="174417"/>
                        </a:cubicBezTo>
                        <a:lnTo>
                          <a:pt x="520424" y="227086"/>
                        </a:lnTo>
                        <a:cubicBezTo>
                          <a:pt x="520424" y="228113"/>
                          <a:pt x="520985" y="228953"/>
                          <a:pt x="521826" y="229327"/>
                        </a:cubicBezTo>
                        <a:cubicBezTo>
                          <a:pt x="529214" y="232969"/>
                          <a:pt x="565684" y="251365"/>
                          <a:pt x="599630" y="279193"/>
                        </a:cubicBezTo>
                        <a:cubicBezTo>
                          <a:pt x="605708" y="284236"/>
                          <a:pt x="609262" y="291707"/>
                          <a:pt x="609262" y="299551"/>
                        </a:cubicBezTo>
                        <a:lnTo>
                          <a:pt x="609262" y="337091"/>
                        </a:lnTo>
                        <a:lnTo>
                          <a:pt x="483298" y="337091"/>
                        </a:lnTo>
                        <a:lnTo>
                          <a:pt x="483298" y="293108"/>
                        </a:lnTo>
                        <a:cubicBezTo>
                          <a:pt x="483298" y="276952"/>
                          <a:pt x="476191" y="262011"/>
                          <a:pt x="463847" y="251739"/>
                        </a:cubicBezTo>
                        <a:cubicBezTo>
                          <a:pt x="453280" y="243054"/>
                          <a:pt x="442433" y="235117"/>
                          <a:pt x="432053" y="228019"/>
                        </a:cubicBezTo>
                        <a:cubicBezTo>
                          <a:pt x="432053" y="227739"/>
                          <a:pt x="432146" y="227459"/>
                          <a:pt x="432146" y="227086"/>
                        </a:cubicBezTo>
                        <a:lnTo>
                          <a:pt x="432146" y="174417"/>
                        </a:lnTo>
                        <a:cubicBezTo>
                          <a:pt x="425600" y="169935"/>
                          <a:pt x="421205" y="162464"/>
                          <a:pt x="421205" y="153873"/>
                        </a:cubicBezTo>
                        <a:lnTo>
                          <a:pt x="421205" y="99244"/>
                        </a:lnTo>
                        <a:cubicBezTo>
                          <a:pt x="421205" y="72069"/>
                          <a:pt x="443274" y="50031"/>
                          <a:pt x="470487" y="50031"/>
                        </a:cubicBezTo>
                        <a:close/>
                        <a:moveTo>
                          <a:pt x="127086" y="50031"/>
                        </a:moveTo>
                        <a:lnTo>
                          <a:pt x="132884" y="50031"/>
                        </a:lnTo>
                        <a:lnTo>
                          <a:pt x="138775" y="50031"/>
                        </a:lnTo>
                        <a:cubicBezTo>
                          <a:pt x="165988" y="50031"/>
                          <a:pt x="188057" y="72069"/>
                          <a:pt x="188057" y="99244"/>
                        </a:cubicBezTo>
                        <a:lnTo>
                          <a:pt x="188057" y="153873"/>
                        </a:lnTo>
                        <a:cubicBezTo>
                          <a:pt x="188057" y="162464"/>
                          <a:pt x="183662" y="170122"/>
                          <a:pt x="177022" y="174417"/>
                        </a:cubicBezTo>
                        <a:lnTo>
                          <a:pt x="177022" y="227086"/>
                        </a:lnTo>
                        <a:cubicBezTo>
                          <a:pt x="177022" y="227459"/>
                          <a:pt x="177209" y="227739"/>
                          <a:pt x="177209" y="228019"/>
                        </a:cubicBezTo>
                        <a:cubicBezTo>
                          <a:pt x="166829" y="235117"/>
                          <a:pt x="155982" y="243054"/>
                          <a:pt x="145415" y="251739"/>
                        </a:cubicBezTo>
                        <a:cubicBezTo>
                          <a:pt x="133071" y="262011"/>
                          <a:pt x="125964" y="277046"/>
                          <a:pt x="125964" y="293108"/>
                        </a:cubicBezTo>
                        <a:lnTo>
                          <a:pt x="125964" y="337091"/>
                        </a:lnTo>
                        <a:lnTo>
                          <a:pt x="0" y="337091"/>
                        </a:lnTo>
                        <a:lnTo>
                          <a:pt x="0" y="299551"/>
                        </a:lnTo>
                        <a:cubicBezTo>
                          <a:pt x="0" y="291707"/>
                          <a:pt x="3460" y="284143"/>
                          <a:pt x="9632" y="279193"/>
                        </a:cubicBezTo>
                        <a:cubicBezTo>
                          <a:pt x="43391" y="251365"/>
                          <a:pt x="79955" y="232969"/>
                          <a:pt x="87436" y="229327"/>
                        </a:cubicBezTo>
                        <a:cubicBezTo>
                          <a:pt x="88277" y="228860"/>
                          <a:pt x="88745" y="228019"/>
                          <a:pt x="88745" y="227086"/>
                        </a:cubicBezTo>
                        <a:lnTo>
                          <a:pt x="88745" y="174417"/>
                        </a:lnTo>
                        <a:cubicBezTo>
                          <a:pt x="82199" y="169935"/>
                          <a:pt x="77804" y="162464"/>
                          <a:pt x="77804" y="153873"/>
                        </a:cubicBezTo>
                        <a:lnTo>
                          <a:pt x="77804" y="99244"/>
                        </a:lnTo>
                        <a:cubicBezTo>
                          <a:pt x="77804" y="72069"/>
                          <a:pt x="99873" y="50031"/>
                          <a:pt x="127086" y="50031"/>
                        </a:cubicBezTo>
                        <a:close/>
                        <a:moveTo>
                          <a:pt x="297758" y="0"/>
                        </a:moveTo>
                        <a:lnTo>
                          <a:pt x="304585" y="0"/>
                        </a:lnTo>
                        <a:lnTo>
                          <a:pt x="311506" y="0"/>
                        </a:lnTo>
                        <a:cubicBezTo>
                          <a:pt x="343398" y="0"/>
                          <a:pt x="369304" y="25959"/>
                          <a:pt x="369304" y="57800"/>
                        </a:cubicBezTo>
                        <a:lnTo>
                          <a:pt x="369304" y="121950"/>
                        </a:lnTo>
                        <a:cubicBezTo>
                          <a:pt x="369304" y="131848"/>
                          <a:pt x="364067" y="140719"/>
                          <a:pt x="356398" y="145948"/>
                        </a:cubicBezTo>
                        <a:lnTo>
                          <a:pt x="356398" y="207857"/>
                        </a:lnTo>
                        <a:cubicBezTo>
                          <a:pt x="356398" y="208978"/>
                          <a:pt x="356959" y="209912"/>
                          <a:pt x="357987" y="210472"/>
                        </a:cubicBezTo>
                        <a:cubicBezTo>
                          <a:pt x="366872" y="214767"/>
                          <a:pt x="409707" y="236431"/>
                          <a:pt x="449548" y="269113"/>
                        </a:cubicBezTo>
                        <a:cubicBezTo>
                          <a:pt x="456749" y="274902"/>
                          <a:pt x="460864" y="283773"/>
                          <a:pt x="461145" y="293110"/>
                        </a:cubicBezTo>
                        <a:lnTo>
                          <a:pt x="461145" y="337091"/>
                        </a:lnTo>
                        <a:lnTo>
                          <a:pt x="402131" y="337091"/>
                        </a:lnTo>
                        <a:lnTo>
                          <a:pt x="402131" y="331955"/>
                        </a:lnTo>
                        <a:cubicBezTo>
                          <a:pt x="402131" y="318976"/>
                          <a:pt x="392779" y="308331"/>
                          <a:pt x="380527" y="305903"/>
                        </a:cubicBezTo>
                        <a:cubicBezTo>
                          <a:pt x="380433" y="305716"/>
                          <a:pt x="380433" y="305530"/>
                          <a:pt x="380340" y="305436"/>
                        </a:cubicBezTo>
                        <a:cubicBezTo>
                          <a:pt x="387261" y="295071"/>
                          <a:pt x="386138" y="280878"/>
                          <a:pt x="377066" y="271820"/>
                        </a:cubicBezTo>
                        <a:lnTo>
                          <a:pt x="369959" y="264724"/>
                        </a:lnTo>
                        <a:cubicBezTo>
                          <a:pt x="365002" y="259775"/>
                          <a:pt x="358362" y="256974"/>
                          <a:pt x="351254" y="256974"/>
                        </a:cubicBezTo>
                        <a:cubicBezTo>
                          <a:pt x="345736" y="256974"/>
                          <a:pt x="340685" y="258654"/>
                          <a:pt x="336290" y="261642"/>
                        </a:cubicBezTo>
                        <a:cubicBezTo>
                          <a:pt x="336009" y="261456"/>
                          <a:pt x="335916" y="261456"/>
                          <a:pt x="335822" y="261362"/>
                        </a:cubicBezTo>
                        <a:cubicBezTo>
                          <a:pt x="333390" y="249130"/>
                          <a:pt x="322729" y="239979"/>
                          <a:pt x="309729" y="239979"/>
                        </a:cubicBezTo>
                        <a:lnTo>
                          <a:pt x="299628" y="239979"/>
                        </a:lnTo>
                        <a:cubicBezTo>
                          <a:pt x="286628" y="239979"/>
                          <a:pt x="275966" y="249130"/>
                          <a:pt x="273535" y="261362"/>
                        </a:cubicBezTo>
                        <a:cubicBezTo>
                          <a:pt x="273348" y="261456"/>
                          <a:pt x="273161" y="261456"/>
                          <a:pt x="272974" y="261642"/>
                        </a:cubicBezTo>
                        <a:cubicBezTo>
                          <a:pt x="268672" y="258748"/>
                          <a:pt x="263621" y="257160"/>
                          <a:pt x="258197" y="257160"/>
                        </a:cubicBezTo>
                        <a:cubicBezTo>
                          <a:pt x="251089" y="257160"/>
                          <a:pt x="244355" y="259868"/>
                          <a:pt x="239398" y="264817"/>
                        </a:cubicBezTo>
                        <a:lnTo>
                          <a:pt x="232290" y="271914"/>
                        </a:lnTo>
                        <a:cubicBezTo>
                          <a:pt x="227334" y="277050"/>
                          <a:pt x="224528" y="283679"/>
                          <a:pt x="224528" y="290776"/>
                        </a:cubicBezTo>
                        <a:cubicBezTo>
                          <a:pt x="224528" y="296005"/>
                          <a:pt x="226024" y="301047"/>
                          <a:pt x="228924" y="305343"/>
                        </a:cubicBezTo>
                        <a:lnTo>
                          <a:pt x="228550" y="306090"/>
                        </a:lnTo>
                        <a:cubicBezTo>
                          <a:pt x="216485" y="308518"/>
                          <a:pt x="207319" y="319256"/>
                          <a:pt x="207319" y="332049"/>
                        </a:cubicBezTo>
                        <a:lnTo>
                          <a:pt x="207319" y="337091"/>
                        </a:lnTo>
                        <a:lnTo>
                          <a:pt x="148399" y="337091"/>
                        </a:lnTo>
                        <a:lnTo>
                          <a:pt x="148399" y="293110"/>
                        </a:lnTo>
                        <a:cubicBezTo>
                          <a:pt x="148399" y="283773"/>
                          <a:pt x="152514" y="274902"/>
                          <a:pt x="159715" y="269113"/>
                        </a:cubicBezTo>
                        <a:cubicBezTo>
                          <a:pt x="199650" y="236337"/>
                          <a:pt x="242485" y="214674"/>
                          <a:pt x="251276" y="210472"/>
                        </a:cubicBezTo>
                        <a:cubicBezTo>
                          <a:pt x="252211" y="209912"/>
                          <a:pt x="252866" y="208978"/>
                          <a:pt x="252866" y="207857"/>
                        </a:cubicBezTo>
                        <a:lnTo>
                          <a:pt x="252866" y="145948"/>
                        </a:lnTo>
                        <a:cubicBezTo>
                          <a:pt x="245010" y="140813"/>
                          <a:pt x="239866" y="132035"/>
                          <a:pt x="239866" y="121950"/>
                        </a:cubicBezTo>
                        <a:lnTo>
                          <a:pt x="239866" y="57800"/>
                        </a:lnTo>
                        <a:cubicBezTo>
                          <a:pt x="239866" y="25959"/>
                          <a:pt x="265866" y="0"/>
                          <a:pt x="29775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square" lIns="91440" tIns="45720" rIns="91440" bIns="45720" anchor="ctr">
                    <a:normAutofit fontScale="85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ctr"/>
                    <a:endParaRPr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F06DAAF7-AE0D-F103-8CA4-DE2C47CD9CF2}"/>
                    </a:ext>
                  </a:extLst>
                </p:cNvPr>
                <p:cNvGrpSpPr/>
                <p:nvPr/>
              </p:nvGrpSpPr>
              <p:grpSpPr>
                <a:xfrm>
                  <a:off x="8590094" y="5067468"/>
                  <a:ext cx="2838450" cy="1066632"/>
                  <a:chOff x="8590094" y="5067468"/>
                  <a:chExt cx="2838450" cy="1066632"/>
                </a:xfrm>
              </p:grpSpPr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B47EB7B-B9CC-C4E2-1A5D-F5DA5ECE233F}"/>
                      </a:ext>
                    </a:extLst>
                  </p:cNvPr>
                  <p:cNvSpPr txBox="1"/>
                  <p:nvPr/>
                </p:nvSpPr>
                <p:spPr>
                  <a:xfrm>
                    <a:off x="8590094" y="5475263"/>
                    <a:ext cx="2838450" cy="658837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t" anchorCtr="1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zh-CN" altLang="en-US" sz="1200">
                        <a:latin typeface="Times New Roman"/>
                        <a:ea typeface="微软雅黑"/>
                        <a:sym typeface="Times New Roman"/>
                      </a:rPr>
                      <a:t>品尝地方风味</a:t>
                    </a:r>
                    <a:endParaRPr lang="en-US" altLang="zh-CN" sz="1200">
                      <a:latin typeface="Times New Roman"/>
                      <a:ea typeface="微软雅黑"/>
                      <a:sym typeface="Times New Roman"/>
                    </a:endParaRPr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CBC7CCC3-7801-6522-B209-C6986DEFB294}"/>
                      </a:ext>
                    </a:extLst>
                  </p:cNvPr>
                  <p:cNvSpPr txBox="1"/>
                  <p:nvPr/>
                </p:nvSpPr>
                <p:spPr>
                  <a:xfrm>
                    <a:off x="8590094" y="5067468"/>
                    <a:ext cx="2838450" cy="407861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anchor="b" anchorCtr="1">
                    <a:normAutofit/>
                  </a:bodyPr>
                  <a:lstStyle/>
                  <a:p>
                    <a:pPr algn="ctr">
                      <a:spcBef>
                        <a:spcPct val="0"/>
                      </a:spcBef>
                    </a:pPr>
                    <a:r>
                      <a:rPr lang="zh-CN" altLang="en-US" b="1">
                        <a:solidFill>
                          <a:sysClr val="windowText" lastClr="000000"/>
                        </a:solidFill>
                        <a:latin typeface="Times New Roman"/>
                        <a:ea typeface="微软雅黑"/>
                        <a:sym typeface="Times New Roman"/>
                      </a:rPr>
                      <a:t>西安特色美食</a:t>
                    </a:r>
                  </a:p>
                </p:txBody>
              </p:sp>
            </p:grp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3A0025E-2D31-B102-4688-3F409111B998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9012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古城墙夜游、陕西历史博物馆等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1DE4657-24F9-03BA-A19D-441D80FD09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466517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文化体验</a:t>
            </a:r>
          </a:p>
        </p:txBody>
      </p:sp>
    </p:spTree>
    <p:extLst>
      <p:ext uri="{BB962C8B-B14F-4D97-AF65-F5344CB8AC3E}">
        <p14:creationId xmlns:p14="http://schemas.microsoft.com/office/powerpoint/2010/main" val="4651953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A498569-7ABE-51C5-C0AC-A56579BABD40}"/>
              </a:ext>
            </a:extLst>
          </p:cNvPr>
          <p:cNvGrpSpPr/>
          <p:nvPr/>
        </p:nvGrpSpPr>
        <p:grpSpPr>
          <a:xfrm>
            <a:off x="660401" y="1845918"/>
            <a:ext cx="10863175" cy="3957198"/>
            <a:chOff x="660400" y="1130300"/>
            <a:chExt cx="10863174" cy="3957198"/>
          </a:xfrm>
        </p:grpSpPr>
        <p:cxnSp>
          <p:nvCxnSpPr>
            <p:cNvPr id="272" name="直线连接符 271">
              <a:extLst>
                <a:ext uri="{FF2B5EF4-FFF2-40B4-BE49-F238E27FC236}">
                  <a16:creationId xmlns:a16="http://schemas.microsoft.com/office/drawing/2014/main" id="{405ACC48-F4A1-278C-4AAA-8830C87916B0}"/>
                </a:ext>
              </a:extLst>
            </p:cNvPr>
            <p:cNvCxnSpPr/>
            <p:nvPr/>
          </p:nvCxnSpPr>
          <p:spPr>
            <a:xfrm>
              <a:off x="660400" y="2878151"/>
              <a:ext cx="10856824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文本框 278">
              <a:extLst>
                <a:ext uri="{FF2B5EF4-FFF2-40B4-BE49-F238E27FC236}">
                  <a16:creationId xmlns:a16="http://schemas.microsoft.com/office/drawing/2014/main" id="{46BCCBF4-824B-F98B-AB81-12E08A52A6A3}"/>
                </a:ext>
              </a:extLst>
            </p:cNvPr>
            <p:cNvSpPr txBox="1"/>
            <p:nvPr/>
          </p:nvSpPr>
          <p:spPr>
            <a:xfrm>
              <a:off x="666750" y="1130300"/>
              <a:ext cx="10856824" cy="10378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西安国际马拉松、城墙自行车赛等</a:t>
              </a:r>
              <a:endParaRPr lang="en-US">
                <a:latin typeface="Times New Roman"/>
                <a:ea typeface="微软雅黑"/>
                <a:sym typeface="Times New Roman"/>
              </a:endParaRPr>
            </a:p>
          </p:txBody>
        </p: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C3FA73F3-2EDA-2D2F-E1AF-B489F6B58683}"/>
                </a:ext>
              </a:extLst>
            </p:cNvPr>
            <p:cNvGrpSpPr/>
            <p:nvPr/>
          </p:nvGrpSpPr>
          <p:grpSpPr>
            <a:xfrm>
              <a:off x="704503" y="2554273"/>
              <a:ext cx="2064564" cy="2533225"/>
              <a:chOff x="704503" y="3562005"/>
              <a:chExt cx="2064564" cy="2533225"/>
            </a:xfrm>
          </p:grpSpPr>
          <p:sp>
            <p:nvSpPr>
              <p:cNvPr id="301" name="矩形 300">
                <a:extLst>
                  <a:ext uri="{FF2B5EF4-FFF2-40B4-BE49-F238E27FC236}">
                    <a16:creationId xmlns:a16="http://schemas.microsoft.com/office/drawing/2014/main" id="{AA1D4888-421E-1CA9-3099-A3360A2465FC}"/>
                  </a:ext>
                </a:extLst>
              </p:cNvPr>
              <p:cNvSpPr/>
              <p:nvPr/>
            </p:nvSpPr>
            <p:spPr bwMode="auto">
              <a:xfrm>
                <a:off x="704503" y="4893558"/>
                <a:ext cx="2064564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感受古城跑步文化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97F614E0-1A45-6A99-BFE5-F8CE9A850872}"/>
                  </a:ext>
                </a:extLst>
              </p:cNvPr>
              <p:cNvSpPr txBox="1"/>
              <p:nvPr/>
            </p:nvSpPr>
            <p:spPr bwMode="auto">
              <a:xfrm>
                <a:off x="704503" y="4245802"/>
                <a:ext cx="2064564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西安国际马拉松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03" name="椭圆 302">
                <a:extLst>
                  <a:ext uri="{FF2B5EF4-FFF2-40B4-BE49-F238E27FC236}">
                    <a16:creationId xmlns:a16="http://schemas.microsoft.com/office/drawing/2014/main" id="{0150E1EC-B0EE-A793-D015-B7B1A780F5AF}"/>
                  </a:ext>
                </a:extLst>
              </p:cNvPr>
              <p:cNvSpPr/>
              <p:nvPr/>
            </p:nvSpPr>
            <p:spPr bwMode="auto">
              <a:xfrm>
                <a:off x="1412907" y="3562005"/>
                <a:ext cx="647754" cy="64775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04" name="任意形状 303">
                <a:extLst>
                  <a:ext uri="{FF2B5EF4-FFF2-40B4-BE49-F238E27FC236}">
                    <a16:creationId xmlns:a16="http://schemas.microsoft.com/office/drawing/2014/main" id="{199F1D75-DA37-C943-236F-EF2343625397}"/>
                  </a:ext>
                </a:extLst>
              </p:cNvPr>
              <p:cNvSpPr/>
              <p:nvPr/>
            </p:nvSpPr>
            <p:spPr bwMode="auto">
              <a:xfrm>
                <a:off x="1593440" y="3742539"/>
                <a:ext cx="286689" cy="28668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06" name="组合 305">
              <a:extLst>
                <a:ext uri="{FF2B5EF4-FFF2-40B4-BE49-F238E27FC236}">
                  <a16:creationId xmlns:a16="http://schemas.microsoft.com/office/drawing/2014/main" id="{43530753-BD74-E958-CADD-A763BD0ED0C5}"/>
                </a:ext>
              </a:extLst>
            </p:cNvPr>
            <p:cNvGrpSpPr/>
            <p:nvPr/>
          </p:nvGrpSpPr>
          <p:grpSpPr>
            <a:xfrm>
              <a:off x="2901828" y="2554273"/>
              <a:ext cx="2064564" cy="2533225"/>
              <a:chOff x="2901828" y="3562005"/>
              <a:chExt cx="2064564" cy="2533225"/>
            </a:xfrm>
          </p:grpSpPr>
          <p:sp>
            <p:nvSpPr>
              <p:cNvPr id="296" name="矩形 295">
                <a:extLst>
                  <a:ext uri="{FF2B5EF4-FFF2-40B4-BE49-F238E27FC236}">
                    <a16:creationId xmlns:a16="http://schemas.microsoft.com/office/drawing/2014/main" id="{B333E624-9ADF-0093-EC7B-9CA20209C0F2}"/>
                  </a:ext>
                </a:extLst>
              </p:cNvPr>
              <p:cNvSpPr/>
              <p:nvPr/>
            </p:nvSpPr>
            <p:spPr bwMode="auto">
              <a:xfrm>
                <a:off x="2901828" y="4893558"/>
                <a:ext cx="2064564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体验古城墙的骑行乐趣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7" name="文本框 296">
                <a:extLst>
                  <a:ext uri="{FF2B5EF4-FFF2-40B4-BE49-F238E27FC236}">
                    <a16:creationId xmlns:a16="http://schemas.microsoft.com/office/drawing/2014/main" id="{8E2ECFD2-CBC1-520D-D3C6-AD258938BA05}"/>
                  </a:ext>
                </a:extLst>
              </p:cNvPr>
              <p:cNvSpPr txBox="1"/>
              <p:nvPr/>
            </p:nvSpPr>
            <p:spPr bwMode="auto">
              <a:xfrm>
                <a:off x="2901828" y="4245802"/>
                <a:ext cx="2064564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城墙自行车赛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A82E97F3-13A9-6CB4-9326-42F3846122C1}"/>
                  </a:ext>
                </a:extLst>
              </p:cNvPr>
              <p:cNvSpPr/>
              <p:nvPr/>
            </p:nvSpPr>
            <p:spPr bwMode="auto">
              <a:xfrm>
                <a:off x="3610232" y="3562005"/>
                <a:ext cx="647754" cy="64775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9" name="任意形状 298">
                <a:extLst>
                  <a:ext uri="{FF2B5EF4-FFF2-40B4-BE49-F238E27FC236}">
                    <a16:creationId xmlns:a16="http://schemas.microsoft.com/office/drawing/2014/main" id="{A73430CB-C455-9D91-F85A-8C69DA37D6E9}"/>
                  </a:ext>
                </a:extLst>
              </p:cNvPr>
              <p:cNvSpPr/>
              <p:nvPr/>
            </p:nvSpPr>
            <p:spPr bwMode="auto">
              <a:xfrm>
                <a:off x="3792879" y="3742538"/>
                <a:ext cx="282460" cy="286689"/>
              </a:xfrm>
              <a:custGeom>
                <a:avLst/>
                <a:gdLst>
                  <a:gd name="connsiteX0" fmla="*/ 88629 w 596244"/>
                  <a:gd name="connsiteY0" fmla="*/ 11502 h 605169"/>
                  <a:gd name="connsiteX1" fmla="*/ 117253 w 596244"/>
                  <a:gd name="connsiteY1" fmla="*/ 22857 h 605169"/>
                  <a:gd name="connsiteX2" fmla="*/ 211433 w 596244"/>
                  <a:gd name="connsiteY2" fmla="*/ 116762 h 605169"/>
                  <a:gd name="connsiteX3" fmla="*/ 210155 w 596244"/>
                  <a:gd name="connsiteY3" fmla="*/ 176728 h 605169"/>
                  <a:gd name="connsiteX4" fmla="*/ 159168 w 596244"/>
                  <a:gd name="connsiteY4" fmla="*/ 227509 h 605169"/>
                  <a:gd name="connsiteX5" fmla="*/ 166707 w 596244"/>
                  <a:gd name="connsiteY5" fmla="*/ 240905 h 605169"/>
                  <a:gd name="connsiteX6" fmla="*/ 250409 w 596244"/>
                  <a:gd name="connsiteY6" fmla="*/ 356372 h 605169"/>
                  <a:gd name="connsiteX7" fmla="*/ 365802 w 596244"/>
                  <a:gd name="connsiteY7" fmla="*/ 439815 h 605169"/>
                  <a:gd name="connsiteX8" fmla="*/ 379603 w 596244"/>
                  <a:gd name="connsiteY8" fmla="*/ 447470 h 605169"/>
                  <a:gd name="connsiteX9" fmla="*/ 430462 w 596244"/>
                  <a:gd name="connsiteY9" fmla="*/ 396690 h 605169"/>
                  <a:gd name="connsiteX10" fmla="*/ 461643 w 596244"/>
                  <a:gd name="connsiteY10" fmla="*/ 384059 h 605169"/>
                  <a:gd name="connsiteX11" fmla="*/ 490395 w 596244"/>
                  <a:gd name="connsiteY11" fmla="*/ 395414 h 605169"/>
                  <a:gd name="connsiteX12" fmla="*/ 584447 w 596244"/>
                  <a:gd name="connsiteY12" fmla="*/ 489319 h 605169"/>
                  <a:gd name="connsiteX13" fmla="*/ 583297 w 596244"/>
                  <a:gd name="connsiteY13" fmla="*/ 549158 h 605169"/>
                  <a:gd name="connsiteX14" fmla="*/ 561701 w 596244"/>
                  <a:gd name="connsiteY14" fmla="*/ 570338 h 605169"/>
                  <a:gd name="connsiteX15" fmla="*/ 556334 w 596244"/>
                  <a:gd name="connsiteY15" fmla="*/ 574420 h 605169"/>
                  <a:gd name="connsiteX16" fmla="*/ 519658 w 596244"/>
                  <a:gd name="connsiteY16" fmla="*/ 595217 h 605169"/>
                  <a:gd name="connsiteX17" fmla="*/ 482216 w 596244"/>
                  <a:gd name="connsiteY17" fmla="*/ 604659 h 605169"/>
                  <a:gd name="connsiteX18" fmla="*/ 471610 w 596244"/>
                  <a:gd name="connsiteY18" fmla="*/ 605169 h 605169"/>
                  <a:gd name="connsiteX19" fmla="*/ 162363 w 596244"/>
                  <a:gd name="connsiteY19" fmla="*/ 444281 h 605169"/>
                  <a:gd name="connsiteX20" fmla="*/ 1861 w 596244"/>
                  <a:gd name="connsiteY20" fmla="*/ 125183 h 605169"/>
                  <a:gd name="connsiteX21" fmla="*/ 11189 w 596244"/>
                  <a:gd name="connsiteY21" fmla="*/ 87800 h 605169"/>
                  <a:gd name="connsiteX22" fmla="*/ 32019 w 596244"/>
                  <a:gd name="connsiteY22" fmla="*/ 50927 h 605169"/>
                  <a:gd name="connsiteX23" fmla="*/ 34191 w 596244"/>
                  <a:gd name="connsiteY23" fmla="*/ 47354 h 605169"/>
                  <a:gd name="connsiteX24" fmla="*/ 57321 w 596244"/>
                  <a:gd name="connsiteY24" fmla="*/ 24133 h 605169"/>
                  <a:gd name="connsiteX25" fmla="*/ 88629 w 596244"/>
                  <a:gd name="connsiteY25" fmla="*/ 11502 h 605169"/>
                  <a:gd name="connsiteX26" fmla="*/ 573795 w 596244"/>
                  <a:gd name="connsiteY26" fmla="*/ 0 h 605169"/>
                  <a:gd name="connsiteX27" fmla="*/ 585421 w 596244"/>
                  <a:gd name="connsiteY27" fmla="*/ 4594 h 605169"/>
                  <a:gd name="connsiteX28" fmla="*/ 589509 w 596244"/>
                  <a:gd name="connsiteY28" fmla="*/ 17482 h 605169"/>
                  <a:gd name="connsiteX29" fmla="*/ 575072 w 596244"/>
                  <a:gd name="connsiteY29" fmla="*/ 171379 h 605169"/>
                  <a:gd name="connsiteX30" fmla="*/ 570984 w 596244"/>
                  <a:gd name="connsiteY30" fmla="*/ 185927 h 605169"/>
                  <a:gd name="connsiteX31" fmla="*/ 556164 w 596244"/>
                  <a:gd name="connsiteY31" fmla="*/ 183374 h 605169"/>
                  <a:gd name="connsiteX32" fmla="*/ 520136 w 596244"/>
                  <a:gd name="connsiteY32" fmla="*/ 147516 h 605169"/>
                  <a:gd name="connsiteX33" fmla="*/ 401065 w 596244"/>
                  <a:gd name="connsiteY33" fmla="*/ 266448 h 605169"/>
                  <a:gd name="connsiteX34" fmla="*/ 399915 w 596244"/>
                  <a:gd name="connsiteY34" fmla="*/ 267724 h 605169"/>
                  <a:gd name="connsiteX35" fmla="*/ 392122 w 596244"/>
                  <a:gd name="connsiteY35" fmla="*/ 271042 h 605169"/>
                  <a:gd name="connsiteX36" fmla="*/ 380623 w 596244"/>
                  <a:gd name="connsiteY36" fmla="*/ 265172 h 605169"/>
                  <a:gd name="connsiteX37" fmla="*/ 325304 w 596244"/>
                  <a:gd name="connsiteY37" fmla="*/ 209917 h 605169"/>
                  <a:gd name="connsiteX38" fmla="*/ 323898 w 596244"/>
                  <a:gd name="connsiteY38" fmla="*/ 191924 h 605169"/>
                  <a:gd name="connsiteX39" fmla="*/ 441820 w 596244"/>
                  <a:gd name="connsiteY39" fmla="*/ 74269 h 605169"/>
                  <a:gd name="connsiteX40" fmla="*/ 408858 w 596244"/>
                  <a:gd name="connsiteY40" fmla="*/ 41345 h 605169"/>
                  <a:gd name="connsiteX41" fmla="*/ 405281 w 596244"/>
                  <a:gd name="connsiteY41" fmla="*/ 23735 h 605169"/>
                  <a:gd name="connsiteX42" fmla="*/ 419206 w 596244"/>
                  <a:gd name="connsiteY42" fmla="*/ 19397 h 605169"/>
                  <a:gd name="connsiteX43" fmla="*/ 573795 w 596244"/>
                  <a:gd name="connsiteY43" fmla="*/ 0 h 605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96244" h="605169">
                    <a:moveTo>
                      <a:pt x="88629" y="11502"/>
                    </a:moveTo>
                    <a:cubicBezTo>
                      <a:pt x="99747" y="11502"/>
                      <a:pt x="109970" y="15585"/>
                      <a:pt x="117253" y="22857"/>
                    </a:cubicBezTo>
                    <a:lnTo>
                      <a:pt x="211433" y="116762"/>
                    </a:lnTo>
                    <a:cubicBezTo>
                      <a:pt x="227535" y="132966"/>
                      <a:pt x="227023" y="159887"/>
                      <a:pt x="210155" y="176728"/>
                    </a:cubicBezTo>
                    <a:lnTo>
                      <a:pt x="159168" y="227509"/>
                    </a:lnTo>
                    <a:lnTo>
                      <a:pt x="166707" y="240905"/>
                    </a:lnTo>
                    <a:cubicBezTo>
                      <a:pt x="183576" y="271144"/>
                      <a:pt x="206577" y="312610"/>
                      <a:pt x="250409" y="356372"/>
                    </a:cubicBezTo>
                    <a:cubicBezTo>
                      <a:pt x="294112" y="400135"/>
                      <a:pt x="335516" y="423101"/>
                      <a:pt x="365802" y="439815"/>
                    </a:cubicBezTo>
                    <a:lnTo>
                      <a:pt x="379603" y="447470"/>
                    </a:lnTo>
                    <a:lnTo>
                      <a:pt x="430462" y="396690"/>
                    </a:lnTo>
                    <a:cubicBezTo>
                      <a:pt x="438513" y="388652"/>
                      <a:pt x="449886" y="384059"/>
                      <a:pt x="461643" y="384059"/>
                    </a:cubicBezTo>
                    <a:cubicBezTo>
                      <a:pt x="472888" y="384059"/>
                      <a:pt x="483111" y="388014"/>
                      <a:pt x="490395" y="395414"/>
                    </a:cubicBezTo>
                    <a:lnTo>
                      <a:pt x="584447" y="489319"/>
                    </a:lnTo>
                    <a:cubicBezTo>
                      <a:pt x="600676" y="505523"/>
                      <a:pt x="600037" y="532316"/>
                      <a:pt x="583297" y="549158"/>
                    </a:cubicBezTo>
                    <a:lnTo>
                      <a:pt x="561701" y="570338"/>
                    </a:lnTo>
                    <a:lnTo>
                      <a:pt x="556334" y="574420"/>
                    </a:lnTo>
                    <a:cubicBezTo>
                      <a:pt x="545344" y="583096"/>
                      <a:pt x="533076" y="589986"/>
                      <a:pt x="519658" y="595217"/>
                    </a:cubicBezTo>
                    <a:cubicBezTo>
                      <a:pt x="507263" y="600066"/>
                      <a:pt x="494995" y="603128"/>
                      <a:pt x="482216" y="604659"/>
                    </a:cubicBezTo>
                    <a:cubicBezTo>
                      <a:pt x="481194" y="604786"/>
                      <a:pt x="477488" y="605169"/>
                      <a:pt x="471610" y="605169"/>
                    </a:cubicBezTo>
                    <a:cubicBezTo>
                      <a:pt x="436852" y="605169"/>
                      <a:pt x="311875" y="593559"/>
                      <a:pt x="162363" y="444281"/>
                    </a:cubicBezTo>
                    <a:cubicBezTo>
                      <a:pt x="36236" y="318224"/>
                      <a:pt x="-10279" y="225850"/>
                      <a:pt x="1861" y="125183"/>
                    </a:cubicBezTo>
                    <a:cubicBezTo>
                      <a:pt x="3266" y="112934"/>
                      <a:pt x="6206" y="100686"/>
                      <a:pt x="11189" y="87800"/>
                    </a:cubicBezTo>
                    <a:cubicBezTo>
                      <a:pt x="16429" y="74403"/>
                      <a:pt x="23457" y="61899"/>
                      <a:pt x="32019" y="50927"/>
                    </a:cubicBezTo>
                    <a:lnTo>
                      <a:pt x="34191" y="47354"/>
                    </a:lnTo>
                    <a:lnTo>
                      <a:pt x="57321" y="24133"/>
                    </a:lnTo>
                    <a:cubicBezTo>
                      <a:pt x="65372" y="16095"/>
                      <a:pt x="76745" y="11502"/>
                      <a:pt x="88629" y="11502"/>
                    </a:cubicBezTo>
                    <a:close/>
                    <a:moveTo>
                      <a:pt x="573795" y="0"/>
                    </a:moveTo>
                    <a:cubicBezTo>
                      <a:pt x="579927" y="0"/>
                      <a:pt x="583504" y="2552"/>
                      <a:pt x="585421" y="4594"/>
                    </a:cubicBezTo>
                    <a:cubicBezTo>
                      <a:pt x="590020" y="9698"/>
                      <a:pt x="589637" y="16717"/>
                      <a:pt x="589509" y="17482"/>
                    </a:cubicBezTo>
                    <a:lnTo>
                      <a:pt x="575072" y="171379"/>
                    </a:lnTo>
                    <a:cubicBezTo>
                      <a:pt x="575072" y="173293"/>
                      <a:pt x="575072" y="181843"/>
                      <a:pt x="570984" y="185927"/>
                    </a:cubicBezTo>
                    <a:cubicBezTo>
                      <a:pt x="569068" y="187713"/>
                      <a:pt x="563957" y="191159"/>
                      <a:pt x="556164" y="183374"/>
                    </a:cubicBezTo>
                    <a:lnTo>
                      <a:pt x="520136" y="147516"/>
                    </a:lnTo>
                    <a:lnTo>
                      <a:pt x="401065" y="266448"/>
                    </a:lnTo>
                    <a:cubicBezTo>
                      <a:pt x="400809" y="266831"/>
                      <a:pt x="400426" y="267214"/>
                      <a:pt x="399915" y="267724"/>
                    </a:cubicBezTo>
                    <a:cubicBezTo>
                      <a:pt x="397743" y="269894"/>
                      <a:pt x="395060" y="271042"/>
                      <a:pt x="392122" y="271042"/>
                    </a:cubicBezTo>
                    <a:cubicBezTo>
                      <a:pt x="388289" y="270914"/>
                      <a:pt x="384456" y="269000"/>
                      <a:pt x="380623" y="265172"/>
                    </a:cubicBezTo>
                    <a:lnTo>
                      <a:pt x="325304" y="209917"/>
                    </a:lnTo>
                    <a:cubicBezTo>
                      <a:pt x="317638" y="202261"/>
                      <a:pt x="321088" y="194859"/>
                      <a:pt x="323898" y="191924"/>
                    </a:cubicBezTo>
                    <a:lnTo>
                      <a:pt x="441820" y="74269"/>
                    </a:lnTo>
                    <a:lnTo>
                      <a:pt x="408858" y="41345"/>
                    </a:lnTo>
                    <a:cubicBezTo>
                      <a:pt x="399659" y="32158"/>
                      <a:pt x="402598" y="26415"/>
                      <a:pt x="405281" y="23735"/>
                    </a:cubicBezTo>
                    <a:cubicBezTo>
                      <a:pt x="409497" y="19652"/>
                      <a:pt x="417673" y="19397"/>
                      <a:pt x="419206" y="19397"/>
                    </a:cubicBezTo>
                    <a:cubicBezTo>
                      <a:pt x="424189" y="18631"/>
                      <a:pt x="557186" y="0"/>
                      <a:pt x="5737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F33A86B5-9697-63D0-998D-671CC3C17DEE}"/>
                </a:ext>
              </a:extLst>
            </p:cNvPr>
            <p:cNvGrpSpPr/>
            <p:nvPr/>
          </p:nvGrpSpPr>
          <p:grpSpPr>
            <a:xfrm>
              <a:off x="5170400" y="2554273"/>
              <a:ext cx="2064564" cy="2533225"/>
              <a:chOff x="5170400" y="3562005"/>
              <a:chExt cx="2064564" cy="2533225"/>
            </a:xfrm>
          </p:grpSpPr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C34E8E63-ABE5-B243-0E35-AF438B490052}"/>
                  </a:ext>
                </a:extLst>
              </p:cNvPr>
              <p:cNvSpPr/>
              <p:nvPr/>
            </p:nvSpPr>
            <p:spPr bwMode="auto">
              <a:xfrm>
                <a:off x="5170400" y="4893558"/>
                <a:ext cx="2064564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了解西安马拉松的发展历程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268A1958-A5CA-3A00-FF52-FD3F8AC09771}"/>
                  </a:ext>
                </a:extLst>
              </p:cNvPr>
              <p:cNvSpPr txBox="1"/>
              <p:nvPr/>
            </p:nvSpPr>
            <p:spPr bwMode="auto">
              <a:xfrm>
                <a:off x="5170400" y="4245802"/>
                <a:ext cx="2064564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马拉松赛事历史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4" name="椭圆 293">
                <a:extLst>
                  <a:ext uri="{FF2B5EF4-FFF2-40B4-BE49-F238E27FC236}">
                    <a16:creationId xmlns:a16="http://schemas.microsoft.com/office/drawing/2014/main" id="{ECDD4824-0347-B7F6-11E9-B84AA1321260}"/>
                  </a:ext>
                </a:extLst>
              </p:cNvPr>
              <p:cNvSpPr/>
              <p:nvPr/>
            </p:nvSpPr>
            <p:spPr bwMode="auto">
              <a:xfrm>
                <a:off x="5878804" y="3562005"/>
                <a:ext cx="647754" cy="64775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5" name="任意形状 294">
                <a:extLst>
                  <a:ext uri="{FF2B5EF4-FFF2-40B4-BE49-F238E27FC236}">
                    <a16:creationId xmlns:a16="http://schemas.microsoft.com/office/drawing/2014/main" id="{97B7EB90-BD67-17FE-1131-0F4E2C43F22A}"/>
                  </a:ext>
                </a:extLst>
              </p:cNvPr>
              <p:cNvSpPr/>
              <p:nvPr/>
            </p:nvSpPr>
            <p:spPr bwMode="auto">
              <a:xfrm>
                <a:off x="6059337" y="3745476"/>
                <a:ext cx="286689" cy="280812"/>
              </a:xfrm>
              <a:custGeom>
                <a:avLst/>
                <a:gdLst>
                  <a:gd name="connsiteX0" fmla="*/ 365903 w 605945"/>
                  <a:gd name="connsiteY0" fmla="*/ 356355 h 593525"/>
                  <a:gd name="connsiteX1" fmla="*/ 419279 w 605945"/>
                  <a:gd name="connsiteY1" fmla="*/ 356355 h 593525"/>
                  <a:gd name="connsiteX2" fmla="*/ 438866 w 605945"/>
                  <a:gd name="connsiteY2" fmla="*/ 375911 h 593525"/>
                  <a:gd name="connsiteX3" fmla="*/ 438866 w 605945"/>
                  <a:gd name="connsiteY3" fmla="*/ 482216 h 593525"/>
                  <a:gd name="connsiteX4" fmla="*/ 474698 w 605945"/>
                  <a:gd name="connsiteY4" fmla="*/ 482216 h 593525"/>
                  <a:gd name="connsiteX5" fmla="*/ 488343 w 605945"/>
                  <a:gd name="connsiteY5" fmla="*/ 491298 h 593525"/>
                  <a:gd name="connsiteX6" fmla="*/ 485094 w 605945"/>
                  <a:gd name="connsiteY6" fmla="*/ 507239 h 593525"/>
                  <a:gd name="connsiteX7" fmla="*/ 402942 w 605945"/>
                  <a:gd name="connsiteY7" fmla="*/ 589262 h 593525"/>
                  <a:gd name="connsiteX8" fmla="*/ 392545 w 605945"/>
                  <a:gd name="connsiteY8" fmla="*/ 593525 h 593525"/>
                  <a:gd name="connsiteX9" fmla="*/ 382241 w 605945"/>
                  <a:gd name="connsiteY9" fmla="*/ 589262 h 593525"/>
                  <a:gd name="connsiteX10" fmla="*/ 300088 w 605945"/>
                  <a:gd name="connsiteY10" fmla="*/ 507239 h 593525"/>
                  <a:gd name="connsiteX11" fmla="*/ 296932 w 605945"/>
                  <a:gd name="connsiteY11" fmla="*/ 491298 h 593525"/>
                  <a:gd name="connsiteX12" fmla="*/ 310485 w 605945"/>
                  <a:gd name="connsiteY12" fmla="*/ 482216 h 593525"/>
                  <a:gd name="connsiteX13" fmla="*/ 346316 w 605945"/>
                  <a:gd name="connsiteY13" fmla="*/ 482216 h 593525"/>
                  <a:gd name="connsiteX14" fmla="*/ 346316 w 605945"/>
                  <a:gd name="connsiteY14" fmla="*/ 375911 h 593525"/>
                  <a:gd name="connsiteX15" fmla="*/ 365903 w 605945"/>
                  <a:gd name="connsiteY15" fmla="*/ 356355 h 593525"/>
                  <a:gd name="connsiteX16" fmla="*/ 204710 w 605945"/>
                  <a:gd name="connsiteY16" fmla="*/ 315992 h 593525"/>
                  <a:gd name="connsiteX17" fmla="*/ 215108 w 605945"/>
                  <a:gd name="connsiteY17" fmla="*/ 320257 h 593525"/>
                  <a:gd name="connsiteX18" fmla="*/ 297271 w 605945"/>
                  <a:gd name="connsiteY18" fmla="*/ 402304 h 593525"/>
                  <a:gd name="connsiteX19" fmla="*/ 300427 w 605945"/>
                  <a:gd name="connsiteY19" fmla="*/ 418342 h 593525"/>
                  <a:gd name="connsiteX20" fmla="*/ 286873 w 605945"/>
                  <a:gd name="connsiteY20" fmla="*/ 427335 h 593525"/>
                  <a:gd name="connsiteX21" fmla="*/ 250944 w 605945"/>
                  <a:gd name="connsiteY21" fmla="*/ 427335 h 593525"/>
                  <a:gd name="connsiteX22" fmla="*/ 250944 w 605945"/>
                  <a:gd name="connsiteY22" fmla="*/ 533764 h 593525"/>
                  <a:gd name="connsiteX23" fmla="*/ 231448 w 605945"/>
                  <a:gd name="connsiteY23" fmla="*/ 553233 h 593525"/>
                  <a:gd name="connsiteX24" fmla="*/ 178065 w 605945"/>
                  <a:gd name="connsiteY24" fmla="*/ 553233 h 593525"/>
                  <a:gd name="connsiteX25" fmla="*/ 158476 w 605945"/>
                  <a:gd name="connsiteY25" fmla="*/ 533764 h 593525"/>
                  <a:gd name="connsiteX26" fmla="*/ 158476 w 605945"/>
                  <a:gd name="connsiteY26" fmla="*/ 427335 h 593525"/>
                  <a:gd name="connsiteX27" fmla="*/ 122548 w 605945"/>
                  <a:gd name="connsiteY27" fmla="*/ 427335 h 593525"/>
                  <a:gd name="connsiteX28" fmla="*/ 108993 w 605945"/>
                  <a:gd name="connsiteY28" fmla="*/ 418342 h 593525"/>
                  <a:gd name="connsiteX29" fmla="*/ 112150 w 605945"/>
                  <a:gd name="connsiteY29" fmla="*/ 402304 h 593525"/>
                  <a:gd name="connsiteX30" fmla="*/ 194312 w 605945"/>
                  <a:gd name="connsiteY30" fmla="*/ 320257 h 593525"/>
                  <a:gd name="connsiteX31" fmla="*/ 204710 w 605945"/>
                  <a:gd name="connsiteY31" fmla="*/ 315992 h 593525"/>
                  <a:gd name="connsiteX32" fmla="*/ 219221 w 605945"/>
                  <a:gd name="connsiteY32" fmla="*/ 0 h 593525"/>
                  <a:gd name="connsiteX33" fmla="*/ 356083 w 605945"/>
                  <a:gd name="connsiteY33" fmla="*/ 86213 h 593525"/>
                  <a:gd name="connsiteX34" fmla="*/ 417551 w 605945"/>
                  <a:gd name="connsiteY34" fmla="*/ 67209 h 593525"/>
                  <a:gd name="connsiteX35" fmla="*/ 526836 w 605945"/>
                  <a:gd name="connsiteY35" fmla="*/ 176319 h 593525"/>
                  <a:gd name="connsiteX36" fmla="*/ 523958 w 605945"/>
                  <a:gd name="connsiteY36" fmla="*/ 200236 h 593525"/>
                  <a:gd name="connsiteX37" fmla="*/ 605945 w 605945"/>
                  <a:gd name="connsiteY37" fmla="*/ 299056 h 593525"/>
                  <a:gd name="connsiteX38" fmla="*/ 505016 w 605945"/>
                  <a:gd name="connsiteY38" fmla="*/ 399823 h 593525"/>
                  <a:gd name="connsiteX39" fmla="*/ 469176 w 605945"/>
                  <a:gd name="connsiteY39" fmla="*/ 399823 h 593525"/>
                  <a:gd name="connsiteX40" fmla="*/ 469176 w 605945"/>
                  <a:gd name="connsiteY40" fmla="*/ 375906 h 593525"/>
                  <a:gd name="connsiteX41" fmla="*/ 419315 w 605945"/>
                  <a:gd name="connsiteY41" fmla="*/ 326125 h 593525"/>
                  <a:gd name="connsiteX42" fmla="*/ 365926 w 605945"/>
                  <a:gd name="connsiteY42" fmla="*/ 326125 h 593525"/>
                  <a:gd name="connsiteX43" fmla="*/ 316065 w 605945"/>
                  <a:gd name="connsiteY43" fmla="*/ 375906 h 593525"/>
                  <a:gd name="connsiteX44" fmla="*/ 316065 w 605945"/>
                  <a:gd name="connsiteY44" fmla="*/ 378316 h 593525"/>
                  <a:gd name="connsiteX45" fmla="*/ 239463 w 605945"/>
                  <a:gd name="connsiteY45" fmla="*/ 301837 h 593525"/>
                  <a:gd name="connsiteX46" fmla="*/ 236584 w 605945"/>
                  <a:gd name="connsiteY46" fmla="*/ 298963 h 593525"/>
                  <a:gd name="connsiteX47" fmla="*/ 204736 w 605945"/>
                  <a:gd name="connsiteY47" fmla="*/ 285800 h 593525"/>
                  <a:gd name="connsiteX48" fmla="*/ 175488 w 605945"/>
                  <a:gd name="connsiteY48" fmla="*/ 296831 h 593525"/>
                  <a:gd name="connsiteX49" fmla="*/ 90808 w 605945"/>
                  <a:gd name="connsiteY49" fmla="*/ 381005 h 593525"/>
                  <a:gd name="connsiteX50" fmla="*/ 80687 w 605945"/>
                  <a:gd name="connsiteY50" fmla="*/ 397784 h 593525"/>
                  <a:gd name="connsiteX51" fmla="*/ 0 w 605945"/>
                  <a:gd name="connsiteY51" fmla="*/ 299056 h 593525"/>
                  <a:gd name="connsiteX52" fmla="*/ 75952 w 605945"/>
                  <a:gd name="connsiteY52" fmla="*/ 201812 h 593525"/>
                  <a:gd name="connsiteX53" fmla="*/ 67317 w 605945"/>
                  <a:gd name="connsiteY53" fmla="*/ 151660 h 593525"/>
                  <a:gd name="connsiteX54" fmla="*/ 219221 w 605945"/>
                  <a:gd name="connsiteY54" fmla="*/ 0 h 59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5945" h="593525">
                    <a:moveTo>
                      <a:pt x="365903" y="356355"/>
                    </a:moveTo>
                    <a:lnTo>
                      <a:pt x="419279" y="356355"/>
                    </a:lnTo>
                    <a:cubicBezTo>
                      <a:pt x="430047" y="356355"/>
                      <a:pt x="438866" y="365160"/>
                      <a:pt x="438866" y="375911"/>
                    </a:cubicBezTo>
                    <a:lnTo>
                      <a:pt x="438866" y="482216"/>
                    </a:lnTo>
                    <a:lnTo>
                      <a:pt x="474698" y="482216"/>
                    </a:lnTo>
                    <a:cubicBezTo>
                      <a:pt x="480639" y="482216"/>
                      <a:pt x="486023" y="485830"/>
                      <a:pt x="488343" y="491298"/>
                    </a:cubicBezTo>
                    <a:cubicBezTo>
                      <a:pt x="490571" y="496766"/>
                      <a:pt x="489272" y="503069"/>
                      <a:pt x="485094" y="507239"/>
                    </a:cubicBezTo>
                    <a:lnTo>
                      <a:pt x="402942" y="589262"/>
                    </a:lnTo>
                    <a:cubicBezTo>
                      <a:pt x="400157" y="592135"/>
                      <a:pt x="396351" y="593525"/>
                      <a:pt x="392545" y="593525"/>
                    </a:cubicBezTo>
                    <a:cubicBezTo>
                      <a:pt x="388832" y="593525"/>
                      <a:pt x="385026" y="592135"/>
                      <a:pt x="382241" y="589262"/>
                    </a:cubicBezTo>
                    <a:lnTo>
                      <a:pt x="300088" y="507239"/>
                    </a:lnTo>
                    <a:cubicBezTo>
                      <a:pt x="295911" y="503069"/>
                      <a:pt x="294611" y="496766"/>
                      <a:pt x="296932" y="491298"/>
                    </a:cubicBezTo>
                    <a:cubicBezTo>
                      <a:pt x="299160" y="485830"/>
                      <a:pt x="304544" y="482216"/>
                      <a:pt x="310485" y="482216"/>
                    </a:cubicBezTo>
                    <a:lnTo>
                      <a:pt x="346316" y="482216"/>
                    </a:lnTo>
                    <a:lnTo>
                      <a:pt x="346316" y="375911"/>
                    </a:lnTo>
                    <a:cubicBezTo>
                      <a:pt x="346316" y="365160"/>
                      <a:pt x="355135" y="356355"/>
                      <a:pt x="365903" y="356355"/>
                    </a:cubicBezTo>
                    <a:close/>
                    <a:moveTo>
                      <a:pt x="204710" y="315992"/>
                    </a:moveTo>
                    <a:cubicBezTo>
                      <a:pt x="208517" y="315992"/>
                      <a:pt x="212230" y="317475"/>
                      <a:pt x="215108" y="320257"/>
                    </a:cubicBezTo>
                    <a:lnTo>
                      <a:pt x="297271" y="402304"/>
                    </a:lnTo>
                    <a:cubicBezTo>
                      <a:pt x="301448" y="406568"/>
                      <a:pt x="302655" y="412872"/>
                      <a:pt x="300427" y="418342"/>
                    </a:cubicBezTo>
                    <a:cubicBezTo>
                      <a:pt x="298106" y="423812"/>
                      <a:pt x="292814" y="427335"/>
                      <a:pt x="286873" y="427335"/>
                    </a:cubicBezTo>
                    <a:lnTo>
                      <a:pt x="250944" y="427335"/>
                    </a:lnTo>
                    <a:lnTo>
                      <a:pt x="250944" y="533764"/>
                    </a:lnTo>
                    <a:cubicBezTo>
                      <a:pt x="250944" y="544519"/>
                      <a:pt x="242217" y="553233"/>
                      <a:pt x="231448" y="553233"/>
                    </a:cubicBezTo>
                    <a:lnTo>
                      <a:pt x="178065" y="553233"/>
                    </a:lnTo>
                    <a:cubicBezTo>
                      <a:pt x="167203" y="553233"/>
                      <a:pt x="158476" y="544519"/>
                      <a:pt x="158476" y="533764"/>
                    </a:cubicBezTo>
                    <a:lnTo>
                      <a:pt x="158476" y="427335"/>
                    </a:lnTo>
                    <a:lnTo>
                      <a:pt x="122548" y="427335"/>
                    </a:lnTo>
                    <a:cubicBezTo>
                      <a:pt x="116606" y="427335"/>
                      <a:pt x="111314" y="423812"/>
                      <a:pt x="108993" y="418342"/>
                    </a:cubicBezTo>
                    <a:cubicBezTo>
                      <a:pt x="106765" y="412872"/>
                      <a:pt x="107972" y="406568"/>
                      <a:pt x="112150" y="402304"/>
                    </a:cubicBezTo>
                    <a:lnTo>
                      <a:pt x="194312" y="320257"/>
                    </a:lnTo>
                    <a:cubicBezTo>
                      <a:pt x="197190" y="317475"/>
                      <a:pt x="200904" y="315992"/>
                      <a:pt x="204710" y="315992"/>
                    </a:cubicBezTo>
                    <a:close/>
                    <a:moveTo>
                      <a:pt x="219221" y="0"/>
                    </a:moveTo>
                    <a:cubicBezTo>
                      <a:pt x="279574" y="0"/>
                      <a:pt x="331571" y="35319"/>
                      <a:pt x="356083" y="86213"/>
                    </a:cubicBezTo>
                    <a:cubicBezTo>
                      <a:pt x="373632" y="74254"/>
                      <a:pt x="394709" y="67209"/>
                      <a:pt x="417551" y="67209"/>
                    </a:cubicBezTo>
                    <a:cubicBezTo>
                      <a:pt x="477904" y="67209"/>
                      <a:pt x="526836" y="116063"/>
                      <a:pt x="526836" y="176319"/>
                    </a:cubicBezTo>
                    <a:cubicBezTo>
                      <a:pt x="526836" y="184569"/>
                      <a:pt x="525722" y="192542"/>
                      <a:pt x="523958" y="200236"/>
                    </a:cubicBezTo>
                    <a:cubicBezTo>
                      <a:pt x="570569" y="209135"/>
                      <a:pt x="605945" y="249924"/>
                      <a:pt x="605945" y="299056"/>
                    </a:cubicBezTo>
                    <a:cubicBezTo>
                      <a:pt x="605945" y="354677"/>
                      <a:pt x="560727" y="399823"/>
                      <a:pt x="505016" y="399823"/>
                    </a:cubicBezTo>
                    <a:lnTo>
                      <a:pt x="469176" y="399823"/>
                    </a:lnTo>
                    <a:lnTo>
                      <a:pt x="469176" y="375906"/>
                    </a:lnTo>
                    <a:cubicBezTo>
                      <a:pt x="469176" y="348466"/>
                      <a:pt x="446799" y="326125"/>
                      <a:pt x="419315" y="326125"/>
                    </a:cubicBezTo>
                    <a:lnTo>
                      <a:pt x="365926" y="326125"/>
                    </a:lnTo>
                    <a:cubicBezTo>
                      <a:pt x="338442" y="326125"/>
                      <a:pt x="316065" y="348466"/>
                      <a:pt x="316065" y="375906"/>
                    </a:cubicBezTo>
                    <a:lnTo>
                      <a:pt x="316065" y="378316"/>
                    </a:lnTo>
                    <a:lnTo>
                      <a:pt x="239463" y="301837"/>
                    </a:lnTo>
                    <a:lnTo>
                      <a:pt x="236584" y="298963"/>
                    </a:lnTo>
                    <a:cubicBezTo>
                      <a:pt x="228042" y="290435"/>
                      <a:pt x="216714" y="285800"/>
                      <a:pt x="204736" y="285800"/>
                    </a:cubicBezTo>
                    <a:cubicBezTo>
                      <a:pt x="193780" y="285800"/>
                      <a:pt x="183566" y="289786"/>
                      <a:pt x="175488" y="296831"/>
                    </a:cubicBezTo>
                    <a:cubicBezTo>
                      <a:pt x="174653" y="297573"/>
                      <a:pt x="90808" y="381005"/>
                      <a:pt x="90808" y="381005"/>
                    </a:cubicBezTo>
                    <a:cubicBezTo>
                      <a:pt x="85980" y="385825"/>
                      <a:pt x="82823" y="391665"/>
                      <a:pt x="80687" y="397784"/>
                    </a:cubicBezTo>
                    <a:cubicBezTo>
                      <a:pt x="34633" y="388421"/>
                      <a:pt x="0" y="347817"/>
                      <a:pt x="0" y="299056"/>
                    </a:cubicBezTo>
                    <a:cubicBezTo>
                      <a:pt x="0" y="252056"/>
                      <a:pt x="32405" y="212936"/>
                      <a:pt x="75952" y="201812"/>
                    </a:cubicBezTo>
                    <a:cubicBezTo>
                      <a:pt x="70474" y="186052"/>
                      <a:pt x="67317" y="169273"/>
                      <a:pt x="67317" y="151660"/>
                    </a:cubicBezTo>
                    <a:cubicBezTo>
                      <a:pt x="67317" y="67950"/>
                      <a:pt x="135284" y="0"/>
                      <a:pt x="219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BA4BD92D-F873-3029-5CB2-CFAC3892A77F}"/>
                </a:ext>
              </a:extLst>
            </p:cNvPr>
            <p:cNvGrpSpPr/>
            <p:nvPr/>
          </p:nvGrpSpPr>
          <p:grpSpPr>
            <a:xfrm>
              <a:off x="7343970" y="2554273"/>
              <a:ext cx="2064564" cy="2533225"/>
              <a:chOff x="7343970" y="3562005"/>
              <a:chExt cx="2064564" cy="2533225"/>
            </a:xfrm>
          </p:grpSpPr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06403880-9E13-81FD-6B9B-4A3F02F1CBDC}"/>
                  </a:ext>
                </a:extLst>
              </p:cNvPr>
              <p:cNvSpPr/>
              <p:nvPr/>
            </p:nvSpPr>
            <p:spPr bwMode="auto">
              <a:xfrm>
                <a:off x="7343970" y="4893558"/>
                <a:ext cx="2064564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掌握城墙自行车赛的参赛要求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8196D801-72FB-05E0-2455-9B3C05F1E7B5}"/>
                  </a:ext>
                </a:extLst>
              </p:cNvPr>
              <p:cNvSpPr txBox="1"/>
              <p:nvPr/>
            </p:nvSpPr>
            <p:spPr bwMode="auto">
              <a:xfrm>
                <a:off x="7343970" y="4245802"/>
                <a:ext cx="2064564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自行车赛规则介绍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0" name="椭圆 289">
                <a:extLst>
                  <a:ext uri="{FF2B5EF4-FFF2-40B4-BE49-F238E27FC236}">
                    <a16:creationId xmlns:a16="http://schemas.microsoft.com/office/drawing/2014/main" id="{F418FD8D-3F54-CBC3-C89D-97843D4312E5}"/>
                  </a:ext>
                </a:extLst>
              </p:cNvPr>
              <p:cNvSpPr/>
              <p:nvPr/>
            </p:nvSpPr>
            <p:spPr bwMode="auto">
              <a:xfrm>
                <a:off x="8052374" y="3562005"/>
                <a:ext cx="647754" cy="64775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1" name="任意形状 290">
                <a:extLst>
                  <a:ext uri="{FF2B5EF4-FFF2-40B4-BE49-F238E27FC236}">
                    <a16:creationId xmlns:a16="http://schemas.microsoft.com/office/drawing/2014/main" id="{CD795D51-EE61-7AE4-FDEC-43AED803AAE5}"/>
                  </a:ext>
                </a:extLst>
              </p:cNvPr>
              <p:cNvSpPr/>
              <p:nvPr/>
            </p:nvSpPr>
            <p:spPr bwMode="auto">
              <a:xfrm>
                <a:off x="8232907" y="3752319"/>
                <a:ext cx="286689" cy="267126"/>
              </a:xfrm>
              <a:custGeom>
                <a:avLst/>
                <a:gdLst>
                  <a:gd name="connsiteX0" fmla="*/ 484855 w 606016"/>
                  <a:gd name="connsiteY0" fmla="*/ 473988 h 564664"/>
                  <a:gd name="connsiteX1" fmla="*/ 505037 w 606016"/>
                  <a:gd name="connsiteY1" fmla="*/ 494170 h 564664"/>
                  <a:gd name="connsiteX2" fmla="*/ 484855 w 606016"/>
                  <a:gd name="connsiteY2" fmla="*/ 514352 h 564664"/>
                  <a:gd name="connsiteX3" fmla="*/ 464673 w 606016"/>
                  <a:gd name="connsiteY3" fmla="*/ 494170 h 564664"/>
                  <a:gd name="connsiteX4" fmla="*/ 484855 w 606016"/>
                  <a:gd name="connsiteY4" fmla="*/ 473988 h 564664"/>
                  <a:gd name="connsiteX5" fmla="*/ 121232 w 606016"/>
                  <a:gd name="connsiteY5" fmla="*/ 473988 h 564664"/>
                  <a:gd name="connsiteX6" fmla="*/ 141414 w 606016"/>
                  <a:gd name="connsiteY6" fmla="*/ 494170 h 564664"/>
                  <a:gd name="connsiteX7" fmla="*/ 121232 w 606016"/>
                  <a:gd name="connsiteY7" fmla="*/ 514352 h 564664"/>
                  <a:gd name="connsiteX8" fmla="*/ 101050 w 606016"/>
                  <a:gd name="connsiteY8" fmla="*/ 494170 h 564664"/>
                  <a:gd name="connsiteX9" fmla="*/ 121232 w 606016"/>
                  <a:gd name="connsiteY9" fmla="*/ 473988 h 564664"/>
                  <a:gd name="connsiteX10" fmla="*/ 484813 w 606016"/>
                  <a:gd name="connsiteY10" fmla="*/ 443658 h 564664"/>
                  <a:gd name="connsiteX11" fmla="*/ 434364 w 606016"/>
                  <a:gd name="connsiteY11" fmla="*/ 494115 h 564664"/>
                  <a:gd name="connsiteX12" fmla="*/ 484813 w 606016"/>
                  <a:gd name="connsiteY12" fmla="*/ 544482 h 564664"/>
                  <a:gd name="connsiteX13" fmla="*/ 535352 w 606016"/>
                  <a:gd name="connsiteY13" fmla="*/ 494115 h 564664"/>
                  <a:gd name="connsiteX14" fmla="*/ 484813 w 606016"/>
                  <a:gd name="connsiteY14" fmla="*/ 443658 h 564664"/>
                  <a:gd name="connsiteX15" fmla="*/ 121293 w 606016"/>
                  <a:gd name="connsiteY15" fmla="*/ 443658 h 564664"/>
                  <a:gd name="connsiteX16" fmla="*/ 70755 w 606016"/>
                  <a:gd name="connsiteY16" fmla="*/ 494115 h 564664"/>
                  <a:gd name="connsiteX17" fmla="*/ 121293 w 606016"/>
                  <a:gd name="connsiteY17" fmla="*/ 544482 h 564664"/>
                  <a:gd name="connsiteX18" fmla="*/ 171742 w 606016"/>
                  <a:gd name="connsiteY18" fmla="*/ 494115 h 564664"/>
                  <a:gd name="connsiteX19" fmla="*/ 121293 w 606016"/>
                  <a:gd name="connsiteY19" fmla="*/ 443658 h 564664"/>
                  <a:gd name="connsiteX20" fmla="*/ 303053 w 606016"/>
                  <a:gd name="connsiteY20" fmla="*/ 373109 h 564664"/>
                  <a:gd name="connsiteX21" fmla="*/ 292945 w 606016"/>
                  <a:gd name="connsiteY21" fmla="*/ 383200 h 564664"/>
                  <a:gd name="connsiteX22" fmla="*/ 303053 w 606016"/>
                  <a:gd name="connsiteY22" fmla="*/ 393292 h 564664"/>
                  <a:gd name="connsiteX23" fmla="*/ 343484 w 606016"/>
                  <a:gd name="connsiteY23" fmla="*/ 393292 h 564664"/>
                  <a:gd name="connsiteX24" fmla="*/ 343484 w 606016"/>
                  <a:gd name="connsiteY24" fmla="*/ 403383 h 564664"/>
                  <a:gd name="connsiteX25" fmla="*/ 353592 w 606016"/>
                  <a:gd name="connsiteY25" fmla="*/ 413474 h 564664"/>
                  <a:gd name="connsiteX26" fmla="*/ 363610 w 606016"/>
                  <a:gd name="connsiteY26" fmla="*/ 403383 h 564664"/>
                  <a:gd name="connsiteX27" fmla="*/ 363610 w 606016"/>
                  <a:gd name="connsiteY27" fmla="*/ 383200 h 564664"/>
                  <a:gd name="connsiteX28" fmla="*/ 353592 w 606016"/>
                  <a:gd name="connsiteY28" fmla="*/ 373109 h 564664"/>
                  <a:gd name="connsiteX29" fmla="*/ 313169 w 606016"/>
                  <a:gd name="connsiteY29" fmla="*/ 282403 h 564664"/>
                  <a:gd name="connsiteX30" fmla="*/ 447018 w 606016"/>
                  <a:gd name="connsiteY30" fmla="*/ 282403 h 564664"/>
                  <a:gd name="connsiteX31" fmla="*/ 465069 w 606016"/>
                  <a:gd name="connsiteY31" fmla="*/ 311699 h 564664"/>
                  <a:gd name="connsiteX32" fmla="*/ 473282 w 606016"/>
                  <a:gd name="connsiteY32" fmla="*/ 322696 h 564664"/>
                  <a:gd name="connsiteX33" fmla="*/ 313169 w 606016"/>
                  <a:gd name="connsiteY33" fmla="*/ 322696 h 564664"/>
                  <a:gd name="connsiteX34" fmla="*/ 161665 w 606016"/>
                  <a:gd name="connsiteY34" fmla="*/ 282403 h 564664"/>
                  <a:gd name="connsiteX35" fmla="*/ 292917 w 606016"/>
                  <a:gd name="connsiteY35" fmla="*/ 282403 h 564664"/>
                  <a:gd name="connsiteX36" fmla="*/ 292917 w 606016"/>
                  <a:gd name="connsiteY36" fmla="*/ 322696 h 564664"/>
                  <a:gd name="connsiteX37" fmla="*/ 161665 w 606016"/>
                  <a:gd name="connsiteY37" fmla="*/ 322696 h 564664"/>
                  <a:gd name="connsiteX38" fmla="*/ 191958 w 606016"/>
                  <a:gd name="connsiteY38" fmla="*/ 0 h 564664"/>
                  <a:gd name="connsiteX39" fmla="*/ 202066 w 606016"/>
                  <a:gd name="connsiteY39" fmla="*/ 10092 h 564664"/>
                  <a:gd name="connsiteX40" fmla="*/ 202066 w 606016"/>
                  <a:gd name="connsiteY40" fmla="*/ 40366 h 564664"/>
                  <a:gd name="connsiteX41" fmla="*/ 222281 w 606016"/>
                  <a:gd name="connsiteY41" fmla="*/ 40366 h 564664"/>
                  <a:gd name="connsiteX42" fmla="*/ 222281 w 606016"/>
                  <a:gd name="connsiteY42" fmla="*/ 10092 h 564664"/>
                  <a:gd name="connsiteX43" fmla="*/ 232389 w 606016"/>
                  <a:gd name="connsiteY43" fmla="*/ 0 h 564664"/>
                  <a:gd name="connsiteX44" fmla="*/ 242406 w 606016"/>
                  <a:gd name="connsiteY44" fmla="*/ 10092 h 564664"/>
                  <a:gd name="connsiteX45" fmla="*/ 242406 w 606016"/>
                  <a:gd name="connsiteY45" fmla="*/ 40366 h 564664"/>
                  <a:gd name="connsiteX46" fmla="*/ 252514 w 606016"/>
                  <a:gd name="connsiteY46" fmla="*/ 50457 h 564664"/>
                  <a:gd name="connsiteX47" fmla="*/ 252514 w 606016"/>
                  <a:gd name="connsiteY47" fmla="*/ 100823 h 564664"/>
                  <a:gd name="connsiteX48" fmla="*/ 242406 w 606016"/>
                  <a:gd name="connsiteY48" fmla="*/ 110915 h 564664"/>
                  <a:gd name="connsiteX49" fmla="*/ 221379 w 606016"/>
                  <a:gd name="connsiteY49" fmla="*/ 110915 h 564664"/>
                  <a:gd name="connsiteX50" fmla="*/ 161634 w 606016"/>
                  <a:gd name="connsiteY50" fmla="*/ 161371 h 564664"/>
                  <a:gd name="connsiteX51" fmla="*/ 101078 w 606016"/>
                  <a:gd name="connsiteY51" fmla="*/ 100823 h 564664"/>
                  <a:gd name="connsiteX52" fmla="*/ 60647 w 606016"/>
                  <a:gd name="connsiteY52" fmla="*/ 60548 h 564664"/>
                  <a:gd name="connsiteX53" fmla="*/ 20216 w 606016"/>
                  <a:gd name="connsiteY53" fmla="*/ 100823 h 564664"/>
                  <a:gd name="connsiteX54" fmla="*/ 20216 w 606016"/>
                  <a:gd name="connsiteY54" fmla="*/ 231921 h 564664"/>
                  <a:gd name="connsiteX55" fmla="*/ 80862 w 606016"/>
                  <a:gd name="connsiteY55" fmla="*/ 292469 h 564664"/>
                  <a:gd name="connsiteX56" fmla="*/ 82126 w 606016"/>
                  <a:gd name="connsiteY56" fmla="*/ 292649 h 564664"/>
                  <a:gd name="connsiteX57" fmla="*/ 105229 w 606016"/>
                  <a:gd name="connsiteY57" fmla="*/ 255167 h 564664"/>
                  <a:gd name="connsiteX58" fmla="*/ 164883 w 606016"/>
                  <a:gd name="connsiteY58" fmla="*/ 221829 h 564664"/>
                  <a:gd name="connsiteX59" fmla="*/ 370559 w 606016"/>
                  <a:gd name="connsiteY59" fmla="*/ 221829 h 564664"/>
                  <a:gd name="connsiteX60" fmla="*/ 430213 w 606016"/>
                  <a:gd name="connsiteY60" fmla="*/ 255077 h 564664"/>
                  <a:gd name="connsiteX61" fmla="*/ 434545 w 606016"/>
                  <a:gd name="connsiteY61" fmla="*/ 262195 h 564664"/>
                  <a:gd name="connsiteX62" fmla="*/ 159920 w 606016"/>
                  <a:gd name="connsiteY62" fmla="*/ 262195 h 564664"/>
                  <a:gd name="connsiteX63" fmla="*/ 141419 w 606016"/>
                  <a:gd name="connsiteY63" fmla="*/ 280575 h 564664"/>
                  <a:gd name="connsiteX64" fmla="*/ 141419 w 606016"/>
                  <a:gd name="connsiteY64" fmla="*/ 324455 h 564664"/>
                  <a:gd name="connsiteX65" fmla="*/ 159920 w 606016"/>
                  <a:gd name="connsiteY65" fmla="*/ 342835 h 564664"/>
                  <a:gd name="connsiteX66" fmla="*/ 498801 w 606016"/>
                  <a:gd name="connsiteY66" fmla="*/ 342835 h 564664"/>
                  <a:gd name="connsiteX67" fmla="*/ 538962 w 606016"/>
                  <a:gd name="connsiteY67" fmla="*/ 352926 h 564664"/>
                  <a:gd name="connsiteX68" fmla="*/ 580566 w 606016"/>
                  <a:gd name="connsiteY68" fmla="*/ 352926 h 564664"/>
                  <a:gd name="connsiteX69" fmla="*/ 606016 w 606016"/>
                  <a:gd name="connsiteY69" fmla="*/ 378335 h 564664"/>
                  <a:gd name="connsiteX70" fmla="*/ 606016 w 606016"/>
                  <a:gd name="connsiteY70" fmla="*/ 403383 h 564664"/>
                  <a:gd name="connsiteX71" fmla="*/ 555567 w 606016"/>
                  <a:gd name="connsiteY71" fmla="*/ 403383 h 564664"/>
                  <a:gd name="connsiteX72" fmla="*/ 545460 w 606016"/>
                  <a:gd name="connsiteY72" fmla="*/ 413474 h 564664"/>
                  <a:gd name="connsiteX73" fmla="*/ 555567 w 606016"/>
                  <a:gd name="connsiteY73" fmla="*/ 423476 h 564664"/>
                  <a:gd name="connsiteX74" fmla="*/ 606016 w 606016"/>
                  <a:gd name="connsiteY74" fmla="*/ 423476 h 564664"/>
                  <a:gd name="connsiteX75" fmla="*/ 606016 w 606016"/>
                  <a:gd name="connsiteY75" fmla="*/ 463391 h 564664"/>
                  <a:gd name="connsiteX76" fmla="*/ 565224 w 606016"/>
                  <a:gd name="connsiteY76" fmla="*/ 504206 h 564664"/>
                  <a:gd name="connsiteX77" fmla="*/ 554755 w 606016"/>
                  <a:gd name="connsiteY77" fmla="*/ 504206 h 564664"/>
                  <a:gd name="connsiteX78" fmla="*/ 484813 w 606016"/>
                  <a:gd name="connsiteY78" fmla="*/ 564664 h 564664"/>
                  <a:gd name="connsiteX79" fmla="*/ 414961 w 606016"/>
                  <a:gd name="connsiteY79" fmla="*/ 504206 h 564664"/>
                  <a:gd name="connsiteX80" fmla="*/ 191145 w 606016"/>
                  <a:gd name="connsiteY80" fmla="*/ 504206 h 564664"/>
                  <a:gd name="connsiteX81" fmla="*/ 121293 w 606016"/>
                  <a:gd name="connsiteY81" fmla="*/ 564664 h 564664"/>
                  <a:gd name="connsiteX82" fmla="*/ 51351 w 606016"/>
                  <a:gd name="connsiteY82" fmla="*/ 504206 h 564664"/>
                  <a:gd name="connsiteX83" fmla="*/ 35377 w 606016"/>
                  <a:gd name="connsiteY83" fmla="*/ 504206 h 564664"/>
                  <a:gd name="connsiteX84" fmla="*/ 90 w 606016"/>
                  <a:gd name="connsiteY84" fmla="*/ 468977 h 564664"/>
                  <a:gd name="connsiteX85" fmla="*/ 0 w 606016"/>
                  <a:gd name="connsiteY85" fmla="*/ 423476 h 564664"/>
                  <a:gd name="connsiteX86" fmla="*/ 50539 w 606016"/>
                  <a:gd name="connsiteY86" fmla="*/ 423476 h 564664"/>
                  <a:gd name="connsiteX87" fmla="*/ 60647 w 606016"/>
                  <a:gd name="connsiteY87" fmla="*/ 413474 h 564664"/>
                  <a:gd name="connsiteX88" fmla="*/ 50539 w 606016"/>
                  <a:gd name="connsiteY88" fmla="*/ 403383 h 564664"/>
                  <a:gd name="connsiteX89" fmla="*/ 0 w 606016"/>
                  <a:gd name="connsiteY89" fmla="*/ 403383 h 564664"/>
                  <a:gd name="connsiteX90" fmla="*/ 0 w 606016"/>
                  <a:gd name="connsiteY90" fmla="*/ 378335 h 564664"/>
                  <a:gd name="connsiteX91" fmla="*/ 7400 w 606016"/>
                  <a:gd name="connsiteY91" fmla="*/ 360405 h 564664"/>
                  <a:gd name="connsiteX92" fmla="*/ 25540 w 606016"/>
                  <a:gd name="connsiteY92" fmla="*/ 352926 h 564664"/>
                  <a:gd name="connsiteX93" fmla="*/ 54961 w 606016"/>
                  <a:gd name="connsiteY93" fmla="*/ 336798 h 564664"/>
                  <a:gd name="connsiteX94" fmla="*/ 70303 w 606016"/>
                  <a:gd name="connsiteY94" fmla="*/ 311840 h 564664"/>
                  <a:gd name="connsiteX95" fmla="*/ 90 w 606016"/>
                  <a:gd name="connsiteY95" fmla="*/ 231921 h 564664"/>
                  <a:gd name="connsiteX96" fmla="*/ 90 w 606016"/>
                  <a:gd name="connsiteY96" fmla="*/ 100823 h 564664"/>
                  <a:gd name="connsiteX97" fmla="*/ 60647 w 606016"/>
                  <a:gd name="connsiteY97" fmla="*/ 40366 h 564664"/>
                  <a:gd name="connsiteX98" fmla="*/ 121293 w 606016"/>
                  <a:gd name="connsiteY98" fmla="*/ 100823 h 564664"/>
                  <a:gd name="connsiteX99" fmla="*/ 161634 w 606016"/>
                  <a:gd name="connsiteY99" fmla="*/ 141189 h 564664"/>
                  <a:gd name="connsiteX100" fmla="*/ 200622 w 606016"/>
                  <a:gd name="connsiteY100" fmla="*/ 110915 h 564664"/>
                  <a:gd name="connsiteX101" fmla="*/ 181850 w 606016"/>
                  <a:gd name="connsiteY101" fmla="*/ 110915 h 564664"/>
                  <a:gd name="connsiteX102" fmla="*/ 171742 w 606016"/>
                  <a:gd name="connsiteY102" fmla="*/ 100823 h 564664"/>
                  <a:gd name="connsiteX103" fmla="*/ 171742 w 606016"/>
                  <a:gd name="connsiteY103" fmla="*/ 50457 h 564664"/>
                  <a:gd name="connsiteX104" fmla="*/ 181850 w 606016"/>
                  <a:gd name="connsiteY104" fmla="*/ 40366 h 564664"/>
                  <a:gd name="connsiteX105" fmla="*/ 181850 w 606016"/>
                  <a:gd name="connsiteY105" fmla="*/ 10092 h 564664"/>
                  <a:gd name="connsiteX106" fmla="*/ 191958 w 606016"/>
                  <a:gd name="connsiteY106" fmla="*/ 0 h 56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606016" h="564664">
                    <a:moveTo>
                      <a:pt x="484855" y="473988"/>
                    </a:moveTo>
                    <a:cubicBezTo>
                      <a:pt x="496001" y="473988"/>
                      <a:pt x="505037" y="483024"/>
                      <a:pt x="505037" y="494170"/>
                    </a:cubicBezTo>
                    <a:cubicBezTo>
                      <a:pt x="505037" y="505316"/>
                      <a:pt x="496001" y="514352"/>
                      <a:pt x="484855" y="514352"/>
                    </a:cubicBezTo>
                    <a:cubicBezTo>
                      <a:pt x="473709" y="514352"/>
                      <a:pt x="464673" y="505316"/>
                      <a:pt x="464673" y="494170"/>
                    </a:cubicBezTo>
                    <a:cubicBezTo>
                      <a:pt x="464673" y="483024"/>
                      <a:pt x="473709" y="473988"/>
                      <a:pt x="484855" y="473988"/>
                    </a:cubicBezTo>
                    <a:close/>
                    <a:moveTo>
                      <a:pt x="121232" y="473988"/>
                    </a:moveTo>
                    <a:cubicBezTo>
                      <a:pt x="132378" y="473988"/>
                      <a:pt x="141414" y="483024"/>
                      <a:pt x="141414" y="494170"/>
                    </a:cubicBezTo>
                    <a:cubicBezTo>
                      <a:pt x="141414" y="505316"/>
                      <a:pt x="132378" y="514352"/>
                      <a:pt x="121232" y="514352"/>
                    </a:cubicBezTo>
                    <a:cubicBezTo>
                      <a:pt x="110086" y="514352"/>
                      <a:pt x="101050" y="505316"/>
                      <a:pt x="101050" y="494170"/>
                    </a:cubicBezTo>
                    <a:cubicBezTo>
                      <a:pt x="101050" y="483024"/>
                      <a:pt x="110086" y="473988"/>
                      <a:pt x="121232" y="473988"/>
                    </a:cubicBezTo>
                    <a:close/>
                    <a:moveTo>
                      <a:pt x="484813" y="443658"/>
                    </a:moveTo>
                    <a:cubicBezTo>
                      <a:pt x="457016" y="443658"/>
                      <a:pt x="434364" y="466274"/>
                      <a:pt x="434364" y="494115"/>
                    </a:cubicBezTo>
                    <a:cubicBezTo>
                      <a:pt x="434364" y="521866"/>
                      <a:pt x="457016" y="544482"/>
                      <a:pt x="484813" y="544482"/>
                    </a:cubicBezTo>
                    <a:cubicBezTo>
                      <a:pt x="512699" y="544482"/>
                      <a:pt x="535352" y="521866"/>
                      <a:pt x="535352" y="494115"/>
                    </a:cubicBezTo>
                    <a:cubicBezTo>
                      <a:pt x="535352" y="466274"/>
                      <a:pt x="512699" y="443658"/>
                      <a:pt x="484813" y="443658"/>
                    </a:cubicBezTo>
                    <a:close/>
                    <a:moveTo>
                      <a:pt x="121293" y="443658"/>
                    </a:moveTo>
                    <a:cubicBezTo>
                      <a:pt x="93407" y="443658"/>
                      <a:pt x="70755" y="466274"/>
                      <a:pt x="70755" y="494115"/>
                    </a:cubicBezTo>
                    <a:cubicBezTo>
                      <a:pt x="70755" y="521866"/>
                      <a:pt x="93407" y="544482"/>
                      <a:pt x="121293" y="544482"/>
                    </a:cubicBezTo>
                    <a:cubicBezTo>
                      <a:pt x="149090" y="544482"/>
                      <a:pt x="171742" y="521866"/>
                      <a:pt x="171742" y="494115"/>
                    </a:cubicBezTo>
                    <a:cubicBezTo>
                      <a:pt x="171742" y="466274"/>
                      <a:pt x="149090" y="443658"/>
                      <a:pt x="121293" y="443658"/>
                    </a:cubicBezTo>
                    <a:close/>
                    <a:moveTo>
                      <a:pt x="303053" y="373109"/>
                    </a:moveTo>
                    <a:cubicBezTo>
                      <a:pt x="297458" y="373109"/>
                      <a:pt x="292945" y="377614"/>
                      <a:pt x="292945" y="383200"/>
                    </a:cubicBezTo>
                    <a:cubicBezTo>
                      <a:pt x="292945" y="388787"/>
                      <a:pt x="297458" y="393292"/>
                      <a:pt x="303053" y="393292"/>
                    </a:cubicBezTo>
                    <a:lnTo>
                      <a:pt x="343484" y="393292"/>
                    </a:lnTo>
                    <a:lnTo>
                      <a:pt x="343484" y="403383"/>
                    </a:lnTo>
                    <a:cubicBezTo>
                      <a:pt x="343484" y="408879"/>
                      <a:pt x="347997" y="413474"/>
                      <a:pt x="353592" y="413474"/>
                    </a:cubicBezTo>
                    <a:cubicBezTo>
                      <a:pt x="359097" y="413474"/>
                      <a:pt x="363610" y="408969"/>
                      <a:pt x="363610" y="403383"/>
                    </a:cubicBezTo>
                    <a:lnTo>
                      <a:pt x="363610" y="383200"/>
                    </a:lnTo>
                    <a:cubicBezTo>
                      <a:pt x="363610" y="377614"/>
                      <a:pt x="359097" y="373109"/>
                      <a:pt x="353592" y="373109"/>
                    </a:cubicBezTo>
                    <a:close/>
                    <a:moveTo>
                      <a:pt x="313169" y="282403"/>
                    </a:moveTo>
                    <a:lnTo>
                      <a:pt x="447018" y="282403"/>
                    </a:lnTo>
                    <a:lnTo>
                      <a:pt x="465069" y="311699"/>
                    </a:lnTo>
                    <a:cubicBezTo>
                      <a:pt x="467506" y="315665"/>
                      <a:pt x="470304" y="319271"/>
                      <a:pt x="473282" y="322696"/>
                    </a:cubicBezTo>
                    <a:lnTo>
                      <a:pt x="313169" y="322696"/>
                    </a:lnTo>
                    <a:close/>
                    <a:moveTo>
                      <a:pt x="161665" y="282403"/>
                    </a:moveTo>
                    <a:lnTo>
                      <a:pt x="292917" y="282403"/>
                    </a:lnTo>
                    <a:lnTo>
                      <a:pt x="292917" y="322696"/>
                    </a:lnTo>
                    <a:lnTo>
                      <a:pt x="161665" y="322696"/>
                    </a:lnTo>
                    <a:close/>
                    <a:moveTo>
                      <a:pt x="191958" y="0"/>
                    </a:moveTo>
                    <a:cubicBezTo>
                      <a:pt x="197553" y="0"/>
                      <a:pt x="202066" y="4505"/>
                      <a:pt x="202066" y="10092"/>
                    </a:cubicBezTo>
                    <a:lnTo>
                      <a:pt x="202066" y="40366"/>
                    </a:lnTo>
                    <a:lnTo>
                      <a:pt x="222281" y="40366"/>
                    </a:lnTo>
                    <a:lnTo>
                      <a:pt x="222281" y="10092"/>
                    </a:lnTo>
                    <a:cubicBezTo>
                      <a:pt x="222281" y="4505"/>
                      <a:pt x="226793" y="0"/>
                      <a:pt x="232389" y="0"/>
                    </a:cubicBezTo>
                    <a:cubicBezTo>
                      <a:pt x="237894" y="0"/>
                      <a:pt x="242406" y="4505"/>
                      <a:pt x="242406" y="10092"/>
                    </a:cubicBezTo>
                    <a:lnTo>
                      <a:pt x="242406" y="40366"/>
                    </a:lnTo>
                    <a:cubicBezTo>
                      <a:pt x="248002" y="40366"/>
                      <a:pt x="252514" y="44871"/>
                      <a:pt x="252514" y="50457"/>
                    </a:cubicBezTo>
                    <a:lnTo>
                      <a:pt x="252514" y="100823"/>
                    </a:lnTo>
                    <a:cubicBezTo>
                      <a:pt x="252514" y="106410"/>
                      <a:pt x="248002" y="110915"/>
                      <a:pt x="242406" y="110915"/>
                    </a:cubicBezTo>
                    <a:lnTo>
                      <a:pt x="221379" y="110915"/>
                    </a:lnTo>
                    <a:cubicBezTo>
                      <a:pt x="216505" y="139477"/>
                      <a:pt x="191597" y="161371"/>
                      <a:pt x="161634" y="161371"/>
                    </a:cubicBezTo>
                    <a:cubicBezTo>
                      <a:pt x="128243" y="161371"/>
                      <a:pt x="101078" y="134251"/>
                      <a:pt x="101078" y="100823"/>
                    </a:cubicBezTo>
                    <a:cubicBezTo>
                      <a:pt x="101078" y="78568"/>
                      <a:pt x="82938" y="60548"/>
                      <a:pt x="60647" y="60548"/>
                    </a:cubicBezTo>
                    <a:cubicBezTo>
                      <a:pt x="38355" y="60548"/>
                      <a:pt x="20216" y="78568"/>
                      <a:pt x="20216" y="100823"/>
                    </a:cubicBezTo>
                    <a:lnTo>
                      <a:pt x="20216" y="231921"/>
                    </a:lnTo>
                    <a:cubicBezTo>
                      <a:pt x="20216" y="265258"/>
                      <a:pt x="47470" y="292469"/>
                      <a:pt x="80862" y="292469"/>
                    </a:cubicBezTo>
                    <a:cubicBezTo>
                      <a:pt x="81314" y="292469"/>
                      <a:pt x="81675" y="292649"/>
                      <a:pt x="82126" y="292649"/>
                    </a:cubicBezTo>
                    <a:lnTo>
                      <a:pt x="105229" y="255167"/>
                    </a:lnTo>
                    <a:cubicBezTo>
                      <a:pt x="117864" y="234624"/>
                      <a:pt x="140697" y="221829"/>
                      <a:pt x="164883" y="221829"/>
                    </a:cubicBezTo>
                    <a:lnTo>
                      <a:pt x="370559" y="221829"/>
                    </a:lnTo>
                    <a:cubicBezTo>
                      <a:pt x="394655" y="221829"/>
                      <a:pt x="417578" y="234624"/>
                      <a:pt x="430213" y="255077"/>
                    </a:cubicBezTo>
                    <a:lnTo>
                      <a:pt x="434545" y="262195"/>
                    </a:lnTo>
                    <a:lnTo>
                      <a:pt x="159920" y="262195"/>
                    </a:lnTo>
                    <a:cubicBezTo>
                      <a:pt x="149722" y="262195"/>
                      <a:pt x="141419" y="270484"/>
                      <a:pt x="141419" y="280575"/>
                    </a:cubicBezTo>
                    <a:lnTo>
                      <a:pt x="141419" y="324455"/>
                    </a:lnTo>
                    <a:cubicBezTo>
                      <a:pt x="141419" y="334546"/>
                      <a:pt x="149722" y="342835"/>
                      <a:pt x="159920" y="342835"/>
                    </a:cubicBezTo>
                    <a:lnTo>
                      <a:pt x="498801" y="342835"/>
                    </a:lnTo>
                    <a:cubicBezTo>
                      <a:pt x="511075" y="349322"/>
                      <a:pt x="524793" y="352926"/>
                      <a:pt x="538962" y="352926"/>
                    </a:cubicBezTo>
                    <a:lnTo>
                      <a:pt x="580566" y="352926"/>
                    </a:lnTo>
                    <a:cubicBezTo>
                      <a:pt x="594645" y="352926"/>
                      <a:pt x="606016" y="364369"/>
                      <a:pt x="606016" y="378335"/>
                    </a:cubicBezTo>
                    <a:lnTo>
                      <a:pt x="606016" y="403383"/>
                    </a:lnTo>
                    <a:lnTo>
                      <a:pt x="555567" y="403383"/>
                    </a:lnTo>
                    <a:cubicBezTo>
                      <a:pt x="549972" y="403383"/>
                      <a:pt x="545460" y="407888"/>
                      <a:pt x="545460" y="413474"/>
                    </a:cubicBezTo>
                    <a:cubicBezTo>
                      <a:pt x="545460" y="418971"/>
                      <a:pt x="549972" y="423476"/>
                      <a:pt x="555567" y="423476"/>
                    </a:cubicBezTo>
                    <a:lnTo>
                      <a:pt x="606016" y="423476"/>
                    </a:lnTo>
                    <a:lnTo>
                      <a:pt x="606016" y="463391"/>
                    </a:lnTo>
                    <a:cubicBezTo>
                      <a:pt x="606016" y="485916"/>
                      <a:pt x="587696" y="504206"/>
                      <a:pt x="565224" y="504206"/>
                    </a:cubicBezTo>
                    <a:lnTo>
                      <a:pt x="554755" y="504206"/>
                    </a:lnTo>
                    <a:cubicBezTo>
                      <a:pt x="549791" y="538355"/>
                      <a:pt x="520371" y="564664"/>
                      <a:pt x="484813" y="564664"/>
                    </a:cubicBezTo>
                    <a:cubicBezTo>
                      <a:pt x="449345" y="564664"/>
                      <a:pt x="419924" y="538355"/>
                      <a:pt x="414961" y="504206"/>
                    </a:cubicBezTo>
                    <a:lnTo>
                      <a:pt x="191145" y="504206"/>
                    </a:lnTo>
                    <a:cubicBezTo>
                      <a:pt x="186182" y="538355"/>
                      <a:pt x="156761" y="564664"/>
                      <a:pt x="121293" y="564664"/>
                    </a:cubicBezTo>
                    <a:cubicBezTo>
                      <a:pt x="85736" y="564664"/>
                      <a:pt x="56315" y="538355"/>
                      <a:pt x="51351" y="504206"/>
                    </a:cubicBezTo>
                    <a:lnTo>
                      <a:pt x="35377" y="504206"/>
                    </a:lnTo>
                    <a:cubicBezTo>
                      <a:pt x="15884" y="504206"/>
                      <a:pt x="90" y="488349"/>
                      <a:pt x="90" y="468977"/>
                    </a:cubicBezTo>
                    <a:lnTo>
                      <a:pt x="0" y="423476"/>
                    </a:lnTo>
                    <a:lnTo>
                      <a:pt x="50539" y="423476"/>
                    </a:lnTo>
                    <a:cubicBezTo>
                      <a:pt x="56134" y="423476"/>
                      <a:pt x="60647" y="418971"/>
                      <a:pt x="60647" y="413474"/>
                    </a:cubicBezTo>
                    <a:cubicBezTo>
                      <a:pt x="60647" y="407888"/>
                      <a:pt x="56134" y="403383"/>
                      <a:pt x="50539" y="403383"/>
                    </a:cubicBezTo>
                    <a:lnTo>
                      <a:pt x="0" y="403383"/>
                    </a:lnTo>
                    <a:lnTo>
                      <a:pt x="0" y="378335"/>
                    </a:lnTo>
                    <a:cubicBezTo>
                      <a:pt x="0" y="371577"/>
                      <a:pt x="2617" y="365180"/>
                      <a:pt x="7400" y="360405"/>
                    </a:cubicBezTo>
                    <a:cubicBezTo>
                      <a:pt x="12274" y="355630"/>
                      <a:pt x="18681" y="352926"/>
                      <a:pt x="25540" y="352926"/>
                    </a:cubicBezTo>
                    <a:cubicBezTo>
                      <a:pt x="37814" y="352926"/>
                      <a:pt x="48824" y="346710"/>
                      <a:pt x="54961" y="336798"/>
                    </a:cubicBezTo>
                    <a:lnTo>
                      <a:pt x="70303" y="311840"/>
                    </a:lnTo>
                    <a:cubicBezTo>
                      <a:pt x="30775" y="306614"/>
                      <a:pt x="90" y="272827"/>
                      <a:pt x="90" y="231921"/>
                    </a:cubicBezTo>
                    <a:lnTo>
                      <a:pt x="90" y="100823"/>
                    </a:lnTo>
                    <a:cubicBezTo>
                      <a:pt x="90" y="67486"/>
                      <a:pt x="27255" y="40366"/>
                      <a:pt x="60647" y="40366"/>
                    </a:cubicBezTo>
                    <a:cubicBezTo>
                      <a:pt x="94039" y="40366"/>
                      <a:pt x="121293" y="67486"/>
                      <a:pt x="121293" y="100823"/>
                    </a:cubicBezTo>
                    <a:cubicBezTo>
                      <a:pt x="121293" y="123078"/>
                      <a:pt x="139343" y="141189"/>
                      <a:pt x="161634" y="141189"/>
                    </a:cubicBezTo>
                    <a:cubicBezTo>
                      <a:pt x="180406" y="141189"/>
                      <a:pt x="196109" y="128304"/>
                      <a:pt x="200622" y="110915"/>
                    </a:cubicBezTo>
                    <a:lnTo>
                      <a:pt x="181850" y="110915"/>
                    </a:lnTo>
                    <a:cubicBezTo>
                      <a:pt x="176255" y="110915"/>
                      <a:pt x="171742" y="106410"/>
                      <a:pt x="171742" y="100823"/>
                    </a:cubicBezTo>
                    <a:lnTo>
                      <a:pt x="171742" y="50457"/>
                    </a:lnTo>
                    <a:cubicBezTo>
                      <a:pt x="171742" y="44871"/>
                      <a:pt x="176255" y="40366"/>
                      <a:pt x="181850" y="40366"/>
                    </a:cubicBezTo>
                    <a:lnTo>
                      <a:pt x="181850" y="10092"/>
                    </a:lnTo>
                    <a:cubicBezTo>
                      <a:pt x="181850" y="4505"/>
                      <a:pt x="186362" y="0"/>
                      <a:pt x="1919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DA01A9EE-8316-45BE-781B-48A108B7746C}"/>
                </a:ext>
              </a:extLst>
            </p:cNvPr>
            <p:cNvGrpSpPr/>
            <p:nvPr/>
          </p:nvGrpSpPr>
          <p:grpSpPr>
            <a:xfrm>
              <a:off x="9446290" y="2554273"/>
              <a:ext cx="2064564" cy="2533225"/>
              <a:chOff x="9446290" y="3562005"/>
              <a:chExt cx="2064564" cy="2533225"/>
            </a:xfrm>
          </p:grpSpPr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E4F67DE1-D6B1-B6AF-12CC-4D7A08A1E542}"/>
                  </a:ext>
                </a:extLst>
              </p:cNvPr>
              <p:cNvSpPr/>
              <p:nvPr/>
            </p:nvSpPr>
            <p:spPr bwMode="auto">
              <a:xfrm>
                <a:off x="9446290" y="4893558"/>
                <a:ext cx="2064564" cy="1201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如何将特色活动融入旅行计划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CA79C3EA-E6F3-B13F-605F-2F289D3D47D2}"/>
                  </a:ext>
                </a:extLst>
              </p:cNvPr>
              <p:cNvSpPr txBox="1"/>
              <p:nvPr/>
            </p:nvSpPr>
            <p:spPr bwMode="auto">
              <a:xfrm>
                <a:off x="9446290" y="4245802"/>
                <a:ext cx="2064564" cy="647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旅游活动策划要点</a:t>
                </a:r>
                <a:endParaRPr 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6" name="椭圆 285">
                <a:extLst>
                  <a:ext uri="{FF2B5EF4-FFF2-40B4-BE49-F238E27FC236}">
                    <a16:creationId xmlns:a16="http://schemas.microsoft.com/office/drawing/2014/main" id="{A3B538AA-CF68-FC29-9DC5-CDE313BADA61}"/>
                  </a:ext>
                </a:extLst>
              </p:cNvPr>
              <p:cNvSpPr/>
              <p:nvPr/>
            </p:nvSpPr>
            <p:spPr bwMode="auto">
              <a:xfrm>
                <a:off x="10154694" y="3562005"/>
                <a:ext cx="647754" cy="64775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7" name="任意形状 286">
                <a:extLst>
                  <a:ext uri="{FF2B5EF4-FFF2-40B4-BE49-F238E27FC236}">
                    <a16:creationId xmlns:a16="http://schemas.microsoft.com/office/drawing/2014/main" id="{0D948B75-6585-067F-4538-937F0B0173EE}"/>
                  </a:ext>
                </a:extLst>
              </p:cNvPr>
              <p:cNvSpPr/>
              <p:nvPr/>
            </p:nvSpPr>
            <p:spPr bwMode="auto">
              <a:xfrm>
                <a:off x="10335227" y="3742770"/>
                <a:ext cx="286689" cy="286224"/>
              </a:xfrm>
              <a:custGeom>
                <a:avLst/>
                <a:gdLst>
                  <a:gd name="connsiteX0" fmla="*/ 33871 w 609544"/>
                  <a:gd name="connsiteY0" fmla="*/ 443362 h 608556"/>
                  <a:gd name="connsiteX1" fmla="*/ 287624 w 609544"/>
                  <a:gd name="connsiteY1" fmla="*/ 443362 h 608556"/>
                  <a:gd name="connsiteX2" fmla="*/ 159123 w 609544"/>
                  <a:gd name="connsiteY2" fmla="*/ 571650 h 608556"/>
                  <a:gd name="connsiteX3" fmla="*/ 33871 w 609544"/>
                  <a:gd name="connsiteY3" fmla="*/ 443362 h 608556"/>
                  <a:gd name="connsiteX4" fmla="*/ 388180 w 609544"/>
                  <a:gd name="connsiteY4" fmla="*/ 416689 h 608556"/>
                  <a:gd name="connsiteX5" fmla="*/ 388180 w 609544"/>
                  <a:gd name="connsiteY5" fmla="*/ 596692 h 608556"/>
                  <a:gd name="connsiteX6" fmla="*/ 304796 w 609544"/>
                  <a:gd name="connsiteY6" fmla="*/ 608556 h 608556"/>
                  <a:gd name="connsiteX7" fmla="*/ 210920 w 609544"/>
                  <a:gd name="connsiteY7" fmla="*/ 593726 h 608556"/>
                  <a:gd name="connsiteX8" fmla="*/ 440399 w 609544"/>
                  <a:gd name="connsiteY8" fmla="*/ 325730 h 608556"/>
                  <a:gd name="connsiteX9" fmla="*/ 569534 w 609544"/>
                  <a:gd name="connsiteY9" fmla="*/ 454694 h 608556"/>
                  <a:gd name="connsiteX10" fmla="*/ 440399 w 609544"/>
                  <a:gd name="connsiteY10" fmla="*/ 576519 h 608556"/>
                  <a:gd name="connsiteX11" fmla="*/ 414007 w 609544"/>
                  <a:gd name="connsiteY11" fmla="*/ 225739 h 608556"/>
                  <a:gd name="connsiteX12" fmla="*/ 598867 w 609544"/>
                  <a:gd name="connsiteY12" fmla="*/ 225739 h 608556"/>
                  <a:gd name="connsiteX13" fmla="*/ 609544 w 609544"/>
                  <a:gd name="connsiteY13" fmla="*/ 304260 h 608556"/>
                  <a:gd name="connsiteX14" fmla="*/ 592553 w 609544"/>
                  <a:gd name="connsiteY14" fmla="*/ 403917 h 608556"/>
                  <a:gd name="connsiteX15" fmla="*/ 15132 w 609544"/>
                  <a:gd name="connsiteY15" fmla="*/ 209791 h 608556"/>
                  <a:gd name="connsiteX16" fmla="*/ 196807 w 609544"/>
                  <a:gd name="connsiteY16" fmla="*/ 391215 h 608556"/>
                  <a:gd name="connsiteX17" fmla="*/ 12811 w 609544"/>
                  <a:gd name="connsiteY17" fmla="*/ 391215 h 608556"/>
                  <a:gd name="connsiteX18" fmla="*/ 0 w 609544"/>
                  <a:gd name="connsiteY18" fmla="*/ 304258 h 608556"/>
                  <a:gd name="connsiteX19" fmla="*/ 15132 w 609544"/>
                  <a:gd name="connsiteY19" fmla="*/ 209791 h 608556"/>
                  <a:gd name="connsiteX20" fmla="*/ 456222 w 609544"/>
                  <a:gd name="connsiteY20" fmla="*/ 40505 h 608556"/>
                  <a:gd name="connsiteX21" fmla="*/ 579624 w 609544"/>
                  <a:gd name="connsiteY21" fmla="*/ 173521 h 608556"/>
                  <a:gd name="connsiteX22" fmla="*/ 322978 w 609544"/>
                  <a:gd name="connsiteY22" fmla="*/ 173521 h 608556"/>
                  <a:gd name="connsiteX23" fmla="*/ 170204 w 609544"/>
                  <a:gd name="connsiteY23" fmla="*/ 31613 h 608556"/>
                  <a:gd name="connsiteX24" fmla="*/ 170204 w 609544"/>
                  <a:gd name="connsiteY24" fmla="*/ 290800 h 608556"/>
                  <a:gd name="connsiteX25" fmla="*/ 37400 w 609544"/>
                  <a:gd name="connsiteY25" fmla="*/ 158240 h 608556"/>
                  <a:gd name="connsiteX26" fmla="*/ 170204 w 609544"/>
                  <a:gd name="connsiteY26" fmla="*/ 31613 h 608556"/>
                  <a:gd name="connsiteX27" fmla="*/ 304801 w 609544"/>
                  <a:gd name="connsiteY27" fmla="*/ 0 h 608556"/>
                  <a:gd name="connsiteX28" fmla="*/ 405540 w 609544"/>
                  <a:gd name="connsiteY28" fmla="*/ 17430 h 608556"/>
                  <a:gd name="connsiteX29" fmla="*/ 222445 w 609544"/>
                  <a:gd name="connsiteY29" fmla="*/ 200265 h 608556"/>
                  <a:gd name="connsiteX30" fmla="*/ 222352 w 609544"/>
                  <a:gd name="connsiteY30" fmla="*/ 11589 h 608556"/>
                  <a:gd name="connsiteX31" fmla="*/ 304801 w 609544"/>
                  <a:gd name="connsiteY31" fmla="*/ 0 h 608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609544" h="608556">
                    <a:moveTo>
                      <a:pt x="33871" y="443362"/>
                    </a:moveTo>
                    <a:lnTo>
                      <a:pt x="287624" y="443362"/>
                    </a:lnTo>
                    <a:lnTo>
                      <a:pt x="159123" y="571650"/>
                    </a:lnTo>
                    <a:cubicBezTo>
                      <a:pt x="105549" y="542451"/>
                      <a:pt x="61911" y="497588"/>
                      <a:pt x="33871" y="443362"/>
                    </a:cubicBezTo>
                    <a:close/>
                    <a:moveTo>
                      <a:pt x="388180" y="416689"/>
                    </a:moveTo>
                    <a:lnTo>
                      <a:pt x="388180" y="596692"/>
                    </a:lnTo>
                    <a:cubicBezTo>
                      <a:pt x="361624" y="604292"/>
                      <a:pt x="333767" y="608556"/>
                      <a:pt x="304796" y="608556"/>
                    </a:cubicBezTo>
                    <a:cubicBezTo>
                      <a:pt x="272019" y="608556"/>
                      <a:pt x="240448" y="603273"/>
                      <a:pt x="210920" y="593726"/>
                    </a:cubicBezTo>
                    <a:close/>
                    <a:moveTo>
                      <a:pt x="440399" y="325730"/>
                    </a:moveTo>
                    <a:lnTo>
                      <a:pt x="569534" y="454694"/>
                    </a:lnTo>
                    <a:cubicBezTo>
                      <a:pt x="539641" y="506984"/>
                      <a:pt x="494615" y="549539"/>
                      <a:pt x="440399" y="576519"/>
                    </a:cubicBezTo>
                    <a:close/>
                    <a:moveTo>
                      <a:pt x="414007" y="225739"/>
                    </a:moveTo>
                    <a:lnTo>
                      <a:pt x="598867" y="225739"/>
                    </a:lnTo>
                    <a:cubicBezTo>
                      <a:pt x="605644" y="250769"/>
                      <a:pt x="609544" y="277097"/>
                      <a:pt x="609544" y="304260"/>
                    </a:cubicBezTo>
                    <a:cubicBezTo>
                      <a:pt x="609544" y="339209"/>
                      <a:pt x="603323" y="372676"/>
                      <a:pt x="592553" y="403917"/>
                    </a:cubicBezTo>
                    <a:close/>
                    <a:moveTo>
                      <a:pt x="15132" y="209791"/>
                    </a:moveTo>
                    <a:lnTo>
                      <a:pt x="196807" y="391215"/>
                    </a:lnTo>
                    <a:lnTo>
                      <a:pt x="12811" y="391215"/>
                    </a:lnTo>
                    <a:cubicBezTo>
                      <a:pt x="4549" y="363682"/>
                      <a:pt x="0" y="334479"/>
                      <a:pt x="0" y="304258"/>
                    </a:cubicBezTo>
                    <a:cubicBezTo>
                      <a:pt x="0" y="271255"/>
                      <a:pt x="5384" y="239549"/>
                      <a:pt x="15132" y="209791"/>
                    </a:cubicBezTo>
                    <a:close/>
                    <a:moveTo>
                      <a:pt x="456222" y="40505"/>
                    </a:moveTo>
                    <a:cubicBezTo>
                      <a:pt x="509798" y="71187"/>
                      <a:pt x="552882" y="117626"/>
                      <a:pt x="579624" y="173521"/>
                    </a:cubicBezTo>
                    <a:lnTo>
                      <a:pt x="322978" y="173521"/>
                    </a:lnTo>
                    <a:close/>
                    <a:moveTo>
                      <a:pt x="170204" y="31613"/>
                    </a:moveTo>
                    <a:lnTo>
                      <a:pt x="170204" y="290800"/>
                    </a:lnTo>
                    <a:lnTo>
                      <a:pt x="37400" y="158240"/>
                    </a:lnTo>
                    <a:cubicBezTo>
                      <a:pt x="67397" y="103548"/>
                      <a:pt x="114018" y="59330"/>
                      <a:pt x="170204" y="31613"/>
                    </a:cubicBezTo>
                    <a:close/>
                    <a:moveTo>
                      <a:pt x="304801" y="0"/>
                    </a:moveTo>
                    <a:cubicBezTo>
                      <a:pt x="340175" y="0"/>
                      <a:pt x="373972" y="6305"/>
                      <a:pt x="405540" y="17430"/>
                    </a:cubicBezTo>
                    <a:lnTo>
                      <a:pt x="222445" y="200265"/>
                    </a:lnTo>
                    <a:lnTo>
                      <a:pt x="222352" y="11589"/>
                    </a:lnTo>
                    <a:cubicBezTo>
                      <a:pt x="248628" y="4265"/>
                      <a:pt x="276204" y="0"/>
                      <a:pt x="3048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0401" y="486396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特色活动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6" name="图片 5" descr="图片包含 前, 蛋糕, 桌子, 大&#10;&#10;描述已自动生成">
            <a:extLst>
              <a:ext uri="{FF2B5EF4-FFF2-40B4-BE49-F238E27FC236}">
                <a16:creationId xmlns:a16="http://schemas.microsoft.com/office/drawing/2014/main" id="{394D0B08-A977-6B2F-CB53-A9CFC5D1FB51}"/>
              </a:ext>
            </a:extLst>
          </p:cNvPr>
          <p:cNvPicPr>
            <a:picLocks noChangeAspect="1"/>
          </p:cNvPicPr>
          <p:nvPr/>
        </p:nvPicPr>
        <p:blipFill>
          <a:blip r:embed="Ra04cfc8f6f4f4ab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10"/>
          <a:stretch>
            <a:fillRect/>
          </a:stretch>
        </p:blipFill>
        <p:spPr>
          <a:xfrm>
            <a:off x="3494275" y="4486663"/>
            <a:ext cx="6001553" cy="453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前, 蛋糕, 桌子, 大&#10;&#10;描述已自动生成">
            <a:extLst>
              <a:ext uri="{FF2B5EF4-FFF2-40B4-BE49-F238E27FC236}">
                <a16:creationId xmlns:a16="http://schemas.microsoft.com/office/drawing/2014/main" id="{34686C6D-1CA3-D7A1-56A5-A3F62A491ADA}"/>
              </a:ext>
            </a:extLst>
          </p:cNvPr>
          <p:cNvPicPr>
            <a:picLocks noChangeAspect="1"/>
          </p:cNvPicPr>
          <p:nvPr/>
        </p:nvPicPr>
        <p:blipFill>
          <a:blip r:embed="R7c5468728ae547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1093306" y="3496685"/>
            <a:ext cx="10005391" cy="336131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000489" y="2513888"/>
            <a:ext cx="5004905" cy="887186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>
                <a:latin typeface="Times New Roman"/>
                <a:ea typeface="微软雅黑"/>
                <a:sym typeface="Times New Roman"/>
              </a:rPr>
              <a:t>西安住宿推荐</a:t>
            </a:r>
            <a:endParaRPr lang="id-ID" altLang="zh-CN" sz="54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4294967295"/>
          </p:nvPr>
        </p:nvSpPr>
        <p:spPr>
          <a:xfrm>
            <a:off x="5000489" y="3604808"/>
            <a:ext cx="3832087" cy="522514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城市历史与文化底蕴</a:t>
            </a:r>
            <a:endParaRPr 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760BEF-B340-D3EF-11CE-6CE396104D52}"/>
              </a:ext>
            </a:extLst>
          </p:cNvPr>
          <p:cNvGrpSpPr/>
          <p:nvPr/>
        </p:nvGrpSpPr>
        <p:grpSpPr>
          <a:xfrm>
            <a:off x="2965389" y="3582246"/>
            <a:ext cx="1822993" cy="459360"/>
            <a:chOff x="2689598" y="1751067"/>
            <a:chExt cx="4584784" cy="845365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20CDEC98-65E2-0195-AAB0-1DBC8A6E638D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4" name="副标题 8">
              <a:extLst>
                <a:ext uri="{FF2B5EF4-FFF2-40B4-BE49-F238E27FC236}">
                  <a16:creationId xmlns:a16="http://schemas.microsoft.com/office/drawing/2014/main" id="{4BC122A3-0B63-0E51-25EB-AB23E5282D47}"/>
                </a:ext>
              </a:extLst>
            </p:cNvPr>
            <p:cNvSpPr txBox="1"/>
            <p:nvPr/>
          </p:nvSpPr>
          <p:spPr>
            <a:xfrm>
              <a:off x="3312812" y="1796193"/>
              <a:ext cx="3961570" cy="80023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spc="300">
                  <a:latin typeface="Times New Roman"/>
                  <a:ea typeface="微软雅黑"/>
                  <a:sym typeface="Times New Roman"/>
                </a:rPr>
                <a:t>PART FIVE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7EA73-9549-9A96-B259-314CE69E2E34}"/>
              </a:ext>
            </a:extLst>
          </p:cNvPr>
          <p:cNvSpPr txBox="1"/>
          <p:nvPr/>
        </p:nvSpPr>
        <p:spPr>
          <a:xfrm>
            <a:off x="3100768" y="2480456"/>
            <a:ext cx="1623627" cy="988762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5400" b="1">
                <a:latin typeface="Times New Roman"/>
                <a:ea typeface="微软雅黑"/>
                <a:sym typeface="Times New Roman"/>
              </a:rPr>
              <a:t>05.</a:t>
            </a:r>
            <a:endParaRPr lang="zh-CN" altLang="en-US" sz="4000" b="1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80C0B6D1-0C0A-6486-0817-73992FA9C05D}"/>
              </a:ext>
            </a:extLst>
          </p:cNvPr>
          <p:cNvPicPr>
            <a:picLocks noChangeAspect="1"/>
          </p:cNvPicPr>
          <p:nvPr/>
        </p:nvPicPr>
        <p:blipFill>
          <a:blip r:embed="R7c5468728ae547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71410" y="740081"/>
            <a:ext cx="4230401" cy="17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076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uild="p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ACE8E25-76DA-FFEF-A792-AFB1D60D12D0}"/>
              </a:ext>
            </a:extLst>
          </p:cNvPr>
          <p:cNvGrpSpPr/>
          <p:nvPr/>
        </p:nvGrpSpPr>
        <p:grpSpPr>
          <a:xfrm>
            <a:off x="671512" y="1520038"/>
            <a:ext cx="10848976" cy="4489984"/>
            <a:chOff x="671512" y="1520038"/>
            <a:chExt cx="10848976" cy="4489984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CA6FFAA0-1EC8-2055-FC6E-4AD6BFF4C758}"/>
                </a:ext>
              </a:extLst>
            </p:cNvPr>
            <p:cNvCxnSpPr/>
            <p:nvPr/>
          </p:nvCxnSpPr>
          <p:spPr>
            <a:xfrm flipH="1">
              <a:off x="5991713" y="1644806"/>
              <a:ext cx="0" cy="662765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80F5287-3F26-4CD6-1137-6FE13432873F}"/>
                </a:ext>
              </a:extLst>
            </p:cNvPr>
            <p:cNvCxnSpPr/>
            <p:nvPr/>
          </p:nvCxnSpPr>
          <p:spPr>
            <a:xfrm flipH="1">
              <a:off x="5991713" y="3286410"/>
              <a:ext cx="0" cy="662765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0A4C8D51-8245-CAFF-8EBA-6E0C9AB67790}"/>
                </a:ext>
              </a:extLst>
            </p:cNvPr>
            <p:cNvCxnSpPr/>
            <p:nvPr/>
          </p:nvCxnSpPr>
          <p:spPr>
            <a:xfrm flipH="1">
              <a:off x="5991713" y="4928014"/>
              <a:ext cx="0" cy="662765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99408DED-A583-64F7-3EA4-F4B2DDD91343}"/>
                </a:ext>
              </a:extLst>
            </p:cNvPr>
            <p:cNvCxnSpPr/>
            <p:nvPr/>
          </p:nvCxnSpPr>
          <p:spPr>
            <a:xfrm flipH="1">
              <a:off x="9392597" y="2465607"/>
              <a:ext cx="0" cy="662765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C1860600-11CB-1499-FF15-42AF15889C3A}"/>
                </a:ext>
              </a:extLst>
            </p:cNvPr>
            <p:cNvCxnSpPr/>
            <p:nvPr/>
          </p:nvCxnSpPr>
          <p:spPr>
            <a:xfrm flipH="1">
              <a:off x="9392597" y="4107211"/>
              <a:ext cx="0" cy="662765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0CAD6CF-7C90-D5E3-B4D3-E3F0CD4FE1CB}"/>
                </a:ext>
              </a:extLst>
            </p:cNvPr>
            <p:cNvSpPr txBox="1"/>
            <p:nvPr/>
          </p:nvSpPr>
          <p:spPr>
            <a:xfrm>
              <a:off x="671512" y="3194761"/>
              <a:ext cx="4114863" cy="173863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西安希尔顿、喜来登、万达文华等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0747F7A-AF59-FD50-9AE4-6B56688B300C}"/>
                </a:ext>
              </a:extLst>
            </p:cNvPr>
            <p:cNvGrpSpPr/>
            <p:nvPr/>
          </p:nvGrpSpPr>
          <p:grpSpPr>
            <a:xfrm>
              <a:off x="5029199" y="1520038"/>
              <a:ext cx="3090405" cy="1206776"/>
              <a:chOff x="5029199" y="1520038"/>
              <a:chExt cx="3090405" cy="1206776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FBEBEFB-DBD5-9832-8205-8959D44D3644}"/>
                  </a:ext>
                </a:extLst>
              </p:cNvPr>
              <p:cNvSpPr txBox="1"/>
              <p:nvPr/>
            </p:nvSpPr>
            <p:spPr>
              <a:xfrm>
                <a:off x="6096000" y="2053259"/>
                <a:ext cx="2023604" cy="67355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豪华舒适，服务一流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6DF62E4-601A-B562-B158-1742231A9FA1}"/>
                  </a:ext>
                </a:extLst>
              </p:cNvPr>
              <p:cNvSpPr txBox="1"/>
              <p:nvPr/>
            </p:nvSpPr>
            <p:spPr>
              <a:xfrm>
                <a:off x="6096000" y="1520038"/>
                <a:ext cx="2023604" cy="45075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西安希尔顿酒店</a:t>
                </a:r>
                <a:endParaRPr kumimoji="0" lang="en-US" altLang="zh-CN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8E45534-7499-6BAB-614F-D971F6CBFDDF}"/>
                  </a:ext>
                </a:extLst>
              </p:cNvPr>
              <p:cNvSpPr txBox="1"/>
              <p:nvPr/>
            </p:nvSpPr>
            <p:spPr>
              <a:xfrm>
                <a:off x="5029199" y="1520039"/>
                <a:ext cx="858226" cy="833044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r>
                  <a:rPr lang="en-US" altLang="zh-CN" sz="4400" b="1">
                    <a:solidFill>
                      <a:schemeClr val="accent1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01</a:t>
                </a:r>
                <a:endParaRPr lang="zh-CN" altLang="en-US" sz="4400" b="1">
                  <a:solidFill>
                    <a:schemeClr val="accent1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98E3559-F374-F2D7-7581-C41F1C0BE952}"/>
                </a:ext>
              </a:extLst>
            </p:cNvPr>
            <p:cNvGrpSpPr/>
            <p:nvPr/>
          </p:nvGrpSpPr>
          <p:grpSpPr>
            <a:xfrm>
              <a:off x="5029199" y="3159274"/>
              <a:ext cx="3090405" cy="1209144"/>
              <a:chOff x="5029199" y="3159274"/>
              <a:chExt cx="3090405" cy="1209144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43AB4EB-95AE-CA22-27F2-A139F40AF1DB}"/>
                  </a:ext>
                </a:extLst>
              </p:cNvPr>
              <p:cNvSpPr txBox="1"/>
              <p:nvPr/>
            </p:nvSpPr>
            <p:spPr>
              <a:xfrm>
                <a:off x="6096000" y="3694863"/>
                <a:ext cx="2023604" cy="67355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市中心，交通便利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E11499C-F63D-EF69-1745-3B22921DBEB7}"/>
                  </a:ext>
                </a:extLst>
              </p:cNvPr>
              <p:cNvSpPr txBox="1"/>
              <p:nvPr/>
            </p:nvSpPr>
            <p:spPr>
              <a:xfrm>
                <a:off x="6096000" y="3210837"/>
                <a:ext cx="2023604" cy="45075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喜来登酒店</a:t>
                </a:r>
                <a:endParaRPr kumimoji="0" lang="en-US" altLang="zh-CN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F795180-1165-0C01-10FD-ECABBE33F6BA}"/>
                  </a:ext>
                </a:extLst>
              </p:cNvPr>
              <p:cNvSpPr txBox="1"/>
              <p:nvPr/>
            </p:nvSpPr>
            <p:spPr>
              <a:xfrm>
                <a:off x="5029199" y="3159274"/>
                <a:ext cx="858226" cy="833044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r>
                  <a:rPr lang="en-US" altLang="zh-CN" sz="4400" b="1">
                    <a:solidFill>
                      <a:schemeClr val="accent2"/>
                    </a:solidFill>
                    <a:effectLst>
                      <a:outerShdw blurRad="127000" dist="63500" dir="2700000" algn="tl" rotWithShape="0">
                        <a:schemeClr val="accent2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02</a:t>
                </a:r>
                <a:endParaRPr lang="zh-CN" altLang="en-US" sz="4400" b="1">
                  <a:solidFill>
                    <a:schemeClr val="accent2"/>
                  </a:solidFill>
                  <a:effectLst>
                    <a:outerShdw blurRad="127000" dist="63500" dir="2700000" algn="tl" rotWithShape="0">
                      <a:schemeClr val="accent2">
                        <a:alpha val="40000"/>
                      </a:schemeClr>
                    </a:outerShdw>
                  </a:effectLst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7D581B2-27A6-46F1-382F-5B2DD55E020E}"/>
                </a:ext>
              </a:extLst>
            </p:cNvPr>
            <p:cNvGrpSpPr/>
            <p:nvPr/>
          </p:nvGrpSpPr>
          <p:grpSpPr>
            <a:xfrm>
              <a:off x="5029199" y="4807239"/>
              <a:ext cx="3090405" cy="1202783"/>
              <a:chOff x="5029199" y="4807239"/>
              <a:chExt cx="3090405" cy="1202783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BE13B47-6413-93BD-C007-E2535B887AE1}"/>
                  </a:ext>
                </a:extLst>
              </p:cNvPr>
              <p:cNvSpPr txBox="1"/>
              <p:nvPr/>
            </p:nvSpPr>
            <p:spPr>
              <a:xfrm>
                <a:off x="6096000" y="5336467"/>
                <a:ext cx="2023604" cy="67355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高端齐全，享受奢华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8F07BD7-F261-2F5F-76B5-2123AC8BB5D0}"/>
                  </a:ext>
                </a:extLst>
              </p:cNvPr>
              <p:cNvSpPr txBox="1"/>
              <p:nvPr/>
            </p:nvSpPr>
            <p:spPr>
              <a:xfrm>
                <a:off x="6096000" y="4807239"/>
                <a:ext cx="2023604" cy="45075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万达文华酒店</a:t>
                </a:r>
                <a:endParaRPr kumimoji="0" lang="en-US" altLang="zh-CN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14AE7DD-70C9-7E7F-6A00-DCDA598F3509}"/>
                  </a:ext>
                </a:extLst>
              </p:cNvPr>
              <p:cNvSpPr txBox="1"/>
              <p:nvPr/>
            </p:nvSpPr>
            <p:spPr>
              <a:xfrm>
                <a:off x="5029199" y="4854767"/>
                <a:ext cx="858226" cy="833044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r>
                  <a:rPr lang="en-US" altLang="zh-CN" sz="4400" b="1">
                    <a:solidFill>
                      <a:schemeClr val="accent1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03</a:t>
                </a:r>
                <a:endParaRPr lang="zh-CN" altLang="en-US" sz="4400" b="1">
                  <a:solidFill>
                    <a:schemeClr val="accent1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A8C5D02-8876-199B-CD90-FE35333DD1FC}"/>
                </a:ext>
              </a:extLst>
            </p:cNvPr>
            <p:cNvGrpSpPr/>
            <p:nvPr/>
          </p:nvGrpSpPr>
          <p:grpSpPr>
            <a:xfrm>
              <a:off x="8370466" y="2294144"/>
              <a:ext cx="3150022" cy="1253471"/>
              <a:chOff x="8370466" y="2294144"/>
              <a:chExt cx="3150022" cy="1253471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B05508E-1A7B-4ABA-282C-E58A1BD95F10}"/>
                  </a:ext>
                </a:extLst>
              </p:cNvPr>
              <p:cNvSpPr txBox="1"/>
              <p:nvPr/>
            </p:nvSpPr>
            <p:spPr>
              <a:xfrm>
                <a:off x="9496884" y="2874060"/>
                <a:ext cx="2023604" cy="67355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各地特色，口味丰富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042109-E38D-A47B-98AF-0E9E78E079BE}"/>
                  </a:ext>
                </a:extLst>
              </p:cNvPr>
              <p:cNvSpPr txBox="1"/>
              <p:nvPr/>
            </p:nvSpPr>
            <p:spPr>
              <a:xfrm>
                <a:off x="9495293" y="2353083"/>
                <a:ext cx="2023604" cy="45075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酒店餐饮美食</a:t>
                </a:r>
                <a:endParaRPr kumimoji="0" lang="en-US" altLang="zh-CN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EDBF12B-0F38-9419-843F-FD56FD846E92}"/>
                  </a:ext>
                </a:extLst>
              </p:cNvPr>
              <p:cNvSpPr txBox="1"/>
              <p:nvPr/>
            </p:nvSpPr>
            <p:spPr>
              <a:xfrm>
                <a:off x="8370466" y="2294144"/>
                <a:ext cx="858226" cy="833044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r>
                  <a:rPr lang="en-US" altLang="zh-CN" sz="4400" b="1">
                    <a:solidFill>
                      <a:schemeClr val="accent1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04</a:t>
                </a:r>
                <a:endParaRPr lang="zh-CN" altLang="en-US" sz="4400" b="1">
                  <a:solidFill>
                    <a:schemeClr val="accent1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990FAC8-D15C-CC66-1B80-6FF64782A3D5}"/>
                </a:ext>
              </a:extLst>
            </p:cNvPr>
            <p:cNvGrpSpPr/>
            <p:nvPr/>
          </p:nvGrpSpPr>
          <p:grpSpPr>
            <a:xfrm>
              <a:off x="8370466" y="4064076"/>
              <a:ext cx="3150022" cy="1125143"/>
              <a:chOff x="8370466" y="4064076"/>
              <a:chExt cx="3150022" cy="1125143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AF01DC8-67B3-BBE9-2C00-3DE89BE90565}"/>
                  </a:ext>
                </a:extLst>
              </p:cNvPr>
              <p:cNvSpPr txBox="1"/>
              <p:nvPr/>
            </p:nvSpPr>
            <p:spPr>
              <a:xfrm>
                <a:off x="9496884" y="4515664"/>
                <a:ext cx="2023604" cy="67355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提前预订，享受优惠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A838957-5A67-FC84-2D84-B5F9D46E9F70}"/>
                  </a:ext>
                </a:extLst>
              </p:cNvPr>
              <p:cNvSpPr txBox="1"/>
              <p:nvPr/>
            </p:nvSpPr>
            <p:spPr>
              <a:xfrm>
                <a:off x="9495293" y="4064076"/>
                <a:ext cx="2023604" cy="45075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客房预订指南</a:t>
                </a:r>
                <a:endParaRPr kumimoji="0" lang="en-US" altLang="zh-CN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04D7412-D241-DD89-F7C8-ADD3A59FEC14}"/>
                  </a:ext>
                </a:extLst>
              </p:cNvPr>
              <p:cNvSpPr txBox="1"/>
              <p:nvPr/>
            </p:nvSpPr>
            <p:spPr>
              <a:xfrm>
                <a:off x="8370466" y="4094970"/>
                <a:ext cx="858226" cy="833044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r>
                  <a:rPr lang="en-US" altLang="zh-CN" sz="4400" b="1">
                    <a:solidFill>
                      <a:schemeClr val="accent2"/>
                    </a:solidFill>
                    <a:effectLst>
                      <a:outerShdw blurRad="127000" dist="63500" dir="2700000" algn="tl" rotWithShape="0">
                        <a:schemeClr val="accent2">
                          <a:alpha val="40000"/>
                        </a:schemeClr>
                      </a:outerShdw>
                    </a:effectLst>
                    <a:latin typeface="Times New Roman"/>
                    <a:ea typeface="微软雅黑"/>
                    <a:sym typeface="Times New Roman"/>
                  </a:rPr>
                  <a:t>05</a:t>
                </a:r>
                <a:endParaRPr lang="zh-CN" altLang="en-US" sz="4400" b="1">
                  <a:solidFill>
                    <a:schemeClr val="accent2"/>
                  </a:solidFill>
                  <a:effectLst>
                    <a:outerShdw blurRad="127000" dist="63500" dir="2700000" algn="tl" rotWithShape="0">
                      <a:schemeClr val="accent2">
                        <a:alpha val="40000"/>
                      </a:schemeClr>
                    </a:outerShdw>
                  </a:effectLst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003054B-8F3A-4B90-C3AC-3850E47F29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502683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星级酒店</a:t>
            </a:r>
          </a:p>
        </p:txBody>
      </p:sp>
    </p:spTree>
    <p:extLst>
      <p:ext uri="{BB962C8B-B14F-4D97-AF65-F5344CB8AC3E}">
        <p14:creationId xmlns:p14="http://schemas.microsoft.com/office/powerpoint/2010/main" val="7245671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D9C6A-A99E-680F-423F-EA12BA5624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465405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特色民宿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D38D4A8-B634-2741-0F82-3B4D46B7656A}"/>
              </a:ext>
            </a:extLst>
          </p:cNvPr>
          <p:cNvGrpSpPr/>
          <p:nvPr/>
        </p:nvGrpSpPr>
        <p:grpSpPr>
          <a:xfrm>
            <a:off x="660401" y="1787039"/>
            <a:ext cx="10858500" cy="4322238"/>
            <a:chOff x="660400" y="574466"/>
            <a:chExt cx="10858500" cy="432223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890472C-4E22-7C47-C57D-E6816D225814}"/>
                </a:ext>
              </a:extLst>
            </p:cNvPr>
            <p:cNvGrpSpPr/>
            <p:nvPr/>
          </p:nvGrpSpPr>
          <p:grpSpPr>
            <a:xfrm>
              <a:off x="1126959" y="3651428"/>
              <a:ext cx="2276642" cy="1245273"/>
              <a:chOff x="5122025" y="-136750"/>
              <a:chExt cx="2020976" cy="1414486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C6066CE-A546-EF10-D5CC-15E9F5BCFA94}"/>
                  </a:ext>
                </a:extLst>
              </p:cNvPr>
              <p:cNvSpPr txBox="1"/>
              <p:nvPr/>
            </p:nvSpPr>
            <p:spPr>
              <a:xfrm>
                <a:off x="5122026" y="577133"/>
                <a:ext cx="2020975" cy="7006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感受古城墙的历史韵味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F64BCF9-DE18-63B0-0232-E9E913C175E0}"/>
                  </a:ext>
                </a:extLst>
              </p:cNvPr>
              <p:cNvSpPr/>
              <p:nvPr/>
            </p:nvSpPr>
            <p:spPr>
              <a:xfrm>
                <a:off x="5122025" y="-136750"/>
                <a:ext cx="2020976" cy="71388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lvl="0" algn="ctr" defTabSz="914378">
                  <a:spcBef>
                    <a:spcPct val="0"/>
                  </a:spcBef>
                  <a:defRPr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西安古城墙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A943A869-6AAA-AA3E-A165-86CC4D056B28}"/>
                </a:ext>
              </a:extLst>
            </p:cNvPr>
            <p:cNvGrpSpPr/>
            <p:nvPr/>
          </p:nvGrpSpPr>
          <p:grpSpPr>
            <a:xfrm>
              <a:off x="1215811" y="1844179"/>
              <a:ext cx="1895426" cy="1728781"/>
              <a:chOff x="1215811" y="1971179"/>
              <a:chExt cx="1895426" cy="172878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77986B0-3973-3DBB-0CA6-04FA54D9C098}"/>
                  </a:ext>
                </a:extLst>
              </p:cNvPr>
              <p:cNvSpPr/>
              <p:nvPr/>
            </p:nvSpPr>
            <p:spPr>
              <a:xfrm>
                <a:off x="1585065" y="1971179"/>
                <a:ext cx="1526172" cy="1526171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863AC6A8-78B2-F713-8684-AB59B85BE34A}"/>
                  </a:ext>
                </a:extLst>
              </p:cNvPr>
              <p:cNvSpPr/>
              <p:nvPr/>
            </p:nvSpPr>
            <p:spPr>
              <a:xfrm>
                <a:off x="1215811" y="3211540"/>
                <a:ext cx="488420" cy="488420"/>
              </a:xfrm>
              <a:prstGeom prst="roundRect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 anchorCtr="1">
                <a:no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01</a:t>
                </a:r>
              </a:p>
            </p:txBody>
          </p:sp>
          <p:sp>
            <p:nvSpPr>
              <p:cNvPr id="34" name="任意形状 33">
                <a:extLst>
                  <a:ext uri="{FF2B5EF4-FFF2-40B4-BE49-F238E27FC236}">
                    <a16:creationId xmlns:a16="http://schemas.microsoft.com/office/drawing/2014/main" id="{A29DB54B-41E2-DA4B-5B25-95B4D5E6B91A}"/>
                  </a:ext>
                </a:extLst>
              </p:cNvPr>
              <p:cNvSpPr/>
              <p:nvPr/>
            </p:nvSpPr>
            <p:spPr bwMode="auto">
              <a:xfrm>
                <a:off x="1984190" y="2426692"/>
                <a:ext cx="727921" cy="615145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4EF6EF7-1F65-B04C-4694-1CCBC6B1BC96}"/>
                </a:ext>
              </a:extLst>
            </p:cNvPr>
            <p:cNvGrpSpPr/>
            <p:nvPr/>
          </p:nvGrpSpPr>
          <p:grpSpPr>
            <a:xfrm>
              <a:off x="3700811" y="1844179"/>
              <a:ext cx="1895426" cy="1728781"/>
              <a:chOff x="3700811" y="1971179"/>
              <a:chExt cx="1895426" cy="1728781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C1E8BCB1-FCBC-8271-2E5D-25C2A1E46AAC}"/>
                  </a:ext>
                </a:extLst>
              </p:cNvPr>
              <p:cNvSpPr/>
              <p:nvPr/>
            </p:nvSpPr>
            <p:spPr>
              <a:xfrm>
                <a:off x="4070065" y="1971179"/>
                <a:ext cx="1526172" cy="15261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圆角矩形 27">
                <a:extLst>
                  <a:ext uri="{FF2B5EF4-FFF2-40B4-BE49-F238E27FC236}">
                    <a16:creationId xmlns:a16="http://schemas.microsoft.com/office/drawing/2014/main" id="{DDC803EE-CA39-5709-DF71-E75C9A9024D6}"/>
                  </a:ext>
                </a:extLst>
              </p:cNvPr>
              <p:cNvSpPr/>
              <p:nvPr/>
            </p:nvSpPr>
            <p:spPr>
              <a:xfrm>
                <a:off x="3700811" y="3211540"/>
                <a:ext cx="488420" cy="488420"/>
              </a:xfrm>
              <a:prstGeom prst="roundRect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 anchorCtr="1">
                <a:no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02</a:t>
                </a:r>
              </a:p>
            </p:txBody>
          </p:sp>
          <p:sp>
            <p:nvSpPr>
              <p:cNvPr id="29" name="任意形状 28">
                <a:extLst>
                  <a:ext uri="{FF2B5EF4-FFF2-40B4-BE49-F238E27FC236}">
                    <a16:creationId xmlns:a16="http://schemas.microsoft.com/office/drawing/2014/main" id="{C4212BCE-1792-A27E-5BDD-A306130C6A38}"/>
                  </a:ext>
                </a:extLst>
              </p:cNvPr>
              <p:cNvSpPr/>
              <p:nvPr/>
            </p:nvSpPr>
            <p:spPr bwMode="auto">
              <a:xfrm>
                <a:off x="4488125" y="2442692"/>
                <a:ext cx="690053" cy="583144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CBF566F-2678-179A-6046-92E179E57202}"/>
                </a:ext>
              </a:extLst>
            </p:cNvPr>
            <p:cNvGrpSpPr/>
            <p:nvPr/>
          </p:nvGrpSpPr>
          <p:grpSpPr>
            <a:xfrm>
              <a:off x="3694830" y="3651428"/>
              <a:ext cx="2276642" cy="1245273"/>
              <a:chOff x="5122025" y="-136750"/>
              <a:chExt cx="2020976" cy="1414486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438DD8E-A0E5-9005-EF17-8F39D4964D0F}"/>
                  </a:ext>
                </a:extLst>
              </p:cNvPr>
              <p:cNvSpPr txBox="1"/>
              <p:nvPr/>
            </p:nvSpPr>
            <p:spPr>
              <a:xfrm>
                <a:off x="5122026" y="577133"/>
                <a:ext cx="2020975" cy="7006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深入了解陕西历史文化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00F812C-B0CF-D8E3-3DF2-8B836D1A966E}"/>
                  </a:ext>
                </a:extLst>
              </p:cNvPr>
              <p:cNvSpPr/>
              <p:nvPr/>
            </p:nvSpPr>
            <p:spPr>
              <a:xfrm>
                <a:off x="5122025" y="-136750"/>
                <a:ext cx="2020976" cy="71388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lvl="0" algn="ctr" defTabSz="914378">
                  <a:spcBef>
                    <a:spcPct val="0"/>
                  </a:spcBef>
                  <a:defRPr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陕西历史博物馆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72FA989-8707-75D8-B12F-7CB4FC7DC43E}"/>
                </a:ext>
              </a:extLst>
            </p:cNvPr>
            <p:cNvGrpSpPr/>
            <p:nvPr/>
          </p:nvGrpSpPr>
          <p:grpSpPr>
            <a:xfrm>
              <a:off x="6268682" y="1844179"/>
              <a:ext cx="1895426" cy="1728781"/>
              <a:chOff x="6268682" y="1971179"/>
              <a:chExt cx="1895426" cy="1728781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297B0DA-EDAA-7114-7E3C-9978B7BA0DE0}"/>
                  </a:ext>
                </a:extLst>
              </p:cNvPr>
              <p:cNvSpPr/>
              <p:nvPr/>
            </p:nvSpPr>
            <p:spPr>
              <a:xfrm>
                <a:off x="6637936" y="1971179"/>
                <a:ext cx="1526172" cy="1526171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532F1B60-2753-901D-BC8B-4282476D66C7}"/>
                  </a:ext>
                </a:extLst>
              </p:cNvPr>
              <p:cNvSpPr/>
              <p:nvPr/>
            </p:nvSpPr>
            <p:spPr>
              <a:xfrm>
                <a:off x="6268682" y="3211540"/>
                <a:ext cx="488420" cy="488420"/>
              </a:xfrm>
              <a:prstGeom prst="roundRect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 anchorCtr="1">
                <a:no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03</a:t>
                </a:r>
              </a:p>
            </p:txBody>
          </p:sp>
          <p:sp>
            <p:nvSpPr>
              <p:cNvPr id="22" name="任意形状 21">
                <a:extLst>
                  <a:ext uri="{FF2B5EF4-FFF2-40B4-BE49-F238E27FC236}">
                    <a16:creationId xmlns:a16="http://schemas.microsoft.com/office/drawing/2014/main" id="{DC5E0960-DEE3-9212-5F02-610DE6972BD8}"/>
                  </a:ext>
                </a:extLst>
              </p:cNvPr>
              <p:cNvSpPr/>
              <p:nvPr/>
            </p:nvSpPr>
            <p:spPr bwMode="auto">
              <a:xfrm>
                <a:off x="7129168" y="2513460"/>
                <a:ext cx="543708" cy="459472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50C851D-0500-709F-F1A2-B399FD33E70D}"/>
                </a:ext>
              </a:extLst>
            </p:cNvPr>
            <p:cNvGrpSpPr/>
            <p:nvPr/>
          </p:nvGrpSpPr>
          <p:grpSpPr>
            <a:xfrm>
              <a:off x="6262701" y="3651428"/>
              <a:ext cx="2276642" cy="1245273"/>
              <a:chOff x="5122025" y="-136750"/>
              <a:chExt cx="2020976" cy="1414486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C7A7926-6C3C-9D22-1DB6-4379017BE675}"/>
                  </a:ext>
                </a:extLst>
              </p:cNvPr>
              <p:cNvSpPr txBox="1"/>
              <p:nvPr/>
            </p:nvSpPr>
            <p:spPr>
              <a:xfrm>
                <a:off x="5122026" y="577133"/>
                <a:ext cx="2020975" cy="7006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感受西安市中心繁华气息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5A74DC1-756E-C458-9539-DC274CED18D5}"/>
                  </a:ext>
                </a:extLst>
              </p:cNvPr>
              <p:cNvSpPr/>
              <p:nvPr/>
            </p:nvSpPr>
            <p:spPr>
              <a:xfrm>
                <a:off x="5122025" y="-136750"/>
                <a:ext cx="2020976" cy="71388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lvl="0" algn="ctr" defTabSz="914378">
                  <a:spcBef>
                    <a:spcPct val="0"/>
                  </a:spcBef>
                  <a:defRPr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钟楼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74BD078-8204-C714-8C7B-393F9E3B1E98}"/>
                </a:ext>
              </a:extLst>
            </p:cNvPr>
            <p:cNvGrpSpPr/>
            <p:nvPr/>
          </p:nvGrpSpPr>
          <p:grpSpPr>
            <a:xfrm>
              <a:off x="8836555" y="1844179"/>
              <a:ext cx="1895425" cy="1728781"/>
              <a:chOff x="8836555" y="1971179"/>
              <a:chExt cx="1895425" cy="1728781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4E5FDD68-7D59-746A-3553-705CBD93B905}"/>
                  </a:ext>
                </a:extLst>
              </p:cNvPr>
              <p:cNvSpPr/>
              <p:nvPr/>
            </p:nvSpPr>
            <p:spPr>
              <a:xfrm>
                <a:off x="9205808" y="1971179"/>
                <a:ext cx="1526172" cy="15261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A602547C-8338-09C8-5EE3-47953F9B8D71}"/>
                  </a:ext>
                </a:extLst>
              </p:cNvPr>
              <p:cNvSpPr/>
              <p:nvPr/>
            </p:nvSpPr>
            <p:spPr>
              <a:xfrm>
                <a:off x="8836555" y="3211540"/>
                <a:ext cx="488420" cy="488420"/>
              </a:xfrm>
              <a:prstGeom prst="roundRect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 anchorCtr="1">
                <a:no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FFFFFF"/>
                    </a:solidFill>
                    <a:latin typeface="Times New Roman"/>
                    <a:ea typeface="微软雅黑"/>
                    <a:sym typeface="Times New Roman"/>
                  </a:rPr>
                  <a:t>04</a:t>
                </a:r>
              </a:p>
            </p:txBody>
          </p:sp>
          <p:sp>
            <p:nvSpPr>
              <p:cNvPr id="15" name="任意形状 14">
                <a:extLst>
                  <a:ext uri="{FF2B5EF4-FFF2-40B4-BE49-F238E27FC236}">
                    <a16:creationId xmlns:a16="http://schemas.microsoft.com/office/drawing/2014/main" id="{5CF5A084-5652-EDB3-770C-FE9B078F6DB7}"/>
                  </a:ext>
                </a:extLst>
              </p:cNvPr>
              <p:cNvSpPr/>
              <p:nvPr/>
            </p:nvSpPr>
            <p:spPr bwMode="auto">
              <a:xfrm>
                <a:off x="9669030" y="2480857"/>
                <a:ext cx="599730" cy="506814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0E53C70-7A7D-CFBC-A022-136E8352A833}"/>
                </a:ext>
              </a:extLst>
            </p:cNvPr>
            <p:cNvGrpSpPr/>
            <p:nvPr/>
          </p:nvGrpSpPr>
          <p:grpSpPr>
            <a:xfrm>
              <a:off x="8830572" y="3651428"/>
              <a:ext cx="2276642" cy="1245276"/>
              <a:chOff x="5122025" y="-136750"/>
              <a:chExt cx="2020976" cy="1414487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C33A5A8-0B00-459E-4388-1F72B1838E1D}"/>
                  </a:ext>
                </a:extLst>
              </p:cNvPr>
              <p:cNvSpPr txBox="1"/>
              <p:nvPr/>
            </p:nvSpPr>
            <p:spPr>
              <a:xfrm>
                <a:off x="5122026" y="577135"/>
                <a:ext cx="2020975" cy="70060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Times New Roman"/>
                    <a:ea typeface="微软雅黑"/>
                    <a:sym typeface="Times New Roman"/>
                  </a:rPr>
                  <a:t>领略大雁塔的壮丽景观</a:t>
                </a:r>
                <a:endParaRPr lang="en-US" altLang="zh-CN" sz="1200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481AEB2-96A2-2F61-5FBF-3C5B4D63EBBA}"/>
                  </a:ext>
                </a:extLst>
              </p:cNvPr>
              <p:cNvSpPr/>
              <p:nvPr/>
            </p:nvSpPr>
            <p:spPr>
              <a:xfrm>
                <a:off x="5122025" y="-136750"/>
                <a:ext cx="2020976" cy="71388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lvl="0" algn="ctr" defTabSz="914378">
                  <a:spcBef>
                    <a:spcPct val="0"/>
                  </a:spcBef>
                  <a:defRPr/>
                </a:pP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大雁塔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7F46D7E-064D-6A5C-0BC1-3CF09A86B924}"/>
                </a:ext>
              </a:extLst>
            </p:cNvPr>
            <p:cNvSpPr txBox="1"/>
            <p:nvPr/>
          </p:nvSpPr>
          <p:spPr>
            <a:xfrm>
              <a:off x="660400" y="574466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西安古城墙附近民宿、陕西历史博物馆附近民宿等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9576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A40DA-6EDA-DDBE-3640-2D6EA0464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0401" y="535995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Times New Roman"/>
                <a:ea typeface="微软雅黑"/>
                <a:sym typeface="Times New Roman"/>
              </a:rPr>
              <a:t>经济型酒店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AA6DAB8-32B4-807D-7845-78045500966D}"/>
              </a:ext>
            </a:extLst>
          </p:cNvPr>
          <p:cNvGrpSpPr/>
          <p:nvPr/>
        </p:nvGrpSpPr>
        <p:grpSpPr>
          <a:xfrm>
            <a:off x="660401" y="1934265"/>
            <a:ext cx="10858500" cy="3784600"/>
            <a:chOff x="660400" y="1130300"/>
            <a:chExt cx="10858500" cy="378460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752EF2E-44EC-0A21-5081-C45233D3E66A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70751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如家、汉庭、</a:t>
              </a:r>
              <a:r>
                <a:rPr lang="en-US" altLang="zh-CN" sz="2400" b="1">
                  <a:latin typeface="Times New Roman"/>
                  <a:ea typeface="微软雅黑"/>
                  <a:sym typeface="Times New Roman"/>
                </a:rPr>
                <a:t>7</a:t>
              </a:r>
              <a:r>
                <a:rPr lang="zh-CN" altLang="en-US" sz="2400" b="1">
                  <a:latin typeface="Times New Roman"/>
                  <a:ea typeface="微软雅黑"/>
                  <a:sym typeface="Times New Roman"/>
                </a:rPr>
                <a:t>天等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63E180D-DA48-7F5D-95F3-90FA22FE855A}"/>
                </a:ext>
              </a:extLst>
            </p:cNvPr>
            <p:cNvGrpSpPr/>
            <p:nvPr/>
          </p:nvGrpSpPr>
          <p:grpSpPr>
            <a:xfrm>
              <a:off x="1064191" y="1965363"/>
              <a:ext cx="2390889" cy="2949537"/>
              <a:chOff x="1064191" y="1965363"/>
              <a:chExt cx="2390889" cy="2949537"/>
            </a:xfrm>
          </p:grpSpPr>
          <p:sp>
            <p:nvSpPr>
              <p:cNvPr id="24" name="圆角矩形 23">
                <a:extLst>
                  <a:ext uri="{FF2B5EF4-FFF2-40B4-BE49-F238E27FC236}">
                    <a16:creationId xmlns:a16="http://schemas.microsoft.com/office/drawing/2014/main" id="{F2BCC87D-C78C-F5DC-9125-CFC559F4A629}"/>
                  </a:ext>
                </a:extLst>
              </p:cNvPr>
              <p:cNvSpPr/>
              <p:nvPr/>
            </p:nvSpPr>
            <p:spPr>
              <a:xfrm>
                <a:off x="1064191" y="1965363"/>
                <a:ext cx="2390889" cy="2606637"/>
              </a:xfrm>
              <a:prstGeom prst="roundRect">
                <a:avLst>
                  <a:gd name="adj" fmla="val 8437"/>
                </a:avLst>
              </a:prstGeom>
              <a:solidFill>
                <a:schemeClr val="accent1">
                  <a:alpha val="10000"/>
                </a:schemeClr>
              </a:solidFill>
              <a:ln w="6350">
                <a:noFill/>
              </a:ln>
            </p:spPr>
            <p:txBody>
              <a:bodyPr vert="horz" lIns="90000" tIns="46800" rIns="90000" bIns="46800" rtlCol="0" anchor="ctr" anchorCtr="0">
                <a:norm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000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C27DE0D-B6BE-2638-4F13-3A97E001F84D}"/>
                  </a:ext>
                </a:extLst>
              </p:cNvPr>
              <p:cNvSpPr txBox="1"/>
              <p:nvPr/>
            </p:nvSpPr>
            <p:spPr>
              <a:xfrm>
                <a:off x="1148278" y="3825239"/>
                <a:ext cx="2227381" cy="1089661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舒适经济，服务便捷</a:t>
                </a:r>
                <a:endParaRPr kumimoji="0" lang="en-US" altLang="zh-CN" sz="12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7FF1850-6CA2-592D-328E-305C20DAFB99}"/>
                  </a:ext>
                </a:extLst>
              </p:cNvPr>
              <p:cNvSpPr txBox="1"/>
              <p:nvPr/>
            </p:nvSpPr>
            <p:spPr>
              <a:xfrm>
                <a:off x="1148278" y="3291603"/>
                <a:ext cx="2227381" cy="5336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如家酒店特色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E0BAFA2F-D50D-D0C2-ED9F-2860901D0485}"/>
                  </a:ext>
                </a:extLst>
              </p:cNvPr>
              <p:cNvSpPr/>
              <p:nvPr/>
            </p:nvSpPr>
            <p:spPr>
              <a:xfrm>
                <a:off x="1962605" y="2506556"/>
                <a:ext cx="587054" cy="58705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8" name="任意形状 27">
                <a:extLst>
                  <a:ext uri="{FF2B5EF4-FFF2-40B4-BE49-F238E27FC236}">
                    <a16:creationId xmlns:a16="http://schemas.microsoft.com/office/drawing/2014/main" id="{17B28C1E-5F9A-1500-2151-75329CC16C1E}"/>
                  </a:ext>
                </a:extLst>
              </p:cNvPr>
              <p:cNvSpPr/>
              <p:nvPr/>
            </p:nvSpPr>
            <p:spPr>
              <a:xfrm>
                <a:off x="2128760" y="2704553"/>
                <a:ext cx="254745" cy="191057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DBBF688-95FA-B475-8184-8B249BB580DE}"/>
                </a:ext>
              </a:extLst>
            </p:cNvPr>
            <p:cNvGrpSpPr/>
            <p:nvPr/>
          </p:nvGrpSpPr>
          <p:grpSpPr>
            <a:xfrm>
              <a:off x="3621235" y="1965363"/>
              <a:ext cx="2390889" cy="2949537"/>
              <a:chOff x="3621235" y="1965363"/>
              <a:chExt cx="2390889" cy="2949537"/>
            </a:xfrm>
          </p:grpSpPr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576B923B-3D3D-DE8C-186A-E6204729AD11}"/>
                  </a:ext>
                </a:extLst>
              </p:cNvPr>
              <p:cNvSpPr/>
              <p:nvPr/>
            </p:nvSpPr>
            <p:spPr>
              <a:xfrm>
                <a:off x="3621235" y="1965363"/>
                <a:ext cx="2390889" cy="2606637"/>
              </a:xfrm>
              <a:prstGeom prst="roundRect">
                <a:avLst>
                  <a:gd name="adj" fmla="val 8437"/>
                </a:avLst>
              </a:prstGeom>
              <a:solidFill>
                <a:schemeClr val="accent2">
                  <a:alpha val="10000"/>
                </a:schemeClr>
              </a:solidFill>
              <a:ln w="6350">
                <a:noFill/>
              </a:ln>
            </p:spPr>
            <p:txBody>
              <a:bodyPr vert="horz" lIns="90000" tIns="46800" rIns="90000" bIns="46800" rtlCol="0" anchor="ctr" anchorCtr="0">
                <a:norm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000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1B52D736-FDFD-C961-40F7-507F8B32E9B7}"/>
                  </a:ext>
                </a:extLst>
              </p:cNvPr>
              <p:cNvSpPr/>
              <p:nvPr/>
            </p:nvSpPr>
            <p:spPr>
              <a:xfrm>
                <a:off x="4519649" y="2506555"/>
                <a:ext cx="587054" cy="587051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1" name="任意形状 20">
                <a:extLst>
                  <a:ext uri="{FF2B5EF4-FFF2-40B4-BE49-F238E27FC236}">
                    <a16:creationId xmlns:a16="http://schemas.microsoft.com/office/drawing/2014/main" id="{B6EDC62A-D6AB-8028-7F48-07B7D0332EDB}"/>
                  </a:ext>
                </a:extLst>
              </p:cNvPr>
              <p:cNvSpPr/>
              <p:nvPr/>
            </p:nvSpPr>
            <p:spPr>
              <a:xfrm>
                <a:off x="4696977" y="2681795"/>
                <a:ext cx="232397" cy="254744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4D7FEFB-72CD-A734-6E14-93D7EE4FD163}"/>
                  </a:ext>
                </a:extLst>
              </p:cNvPr>
              <p:cNvSpPr txBox="1"/>
              <p:nvPr/>
            </p:nvSpPr>
            <p:spPr>
              <a:xfrm>
                <a:off x="3705322" y="3825239"/>
                <a:ext cx="2227381" cy="1089661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市中心，交通便利</a:t>
                </a:r>
                <a:endParaRPr kumimoji="0" lang="en-US" altLang="zh-CN" sz="12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7824BA9-6F74-531A-2BF6-B98AB153B3C8}"/>
                  </a:ext>
                </a:extLst>
              </p:cNvPr>
              <p:cNvSpPr txBox="1"/>
              <p:nvPr/>
            </p:nvSpPr>
            <p:spPr>
              <a:xfrm>
                <a:off x="3705322" y="3291603"/>
                <a:ext cx="2227381" cy="5336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汉庭酒店位置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85EBE4D8-F40A-5305-A3B3-E0462149FF7A}"/>
                </a:ext>
              </a:extLst>
            </p:cNvPr>
            <p:cNvGrpSpPr/>
            <p:nvPr/>
          </p:nvGrpSpPr>
          <p:grpSpPr>
            <a:xfrm>
              <a:off x="6178279" y="1965363"/>
              <a:ext cx="2390889" cy="2949537"/>
              <a:chOff x="6178279" y="1965363"/>
              <a:chExt cx="2390889" cy="2949537"/>
            </a:xfrm>
          </p:grpSpPr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DC487F9D-0E59-384C-13A3-6667881C4211}"/>
                  </a:ext>
                </a:extLst>
              </p:cNvPr>
              <p:cNvSpPr/>
              <p:nvPr/>
            </p:nvSpPr>
            <p:spPr>
              <a:xfrm>
                <a:off x="6178279" y="1965363"/>
                <a:ext cx="2390889" cy="2606637"/>
              </a:xfrm>
              <a:prstGeom prst="roundRect">
                <a:avLst>
                  <a:gd name="adj" fmla="val 8437"/>
                </a:avLst>
              </a:prstGeom>
              <a:solidFill>
                <a:schemeClr val="accent1">
                  <a:alpha val="10000"/>
                </a:schemeClr>
              </a:solidFill>
              <a:ln w="6350">
                <a:noFill/>
              </a:ln>
            </p:spPr>
            <p:txBody>
              <a:bodyPr vert="horz" lIns="90000" tIns="46800" rIns="90000" bIns="46800" rtlCol="0" anchor="ctr" anchorCtr="0">
                <a:norm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000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74624FF-54FC-D2A4-0014-4ADEEFC030CE}"/>
                  </a:ext>
                </a:extLst>
              </p:cNvPr>
              <p:cNvSpPr/>
              <p:nvPr/>
            </p:nvSpPr>
            <p:spPr>
              <a:xfrm>
                <a:off x="7076693" y="2506555"/>
                <a:ext cx="587054" cy="58705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outerShdw blurRad="254000" dist="1270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6" name="任意形状 15">
                <a:extLst>
                  <a:ext uri="{FF2B5EF4-FFF2-40B4-BE49-F238E27FC236}">
                    <a16:creationId xmlns:a16="http://schemas.microsoft.com/office/drawing/2014/main" id="{FAB5C217-B873-0495-0A0C-0102E2BD7E50}"/>
                  </a:ext>
                </a:extLst>
              </p:cNvPr>
              <p:cNvSpPr/>
              <p:nvPr/>
            </p:nvSpPr>
            <p:spPr>
              <a:xfrm>
                <a:off x="7242848" y="2698584"/>
                <a:ext cx="254745" cy="21207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A5D6460-AC47-C7B1-A93B-EC9BE945A761}"/>
                  </a:ext>
                </a:extLst>
              </p:cNvPr>
              <p:cNvSpPr txBox="1"/>
              <p:nvPr/>
            </p:nvSpPr>
            <p:spPr>
              <a:xfrm>
                <a:off x="6262366" y="3825239"/>
                <a:ext cx="2227381" cy="1089661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基础完善，满足需求</a:t>
                </a:r>
                <a:endParaRPr kumimoji="0" lang="en-US" altLang="zh-CN" sz="12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5366B61-66B2-C64F-01B1-077737694470}"/>
                  </a:ext>
                </a:extLst>
              </p:cNvPr>
              <p:cNvSpPr txBox="1"/>
              <p:nvPr/>
            </p:nvSpPr>
            <p:spPr>
              <a:xfrm>
                <a:off x="6262366" y="3291603"/>
                <a:ext cx="2227381" cy="5336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altLang="zh-CN" b="1">
                    <a:latin typeface="Times New Roman"/>
                    <a:ea typeface="微软雅黑"/>
                    <a:sym typeface="Times New Roman"/>
                  </a:rPr>
                  <a:t>7</a:t>
                </a:r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天酒店设施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BBB1F64-7A2B-AC80-62C5-1E57B9E9BEB5}"/>
                </a:ext>
              </a:extLst>
            </p:cNvPr>
            <p:cNvGrpSpPr/>
            <p:nvPr/>
          </p:nvGrpSpPr>
          <p:grpSpPr>
            <a:xfrm>
              <a:off x="8735323" y="1965363"/>
              <a:ext cx="2390889" cy="2949537"/>
              <a:chOff x="8735323" y="1965363"/>
              <a:chExt cx="2390889" cy="2949537"/>
            </a:xfrm>
          </p:grpSpPr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6B15C21-E189-460A-00A4-E7E830238901}"/>
                  </a:ext>
                </a:extLst>
              </p:cNvPr>
              <p:cNvSpPr/>
              <p:nvPr/>
            </p:nvSpPr>
            <p:spPr>
              <a:xfrm>
                <a:off x="8735323" y="1965363"/>
                <a:ext cx="2390889" cy="2606637"/>
              </a:xfrm>
              <a:prstGeom prst="roundRect">
                <a:avLst>
                  <a:gd name="adj" fmla="val 8437"/>
                </a:avLst>
              </a:prstGeom>
              <a:solidFill>
                <a:schemeClr val="accent2">
                  <a:alpha val="10000"/>
                </a:schemeClr>
              </a:solidFill>
              <a:ln w="6350">
                <a:noFill/>
              </a:ln>
            </p:spPr>
            <p:txBody>
              <a:bodyPr vert="horz" lIns="90000" tIns="46800" rIns="90000" bIns="46800" rtlCol="0" anchor="ctr" anchorCtr="0">
                <a:norm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000">
                  <a:solidFill>
                    <a:schemeClr val="tx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E844F9E3-B9DE-10B1-E375-F651ADBFA9D4}"/>
                  </a:ext>
                </a:extLst>
              </p:cNvPr>
              <p:cNvSpPr/>
              <p:nvPr/>
            </p:nvSpPr>
            <p:spPr>
              <a:xfrm>
                <a:off x="9635131" y="2506624"/>
                <a:ext cx="587054" cy="587051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254000" dist="1270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1" name="任意形状 10">
                <a:extLst>
                  <a:ext uri="{FF2B5EF4-FFF2-40B4-BE49-F238E27FC236}">
                    <a16:creationId xmlns:a16="http://schemas.microsoft.com/office/drawing/2014/main" id="{F6938EEC-EF3F-6F46-B6F7-E141F7CA50DA}"/>
                  </a:ext>
                </a:extLst>
              </p:cNvPr>
              <p:cNvSpPr/>
              <p:nvPr/>
            </p:nvSpPr>
            <p:spPr>
              <a:xfrm>
                <a:off x="9801286" y="2707811"/>
                <a:ext cx="254745" cy="20285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808F88E-4E11-7E70-A93A-CF8B625E2AFD}"/>
                  </a:ext>
                </a:extLst>
              </p:cNvPr>
              <p:cNvSpPr txBox="1"/>
              <p:nvPr/>
            </p:nvSpPr>
            <p:spPr>
              <a:xfrm>
                <a:off x="8819410" y="3825239"/>
                <a:ext cx="2227381" cy="1089661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微软雅黑"/>
                    <a:sym typeface="Times New Roman"/>
                  </a:rPr>
                  <a:t>比较选择，性价比高</a:t>
                </a:r>
                <a:endParaRPr kumimoji="0" lang="en-US" altLang="zh-CN" sz="12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/>
                  <a:ea typeface="微软雅黑"/>
                  <a:sym typeface="Times New Roman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5774240-7F77-ED68-5331-DCE762A92F19}"/>
                  </a:ext>
                </a:extLst>
              </p:cNvPr>
              <p:cNvSpPr txBox="1"/>
              <p:nvPr/>
            </p:nvSpPr>
            <p:spPr>
              <a:xfrm>
                <a:off x="8819410" y="3291603"/>
                <a:ext cx="2227381" cy="53363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b="1">
                    <a:latin typeface="Times New Roman"/>
                    <a:ea typeface="微软雅黑"/>
                    <a:sym typeface="Times New Roman"/>
                  </a:rPr>
                  <a:t>经济型酒店选择</a:t>
                </a:r>
                <a:endParaRPr lang="en-US" altLang="zh-CN" b="1">
                  <a:latin typeface="Times New Roman"/>
                  <a:ea typeface="微软雅黑"/>
                  <a:sym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77394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F911A77-5BB3-5DA1-0407-EB56B8668489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prstGeom prst="rect">
            <a:avLst/>
          </a:prstGeom>
          <a:blipFill dpi="0" rotWithShape="1">
            <a:blip r:embed="R2e33c52a74ad4a86">
              <a:alphaModFix amt="15000"/>
            </a:blip>
            <a:stretch>
              <a:fillRect l="-380" b="-18931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12" name="图片 11" descr="图片包含 前, 蛋糕, 桌子, 大&#10;&#10;描述已自动生成">
            <a:extLst>
              <a:ext uri="{FF2B5EF4-FFF2-40B4-BE49-F238E27FC236}">
                <a16:creationId xmlns:a16="http://schemas.microsoft.com/office/drawing/2014/main" id="{F7D0A371-4D1F-F23A-28AF-ECCD57212594}"/>
              </a:ext>
            </a:extLst>
          </p:cNvPr>
          <p:cNvPicPr>
            <a:picLocks noChangeAspect="1"/>
          </p:cNvPicPr>
          <p:nvPr/>
        </p:nvPicPr>
        <p:blipFill>
          <a:blip r:embed="Rb80dd024c24b43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" t="52780" r="-79" b="24870"/>
          <a:stretch>
            <a:fillRect/>
          </a:stretch>
        </p:blipFill>
        <p:spPr>
          <a:xfrm>
            <a:off x="0" y="2799872"/>
            <a:ext cx="12192000" cy="4095909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118E734A-3102-73C3-EDB0-8FD1463F0BA4}"/>
              </a:ext>
            </a:extLst>
          </p:cNvPr>
          <p:cNvGrpSpPr/>
          <p:nvPr/>
        </p:nvGrpSpPr>
        <p:grpSpPr>
          <a:xfrm>
            <a:off x="3469037" y="3857367"/>
            <a:ext cx="2577208" cy="540530"/>
            <a:chOff x="2689598" y="1751067"/>
            <a:chExt cx="4584784" cy="961589"/>
          </a:xfrm>
        </p:grpSpPr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5D6A93B5-5625-20BA-EA69-CAD96FDC5FE0}"/>
                </a:ext>
              </a:extLst>
            </p:cNvPr>
            <p:cNvSpPr/>
            <p:nvPr/>
          </p:nvSpPr>
          <p:spPr>
            <a:xfrm rot="16200000">
              <a:off x="4647283" y="-206618"/>
              <a:ext cx="669414" cy="4584784"/>
            </a:xfrm>
            <a:custGeom>
              <a:avLst/>
              <a:gdLst>
                <a:gd name="connsiteX0" fmla="*/ 2676 w 530508"/>
                <a:gd name="connsiteY0" fmla="*/ 2371993 h 4152593"/>
                <a:gd name="connsiteX1" fmla="*/ 1057 w 530508"/>
                <a:gd name="connsiteY1" fmla="*/ 2375635 h 4152593"/>
                <a:gd name="connsiteX2" fmla="*/ 962 w 530508"/>
                <a:gd name="connsiteY2" fmla="*/ 2375916 h 4152593"/>
                <a:gd name="connsiteX3" fmla="*/ 9 w 530508"/>
                <a:gd name="connsiteY3" fmla="*/ 2370872 h 4152593"/>
                <a:gd name="connsiteX4" fmla="*/ 1533 w 530508"/>
                <a:gd name="connsiteY4" fmla="*/ 2366950 h 4152593"/>
                <a:gd name="connsiteX5" fmla="*/ 2676 w 530508"/>
                <a:gd name="connsiteY5" fmla="*/ 2371993 h 4152593"/>
                <a:gd name="connsiteX6" fmla="*/ 11820 w 530508"/>
                <a:gd name="connsiteY6" fmla="*/ 2510398 h 4152593"/>
                <a:gd name="connsiteX7" fmla="*/ 10201 w 530508"/>
                <a:gd name="connsiteY7" fmla="*/ 2513760 h 4152593"/>
                <a:gd name="connsiteX8" fmla="*/ 10677 w 530508"/>
                <a:gd name="connsiteY8" fmla="*/ 2505635 h 4152593"/>
                <a:gd name="connsiteX9" fmla="*/ 11820 w 530508"/>
                <a:gd name="connsiteY9" fmla="*/ 2510398 h 4152593"/>
                <a:gd name="connsiteX10" fmla="*/ 13821 w 530508"/>
                <a:gd name="connsiteY10" fmla="*/ 792381 h 4152593"/>
                <a:gd name="connsiteX11" fmla="*/ 13535 w 530508"/>
                <a:gd name="connsiteY11" fmla="*/ 796304 h 4152593"/>
                <a:gd name="connsiteX12" fmla="*/ 11344 w 530508"/>
                <a:gd name="connsiteY12" fmla="*/ 793222 h 4152593"/>
                <a:gd name="connsiteX13" fmla="*/ 12773 w 530508"/>
                <a:gd name="connsiteY13" fmla="*/ 790140 h 4152593"/>
                <a:gd name="connsiteX14" fmla="*/ 13821 w 530508"/>
                <a:gd name="connsiteY14" fmla="*/ 792381 h 4152593"/>
                <a:gd name="connsiteX15" fmla="*/ 16299 w 530508"/>
                <a:gd name="connsiteY15" fmla="*/ 1822295 h 4152593"/>
                <a:gd name="connsiteX16" fmla="*/ 14679 w 530508"/>
                <a:gd name="connsiteY16" fmla="*/ 1826498 h 4152593"/>
                <a:gd name="connsiteX17" fmla="*/ 13441 w 530508"/>
                <a:gd name="connsiteY17" fmla="*/ 1821175 h 4152593"/>
                <a:gd name="connsiteX18" fmla="*/ 15060 w 530508"/>
                <a:gd name="connsiteY18" fmla="*/ 1817813 h 4152593"/>
                <a:gd name="connsiteX19" fmla="*/ 16299 w 530508"/>
                <a:gd name="connsiteY19" fmla="*/ 1822295 h 4152593"/>
                <a:gd name="connsiteX20" fmla="*/ 18775 w 530508"/>
                <a:gd name="connsiteY20" fmla="*/ 2025420 h 4152593"/>
                <a:gd name="connsiteX21" fmla="*/ 17155 w 530508"/>
                <a:gd name="connsiteY21" fmla="*/ 2029623 h 4152593"/>
                <a:gd name="connsiteX22" fmla="*/ 15917 w 530508"/>
                <a:gd name="connsiteY22" fmla="*/ 2024300 h 4152593"/>
                <a:gd name="connsiteX23" fmla="*/ 15917 w 530508"/>
                <a:gd name="connsiteY23" fmla="*/ 2024019 h 4152593"/>
                <a:gd name="connsiteX24" fmla="*/ 17632 w 530508"/>
                <a:gd name="connsiteY24" fmla="*/ 2020097 h 4152593"/>
                <a:gd name="connsiteX25" fmla="*/ 18775 w 530508"/>
                <a:gd name="connsiteY25" fmla="*/ 2025420 h 4152593"/>
                <a:gd name="connsiteX26" fmla="*/ 19584 w 530508"/>
                <a:gd name="connsiteY26" fmla="*/ 1615109 h 4152593"/>
                <a:gd name="connsiteX27" fmla="*/ 18489 w 530508"/>
                <a:gd name="connsiteY27" fmla="*/ 1632059 h 4152593"/>
                <a:gd name="connsiteX28" fmla="*/ 12679 w 530508"/>
                <a:gd name="connsiteY28" fmla="*/ 1637663 h 4152593"/>
                <a:gd name="connsiteX29" fmla="*/ 6964 w 530508"/>
                <a:gd name="connsiteY29" fmla="*/ 1593956 h 4152593"/>
                <a:gd name="connsiteX30" fmla="*/ 6869 w 530508"/>
                <a:gd name="connsiteY30" fmla="*/ 1593956 h 4152593"/>
                <a:gd name="connsiteX31" fmla="*/ 8107 w 530508"/>
                <a:gd name="connsiteY31" fmla="*/ 1578266 h 4152593"/>
                <a:gd name="connsiteX32" fmla="*/ 9536 w 530508"/>
                <a:gd name="connsiteY32" fmla="*/ 1573223 h 4152593"/>
                <a:gd name="connsiteX33" fmla="*/ 10964 w 530508"/>
                <a:gd name="connsiteY33" fmla="*/ 1577706 h 4152593"/>
                <a:gd name="connsiteX34" fmla="*/ 17251 w 530508"/>
                <a:gd name="connsiteY34" fmla="*/ 1601520 h 4152593"/>
                <a:gd name="connsiteX35" fmla="*/ 19584 w 530508"/>
                <a:gd name="connsiteY35" fmla="*/ 1615109 h 4152593"/>
                <a:gd name="connsiteX36" fmla="*/ 20355 w 530508"/>
                <a:gd name="connsiteY36" fmla="*/ 2111309 h 4152593"/>
                <a:gd name="connsiteX37" fmla="*/ 18202 w 530508"/>
                <a:gd name="connsiteY37" fmla="*/ 2107790 h 4152593"/>
                <a:gd name="connsiteX38" fmla="*/ 18583 w 530508"/>
                <a:gd name="connsiteY38" fmla="*/ 2103588 h 4152593"/>
                <a:gd name="connsiteX39" fmla="*/ 20473 w 530508"/>
                <a:gd name="connsiteY39" fmla="*/ 1710494 h 4152593"/>
                <a:gd name="connsiteX40" fmla="*/ 19154 w 530508"/>
                <a:gd name="connsiteY40" fmla="*/ 1717230 h 4152593"/>
                <a:gd name="connsiteX41" fmla="*/ 17726 w 530508"/>
                <a:gd name="connsiteY41" fmla="*/ 1716389 h 4152593"/>
                <a:gd name="connsiteX42" fmla="*/ 22012 w 530508"/>
                <a:gd name="connsiteY42" fmla="*/ 573567 h 4152593"/>
                <a:gd name="connsiteX43" fmla="*/ 21631 w 530508"/>
                <a:gd name="connsiteY43" fmla="*/ 572166 h 4152593"/>
                <a:gd name="connsiteX44" fmla="*/ 21908 w 530508"/>
                <a:gd name="connsiteY44" fmla="*/ 572314 h 4152593"/>
                <a:gd name="connsiteX45" fmla="*/ 22033 w 530508"/>
                <a:gd name="connsiteY45" fmla="*/ 575631 h 4152593"/>
                <a:gd name="connsiteX46" fmla="*/ 21696 w 530508"/>
                <a:gd name="connsiteY46" fmla="*/ 586111 h 4152593"/>
                <a:gd name="connsiteX47" fmla="*/ 18964 w 530508"/>
                <a:gd name="connsiteY47" fmla="*/ 581972 h 4152593"/>
                <a:gd name="connsiteX48" fmla="*/ 22489 w 530508"/>
                <a:gd name="connsiteY48" fmla="*/ 574688 h 4152593"/>
                <a:gd name="connsiteX49" fmla="*/ 22033 w 530508"/>
                <a:gd name="connsiteY49" fmla="*/ 575631 h 4152593"/>
                <a:gd name="connsiteX50" fmla="*/ 22108 w 530508"/>
                <a:gd name="connsiteY50" fmla="*/ 573287 h 4152593"/>
                <a:gd name="connsiteX51" fmla="*/ 23251 w 530508"/>
                <a:gd name="connsiteY51" fmla="*/ 1897381 h 4152593"/>
                <a:gd name="connsiteX52" fmla="*/ 23233 w 530508"/>
                <a:gd name="connsiteY52" fmla="*/ 1897442 h 4152593"/>
                <a:gd name="connsiteX53" fmla="*/ 22774 w 530508"/>
                <a:gd name="connsiteY53" fmla="*/ 1895700 h 4152593"/>
                <a:gd name="connsiteX54" fmla="*/ 24013 w 530508"/>
                <a:gd name="connsiteY54" fmla="*/ 1460592 h 4152593"/>
                <a:gd name="connsiteX55" fmla="*/ 18488 w 530508"/>
                <a:gd name="connsiteY55" fmla="*/ 1439860 h 4152593"/>
                <a:gd name="connsiteX56" fmla="*/ 16964 w 530508"/>
                <a:gd name="connsiteY56" fmla="*/ 1444062 h 4152593"/>
                <a:gd name="connsiteX57" fmla="*/ 20001 w 530508"/>
                <a:gd name="connsiteY57" fmla="*/ 1464161 h 4152593"/>
                <a:gd name="connsiteX58" fmla="*/ 19917 w 530508"/>
                <a:gd name="connsiteY58" fmla="*/ 1464235 h 4152593"/>
                <a:gd name="connsiteX59" fmla="*/ 20012 w 530508"/>
                <a:gd name="connsiteY59" fmla="*/ 1464235 h 4152593"/>
                <a:gd name="connsiteX60" fmla="*/ 20001 w 530508"/>
                <a:gd name="connsiteY60" fmla="*/ 1464161 h 4152593"/>
                <a:gd name="connsiteX61" fmla="*/ 24204 w 530508"/>
                <a:gd name="connsiteY61" fmla="*/ 1899343 h 4152593"/>
                <a:gd name="connsiteX62" fmla="*/ 24109 w 530508"/>
                <a:gd name="connsiteY62" fmla="*/ 1899343 h 4152593"/>
                <a:gd name="connsiteX63" fmla="*/ 24161 w 530508"/>
                <a:gd name="connsiteY63" fmla="*/ 1899193 h 4152593"/>
                <a:gd name="connsiteX64" fmla="*/ 24596 w 530508"/>
                <a:gd name="connsiteY64" fmla="*/ 1897951 h 4152593"/>
                <a:gd name="connsiteX65" fmla="*/ 24161 w 530508"/>
                <a:gd name="connsiteY65" fmla="*/ 1899193 h 4152593"/>
                <a:gd name="connsiteX66" fmla="*/ 23728 w 530508"/>
                <a:gd name="connsiteY66" fmla="*/ 1897662 h 4152593"/>
                <a:gd name="connsiteX67" fmla="*/ 26722 w 530508"/>
                <a:gd name="connsiteY67" fmla="*/ 1535771 h 4152593"/>
                <a:gd name="connsiteX68" fmla="*/ 26395 w 530508"/>
                <a:gd name="connsiteY68" fmla="*/ 1546606 h 4152593"/>
                <a:gd name="connsiteX69" fmla="*/ 23157 w 530508"/>
                <a:gd name="connsiteY69" fmla="*/ 1555291 h 4152593"/>
                <a:gd name="connsiteX70" fmla="*/ 22395 w 530508"/>
                <a:gd name="connsiteY70" fmla="*/ 1544084 h 4152593"/>
                <a:gd name="connsiteX71" fmla="*/ 27823 w 530508"/>
                <a:gd name="connsiteY71" fmla="*/ 2582683 h 4152593"/>
                <a:gd name="connsiteX72" fmla="*/ 24965 w 530508"/>
                <a:gd name="connsiteY72" fmla="*/ 2581282 h 4152593"/>
                <a:gd name="connsiteX73" fmla="*/ 26171 w 530508"/>
                <a:gd name="connsiteY73" fmla="*/ 2586193 h 4152593"/>
                <a:gd name="connsiteX74" fmla="*/ 26108 w 530508"/>
                <a:gd name="connsiteY74" fmla="*/ 2586325 h 4152593"/>
                <a:gd name="connsiteX75" fmla="*/ 26203 w 530508"/>
                <a:gd name="connsiteY75" fmla="*/ 2586325 h 4152593"/>
                <a:gd name="connsiteX76" fmla="*/ 26171 w 530508"/>
                <a:gd name="connsiteY76" fmla="*/ 2586193 h 4152593"/>
                <a:gd name="connsiteX77" fmla="*/ 28489 w 530508"/>
                <a:gd name="connsiteY77" fmla="*/ 637446 h 4152593"/>
                <a:gd name="connsiteX78" fmla="*/ 26680 w 530508"/>
                <a:gd name="connsiteY78" fmla="*/ 632683 h 4152593"/>
                <a:gd name="connsiteX79" fmla="*/ 25918 w 530508"/>
                <a:gd name="connsiteY79" fmla="*/ 636325 h 4152593"/>
                <a:gd name="connsiteX80" fmla="*/ 25822 w 530508"/>
                <a:gd name="connsiteY80" fmla="*/ 636325 h 4152593"/>
                <a:gd name="connsiteX81" fmla="*/ 26965 w 530508"/>
                <a:gd name="connsiteY81" fmla="*/ 641088 h 4152593"/>
                <a:gd name="connsiteX82" fmla="*/ 28489 w 530508"/>
                <a:gd name="connsiteY82" fmla="*/ 637446 h 4152593"/>
                <a:gd name="connsiteX83" fmla="*/ 28775 w 530508"/>
                <a:gd name="connsiteY83" fmla="*/ 1330032 h 4152593"/>
                <a:gd name="connsiteX84" fmla="*/ 26775 w 530508"/>
                <a:gd name="connsiteY84" fmla="*/ 1321627 h 4152593"/>
                <a:gd name="connsiteX85" fmla="*/ 24965 w 530508"/>
                <a:gd name="connsiteY85" fmla="*/ 1332834 h 4152593"/>
                <a:gd name="connsiteX86" fmla="*/ 26817 w 530508"/>
                <a:gd name="connsiteY86" fmla="*/ 1341278 h 4152593"/>
                <a:gd name="connsiteX87" fmla="*/ 26775 w 530508"/>
                <a:gd name="connsiteY87" fmla="*/ 1341519 h 4152593"/>
                <a:gd name="connsiteX88" fmla="*/ 26870 w 530508"/>
                <a:gd name="connsiteY88" fmla="*/ 1341519 h 4152593"/>
                <a:gd name="connsiteX89" fmla="*/ 26817 w 530508"/>
                <a:gd name="connsiteY89" fmla="*/ 1341278 h 4152593"/>
                <a:gd name="connsiteX90" fmla="*/ 28776 w 530508"/>
                <a:gd name="connsiteY90" fmla="*/ 1899343 h 4152593"/>
                <a:gd name="connsiteX91" fmla="*/ 28300 w 530508"/>
                <a:gd name="connsiteY91" fmla="*/ 1900464 h 4152593"/>
                <a:gd name="connsiteX92" fmla="*/ 28162 w 530508"/>
                <a:gd name="connsiteY92" fmla="*/ 1899138 h 4152593"/>
                <a:gd name="connsiteX93" fmla="*/ 32395 w 530508"/>
                <a:gd name="connsiteY93" fmla="*/ 1500377 h 4152593"/>
                <a:gd name="connsiteX94" fmla="*/ 30204 w 530508"/>
                <a:gd name="connsiteY94" fmla="*/ 1483847 h 4152593"/>
                <a:gd name="connsiteX95" fmla="*/ 26013 w 530508"/>
                <a:gd name="connsiteY95" fmla="*/ 1483847 h 4152593"/>
                <a:gd name="connsiteX96" fmla="*/ 26203 w 530508"/>
                <a:gd name="connsiteY96" fmla="*/ 1493653 h 4152593"/>
                <a:gd name="connsiteX97" fmla="*/ 30630 w 530508"/>
                <a:gd name="connsiteY97" fmla="*/ 1505842 h 4152593"/>
                <a:gd name="connsiteX98" fmla="*/ 30585 w 530508"/>
                <a:gd name="connsiteY98" fmla="*/ 1505980 h 4152593"/>
                <a:gd name="connsiteX99" fmla="*/ 30680 w 530508"/>
                <a:gd name="connsiteY99" fmla="*/ 1505980 h 4152593"/>
                <a:gd name="connsiteX100" fmla="*/ 30630 w 530508"/>
                <a:gd name="connsiteY100" fmla="*/ 1505842 h 4152593"/>
                <a:gd name="connsiteX101" fmla="*/ 34204 w 530508"/>
                <a:gd name="connsiteY101" fmla="*/ 755399 h 4152593"/>
                <a:gd name="connsiteX102" fmla="*/ 33252 w 530508"/>
                <a:gd name="connsiteY102" fmla="*/ 743351 h 4152593"/>
                <a:gd name="connsiteX103" fmla="*/ 30680 w 530508"/>
                <a:gd name="connsiteY103" fmla="*/ 749515 h 4152593"/>
                <a:gd name="connsiteX104" fmla="*/ 31537 w 530508"/>
                <a:gd name="connsiteY104" fmla="*/ 761562 h 4152593"/>
                <a:gd name="connsiteX105" fmla="*/ 31442 w 530508"/>
                <a:gd name="connsiteY105" fmla="*/ 761843 h 4152593"/>
                <a:gd name="connsiteX106" fmla="*/ 34204 w 530508"/>
                <a:gd name="connsiteY106" fmla="*/ 755399 h 4152593"/>
                <a:gd name="connsiteX107" fmla="*/ 41062 w 530508"/>
                <a:gd name="connsiteY107" fmla="*/ 3288436 h 4152593"/>
                <a:gd name="connsiteX108" fmla="*/ 39824 w 530508"/>
                <a:gd name="connsiteY108" fmla="*/ 3283673 h 4152593"/>
                <a:gd name="connsiteX109" fmla="*/ 37443 w 530508"/>
                <a:gd name="connsiteY109" fmla="*/ 3298523 h 4152593"/>
                <a:gd name="connsiteX110" fmla="*/ 39443 w 530508"/>
                <a:gd name="connsiteY110" fmla="*/ 3304126 h 4152593"/>
                <a:gd name="connsiteX111" fmla="*/ 39538 w 530508"/>
                <a:gd name="connsiteY111" fmla="*/ 3304126 h 4152593"/>
                <a:gd name="connsiteX112" fmla="*/ 41062 w 530508"/>
                <a:gd name="connsiteY112" fmla="*/ 3288436 h 4152593"/>
                <a:gd name="connsiteX113" fmla="*/ 47063 w 530508"/>
                <a:gd name="connsiteY113" fmla="*/ 3235484 h 4152593"/>
                <a:gd name="connsiteX114" fmla="*/ 46015 w 530508"/>
                <a:gd name="connsiteY114" fmla="*/ 3231001 h 4152593"/>
                <a:gd name="connsiteX115" fmla="*/ 44968 w 530508"/>
                <a:gd name="connsiteY115" fmla="*/ 3238566 h 4152593"/>
                <a:gd name="connsiteX116" fmla="*/ 46301 w 530508"/>
                <a:gd name="connsiteY116" fmla="*/ 3239126 h 4152593"/>
                <a:gd name="connsiteX117" fmla="*/ 46396 w 530508"/>
                <a:gd name="connsiteY117" fmla="*/ 3239126 h 4152593"/>
                <a:gd name="connsiteX118" fmla="*/ 47063 w 530508"/>
                <a:gd name="connsiteY118" fmla="*/ 3235484 h 4152593"/>
                <a:gd name="connsiteX119" fmla="*/ 47920 w 530508"/>
                <a:gd name="connsiteY119" fmla="*/ 3099600 h 4152593"/>
                <a:gd name="connsiteX120" fmla="*/ 45825 w 530508"/>
                <a:gd name="connsiteY120" fmla="*/ 3085311 h 4152593"/>
                <a:gd name="connsiteX121" fmla="*/ 44206 w 530508"/>
                <a:gd name="connsiteY121" fmla="*/ 3089234 h 4152593"/>
                <a:gd name="connsiteX122" fmla="*/ 46111 w 530508"/>
                <a:gd name="connsiteY122" fmla="*/ 3104083 h 4152593"/>
                <a:gd name="connsiteX123" fmla="*/ 47825 w 530508"/>
                <a:gd name="connsiteY123" fmla="*/ 3099600 h 4152593"/>
                <a:gd name="connsiteX124" fmla="*/ 50206 w 530508"/>
                <a:gd name="connsiteY124" fmla="*/ 3006863 h 4152593"/>
                <a:gd name="connsiteX125" fmla="*/ 49254 w 530508"/>
                <a:gd name="connsiteY125" fmla="*/ 3002380 h 4152593"/>
                <a:gd name="connsiteX126" fmla="*/ 48206 w 530508"/>
                <a:gd name="connsiteY126" fmla="*/ 3009945 h 4152593"/>
                <a:gd name="connsiteX127" fmla="*/ 49540 w 530508"/>
                <a:gd name="connsiteY127" fmla="*/ 3010506 h 4152593"/>
                <a:gd name="connsiteX128" fmla="*/ 50206 w 530508"/>
                <a:gd name="connsiteY128" fmla="*/ 3006863 h 4152593"/>
                <a:gd name="connsiteX129" fmla="*/ 82972 w 530508"/>
                <a:gd name="connsiteY129" fmla="*/ 117168 h 4152593"/>
                <a:gd name="connsiteX130" fmla="*/ 81068 w 530508"/>
                <a:gd name="connsiteY130" fmla="*/ 127254 h 4152593"/>
                <a:gd name="connsiteX131" fmla="*/ 73352 w 530508"/>
                <a:gd name="connsiteY131" fmla="*/ 128094 h 4152593"/>
                <a:gd name="connsiteX132" fmla="*/ 63827 w 530508"/>
                <a:gd name="connsiteY132" fmla="*/ 125293 h 4152593"/>
                <a:gd name="connsiteX133" fmla="*/ 62208 w 530508"/>
                <a:gd name="connsiteY133" fmla="*/ 121090 h 4152593"/>
                <a:gd name="connsiteX134" fmla="*/ 64399 w 530508"/>
                <a:gd name="connsiteY134" fmla="*/ 114366 h 4152593"/>
                <a:gd name="connsiteX135" fmla="*/ 81353 w 530508"/>
                <a:gd name="connsiteY135" fmla="*/ 108202 h 4152593"/>
                <a:gd name="connsiteX136" fmla="*/ 82972 w 530508"/>
                <a:gd name="connsiteY136" fmla="*/ 117168 h 4152593"/>
                <a:gd name="connsiteX137" fmla="*/ 93165 w 530508"/>
                <a:gd name="connsiteY137" fmla="*/ 3790506 h 4152593"/>
                <a:gd name="connsiteX138" fmla="*/ 91260 w 530508"/>
                <a:gd name="connsiteY138" fmla="*/ 3794148 h 4152593"/>
                <a:gd name="connsiteX139" fmla="*/ 90022 w 530508"/>
                <a:gd name="connsiteY139" fmla="*/ 3788825 h 4152593"/>
                <a:gd name="connsiteX140" fmla="*/ 91832 w 530508"/>
                <a:gd name="connsiteY140" fmla="*/ 3785463 h 4152593"/>
                <a:gd name="connsiteX141" fmla="*/ 93165 w 530508"/>
                <a:gd name="connsiteY141" fmla="*/ 3790506 h 4152593"/>
                <a:gd name="connsiteX142" fmla="*/ 94975 w 530508"/>
                <a:gd name="connsiteY142" fmla="*/ 3872036 h 4152593"/>
                <a:gd name="connsiteX143" fmla="*/ 93260 w 530508"/>
                <a:gd name="connsiteY143" fmla="*/ 3875678 h 4152593"/>
                <a:gd name="connsiteX144" fmla="*/ 92022 w 530508"/>
                <a:gd name="connsiteY144" fmla="*/ 3870635 h 4152593"/>
                <a:gd name="connsiteX145" fmla="*/ 94975 w 530508"/>
                <a:gd name="connsiteY145" fmla="*/ 3872036 h 4152593"/>
                <a:gd name="connsiteX146" fmla="*/ 171269 w 530508"/>
                <a:gd name="connsiteY146" fmla="*/ 90270 h 4152593"/>
                <a:gd name="connsiteX147" fmla="*/ 170959 w 530508"/>
                <a:gd name="connsiteY147" fmla="*/ 89357 h 4152593"/>
                <a:gd name="connsiteX148" fmla="*/ 170888 w 530508"/>
                <a:gd name="connsiteY148" fmla="*/ 88869 h 4152593"/>
                <a:gd name="connsiteX149" fmla="*/ 171959 w 530508"/>
                <a:gd name="connsiteY149" fmla="*/ 89302 h 4152593"/>
                <a:gd name="connsiteX150" fmla="*/ 171936 w 530508"/>
                <a:gd name="connsiteY150" fmla="*/ 90830 h 4152593"/>
                <a:gd name="connsiteX151" fmla="*/ 171841 w 530508"/>
                <a:gd name="connsiteY151" fmla="*/ 90830 h 4152593"/>
                <a:gd name="connsiteX152" fmla="*/ 171460 w 530508"/>
                <a:gd name="connsiteY152" fmla="*/ 89429 h 4152593"/>
                <a:gd name="connsiteX153" fmla="*/ 174794 w 530508"/>
                <a:gd name="connsiteY153" fmla="*/ 35356 h 4152593"/>
                <a:gd name="connsiteX154" fmla="*/ 173651 w 530508"/>
                <a:gd name="connsiteY154" fmla="*/ 88869 h 4152593"/>
                <a:gd name="connsiteX155" fmla="*/ 171959 w 530508"/>
                <a:gd name="connsiteY155" fmla="*/ 89302 h 4152593"/>
                <a:gd name="connsiteX156" fmla="*/ 172317 w 530508"/>
                <a:gd name="connsiteY156" fmla="*/ 64845 h 4152593"/>
                <a:gd name="connsiteX157" fmla="*/ 169269 w 530508"/>
                <a:gd name="connsiteY157" fmla="*/ 40119 h 4152593"/>
                <a:gd name="connsiteX158" fmla="*/ 170317 w 530508"/>
                <a:gd name="connsiteY158" fmla="*/ 28352 h 4152593"/>
                <a:gd name="connsiteX159" fmla="*/ 174794 w 530508"/>
                <a:gd name="connsiteY159" fmla="*/ 35356 h 4152593"/>
                <a:gd name="connsiteX160" fmla="*/ 210154 w 530508"/>
                <a:gd name="connsiteY160" fmla="*/ 193985 h 4152593"/>
                <a:gd name="connsiteX161" fmla="*/ 209750 w 530508"/>
                <a:gd name="connsiteY161" fmla="*/ 196176 h 4152593"/>
                <a:gd name="connsiteX162" fmla="*/ 209369 w 530508"/>
                <a:gd name="connsiteY162" fmla="*/ 194775 h 4152593"/>
                <a:gd name="connsiteX163" fmla="*/ 210702 w 530508"/>
                <a:gd name="connsiteY163" fmla="*/ 135377 h 4152593"/>
                <a:gd name="connsiteX164" fmla="*/ 209083 w 530508"/>
                <a:gd name="connsiteY164" fmla="*/ 139580 h 4152593"/>
                <a:gd name="connsiteX165" fmla="*/ 207940 w 530508"/>
                <a:gd name="connsiteY165" fmla="*/ 134256 h 4152593"/>
                <a:gd name="connsiteX166" fmla="*/ 210702 w 530508"/>
                <a:gd name="connsiteY166" fmla="*/ 135377 h 4152593"/>
                <a:gd name="connsiteX167" fmla="*/ 212989 w 530508"/>
                <a:gd name="connsiteY167" fmla="*/ 191133 h 4152593"/>
                <a:gd name="connsiteX168" fmla="*/ 210154 w 530508"/>
                <a:gd name="connsiteY168" fmla="*/ 193985 h 4152593"/>
                <a:gd name="connsiteX169" fmla="*/ 211560 w 530508"/>
                <a:gd name="connsiteY169" fmla="*/ 186370 h 4152593"/>
                <a:gd name="connsiteX170" fmla="*/ 212989 w 530508"/>
                <a:gd name="connsiteY170" fmla="*/ 191133 h 4152593"/>
                <a:gd name="connsiteX171" fmla="*/ 219561 w 530508"/>
                <a:gd name="connsiteY171" fmla="*/ 151347 h 4152593"/>
                <a:gd name="connsiteX172" fmla="*/ 217847 w 530508"/>
                <a:gd name="connsiteY172" fmla="*/ 154709 h 4152593"/>
                <a:gd name="connsiteX173" fmla="*/ 218228 w 530508"/>
                <a:gd name="connsiteY173" fmla="*/ 146864 h 4152593"/>
                <a:gd name="connsiteX174" fmla="*/ 219466 w 530508"/>
                <a:gd name="connsiteY174" fmla="*/ 151347 h 4152593"/>
                <a:gd name="connsiteX175" fmla="*/ 250041 w 530508"/>
                <a:gd name="connsiteY175" fmla="*/ 184968 h 4152593"/>
                <a:gd name="connsiteX176" fmla="*/ 249946 w 530508"/>
                <a:gd name="connsiteY176" fmla="*/ 184688 h 4152593"/>
                <a:gd name="connsiteX177" fmla="*/ 248898 w 530508"/>
                <a:gd name="connsiteY177" fmla="*/ 182726 h 4152593"/>
                <a:gd name="connsiteX178" fmla="*/ 247469 w 530508"/>
                <a:gd name="connsiteY178" fmla="*/ 186088 h 4152593"/>
                <a:gd name="connsiteX179" fmla="*/ 249850 w 530508"/>
                <a:gd name="connsiteY179" fmla="*/ 189170 h 4152593"/>
                <a:gd name="connsiteX180" fmla="*/ 250041 w 530508"/>
                <a:gd name="connsiteY180" fmla="*/ 184968 h 4152593"/>
                <a:gd name="connsiteX181" fmla="*/ 253375 w 530508"/>
                <a:gd name="connsiteY181" fmla="*/ 4099535 h 4152593"/>
                <a:gd name="connsiteX182" fmla="*/ 249946 w 530508"/>
                <a:gd name="connsiteY182" fmla="*/ 4086928 h 4152593"/>
                <a:gd name="connsiteX183" fmla="*/ 244897 w 530508"/>
                <a:gd name="connsiteY183" fmla="*/ 4101496 h 4152593"/>
                <a:gd name="connsiteX184" fmla="*/ 249565 w 530508"/>
                <a:gd name="connsiteY184" fmla="*/ 4111583 h 4152593"/>
                <a:gd name="connsiteX185" fmla="*/ 253375 w 530508"/>
                <a:gd name="connsiteY185" fmla="*/ 4099535 h 4152593"/>
                <a:gd name="connsiteX186" fmla="*/ 254613 w 530508"/>
                <a:gd name="connsiteY186" fmla="*/ 4038738 h 4152593"/>
                <a:gd name="connsiteX187" fmla="*/ 253565 w 530508"/>
                <a:gd name="connsiteY187" fmla="*/ 4034255 h 4152593"/>
                <a:gd name="connsiteX188" fmla="*/ 252517 w 530508"/>
                <a:gd name="connsiteY188" fmla="*/ 4041539 h 4152593"/>
                <a:gd name="connsiteX189" fmla="*/ 253862 w 530508"/>
                <a:gd name="connsiteY189" fmla="*/ 4042330 h 4152593"/>
                <a:gd name="connsiteX190" fmla="*/ 253851 w 530508"/>
                <a:gd name="connsiteY190" fmla="*/ 4042380 h 4152593"/>
                <a:gd name="connsiteX191" fmla="*/ 253946 w 530508"/>
                <a:gd name="connsiteY191" fmla="*/ 4042380 h 4152593"/>
                <a:gd name="connsiteX192" fmla="*/ 253862 w 530508"/>
                <a:gd name="connsiteY192" fmla="*/ 4042330 h 4152593"/>
                <a:gd name="connsiteX193" fmla="*/ 255184 w 530508"/>
                <a:gd name="connsiteY193" fmla="*/ 4011281 h 4152593"/>
                <a:gd name="connsiteX194" fmla="*/ 253142 w 530508"/>
                <a:gd name="connsiteY194" fmla="*/ 4008020 h 4152593"/>
                <a:gd name="connsiteX195" fmla="*/ 252327 w 530508"/>
                <a:gd name="connsiteY195" fmla="*/ 4004557 h 4152593"/>
                <a:gd name="connsiteX196" fmla="*/ 251917 w 530508"/>
                <a:gd name="connsiteY196" fmla="*/ 4003459 h 4152593"/>
                <a:gd name="connsiteX197" fmla="*/ 252803 w 530508"/>
                <a:gd name="connsiteY197" fmla="*/ 3973738 h 4152593"/>
                <a:gd name="connsiteX198" fmla="*/ 251565 w 530508"/>
                <a:gd name="connsiteY198" fmla="*/ 3968414 h 4152593"/>
                <a:gd name="connsiteX199" fmla="*/ 250231 w 530508"/>
                <a:gd name="connsiteY199" fmla="*/ 3968975 h 4152593"/>
                <a:gd name="connsiteX200" fmla="*/ 248041 w 530508"/>
                <a:gd name="connsiteY200" fmla="*/ 3993070 h 4152593"/>
                <a:gd name="connsiteX201" fmla="*/ 251917 w 530508"/>
                <a:gd name="connsiteY201" fmla="*/ 4003459 h 4152593"/>
                <a:gd name="connsiteX202" fmla="*/ 251851 w 530508"/>
                <a:gd name="connsiteY202" fmla="*/ 4005677 h 4152593"/>
                <a:gd name="connsiteX203" fmla="*/ 251851 w 530508"/>
                <a:gd name="connsiteY203" fmla="*/ 4005958 h 4152593"/>
                <a:gd name="connsiteX204" fmla="*/ 253142 w 530508"/>
                <a:gd name="connsiteY204" fmla="*/ 4008020 h 4152593"/>
                <a:gd name="connsiteX205" fmla="*/ 254899 w 530508"/>
                <a:gd name="connsiteY205" fmla="*/ 4015484 h 4152593"/>
                <a:gd name="connsiteX206" fmla="*/ 255184 w 530508"/>
                <a:gd name="connsiteY206" fmla="*/ 4011281 h 4152593"/>
                <a:gd name="connsiteX207" fmla="*/ 277568 w 530508"/>
                <a:gd name="connsiteY207" fmla="*/ 202058 h 4152593"/>
                <a:gd name="connsiteX208" fmla="*/ 277154 w 530508"/>
                <a:gd name="connsiteY208" fmla="*/ 202505 h 4152593"/>
                <a:gd name="connsiteX209" fmla="*/ 277187 w 530508"/>
                <a:gd name="connsiteY209" fmla="*/ 200938 h 4152593"/>
                <a:gd name="connsiteX210" fmla="*/ 278482 w 530508"/>
                <a:gd name="connsiteY210" fmla="*/ 200750 h 4152593"/>
                <a:gd name="connsiteX211" fmla="*/ 278425 w 530508"/>
                <a:gd name="connsiteY211" fmla="*/ 202619 h 4152593"/>
                <a:gd name="connsiteX212" fmla="*/ 278044 w 530508"/>
                <a:gd name="connsiteY212" fmla="*/ 201499 h 4152593"/>
                <a:gd name="connsiteX213" fmla="*/ 282807 w 530508"/>
                <a:gd name="connsiteY213" fmla="*/ 193374 h 4152593"/>
                <a:gd name="connsiteX214" fmla="*/ 278482 w 530508"/>
                <a:gd name="connsiteY214" fmla="*/ 200750 h 4152593"/>
                <a:gd name="connsiteX215" fmla="*/ 278806 w 530508"/>
                <a:gd name="connsiteY215" fmla="*/ 190292 h 4152593"/>
                <a:gd name="connsiteX216" fmla="*/ 282045 w 530508"/>
                <a:gd name="connsiteY216" fmla="*/ 182167 h 4152593"/>
                <a:gd name="connsiteX217" fmla="*/ 282807 w 530508"/>
                <a:gd name="connsiteY217" fmla="*/ 193374 h 4152593"/>
                <a:gd name="connsiteX218" fmla="*/ 328146 w 530508"/>
                <a:gd name="connsiteY218" fmla="*/ 320011 h 4152593"/>
                <a:gd name="connsiteX219" fmla="*/ 327003 w 530508"/>
                <a:gd name="connsiteY219" fmla="*/ 311045 h 4152593"/>
                <a:gd name="connsiteX220" fmla="*/ 321193 w 530508"/>
                <a:gd name="connsiteY220" fmla="*/ 315528 h 4152593"/>
                <a:gd name="connsiteX221" fmla="*/ 324217 w 530508"/>
                <a:gd name="connsiteY221" fmla="*/ 323588 h 4152593"/>
                <a:gd name="connsiteX222" fmla="*/ 324145 w 530508"/>
                <a:gd name="connsiteY222" fmla="*/ 323653 h 4152593"/>
                <a:gd name="connsiteX223" fmla="*/ 324241 w 530508"/>
                <a:gd name="connsiteY223" fmla="*/ 323653 h 4152593"/>
                <a:gd name="connsiteX224" fmla="*/ 324217 w 530508"/>
                <a:gd name="connsiteY224" fmla="*/ 323588 h 4152593"/>
                <a:gd name="connsiteX225" fmla="*/ 417126 w 530508"/>
                <a:gd name="connsiteY225" fmla="*/ 3910218 h 4152593"/>
                <a:gd name="connsiteX226" fmla="*/ 417014 w 530508"/>
                <a:gd name="connsiteY226" fmla="*/ 3910419 h 4152593"/>
                <a:gd name="connsiteX227" fmla="*/ 417109 w 530508"/>
                <a:gd name="connsiteY227" fmla="*/ 3910139 h 4152593"/>
                <a:gd name="connsiteX228" fmla="*/ 417871 w 530508"/>
                <a:gd name="connsiteY228" fmla="*/ 533783 h 4152593"/>
                <a:gd name="connsiteX229" fmla="*/ 416157 w 530508"/>
                <a:gd name="connsiteY229" fmla="*/ 537425 h 4152593"/>
                <a:gd name="connsiteX230" fmla="*/ 415014 w 530508"/>
                <a:gd name="connsiteY230" fmla="*/ 532382 h 4152593"/>
                <a:gd name="connsiteX231" fmla="*/ 417871 w 530508"/>
                <a:gd name="connsiteY231" fmla="*/ 533783 h 4152593"/>
                <a:gd name="connsiteX232" fmla="*/ 419967 w 530508"/>
                <a:gd name="connsiteY232" fmla="*/ 3911820 h 4152593"/>
                <a:gd name="connsiteX233" fmla="*/ 418252 w 530508"/>
                <a:gd name="connsiteY233" fmla="*/ 3915462 h 4152593"/>
                <a:gd name="connsiteX234" fmla="*/ 417126 w 530508"/>
                <a:gd name="connsiteY234" fmla="*/ 3910218 h 4152593"/>
                <a:gd name="connsiteX235" fmla="*/ 418729 w 530508"/>
                <a:gd name="connsiteY235" fmla="*/ 3907337 h 4152593"/>
                <a:gd name="connsiteX236" fmla="*/ 419967 w 530508"/>
                <a:gd name="connsiteY236" fmla="*/ 3911820 h 4152593"/>
                <a:gd name="connsiteX237" fmla="*/ 437874 w 530508"/>
                <a:gd name="connsiteY237" fmla="*/ 3766970 h 4152593"/>
                <a:gd name="connsiteX238" fmla="*/ 434159 w 530508"/>
                <a:gd name="connsiteY238" fmla="*/ 3761648 h 4152593"/>
                <a:gd name="connsiteX239" fmla="*/ 431397 w 530508"/>
                <a:gd name="connsiteY239" fmla="*/ 3767811 h 4152593"/>
                <a:gd name="connsiteX240" fmla="*/ 435112 w 530508"/>
                <a:gd name="connsiteY240" fmla="*/ 3773134 h 4152593"/>
                <a:gd name="connsiteX241" fmla="*/ 435207 w 530508"/>
                <a:gd name="connsiteY241" fmla="*/ 3773415 h 4152593"/>
                <a:gd name="connsiteX242" fmla="*/ 437874 w 530508"/>
                <a:gd name="connsiteY242" fmla="*/ 3766970 h 4152593"/>
                <a:gd name="connsiteX243" fmla="*/ 510550 w 530508"/>
                <a:gd name="connsiteY243" fmla="*/ 3120893 h 4152593"/>
                <a:gd name="connsiteX244" fmla="*/ 510169 w 530508"/>
                <a:gd name="connsiteY244" fmla="*/ 3120800 h 4152593"/>
                <a:gd name="connsiteX245" fmla="*/ 510169 w 530508"/>
                <a:gd name="connsiteY245" fmla="*/ 3119493 h 4152593"/>
                <a:gd name="connsiteX246" fmla="*/ 511312 w 530508"/>
                <a:gd name="connsiteY246" fmla="*/ 2681303 h 4152593"/>
                <a:gd name="connsiteX247" fmla="*/ 510264 w 530508"/>
                <a:gd name="connsiteY247" fmla="*/ 2676260 h 4152593"/>
                <a:gd name="connsiteX248" fmla="*/ 508645 w 530508"/>
                <a:gd name="connsiteY248" fmla="*/ 2680182 h 4152593"/>
                <a:gd name="connsiteX249" fmla="*/ 509788 w 530508"/>
                <a:gd name="connsiteY249" fmla="*/ 2685506 h 4152593"/>
                <a:gd name="connsiteX250" fmla="*/ 511312 w 530508"/>
                <a:gd name="connsiteY250" fmla="*/ 2681303 h 4152593"/>
                <a:gd name="connsiteX251" fmla="*/ 511515 w 530508"/>
                <a:gd name="connsiteY251" fmla="*/ 3121454 h 4152593"/>
                <a:gd name="connsiteX252" fmla="*/ 511502 w 530508"/>
                <a:gd name="connsiteY252" fmla="*/ 3121454 h 4152593"/>
                <a:gd name="connsiteX253" fmla="*/ 511121 w 530508"/>
                <a:gd name="connsiteY253" fmla="*/ 3120053 h 4152593"/>
                <a:gd name="connsiteX254" fmla="*/ 512741 w 530508"/>
                <a:gd name="connsiteY254" fmla="*/ 3483997 h 4152593"/>
                <a:gd name="connsiteX255" fmla="*/ 510836 w 530508"/>
                <a:gd name="connsiteY255" fmla="*/ 3494644 h 4152593"/>
                <a:gd name="connsiteX256" fmla="*/ 508931 w 530508"/>
                <a:gd name="connsiteY256" fmla="*/ 3486519 h 4152593"/>
                <a:gd name="connsiteX257" fmla="*/ 510550 w 530508"/>
                <a:gd name="connsiteY257" fmla="*/ 3475592 h 4152593"/>
                <a:gd name="connsiteX258" fmla="*/ 512741 w 530508"/>
                <a:gd name="connsiteY258" fmla="*/ 3483997 h 4152593"/>
                <a:gd name="connsiteX259" fmla="*/ 513502 w 530508"/>
                <a:gd name="connsiteY259" fmla="*/ 2484902 h 4152593"/>
                <a:gd name="connsiteX260" fmla="*/ 513026 w 530508"/>
                <a:gd name="connsiteY260" fmla="*/ 2486023 h 4152593"/>
                <a:gd name="connsiteX261" fmla="*/ 513035 w 530508"/>
                <a:gd name="connsiteY261" fmla="*/ 2485686 h 4152593"/>
                <a:gd name="connsiteX262" fmla="*/ 514741 w 530508"/>
                <a:gd name="connsiteY262" fmla="*/ 3135743 h 4152593"/>
                <a:gd name="connsiteX263" fmla="*/ 514247 w 530508"/>
                <a:gd name="connsiteY263" fmla="*/ 3135469 h 4152593"/>
                <a:gd name="connsiteX264" fmla="*/ 514360 w 530508"/>
                <a:gd name="connsiteY264" fmla="*/ 3134342 h 4152593"/>
                <a:gd name="connsiteX265" fmla="*/ 518265 w 530508"/>
                <a:gd name="connsiteY265" fmla="*/ 2757230 h 4152593"/>
                <a:gd name="connsiteX266" fmla="*/ 517884 w 530508"/>
                <a:gd name="connsiteY266" fmla="*/ 2758070 h 4152593"/>
                <a:gd name="connsiteX267" fmla="*/ 517603 w 530508"/>
                <a:gd name="connsiteY267" fmla="*/ 2756473 h 4152593"/>
                <a:gd name="connsiteX268" fmla="*/ 518503 w 530508"/>
                <a:gd name="connsiteY268" fmla="*/ 2500422 h 4152593"/>
                <a:gd name="connsiteX269" fmla="*/ 518074 w 530508"/>
                <a:gd name="connsiteY269" fmla="*/ 2501433 h 4152593"/>
                <a:gd name="connsiteX270" fmla="*/ 513978 w 530508"/>
                <a:gd name="connsiteY270" fmla="*/ 2486864 h 4152593"/>
                <a:gd name="connsiteX271" fmla="*/ 514454 w 530508"/>
                <a:gd name="connsiteY271" fmla="*/ 2485743 h 4152593"/>
                <a:gd name="connsiteX272" fmla="*/ 518550 w 530508"/>
                <a:gd name="connsiteY272" fmla="*/ 2500312 h 4152593"/>
                <a:gd name="connsiteX273" fmla="*/ 518550 w 530508"/>
                <a:gd name="connsiteY273" fmla="*/ 2500592 h 4152593"/>
                <a:gd name="connsiteX274" fmla="*/ 518503 w 530508"/>
                <a:gd name="connsiteY274" fmla="*/ 2500422 h 4152593"/>
                <a:gd name="connsiteX275" fmla="*/ 518902 w 530508"/>
                <a:gd name="connsiteY275" fmla="*/ 2503034 h 4152593"/>
                <a:gd name="connsiteX276" fmla="*/ 518074 w 530508"/>
                <a:gd name="connsiteY276" fmla="*/ 2501713 h 4152593"/>
                <a:gd name="connsiteX277" fmla="*/ 518169 w 530508"/>
                <a:gd name="connsiteY277" fmla="*/ 2501713 h 4152593"/>
                <a:gd name="connsiteX278" fmla="*/ 518646 w 530508"/>
                <a:gd name="connsiteY278" fmla="*/ 2500592 h 4152593"/>
                <a:gd name="connsiteX279" fmla="*/ 519314 w 530508"/>
                <a:gd name="connsiteY279" fmla="*/ 2757511 h 4152593"/>
                <a:gd name="connsiteX280" fmla="*/ 519056 w 530508"/>
                <a:gd name="connsiteY280" fmla="*/ 2758970 h 4152593"/>
                <a:gd name="connsiteX281" fmla="*/ 518837 w 530508"/>
                <a:gd name="connsiteY281" fmla="*/ 2758351 h 4152593"/>
                <a:gd name="connsiteX282" fmla="*/ 518933 w 530508"/>
                <a:gd name="connsiteY282" fmla="*/ 2758351 h 4152593"/>
                <a:gd name="connsiteX283" fmla="*/ 520455 w 530508"/>
                <a:gd name="connsiteY283" fmla="*/ 2288222 h 4152593"/>
                <a:gd name="connsiteX284" fmla="*/ 517884 w 530508"/>
                <a:gd name="connsiteY284" fmla="*/ 2294105 h 4152593"/>
                <a:gd name="connsiteX285" fmla="*/ 516931 w 530508"/>
                <a:gd name="connsiteY285" fmla="*/ 2282618 h 4152593"/>
                <a:gd name="connsiteX286" fmla="*/ 519598 w 530508"/>
                <a:gd name="connsiteY286" fmla="*/ 2276174 h 4152593"/>
                <a:gd name="connsiteX287" fmla="*/ 519598 w 530508"/>
                <a:gd name="connsiteY287" fmla="*/ 2275894 h 4152593"/>
                <a:gd name="connsiteX288" fmla="*/ 520455 w 530508"/>
                <a:gd name="connsiteY288" fmla="*/ 2288222 h 4152593"/>
                <a:gd name="connsiteX289" fmla="*/ 521408 w 530508"/>
                <a:gd name="connsiteY289" fmla="*/ 2507036 h 4152593"/>
                <a:gd name="connsiteX290" fmla="*/ 519789 w 530508"/>
                <a:gd name="connsiteY290" fmla="*/ 2511519 h 4152593"/>
                <a:gd name="connsiteX291" fmla="*/ 518902 w 530508"/>
                <a:gd name="connsiteY291" fmla="*/ 2503034 h 4152593"/>
                <a:gd name="connsiteX292" fmla="*/ 521598 w 530508"/>
                <a:gd name="connsiteY292" fmla="*/ 3097359 h 4152593"/>
                <a:gd name="connsiteX293" fmla="*/ 521260 w 530508"/>
                <a:gd name="connsiteY293" fmla="*/ 3096748 h 4152593"/>
                <a:gd name="connsiteX294" fmla="*/ 521218 w 530508"/>
                <a:gd name="connsiteY294" fmla="*/ 3096238 h 4152593"/>
                <a:gd name="connsiteX295" fmla="*/ 521677 w 530508"/>
                <a:gd name="connsiteY295" fmla="*/ 3094586 h 4152593"/>
                <a:gd name="connsiteX296" fmla="*/ 521600 w 530508"/>
                <a:gd name="connsiteY296" fmla="*/ 3097080 h 4152593"/>
                <a:gd name="connsiteX297" fmla="*/ 521219 w 530508"/>
                <a:gd name="connsiteY297" fmla="*/ 3095959 h 4152593"/>
                <a:gd name="connsiteX298" fmla="*/ 522094 w 530508"/>
                <a:gd name="connsiteY298" fmla="*/ 3068748 h 4152593"/>
                <a:gd name="connsiteX299" fmla="*/ 519218 w 530508"/>
                <a:gd name="connsiteY299" fmla="*/ 3064019 h 4152593"/>
                <a:gd name="connsiteX300" fmla="*/ 521028 w 530508"/>
                <a:gd name="connsiteY300" fmla="*/ 3059817 h 4152593"/>
                <a:gd name="connsiteX301" fmla="*/ 522552 w 530508"/>
                <a:gd name="connsiteY301" fmla="*/ 3069623 h 4152593"/>
                <a:gd name="connsiteX302" fmla="*/ 522441 w 530508"/>
                <a:gd name="connsiteY302" fmla="*/ 3069839 h 4152593"/>
                <a:gd name="connsiteX303" fmla="*/ 522419 w 530508"/>
                <a:gd name="connsiteY303" fmla="*/ 3070565 h 4152593"/>
                <a:gd name="connsiteX304" fmla="*/ 522271 w 530508"/>
                <a:gd name="connsiteY304" fmla="*/ 3070171 h 4152593"/>
                <a:gd name="connsiteX305" fmla="*/ 522266 w 530508"/>
                <a:gd name="connsiteY305" fmla="*/ 3070183 h 4152593"/>
                <a:gd name="connsiteX306" fmla="*/ 522261 w 530508"/>
                <a:gd name="connsiteY306" fmla="*/ 3070144 h 4152593"/>
                <a:gd name="connsiteX307" fmla="*/ 522171 w 530508"/>
                <a:gd name="connsiteY307" fmla="*/ 3069903 h 4152593"/>
                <a:gd name="connsiteX308" fmla="*/ 522221 w 530508"/>
                <a:gd name="connsiteY308" fmla="*/ 3069805 h 4152593"/>
                <a:gd name="connsiteX309" fmla="*/ 522094 w 530508"/>
                <a:gd name="connsiteY309" fmla="*/ 3068748 h 4152593"/>
                <a:gd name="connsiteX310" fmla="*/ 522456 w 530508"/>
                <a:gd name="connsiteY310" fmla="*/ 3069342 h 4152593"/>
                <a:gd name="connsiteX311" fmla="*/ 522456 w 530508"/>
                <a:gd name="connsiteY311" fmla="*/ 3069344 h 4152593"/>
                <a:gd name="connsiteX312" fmla="*/ 522457 w 530508"/>
                <a:gd name="connsiteY312" fmla="*/ 3069343 h 4152593"/>
                <a:gd name="connsiteX313" fmla="*/ 522457 w 530508"/>
                <a:gd name="connsiteY313" fmla="*/ 3069345 h 4152593"/>
                <a:gd name="connsiteX314" fmla="*/ 522938 w 530508"/>
                <a:gd name="connsiteY314" fmla="*/ 2351811 h 4152593"/>
                <a:gd name="connsiteX315" fmla="*/ 517313 w 530508"/>
                <a:gd name="connsiteY315" fmla="*/ 2337813 h 4152593"/>
                <a:gd name="connsiteX316" fmla="*/ 516932 w 530508"/>
                <a:gd name="connsiteY316" fmla="*/ 2328287 h 4152593"/>
                <a:gd name="connsiteX317" fmla="*/ 522266 w 530508"/>
                <a:gd name="connsiteY317" fmla="*/ 2330809 h 4152593"/>
                <a:gd name="connsiteX318" fmla="*/ 523090 w 530508"/>
                <a:gd name="connsiteY318" fmla="*/ 2354721 h 4152593"/>
                <a:gd name="connsiteX319" fmla="*/ 523028 w 530508"/>
                <a:gd name="connsiteY319" fmla="*/ 2354904 h 4152593"/>
                <a:gd name="connsiteX320" fmla="*/ 523028 w 530508"/>
                <a:gd name="connsiteY320" fmla="*/ 2354624 h 4152593"/>
                <a:gd name="connsiteX321" fmla="*/ 523218 w 530508"/>
                <a:gd name="connsiteY321" fmla="*/ 2879945 h 4152593"/>
                <a:gd name="connsiteX322" fmla="*/ 522742 w 530508"/>
                <a:gd name="connsiteY322" fmla="*/ 2881066 h 4152593"/>
                <a:gd name="connsiteX323" fmla="*/ 522646 w 530508"/>
                <a:gd name="connsiteY323" fmla="*/ 2880329 h 4152593"/>
                <a:gd name="connsiteX324" fmla="*/ 523505 w 530508"/>
                <a:gd name="connsiteY324" fmla="*/ 2353222 h 4152593"/>
                <a:gd name="connsiteX325" fmla="*/ 523028 w 530508"/>
                <a:gd name="connsiteY325" fmla="*/ 2354623 h 4152593"/>
                <a:gd name="connsiteX326" fmla="*/ 522938 w 530508"/>
                <a:gd name="connsiteY326" fmla="*/ 2351811 h 4152593"/>
                <a:gd name="connsiteX327" fmla="*/ 523777 w 530508"/>
                <a:gd name="connsiteY327" fmla="*/ 2355791 h 4152593"/>
                <a:gd name="connsiteX328" fmla="*/ 523090 w 530508"/>
                <a:gd name="connsiteY328" fmla="*/ 2354721 h 4152593"/>
                <a:gd name="connsiteX329" fmla="*/ 523504 w 530508"/>
                <a:gd name="connsiteY329" fmla="*/ 2353503 h 4152593"/>
                <a:gd name="connsiteX330" fmla="*/ 524170 w 530508"/>
                <a:gd name="connsiteY330" fmla="*/ 3131820 h 4152593"/>
                <a:gd name="connsiteX331" fmla="*/ 522265 w 530508"/>
                <a:gd name="connsiteY331" fmla="*/ 3148070 h 4152593"/>
                <a:gd name="connsiteX332" fmla="*/ 519027 w 530508"/>
                <a:gd name="connsiteY332" fmla="*/ 3140225 h 4152593"/>
                <a:gd name="connsiteX333" fmla="*/ 515312 w 530508"/>
                <a:gd name="connsiteY333" fmla="*/ 3134902 h 4152593"/>
                <a:gd name="connsiteX334" fmla="*/ 515693 w 530508"/>
                <a:gd name="connsiteY334" fmla="*/ 3136303 h 4152593"/>
                <a:gd name="connsiteX335" fmla="*/ 511515 w 530508"/>
                <a:gd name="connsiteY335" fmla="*/ 3121454 h 4152593"/>
                <a:gd name="connsiteX336" fmla="*/ 511597 w 530508"/>
                <a:gd name="connsiteY336" fmla="*/ 3121454 h 4152593"/>
                <a:gd name="connsiteX337" fmla="*/ 512264 w 530508"/>
                <a:gd name="connsiteY337" fmla="*/ 3095118 h 4152593"/>
                <a:gd name="connsiteX338" fmla="*/ 517884 w 530508"/>
                <a:gd name="connsiteY338" fmla="*/ 3090635 h 4152593"/>
                <a:gd name="connsiteX339" fmla="*/ 521260 w 530508"/>
                <a:gd name="connsiteY339" fmla="*/ 3096748 h 4152593"/>
                <a:gd name="connsiteX340" fmla="*/ 525087 w 530508"/>
                <a:gd name="connsiteY340" fmla="*/ 2883760 h 4152593"/>
                <a:gd name="connsiteX341" fmla="*/ 523789 w 530508"/>
                <a:gd name="connsiteY341" fmla="*/ 2881626 h 4152593"/>
                <a:gd name="connsiteX342" fmla="*/ 523789 w 530508"/>
                <a:gd name="connsiteY342" fmla="*/ 2881346 h 4152593"/>
                <a:gd name="connsiteX343" fmla="*/ 524265 w 530508"/>
                <a:gd name="connsiteY343" fmla="*/ 2880225 h 4152593"/>
                <a:gd name="connsiteX344" fmla="*/ 526267 w 530508"/>
                <a:gd name="connsiteY344" fmla="*/ 3080830 h 4152593"/>
                <a:gd name="connsiteX345" fmla="*/ 521677 w 530508"/>
                <a:gd name="connsiteY345" fmla="*/ 3094586 h 4152593"/>
                <a:gd name="connsiteX346" fmla="*/ 522419 w 530508"/>
                <a:gd name="connsiteY346" fmla="*/ 3070565 h 4152593"/>
                <a:gd name="connsiteX347" fmla="*/ 526267 w 530508"/>
                <a:gd name="connsiteY347" fmla="*/ 2359667 h 4152593"/>
                <a:gd name="connsiteX348" fmla="*/ 524743 w 530508"/>
                <a:gd name="connsiteY348" fmla="*/ 2363869 h 4152593"/>
                <a:gd name="connsiteX349" fmla="*/ 523777 w 530508"/>
                <a:gd name="connsiteY349" fmla="*/ 2355791 h 4152593"/>
                <a:gd name="connsiteX350" fmla="*/ 526742 w 530508"/>
                <a:gd name="connsiteY350" fmla="*/ 2226584 h 4152593"/>
                <a:gd name="connsiteX351" fmla="*/ 524932 w 530508"/>
                <a:gd name="connsiteY351" fmla="*/ 2230506 h 4152593"/>
                <a:gd name="connsiteX352" fmla="*/ 523599 w 530508"/>
                <a:gd name="connsiteY352" fmla="*/ 2225183 h 4152593"/>
                <a:gd name="connsiteX353" fmla="*/ 525314 w 530508"/>
                <a:gd name="connsiteY353" fmla="*/ 2222101 h 4152593"/>
                <a:gd name="connsiteX354" fmla="*/ 526742 w 530508"/>
                <a:gd name="connsiteY354" fmla="*/ 2226584 h 4152593"/>
                <a:gd name="connsiteX355" fmla="*/ 527028 w 530508"/>
                <a:gd name="connsiteY355" fmla="*/ 2886949 h 4152593"/>
                <a:gd name="connsiteX356" fmla="*/ 526742 w 530508"/>
                <a:gd name="connsiteY356" fmla="*/ 2890872 h 4152593"/>
                <a:gd name="connsiteX357" fmla="*/ 525087 w 530508"/>
                <a:gd name="connsiteY357" fmla="*/ 2883760 h 4152593"/>
                <a:gd name="connsiteX358" fmla="*/ 527218 w 530508"/>
                <a:gd name="connsiteY358" fmla="*/ 3016669 h 4152593"/>
                <a:gd name="connsiteX359" fmla="*/ 525123 w 530508"/>
                <a:gd name="connsiteY359" fmla="*/ 3027036 h 4152593"/>
                <a:gd name="connsiteX360" fmla="*/ 523313 w 530508"/>
                <a:gd name="connsiteY360" fmla="*/ 3023113 h 4152593"/>
                <a:gd name="connsiteX361" fmla="*/ 511502 w 530508"/>
                <a:gd name="connsiteY361" fmla="*/ 2967359 h 4152593"/>
                <a:gd name="connsiteX362" fmla="*/ 508264 w 530508"/>
                <a:gd name="connsiteY362" fmla="*/ 2959514 h 4152593"/>
                <a:gd name="connsiteX363" fmla="*/ 506263 w 530508"/>
                <a:gd name="connsiteY363" fmla="*/ 2971001 h 4152593"/>
                <a:gd name="connsiteX364" fmla="*/ 500453 w 530508"/>
                <a:gd name="connsiteY364" fmla="*/ 3013307 h 4152593"/>
                <a:gd name="connsiteX365" fmla="*/ 501501 w 530508"/>
                <a:gd name="connsiteY365" fmla="*/ 3031799 h 4152593"/>
                <a:gd name="connsiteX366" fmla="*/ 503501 w 530508"/>
                <a:gd name="connsiteY366" fmla="*/ 3106885 h 4152593"/>
                <a:gd name="connsiteX367" fmla="*/ 508264 w 530508"/>
                <a:gd name="connsiteY367" fmla="*/ 3120333 h 4152593"/>
                <a:gd name="connsiteX368" fmla="*/ 510169 w 530508"/>
                <a:gd name="connsiteY368" fmla="*/ 3120800 h 4152593"/>
                <a:gd name="connsiteX369" fmla="*/ 510169 w 530508"/>
                <a:gd name="connsiteY369" fmla="*/ 3133206 h 4152593"/>
                <a:gd name="connsiteX370" fmla="*/ 509692 w 530508"/>
                <a:gd name="connsiteY370" fmla="*/ 3132941 h 4152593"/>
                <a:gd name="connsiteX371" fmla="*/ 509125 w 530508"/>
                <a:gd name="connsiteY371" fmla="*/ 3134026 h 4152593"/>
                <a:gd name="connsiteX372" fmla="*/ 503692 w 530508"/>
                <a:gd name="connsiteY372" fmla="*/ 3132380 h 4152593"/>
                <a:gd name="connsiteX373" fmla="*/ 502072 w 530508"/>
                <a:gd name="connsiteY373" fmla="*/ 3136023 h 4152593"/>
                <a:gd name="connsiteX374" fmla="*/ 503692 w 530508"/>
                <a:gd name="connsiteY374" fmla="*/ 3144428 h 4152593"/>
                <a:gd name="connsiteX375" fmla="*/ 509125 w 530508"/>
                <a:gd name="connsiteY375" fmla="*/ 3134026 h 4152593"/>
                <a:gd name="connsiteX376" fmla="*/ 510169 w 530508"/>
                <a:gd name="connsiteY376" fmla="*/ 3134342 h 4152593"/>
                <a:gd name="connsiteX377" fmla="*/ 510169 w 530508"/>
                <a:gd name="connsiteY377" fmla="*/ 3133206 h 4152593"/>
                <a:gd name="connsiteX378" fmla="*/ 514247 w 530508"/>
                <a:gd name="connsiteY378" fmla="*/ 3135469 h 4152593"/>
                <a:gd name="connsiteX379" fmla="*/ 511883 w 530508"/>
                <a:gd name="connsiteY379" fmla="*/ 3158997 h 4152593"/>
                <a:gd name="connsiteX380" fmla="*/ 503215 w 530508"/>
                <a:gd name="connsiteY380" fmla="*/ 3180850 h 4152593"/>
                <a:gd name="connsiteX381" fmla="*/ 500929 w 530508"/>
                <a:gd name="connsiteY381" fmla="*/ 3195419 h 4152593"/>
                <a:gd name="connsiteX382" fmla="*/ 507025 w 530508"/>
                <a:gd name="connsiteY382" fmla="*/ 3196820 h 4152593"/>
                <a:gd name="connsiteX383" fmla="*/ 513693 w 530508"/>
                <a:gd name="connsiteY383" fmla="*/ 3199622 h 4152593"/>
                <a:gd name="connsiteX384" fmla="*/ 515788 w 530508"/>
                <a:gd name="connsiteY384" fmla="*/ 3217833 h 4152593"/>
                <a:gd name="connsiteX385" fmla="*/ 515026 w 530508"/>
                <a:gd name="connsiteY385" fmla="*/ 3244449 h 4152593"/>
                <a:gd name="connsiteX386" fmla="*/ 513883 w 530508"/>
                <a:gd name="connsiteY386" fmla="*/ 3249773 h 4152593"/>
                <a:gd name="connsiteX387" fmla="*/ 511312 w 530508"/>
                <a:gd name="connsiteY387" fmla="*/ 3245290 h 4152593"/>
                <a:gd name="connsiteX388" fmla="*/ 505978 w 530508"/>
                <a:gd name="connsiteY388" fmla="*/ 3216993 h 4152593"/>
                <a:gd name="connsiteX389" fmla="*/ 504263 w 530508"/>
                <a:gd name="connsiteY389" fmla="*/ 3215031 h 4152593"/>
                <a:gd name="connsiteX390" fmla="*/ 502834 w 530508"/>
                <a:gd name="connsiteY390" fmla="*/ 3219794 h 4152593"/>
                <a:gd name="connsiteX391" fmla="*/ 501691 w 530508"/>
                <a:gd name="connsiteY391" fmla="*/ 3246130 h 4152593"/>
                <a:gd name="connsiteX392" fmla="*/ 507311 w 530508"/>
                <a:gd name="connsiteY392" fmla="*/ 3269665 h 4152593"/>
                <a:gd name="connsiteX393" fmla="*/ 507502 w 530508"/>
                <a:gd name="connsiteY393" fmla="*/ 3290958 h 4152593"/>
                <a:gd name="connsiteX394" fmla="*/ 497881 w 530508"/>
                <a:gd name="connsiteY394" fmla="*/ 3315333 h 4152593"/>
                <a:gd name="connsiteX395" fmla="*/ 496453 w 530508"/>
                <a:gd name="connsiteY395" fmla="*/ 3331303 h 4152593"/>
                <a:gd name="connsiteX396" fmla="*/ 497977 w 530508"/>
                <a:gd name="connsiteY396" fmla="*/ 3403027 h 4152593"/>
                <a:gd name="connsiteX397" fmla="*/ 498739 w 530508"/>
                <a:gd name="connsiteY397" fmla="*/ 3413393 h 4152593"/>
                <a:gd name="connsiteX398" fmla="*/ 498548 w 530508"/>
                <a:gd name="connsiteY398" fmla="*/ 3457380 h 4152593"/>
                <a:gd name="connsiteX399" fmla="*/ 492166 w 530508"/>
                <a:gd name="connsiteY399" fmla="*/ 3552919 h 4152593"/>
                <a:gd name="connsiteX400" fmla="*/ 495786 w 530508"/>
                <a:gd name="connsiteY400" fmla="*/ 3569449 h 4152593"/>
                <a:gd name="connsiteX401" fmla="*/ 493024 w 530508"/>
                <a:gd name="connsiteY401" fmla="*/ 3588501 h 4152593"/>
                <a:gd name="connsiteX402" fmla="*/ 491119 w 530508"/>
                <a:gd name="connsiteY402" fmla="*/ 3609794 h 4152593"/>
                <a:gd name="connsiteX403" fmla="*/ 496453 w 530508"/>
                <a:gd name="connsiteY403" fmla="*/ 3631648 h 4152593"/>
                <a:gd name="connsiteX404" fmla="*/ 495310 w 530508"/>
                <a:gd name="connsiteY404" fmla="*/ 3642014 h 4152593"/>
                <a:gd name="connsiteX405" fmla="*/ 485308 w 530508"/>
                <a:gd name="connsiteY405" fmla="*/ 3656303 h 4152593"/>
                <a:gd name="connsiteX406" fmla="*/ 486166 w 530508"/>
                <a:gd name="connsiteY406" fmla="*/ 3665268 h 4152593"/>
                <a:gd name="connsiteX407" fmla="*/ 491309 w 530508"/>
                <a:gd name="connsiteY407" fmla="*/ 3689923 h 4152593"/>
                <a:gd name="connsiteX408" fmla="*/ 484070 w 530508"/>
                <a:gd name="connsiteY408" fmla="*/ 3751281 h 4152593"/>
                <a:gd name="connsiteX409" fmla="*/ 480546 w 530508"/>
                <a:gd name="connsiteY409" fmla="*/ 3757725 h 4152593"/>
                <a:gd name="connsiteX410" fmla="*/ 466163 w 530508"/>
                <a:gd name="connsiteY410" fmla="*/ 3773415 h 4152593"/>
                <a:gd name="connsiteX411" fmla="*/ 453019 w 530508"/>
                <a:gd name="connsiteY411" fmla="*/ 3778178 h 4152593"/>
                <a:gd name="connsiteX412" fmla="*/ 438445 w 530508"/>
                <a:gd name="connsiteY412" fmla="*/ 3790785 h 4152593"/>
                <a:gd name="connsiteX413" fmla="*/ 429492 w 530508"/>
                <a:gd name="connsiteY413" fmla="*/ 3786022 h 4152593"/>
                <a:gd name="connsiteX414" fmla="*/ 425206 w 530508"/>
                <a:gd name="connsiteY414" fmla="*/ 3787423 h 4152593"/>
                <a:gd name="connsiteX415" fmla="*/ 425777 w 530508"/>
                <a:gd name="connsiteY415" fmla="*/ 3798070 h 4152593"/>
                <a:gd name="connsiteX416" fmla="*/ 428539 w 530508"/>
                <a:gd name="connsiteY416" fmla="*/ 3808716 h 4152593"/>
                <a:gd name="connsiteX417" fmla="*/ 428063 w 530508"/>
                <a:gd name="connsiteY417" fmla="*/ 3829449 h 4152593"/>
                <a:gd name="connsiteX418" fmla="*/ 425301 w 530508"/>
                <a:gd name="connsiteY418" fmla="*/ 3874557 h 4152593"/>
                <a:gd name="connsiteX419" fmla="*/ 421872 w 530508"/>
                <a:gd name="connsiteY419" fmla="*/ 3886044 h 4152593"/>
                <a:gd name="connsiteX420" fmla="*/ 418633 w 530508"/>
                <a:gd name="connsiteY420" fmla="*/ 3877078 h 4152593"/>
                <a:gd name="connsiteX421" fmla="*/ 418252 w 530508"/>
                <a:gd name="connsiteY421" fmla="*/ 3852984 h 4152593"/>
                <a:gd name="connsiteX422" fmla="*/ 417300 w 530508"/>
                <a:gd name="connsiteY422" fmla="*/ 3835333 h 4152593"/>
                <a:gd name="connsiteX423" fmla="*/ 415681 w 530508"/>
                <a:gd name="connsiteY423" fmla="*/ 3821884 h 4152593"/>
                <a:gd name="connsiteX424" fmla="*/ 418729 w 530508"/>
                <a:gd name="connsiteY424" fmla="*/ 3797790 h 4152593"/>
                <a:gd name="connsiteX425" fmla="*/ 413490 w 530508"/>
                <a:gd name="connsiteY425" fmla="*/ 3757445 h 4152593"/>
                <a:gd name="connsiteX426" fmla="*/ 407489 w 530508"/>
                <a:gd name="connsiteY426" fmla="*/ 3720462 h 4152593"/>
                <a:gd name="connsiteX427" fmla="*/ 407870 w 530508"/>
                <a:gd name="connsiteY427" fmla="*/ 3700290 h 4152593"/>
                <a:gd name="connsiteX428" fmla="*/ 404917 w 530508"/>
                <a:gd name="connsiteY428" fmla="*/ 3684040 h 4152593"/>
                <a:gd name="connsiteX429" fmla="*/ 386915 w 530508"/>
                <a:gd name="connsiteY429" fmla="*/ 3618199 h 4152593"/>
                <a:gd name="connsiteX430" fmla="*/ 381295 w 530508"/>
                <a:gd name="connsiteY430" fmla="*/ 3608953 h 4152593"/>
                <a:gd name="connsiteX431" fmla="*/ 374152 w 530508"/>
                <a:gd name="connsiteY431" fmla="*/ 3618480 h 4152593"/>
                <a:gd name="connsiteX432" fmla="*/ 366246 w 530508"/>
                <a:gd name="connsiteY432" fmla="*/ 3678436 h 4152593"/>
                <a:gd name="connsiteX433" fmla="*/ 357102 w 530508"/>
                <a:gd name="connsiteY433" fmla="*/ 3730828 h 4152593"/>
                <a:gd name="connsiteX434" fmla="*/ 355959 w 530508"/>
                <a:gd name="connsiteY434" fmla="*/ 3749880 h 4152593"/>
                <a:gd name="connsiteX435" fmla="*/ 348148 w 530508"/>
                <a:gd name="connsiteY435" fmla="*/ 3824126 h 4152593"/>
                <a:gd name="connsiteX436" fmla="*/ 343767 w 530508"/>
                <a:gd name="connsiteY436" fmla="*/ 3838695 h 4152593"/>
                <a:gd name="connsiteX437" fmla="*/ 333861 w 530508"/>
                <a:gd name="connsiteY437" fmla="*/ 3873997 h 4152593"/>
                <a:gd name="connsiteX438" fmla="*/ 331384 w 530508"/>
                <a:gd name="connsiteY438" fmla="*/ 3920225 h 4152593"/>
                <a:gd name="connsiteX439" fmla="*/ 318907 w 530508"/>
                <a:gd name="connsiteY439" fmla="*/ 4003436 h 4152593"/>
                <a:gd name="connsiteX440" fmla="*/ 308810 w 530508"/>
                <a:gd name="connsiteY440" fmla="*/ 4039018 h 4152593"/>
                <a:gd name="connsiteX441" fmla="*/ 290522 w 530508"/>
                <a:gd name="connsiteY441" fmla="*/ 4097014 h 4152593"/>
                <a:gd name="connsiteX442" fmla="*/ 284902 w 530508"/>
                <a:gd name="connsiteY442" fmla="*/ 4088609 h 4152593"/>
                <a:gd name="connsiteX443" fmla="*/ 284521 w 530508"/>
                <a:gd name="connsiteY443" fmla="*/ 4075440 h 4152593"/>
                <a:gd name="connsiteX444" fmla="*/ 278044 w 530508"/>
                <a:gd name="connsiteY444" fmla="*/ 4014363 h 4152593"/>
                <a:gd name="connsiteX445" fmla="*/ 283855 w 530508"/>
                <a:gd name="connsiteY445" fmla="*/ 3951604 h 4152593"/>
                <a:gd name="connsiteX446" fmla="*/ 284426 w 530508"/>
                <a:gd name="connsiteY446" fmla="*/ 3939277 h 4152593"/>
                <a:gd name="connsiteX447" fmla="*/ 283569 w 530508"/>
                <a:gd name="connsiteY447" fmla="*/ 3847660 h 4152593"/>
                <a:gd name="connsiteX448" fmla="*/ 281283 w 530508"/>
                <a:gd name="connsiteY448" fmla="*/ 3840095 h 4152593"/>
                <a:gd name="connsiteX449" fmla="*/ 270234 w 530508"/>
                <a:gd name="connsiteY449" fmla="*/ 3915462 h 4152593"/>
                <a:gd name="connsiteX450" fmla="*/ 264900 w 530508"/>
                <a:gd name="connsiteY450" fmla="*/ 3939557 h 4152593"/>
                <a:gd name="connsiteX451" fmla="*/ 260423 w 530508"/>
                <a:gd name="connsiteY451" fmla="*/ 3940117 h 4152593"/>
                <a:gd name="connsiteX452" fmla="*/ 259280 w 530508"/>
                <a:gd name="connsiteY452" fmla="*/ 3948242 h 4152593"/>
                <a:gd name="connsiteX453" fmla="*/ 265662 w 530508"/>
                <a:gd name="connsiteY453" fmla="*/ 3977380 h 4152593"/>
                <a:gd name="connsiteX454" fmla="*/ 265852 w 530508"/>
                <a:gd name="connsiteY454" fmla="*/ 4011561 h 4152593"/>
                <a:gd name="connsiteX455" fmla="*/ 267853 w 530508"/>
                <a:gd name="connsiteY455" fmla="*/ 4048264 h 4152593"/>
                <a:gd name="connsiteX456" fmla="*/ 260518 w 530508"/>
                <a:gd name="connsiteY456" fmla="*/ 4075160 h 4152593"/>
                <a:gd name="connsiteX457" fmla="*/ 259185 w 530508"/>
                <a:gd name="connsiteY457" fmla="*/ 4084126 h 4152593"/>
                <a:gd name="connsiteX458" fmla="*/ 266233 w 530508"/>
                <a:gd name="connsiteY458" fmla="*/ 4110462 h 4152593"/>
                <a:gd name="connsiteX459" fmla="*/ 263376 w 530508"/>
                <a:gd name="connsiteY459" fmla="*/ 4128673 h 4152593"/>
                <a:gd name="connsiteX460" fmla="*/ 236801 w 530508"/>
                <a:gd name="connsiteY460" fmla="*/ 4134276 h 4152593"/>
                <a:gd name="connsiteX461" fmla="*/ 224609 w 530508"/>
                <a:gd name="connsiteY461" fmla="*/ 4146604 h 4152593"/>
                <a:gd name="connsiteX462" fmla="*/ 217275 w 530508"/>
                <a:gd name="connsiteY462" fmla="*/ 4147445 h 4152593"/>
                <a:gd name="connsiteX463" fmla="*/ 208798 w 530508"/>
                <a:gd name="connsiteY463" fmla="*/ 4141001 h 4152593"/>
                <a:gd name="connsiteX464" fmla="*/ 196796 w 530508"/>
                <a:gd name="connsiteY464" fmla="*/ 4122790 h 4152593"/>
                <a:gd name="connsiteX465" fmla="*/ 190986 w 530508"/>
                <a:gd name="connsiteY465" fmla="*/ 4116906 h 4152593"/>
                <a:gd name="connsiteX466" fmla="*/ 180318 w 530508"/>
                <a:gd name="connsiteY466" fmla="*/ 4115505 h 4152593"/>
                <a:gd name="connsiteX467" fmla="*/ 172888 w 530508"/>
                <a:gd name="connsiteY467" fmla="*/ 4101777 h 4152593"/>
                <a:gd name="connsiteX468" fmla="*/ 162030 w 530508"/>
                <a:gd name="connsiteY468" fmla="*/ 4054428 h 4152593"/>
                <a:gd name="connsiteX469" fmla="*/ 162220 w 530508"/>
                <a:gd name="connsiteY469" fmla="*/ 4041259 h 4152593"/>
                <a:gd name="connsiteX470" fmla="*/ 159363 w 530508"/>
                <a:gd name="connsiteY470" fmla="*/ 4035936 h 4152593"/>
                <a:gd name="connsiteX471" fmla="*/ 153362 w 530508"/>
                <a:gd name="connsiteY471" fmla="*/ 4061151 h 4152593"/>
                <a:gd name="connsiteX472" fmla="*/ 155648 w 530508"/>
                <a:gd name="connsiteY472" fmla="*/ 4112703 h 4152593"/>
                <a:gd name="connsiteX473" fmla="*/ 147361 w 530508"/>
                <a:gd name="connsiteY473" fmla="*/ 4134837 h 4152593"/>
                <a:gd name="connsiteX474" fmla="*/ 134407 w 530508"/>
                <a:gd name="connsiteY474" fmla="*/ 4142122 h 4152593"/>
                <a:gd name="connsiteX475" fmla="*/ 122406 w 530508"/>
                <a:gd name="connsiteY475" fmla="*/ 4132315 h 4152593"/>
                <a:gd name="connsiteX476" fmla="*/ 119834 w 530508"/>
                <a:gd name="connsiteY476" fmla="*/ 4108501 h 4152593"/>
                <a:gd name="connsiteX477" fmla="*/ 130026 w 530508"/>
                <a:gd name="connsiteY477" fmla="*/ 4099255 h 4152593"/>
                <a:gd name="connsiteX478" fmla="*/ 132883 w 530508"/>
                <a:gd name="connsiteY478" fmla="*/ 4094212 h 4152593"/>
                <a:gd name="connsiteX479" fmla="*/ 126121 w 530508"/>
                <a:gd name="connsiteY479" fmla="*/ 4026410 h 4152593"/>
                <a:gd name="connsiteX480" fmla="*/ 125073 w 530508"/>
                <a:gd name="connsiteY480" fmla="*/ 3970376 h 4152593"/>
                <a:gd name="connsiteX481" fmla="*/ 126311 w 530508"/>
                <a:gd name="connsiteY481" fmla="*/ 3954406 h 4152593"/>
                <a:gd name="connsiteX482" fmla="*/ 121644 w 530508"/>
                <a:gd name="connsiteY482" fmla="*/ 3892208 h 4152593"/>
                <a:gd name="connsiteX483" fmla="*/ 118405 w 530508"/>
                <a:gd name="connsiteY483" fmla="*/ 3870074 h 4152593"/>
                <a:gd name="connsiteX484" fmla="*/ 117262 w 530508"/>
                <a:gd name="connsiteY484" fmla="*/ 3840656 h 4152593"/>
                <a:gd name="connsiteX485" fmla="*/ 118989 w 530508"/>
                <a:gd name="connsiteY485" fmla="*/ 3829695 h 4152593"/>
                <a:gd name="connsiteX486" fmla="*/ 119548 w 530508"/>
                <a:gd name="connsiteY486" fmla="*/ 3830570 h 4152593"/>
                <a:gd name="connsiteX487" fmla="*/ 119964 w 530508"/>
                <a:gd name="connsiteY487" fmla="*/ 3828319 h 4152593"/>
                <a:gd name="connsiteX488" fmla="*/ 122596 w 530508"/>
                <a:gd name="connsiteY488" fmla="*/ 3825807 h 4152593"/>
                <a:gd name="connsiteX489" fmla="*/ 121358 w 530508"/>
                <a:gd name="connsiteY489" fmla="*/ 3820764 h 4152593"/>
                <a:gd name="connsiteX490" fmla="*/ 119964 w 530508"/>
                <a:gd name="connsiteY490" fmla="*/ 3828319 h 4152593"/>
                <a:gd name="connsiteX491" fmla="*/ 119072 w 530508"/>
                <a:gd name="connsiteY491" fmla="*/ 3829169 h 4152593"/>
                <a:gd name="connsiteX492" fmla="*/ 118989 w 530508"/>
                <a:gd name="connsiteY492" fmla="*/ 3829695 h 4152593"/>
                <a:gd name="connsiteX493" fmla="*/ 110785 w 530508"/>
                <a:gd name="connsiteY493" fmla="*/ 3816842 h 4152593"/>
                <a:gd name="connsiteX494" fmla="*/ 107166 w 530508"/>
                <a:gd name="connsiteY494" fmla="*/ 3780699 h 4152593"/>
                <a:gd name="connsiteX495" fmla="*/ 102463 w 530508"/>
                <a:gd name="connsiteY495" fmla="*/ 3769597 h 4152593"/>
                <a:gd name="connsiteX496" fmla="*/ 98907 w 530508"/>
                <a:gd name="connsiteY496" fmla="*/ 3756562 h 4152593"/>
                <a:gd name="connsiteX497" fmla="*/ 98974 w 530508"/>
                <a:gd name="connsiteY497" fmla="*/ 3756604 h 4152593"/>
                <a:gd name="connsiteX498" fmla="*/ 99246 w 530508"/>
                <a:gd name="connsiteY498" fmla="*/ 3755172 h 4152593"/>
                <a:gd name="connsiteX499" fmla="*/ 102118 w 530508"/>
                <a:gd name="connsiteY499" fmla="*/ 3752121 h 4152593"/>
                <a:gd name="connsiteX500" fmla="*/ 100784 w 530508"/>
                <a:gd name="connsiteY500" fmla="*/ 3747079 h 4152593"/>
                <a:gd name="connsiteX501" fmla="*/ 99246 w 530508"/>
                <a:gd name="connsiteY501" fmla="*/ 3755172 h 4152593"/>
                <a:gd name="connsiteX502" fmla="*/ 98689 w 530508"/>
                <a:gd name="connsiteY502" fmla="*/ 3755764 h 4152593"/>
                <a:gd name="connsiteX503" fmla="*/ 98907 w 530508"/>
                <a:gd name="connsiteY503" fmla="*/ 3756562 h 4152593"/>
                <a:gd name="connsiteX504" fmla="*/ 94498 w 530508"/>
                <a:gd name="connsiteY504" fmla="*/ 3753803 h 4152593"/>
                <a:gd name="connsiteX505" fmla="*/ 92212 w 530508"/>
                <a:gd name="connsiteY505" fmla="*/ 3742316 h 4152593"/>
                <a:gd name="connsiteX506" fmla="*/ 90688 w 530508"/>
                <a:gd name="connsiteY506" fmla="*/ 3713458 h 4152593"/>
                <a:gd name="connsiteX507" fmla="*/ 83353 w 530508"/>
                <a:gd name="connsiteY507" fmla="*/ 3669191 h 4152593"/>
                <a:gd name="connsiteX508" fmla="*/ 84211 w 530508"/>
                <a:gd name="connsiteY508" fmla="*/ 3610074 h 4152593"/>
                <a:gd name="connsiteX509" fmla="*/ 82591 w 530508"/>
                <a:gd name="connsiteY509" fmla="*/ 3551518 h 4152593"/>
                <a:gd name="connsiteX510" fmla="*/ 79543 w 530508"/>
                <a:gd name="connsiteY510" fmla="*/ 3526863 h 4152593"/>
                <a:gd name="connsiteX511" fmla="*/ 81067 w 530508"/>
                <a:gd name="connsiteY511" fmla="*/ 3433566 h 4152593"/>
                <a:gd name="connsiteX512" fmla="*/ 81734 w 530508"/>
                <a:gd name="connsiteY512" fmla="*/ 3421518 h 4152593"/>
                <a:gd name="connsiteX513" fmla="*/ 76876 w 530508"/>
                <a:gd name="connsiteY513" fmla="*/ 3371648 h 4152593"/>
                <a:gd name="connsiteX514" fmla="*/ 72304 w 530508"/>
                <a:gd name="connsiteY514" fmla="*/ 3359880 h 4152593"/>
                <a:gd name="connsiteX515" fmla="*/ 70685 w 530508"/>
                <a:gd name="connsiteY515" fmla="*/ 3371648 h 4152593"/>
                <a:gd name="connsiteX516" fmla="*/ 67161 w 530508"/>
                <a:gd name="connsiteY516" fmla="*/ 3413113 h 4152593"/>
                <a:gd name="connsiteX517" fmla="*/ 65161 w 530508"/>
                <a:gd name="connsiteY517" fmla="*/ 3420397 h 4152593"/>
                <a:gd name="connsiteX518" fmla="*/ 48682 w 530508"/>
                <a:gd name="connsiteY518" fmla="*/ 3402186 h 4152593"/>
                <a:gd name="connsiteX519" fmla="*/ 46682 w 530508"/>
                <a:gd name="connsiteY519" fmla="*/ 3384535 h 4152593"/>
                <a:gd name="connsiteX520" fmla="*/ 43539 w 530508"/>
                <a:gd name="connsiteY520" fmla="*/ 3341109 h 4152593"/>
                <a:gd name="connsiteX521" fmla="*/ 41729 w 530508"/>
                <a:gd name="connsiteY521" fmla="*/ 3337186 h 4152593"/>
                <a:gd name="connsiteX522" fmla="*/ 40205 w 530508"/>
                <a:gd name="connsiteY522" fmla="*/ 3339428 h 4152593"/>
                <a:gd name="connsiteX523" fmla="*/ 37919 w 530508"/>
                <a:gd name="connsiteY523" fmla="*/ 3378372 h 4152593"/>
                <a:gd name="connsiteX524" fmla="*/ 32299 w 530508"/>
                <a:gd name="connsiteY524" fmla="*/ 3406109 h 4152593"/>
                <a:gd name="connsiteX525" fmla="*/ 24584 w 530508"/>
                <a:gd name="connsiteY525" fmla="*/ 3404428 h 4152593"/>
                <a:gd name="connsiteX526" fmla="*/ 15154 w 530508"/>
                <a:gd name="connsiteY526" fmla="*/ 3360441 h 4152593"/>
                <a:gd name="connsiteX527" fmla="*/ 4391 w 530508"/>
                <a:gd name="connsiteY527" fmla="*/ 3302725 h 4152593"/>
                <a:gd name="connsiteX528" fmla="*/ 6296 w 530508"/>
                <a:gd name="connsiteY528" fmla="*/ 3286195 h 4152593"/>
                <a:gd name="connsiteX529" fmla="*/ 14488 w 530508"/>
                <a:gd name="connsiteY529" fmla="*/ 3240247 h 4152593"/>
                <a:gd name="connsiteX530" fmla="*/ 11440 w 530508"/>
                <a:gd name="connsiteY530" fmla="*/ 3231842 h 4152593"/>
                <a:gd name="connsiteX531" fmla="*/ 3629 w 530508"/>
                <a:gd name="connsiteY531" fmla="*/ 3194298 h 4152593"/>
                <a:gd name="connsiteX532" fmla="*/ 5344 w 530508"/>
                <a:gd name="connsiteY532" fmla="*/ 3176928 h 4152593"/>
                <a:gd name="connsiteX533" fmla="*/ 11249 w 530508"/>
                <a:gd name="connsiteY533" fmla="*/ 3153113 h 4152593"/>
                <a:gd name="connsiteX534" fmla="*/ 13916 w 530508"/>
                <a:gd name="connsiteY534" fmla="*/ 3124816 h 4152593"/>
                <a:gd name="connsiteX535" fmla="*/ 12392 w 530508"/>
                <a:gd name="connsiteY535" fmla="*/ 3092596 h 4152593"/>
                <a:gd name="connsiteX536" fmla="*/ 14392 w 530508"/>
                <a:gd name="connsiteY536" fmla="*/ 3055893 h 4152593"/>
                <a:gd name="connsiteX537" fmla="*/ 15250 w 530508"/>
                <a:gd name="connsiteY537" fmla="*/ 3012747 h 4152593"/>
                <a:gd name="connsiteX538" fmla="*/ 16393 w 530508"/>
                <a:gd name="connsiteY538" fmla="*/ 2900118 h 4152593"/>
                <a:gd name="connsiteX539" fmla="*/ 16774 w 530508"/>
                <a:gd name="connsiteY539" fmla="*/ 2874902 h 4152593"/>
                <a:gd name="connsiteX540" fmla="*/ 14011 w 530508"/>
                <a:gd name="connsiteY540" fmla="*/ 2836799 h 4152593"/>
                <a:gd name="connsiteX541" fmla="*/ 14202 w 530508"/>
                <a:gd name="connsiteY541" fmla="*/ 2774040 h 4152593"/>
                <a:gd name="connsiteX542" fmla="*/ 13440 w 530508"/>
                <a:gd name="connsiteY542" fmla="*/ 2737618 h 4152593"/>
                <a:gd name="connsiteX543" fmla="*/ 15059 w 530508"/>
                <a:gd name="connsiteY543" fmla="*/ 2677381 h 4152593"/>
                <a:gd name="connsiteX544" fmla="*/ 14583 w 530508"/>
                <a:gd name="connsiteY544" fmla="*/ 2652165 h 4152593"/>
                <a:gd name="connsiteX545" fmla="*/ 10487 w 530508"/>
                <a:gd name="connsiteY545" fmla="*/ 2608458 h 4152593"/>
                <a:gd name="connsiteX546" fmla="*/ 12202 w 530508"/>
                <a:gd name="connsiteY546" fmla="*/ 2591928 h 4152593"/>
                <a:gd name="connsiteX547" fmla="*/ 16393 w 530508"/>
                <a:gd name="connsiteY547" fmla="*/ 2500032 h 4152593"/>
                <a:gd name="connsiteX548" fmla="*/ 13630 w 530508"/>
                <a:gd name="connsiteY548" fmla="*/ 2482101 h 4152593"/>
                <a:gd name="connsiteX549" fmla="*/ 17059 w 530508"/>
                <a:gd name="connsiteY549" fmla="*/ 2454644 h 4152593"/>
                <a:gd name="connsiteX550" fmla="*/ 20393 w 530508"/>
                <a:gd name="connsiteY550" fmla="*/ 2435032 h 4152593"/>
                <a:gd name="connsiteX551" fmla="*/ 23632 w 530508"/>
                <a:gd name="connsiteY551" fmla="*/ 2419902 h 4152593"/>
                <a:gd name="connsiteX552" fmla="*/ 22298 w 530508"/>
                <a:gd name="connsiteY552" fmla="*/ 2397208 h 4152593"/>
                <a:gd name="connsiteX553" fmla="*/ 20869 w 530508"/>
                <a:gd name="connsiteY553" fmla="*/ 2368070 h 4152593"/>
                <a:gd name="connsiteX554" fmla="*/ 20298 w 530508"/>
                <a:gd name="connsiteY554" fmla="*/ 2342575 h 4152593"/>
                <a:gd name="connsiteX555" fmla="*/ 22203 w 530508"/>
                <a:gd name="connsiteY555" fmla="*/ 2307833 h 4152593"/>
                <a:gd name="connsiteX556" fmla="*/ 21727 w 530508"/>
                <a:gd name="connsiteY556" fmla="*/ 2289902 h 4152593"/>
                <a:gd name="connsiteX557" fmla="*/ 17631 w 530508"/>
                <a:gd name="connsiteY557" fmla="*/ 2296066 h 4152593"/>
                <a:gd name="connsiteX558" fmla="*/ 15916 w 530508"/>
                <a:gd name="connsiteY558" fmla="*/ 2296066 h 4152593"/>
                <a:gd name="connsiteX559" fmla="*/ 15345 w 530508"/>
                <a:gd name="connsiteY559" fmla="*/ 2283738 h 4152593"/>
                <a:gd name="connsiteX560" fmla="*/ 20393 w 530508"/>
                <a:gd name="connsiteY560" fmla="*/ 2273652 h 4152593"/>
                <a:gd name="connsiteX561" fmla="*/ 27346 w 530508"/>
                <a:gd name="connsiteY561" fmla="*/ 2258243 h 4152593"/>
                <a:gd name="connsiteX562" fmla="*/ 22298 w 530508"/>
                <a:gd name="connsiteY562" fmla="*/ 2243674 h 4152593"/>
                <a:gd name="connsiteX563" fmla="*/ 18012 w 530508"/>
                <a:gd name="connsiteY563" fmla="*/ 2194083 h 4152593"/>
                <a:gd name="connsiteX564" fmla="*/ 23536 w 530508"/>
                <a:gd name="connsiteY564" fmla="*/ 2178674 h 4152593"/>
                <a:gd name="connsiteX565" fmla="*/ 26584 w 530508"/>
                <a:gd name="connsiteY565" fmla="*/ 2159062 h 4152593"/>
                <a:gd name="connsiteX566" fmla="*/ 21441 w 530508"/>
                <a:gd name="connsiteY566" fmla="*/ 2137209 h 4152593"/>
                <a:gd name="connsiteX567" fmla="*/ 20622 w 530508"/>
                <a:gd name="connsiteY567" fmla="*/ 2112585 h 4152593"/>
                <a:gd name="connsiteX568" fmla="*/ 20648 w 530508"/>
                <a:gd name="connsiteY568" fmla="*/ 2112586 h 4152593"/>
                <a:gd name="connsiteX569" fmla="*/ 20618 w 530508"/>
                <a:gd name="connsiteY569" fmla="*/ 2112454 h 4152593"/>
                <a:gd name="connsiteX570" fmla="*/ 20622 w 530508"/>
                <a:gd name="connsiteY570" fmla="*/ 2112585 h 4152593"/>
                <a:gd name="connsiteX571" fmla="*/ 20107 w 530508"/>
                <a:gd name="connsiteY571" fmla="*/ 2112553 h 4152593"/>
                <a:gd name="connsiteX572" fmla="*/ 20454 w 530508"/>
                <a:gd name="connsiteY572" fmla="*/ 2111739 h 4152593"/>
                <a:gd name="connsiteX573" fmla="*/ 20355 w 530508"/>
                <a:gd name="connsiteY573" fmla="*/ 2111309 h 4152593"/>
                <a:gd name="connsiteX574" fmla="*/ 20521 w 530508"/>
                <a:gd name="connsiteY574" fmla="*/ 2111580 h 4152593"/>
                <a:gd name="connsiteX575" fmla="*/ 20584 w 530508"/>
                <a:gd name="connsiteY575" fmla="*/ 2111432 h 4152593"/>
                <a:gd name="connsiteX576" fmla="*/ 20593 w 530508"/>
                <a:gd name="connsiteY576" fmla="*/ 2111698 h 4152593"/>
                <a:gd name="connsiteX577" fmla="*/ 21156 w 530508"/>
                <a:gd name="connsiteY577" fmla="*/ 2112617 h 4152593"/>
                <a:gd name="connsiteX578" fmla="*/ 24679 w 530508"/>
                <a:gd name="connsiteY578" fmla="*/ 2112833 h 4152593"/>
                <a:gd name="connsiteX579" fmla="*/ 28775 w 530508"/>
                <a:gd name="connsiteY579" fmla="*/ 2108911 h 4152593"/>
                <a:gd name="connsiteX580" fmla="*/ 24775 w 530508"/>
                <a:gd name="connsiteY580" fmla="*/ 2059040 h 4152593"/>
                <a:gd name="connsiteX581" fmla="*/ 28966 w 530508"/>
                <a:gd name="connsiteY581" fmla="*/ 2045592 h 4152593"/>
                <a:gd name="connsiteX582" fmla="*/ 29251 w 530508"/>
                <a:gd name="connsiteY582" fmla="*/ 2020937 h 4152593"/>
                <a:gd name="connsiteX583" fmla="*/ 25156 w 530508"/>
                <a:gd name="connsiteY583" fmla="*/ 2010570 h 4152593"/>
                <a:gd name="connsiteX584" fmla="*/ 29061 w 530508"/>
                <a:gd name="connsiteY584" fmla="*/ 2006088 h 4152593"/>
                <a:gd name="connsiteX585" fmla="*/ 33442 w 530508"/>
                <a:gd name="connsiteY585" fmla="*/ 1993480 h 4152593"/>
                <a:gd name="connsiteX586" fmla="*/ 29537 w 530508"/>
                <a:gd name="connsiteY586" fmla="*/ 1929881 h 4152593"/>
                <a:gd name="connsiteX587" fmla="*/ 25918 w 530508"/>
                <a:gd name="connsiteY587" fmla="*/ 1932122 h 4152593"/>
                <a:gd name="connsiteX588" fmla="*/ 18298 w 530508"/>
                <a:gd name="connsiteY588" fmla="*/ 1914191 h 4152593"/>
                <a:gd name="connsiteX589" fmla="*/ 23233 w 530508"/>
                <a:gd name="connsiteY589" fmla="*/ 1897442 h 4152593"/>
                <a:gd name="connsiteX590" fmla="*/ 25727 w 530508"/>
                <a:gd name="connsiteY590" fmla="*/ 1906907 h 4152593"/>
                <a:gd name="connsiteX591" fmla="*/ 27486 w 530508"/>
                <a:gd name="connsiteY591" fmla="*/ 1898913 h 4152593"/>
                <a:gd name="connsiteX592" fmla="*/ 24596 w 530508"/>
                <a:gd name="connsiteY592" fmla="*/ 1897951 h 4152593"/>
                <a:gd name="connsiteX593" fmla="*/ 27252 w 530508"/>
                <a:gd name="connsiteY593" fmla="*/ 1890377 h 4152593"/>
                <a:gd name="connsiteX594" fmla="*/ 28162 w 530508"/>
                <a:gd name="connsiteY594" fmla="*/ 1899138 h 4152593"/>
                <a:gd name="connsiteX595" fmla="*/ 27557 w 530508"/>
                <a:gd name="connsiteY595" fmla="*/ 1898937 h 4152593"/>
                <a:gd name="connsiteX596" fmla="*/ 28299 w 530508"/>
                <a:gd name="connsiteY596" fmla="*/ 1900463 h 4152593"/>
                <a:gd name="connsiteX597" fmla="*/ 33823 w 530508"/>
                <a:gd name="connsiteY597" fmla="*/ 1909989 h 4152593"/>
                <a:gd name="connsiteX598" fmla="*/ 35443 w 530508"/>
                <a:gd name="connsiteY598" fmla="*/ 1911950 h 4152593"/>
                <a:gd name="connsiteX599" fmla="*/ 37062 w 530508"/>
                <a:gd name="connsiteY599" fmla="*/ 1900743 h 4152593"/>
                <a:gd name="connsiteX600" fmla="*/ 27442 w 530508"/>
                <a:gd name="connsiteY600" fmla="*/ 1857316 h 4152593"/>
                <a:gd name="connsiteX601" fmla="*/ 26584 w 530508"/>
                <a:gd name="connsiteY601" fmla="*/ 1839665 h 4152593"/>
                <a:gd name="connsiteX602" fmla="*/ 29156 w 530508"/>
                <a:gd name="connsiteY602" fmla="*/ 1806045 h 4152593"/>
                <a:gd name="connsiteX603" fmla="*/ 30394 w 530508"/>
                <a:gd name="connsiteY603" fmla="*/ 1779709 h 4152593"/>
                <a:gd name="connsiteX604" fmla="*/ 31061 w 530508"/>
                <a:gd name="connsiteY604" fmla="*/ 1764019 h 4152593"/>
                <a:gd name="connsiteX605" fmla="*/ 31537 w 530508"/>
                <a:gd name="connsiteY605" fmla="*/ 1740765 h 4152593"/>
                <a:gd name="connsiteX606" fmla="*/ 21187 w 530508"/>
                <a:gd name="connsiteY606" fmla="*/ 1708961 h 4152593"/>
                <a:gd name="connsiteX607" fmla="*/ 21158 w 530508"/>
                <a:gd name="connsiteY607" fmla="*/ 1709023 h 4152593"/>
                <a:gd name="connsiteX608" fmla="*/ 21155 w 530508"/>
                <a:gd name="connsiteY608" fmla="*/ 1709105 h 4152593"/>
                <a:gd name="connsiteX609" fmla="*/ 21143 w 530508"/>
                <a:gd name="connsiteY609" fmla="*/ 1709056 h 4152593"/>
                <a:gd name="connsiteX610" fmla="*/ 20473 w 530508"/>
                <a:gd name="connsiteY610" fmla="*/ 1710494 h 4152593"/>
                <a:gd name="connsiteX611" fmla="*/ 20923 w 530508"/>
                <a:gd name="connsiteY611" fmla="*/ 1708195 h 4152593"/>
                <a:gd name="connsiteX612" fmla="*/ 20869 w 530508"/>
                <a:gd name="connsiteY612" fmla="*/ 1707984 h 4152593"/>
                <a:gd name="connsiteX613" fmla="*/ 20928 w 530508"/>
                <a:gd name="connsiteY613" fmla="*/ 1708167 h 4152593"/>
                <a:gd name="connsiteX614" fmla="*/ 20964 w 530508"/>
                <a:gd name="connsiteY614" fmla="*/ 1707984 h 4152593"/>
                <a:gd name="connsiteX615" fmla="*/ 20964 w 530508"/>
                <a:gd name="connsiteY615" fmla="*/ 1707704 h 4152593"/>
                <a:gd name="connsiteX616" fmla="*/ 21176 w 530508"/>
                <a:gd name="connsiteY616" fmla="*/ 1708535 h 4152593"/>
                <a:gd name="connsiteX617" fmla="*/ 22108 w 530508"/>
                <a:gd name="connsiteY617" fmla="*/ 1683049 h 4152593"/>
                <a:gd name="connsiteX618" fmla="*/ 26108 w 530508"/>
                <a:gd name="connsiteY618" fmla="*/ 1669881 h 4152593"/>
                <a:gd name="connsiteX619" fmla="*/ 32109 w 530508"/>
                <a:gd name="connsiteY619" fmla="*/ 1641584 h 4152593"/>
                <a:gd name="connsiteX620" fmla="*/ 29442 w 530508"/>
                <a:gd name="connsiteY620" fmla="*/ 1624773 h 4152593"/>
                <a:gd name="connsiteX621" fmla="*/ 30775 w 530508"/>
                <a:gd name="connsiteY621" fmla="*/ 1546605 h 4152593"/>
                <a:gd name="connsiteX622" fmla="*/ 27048 w 530508"/>
                <a:gd name="connsiteY622" fmla="*/ 1535145 h 4152593"/>
                <a:gd name="connsiteX623" fmla="*/ 26722 w 530508"/>
                <a:gd name="connsiteY623" fmla="*/ 1535771 h 4152593"/>
                <a:gd name="connsiteX624" fmla="*/ 26767 w 530508"/>
                <a:gd name="connsiteY624" fmla="*/ 1534280 h 4152593"/>
                <a:gd name="connsiteX625" fmla="*/ 26584 w 530508"/>
                <a:gd name="connsiteY625" fmla="*/ 1533717 h 4152593"/>
                <a:gd name="connsiteX626" fmla="*/ 26768 w 530508"/>
                <a:gd name="connsiteY626" fmla="*/ 1534258 h 4152593"/>
                <a:gd name="connsiteX627" fmla="*/ 26768 w 530508"/>
                <a:gd name="connsiteY627" fmla="*/ 1534254 h 4152593"/>
                <a:gd name="connsiteX628" fmla="*/ 26963 w 530508"/>
                <a:gd name="connsiteY628" fmla="*/ 1534828 h 4152593"/>
                <a:gd name="connsiteX629" fmla="*/ 26776 w 530508"/>
                <a:gd name="connsiteY629" fmla="*/ 1534002 h 4152593"/>
                <a:gd name="connsiteX630" fmla="*/ 26768 w 530508"/>
                <a:gd name="connsiteY630" fmla="*/ 1534254 h 4152593"/>
                <a:gd name="connsiteX631" fmla="*/ 26681 w 530508"/>
                <a:gd name="connsiteY631" fmla="*/ 1533998 h 4152593"/>
                <a:gd name="connsiteX632" fmla="*/ 26775 w 530508"/>
                <a:gd name="connsiteY632" fmla="*/ 1533998 h 4152593"/>
                <a:gd name="connsiteX633" fmla="*/ 20869 w 530508"/>
                <a:gd name="connsiteY633" fmla="*/ 1507941 h 4152593"/>
                <a:gd name="connsiteX634" fmla="*/ 14011 w 530508"/>
                <a:gd name="connsiteY634" fmla="*/ 1495053 h 4152593"/>
                <a:gd name="connsiteX635" fmla="*/ 11630 w 530508"/>
                <a:gd name="connsiteY635" fmla="*/ 1470398 h 4152593"/>
                <a:gd name="connsiteX636" fmla="*/ 18583 w 530508"/>
                <a:gd name="connsiteY636" fmla="*/ 1412123 h 4152593"/>
                <a:gd name="connsiteX637" fmla="*/ 16964 w 530508"/>
                <a:gd name="connsiteY637" fmla="*/ 1395312 h 4152593"/>
                <a:gd name="connsiteX638" fmla="*/ 14297 w 530508"/>
                <a:gd name="connsiteY638" fmla="*/ 1367295 h 4152593"/>
                <a:gd name="connsiteX639" fmla="*/ 15916 w 530508"/>
                <a:gd name="connsiteY639" fmla="*/ 1320786 h 4152593"/>
                <a:gd name="connsiteX640" fmla="*/ 18012 w 530508"/>
                <a:gd name="connsiteY640" fmla="*/ 1303696 h 4152593"/>
                <a:gd name="connsiteX641" fmla="*/ 18679 w 530508"/>
                <a:gd name="connsiteY641" fmla="*/ 1242618 h 4152593"/>
                <a:gd name="connsiteX642" fmla="*/ 14773 w 530508"/>
                <a:gd name="connsiteY642" fmla="*/ 1219924 h 4152593"/>
                <a:gd name="connsiteX643" fmla="*/ 11154 w 530508"/>
                <a:gd name="connsiteY643" fmla="*/ 1168933 h 4152593"/>
                <a:gd name="connsiteX644" fmla="*/ 9058 w 530508"/>
                <a:gd name="connsiteY644" fmla="*/ 1131110 h 4152593"/>
                <a:gd name="connsiteX645" fmla="*/ 10201 w 530508"/>
                <a:gd name="connsiteY645" fmla="*/ 1113179 h 4152593"/>
                <a:gd name="connsiteX646" fmla="*/ 12678 w 530508"/>
                <a:gd name="connsiteY646" fmla="*/ 1089924 h 4152593"/>
                <a:gd name="connsiteX647" fmla="*/ 17250 w 530508"/>
                <a:gd name="connsiteY647" fmla="*/ 1033330 h 4152593"/>
                <a:gd name="connsiteX648" fmla="*/ 20012 w 530508"/>
                <a:gd name="connsiteY648" fmla="*/ 1010916 h 4152593"/>
                <a:gd name="connsiteX649" fmla="*/ 14773 w 530508"/>
                <a:gd name="connsiteY649" fmla="*/ 974493 h 4152593"/>
                <a:gd name="connsiteX650" fmla="*/ 14583 w 530508"/>
                <a:gd name="connsiteY650" fmla="*/ 942274 h 4152593"/>
                <a:gd name="connsiteX651" fmla="*/ 11344 w 530508"/>
                <a:gd name="connsiteY651" fmla="*/ 886799 h 4152593"/>
                <a:gd name="connsiteX652" fmla="*/ 12487 w 530508"/>
                <a:gd name="connsiteY652" fmla="*/ 847575 h 4152593"/>
                <a:gd name="connsiteX653" fmla="*/ 13726 w 530508"/>
                <a:gd name="connsiteY653" fmla="*/ 835248 h 4152593"/>
                <a:gd name="connsiteX654" fmla="*/ 16964 w 530508"/>
                <a:gd name="connsiteY654" fmla="*/ 833567 h 4152593"/>
                <a:gd name="connsiteX655" fmla="*/ 27156 w 530508"/>
                <a:gd name="connsiteY655" fmla="*/ 857942 h 4152593"/>
                <a:gd name="connsiteX656" fmla="*/ 29156 w 530508"/>
                <a:gd name="connsiteY656" fmla="*/ 855980 h 4152593"/>
                <a:gd name="connsiteX657" fmla="*/ 29918 w 530508"/>
                <a:gd name="connsiteY657" fmla="*/ 851498 h 4152593"/>
                <a:gd name="connsiteX658" fmla="*/ 20298 w 530508"/>
                <a:gd name="connsiteY658" fmla="*/ 814515 h 4152593"/>
                <a:gd name="connsiteX659" fmla="*/ 20679 w 530508"/>
                <a:gd name="connsiteY659" fmla="*/ 803588 h 4152593"/>
                <a:gd name="connsiteX660" fmla="*/ 22584 w 530508"/>
                <a:gd name="connsiteY660" fmla="*/ 761562 h 4152593"/>
                <a:gd name="connsiteX661" fmla="*/ 20774 w 530508"/>
                <a:gd name="connsiteY661" fmla="*/ 742791 h 4152593"/>
                <a:gd name="connsiteX662" fmla="*/ 23346 w 530508"/>
                <a:gd name="connsiteY662" fmla="*/ 702166 h 4152593"/>
                <a:gd name="connsiteX663" fmla="*/ 18202 w 530508"/>
                <a:gd name="connsiteY663" fmla="*/ 659860 h 4152593"/>
                <a:gd name="connsiteX664" fmla="*/ 21822 w 530508"/>
                <a:gd name="connsiteY664" fmla="*/ 616433 h 4152593"/>
                <a:gd name="connsiteX665" fmla="*/ 25591 w 530508"/>
                <a:gd name="connsiteY665" fmla="*/ 601292 h 4152593"/>
                <a:gd name="connsiteX666" fmla="*/ 25547 w 530508"/>
                <a:gd name="connsiteY666" fmla="*/ 601141 h 4152593"/>
                <a:gd name="connsiteX667" fmla="*/ 25346 w 530508"/>
                <a:gd name="connsiteY667" fmla="*/ 601584 h 4152593"/>
                <a:gd name="connsiteX668" fmla="*/ 25513 w 530508"/>
                <a:gd name="connsiteY668" fmla="*/ 601024 h 4152593"/>
                <a:gd name="connsiteX669" fmla="*/ 21735 w 530508"/>
                <a:gd name="connsiteY669" fmla="*/ 587891 h 4152593"/>
                <a:gd name="connsiteX670" fmla="*/ 21631 w 530508"/>
                <a:gd name="connsiteY670" fmla="*/ 588136 h 4152593"/>
                <a:gd name="connsiteX671" fmla="*/ 21696 w 530508"/>
                <a:gd name="connsiteY671" fmla="*/ 586111 h 4152593"/>
                <a:gd name="connsiteX672" fmla="*/ 22108 w 530508"/>
                <a:gd name="connsiteY672" fmla="*/ 586735 h 4152593"/>
                <a:gd name="connsiteX673" fmla="*/ 22108 w 530508"/>
                <a:gd name="connsiteY673" fmla="*/ 586956 h 4152593"/>
                <a:gd name="connsiteX674" fmla="*/ 22202 w 530508"/>
                <a:gd name="connsiteY674" fmla="*/ 586736 h 4152593"/>
                <a:gd name="connsiteX675" fmla="*/ 25796 w 530508"/>
                <a:gd name="connsiteY675" fmla="*/ 600076 h 4152593"/>
                <a:gd name="connsiteX676" fmla="*/ 30109 w 530508"/>
                <a:gd name="connsiteY676" fmla="*/ 585614 h 4152593"/>
                <a:gd name="connsiteX677" fmla="*/ 25822 w 530508"/>
                <a:gd name="connsiteY677" fmla="*/ 574407 h 4152593"/>
                <a:gd name="connsiteX678" fmla="*/ 21908 w 530508"/>
                <a:gd name="connsiteY678" fmla="*/ 572314 h 4152593"/>
                <a:gd name="connsiteX679" fmla="*/ 18869 w 530508"/>
                <a:gd name="connsiteY679" fmla="*/ 535744 h 4152593"/>
                <a:gd name="connsiteX680" fmla="*/ 19441 w 530508"/>
                <a:gd name="connsiteY680" fmla="*/ 516131 h 4152593"/>
                <a:gd name="connsiteX681" fmla="*/ 26584 w 530508"/>
                <a:gd name="connsiteY681" fmla="*/ 509687 h 4152593"/>
                <a:gd name="connsiteX682" fmla="*/ 32204 w 530508"/>
                <a:gd name="connsiteY682" fmla="*/ 537425 h 4152593"/>
                <a:gd name="connsiteX683" fmla="*/ 32966 w 530508"/>
                <a:gd name="connsiteY683" fmla="*/ 556756 h 4152593"/>
                <a:gd name="connsiteX684" fmla="*/ 36586 w 530508"/>
                <a:gd name="connsiteY684" fmla="*/ 561800 h 4152593"/>
                <a:gd name="connsiteX685" fmla="*/ 39062 w 530508"/>
                <a:gd name="connsiteY685" fmla="*/ 555636 h 4152593"/>
                <a:gd name="connsiteX686" fmla="*/ 38586 w 530508"/>
                <a:gd name="connsiteY686" fmla="*/ 483351 h 4152593"/>
                <a:gd name="connsiteX687" fmla="*/ 34681 w 530508"/>
                <a:gd name="connsiteY687" fmla="*/ 446929 h 4152593"/>
                <a:gd name="connsiteX688" fmla="*/ 33633 w 530508"/>
                <a:gd name="connsiteY688" fmla="*/ 404903 h 4152593"/>
                <a:gd name="connsiteX689" fmla="*/ 37062 w 530508"/>
                <a:gd name="connsiteY689" fmla="*/ 323093 h 4152593"/>
                <a:gd name="connsiteX690" fmla="*/ 37538 w 530508"/>
                <a:gd name="connsiteY690" fmla="*/ 250808 h 4152593"/>
                <a:gd name="connsiteX691" fmla="*/ 44968 w 530508"/>
                <a:gd name="connsiteY691" fmla="*/ 241563 h 4152593"/>
                <a:gd name="connsiteX692" fmla="*/ 62494 w 530508"/>
                <a:gd name="connsiteY692" fmla="*/ 279386 h 4152593"/>
                <a:gd name="connsiteX693" fmla="*/ 80591 w 530508"/>
                <a:gd name="connsiteY693" fmla="*/ 320011 h 4152593"/>
                <a:gd name="connsiteX694" fmla="*/ 98689 w 530508"/>
                <a:gd name="connsiteY694" fmla="*/ 294515 h 4152593"/>
                <a:gd name="connsiteX695" fmla="*/ 105356 w 530508"/>
                <a:gd name="connsiteY695" fmla="*/ 175162 h 4152593"/>
                <a:gd name="connsiteX696" fmla="*/ 105642 w 530508"/>
                <a:gd name="connsiteY696" fmla="*/ 156390 h 4152593"/>
                <a:gd name="connsiteX697" fmla="*/ 109642 w 530508"/>
                <a:gd name="connsiteY697" fmla="*/ 133416 h 4152593"/>
                <a:gd name="connsiteX698" fmla="*/ 119739 w 530508"/>
                <a:gd name="connsiteY698" fmla="*/ 84386 h 4152593"/>
                <a:gd name="connsiteX699" fmla="*/ 122311 w 530508"/>
                <a:gd name="connsiteY699" fmla="*/ 51886 h 4152593"/>
                <a:gd name="connsiteX700" fmla="*/ 122596 w 530508"/>
                <a:gd name="connsiteY700" fmla="*/ 45442 h 4152593"/>
                <a:gd name="connsiteX701" fmla="*/ 141646 w 530508"/>
                <a:gd name="connsiteY701" fmla="*/ 614 h 4152593"/>
                <a:gd name="connsiteX702" fmla="*/ 149838 w 530508"/>
                <a:gd name="connsiteY702" fmla="*/ 8179 h 4152593"/>
                <a:gd name="connsiteX703" fmla="*/ 163554 w 530508"/>
                <a:gd name="connsiteY703" fmla="*/ 67576 h 4152593"/>
                <a:gd name="connsiteX704" fmla="*/ 170959 w 530508"/>
                <a:gd name="connsiteY704" fmla="*/ 89357 h 4152593"/>
                <a:gd name="connsiteX705" fmla="*/ 172507 w 530508"/>
                <a:gd name="connsiteY705" fmla="*/ 100076 h 4152593"/>
                <a:gd name="connsiteX706" fmla="*/ 194510 w 530508"/>
                <a:gd name="connsiteY706" fmla="*/ 138179 h 4152593"/>
                <a:gd name="connsiteX707" fmla="*/ 193558 w 530508"/>
                <a:gd name="connsiteY707" fmla="*/ 152468 h 4152593"/>
                <a:gd name="connsiteX708" fmla="*/ 191933 w 530508"/>
                <a:gd name="connsiteY708" fmla="*/ 162531 h 4152593"/>
                <a:gd name="connsiteX709" fmla="*/ 191272 w 530508"/>
                <a:gd name="connsiteY709" fmla="*/ 162274 h 4152593"/>
                <a:gd name="connsiteX710" fmla="*/ 190869 w 530508"/>
                <a:gd name="connsiteY710" fmla="*/ 164514 h 4152593"/>
                <a:gd name="connsiteX711" fmla="*/ 188224 w 530508"/>
                <a:gd name="connsiteY711" fmla="*/ 167037 h 4152593"/>
                <a:gd name="connsiteX712" fmla="*/ 189557 w 530508"/>
                <a:gd name="connsiteY712" fmla="*/ 171800 h 4152593"/>
                <a:gd name="connsiteX713" fmla="*/ 190869 w 530508"/>
                <a:gd name="connsiteY713" fmla="*/ 164514 h 4152593"/>
                <a:gd name="connsiteX714" fmla="*/ 191748 w 530508"/>
                <a:gd name="connsiteY714" fmla="*/ 163675 h 4152593"/>
                <a:gd name="connsiteX715" fmla="*/ 191933 w 530508"/>
                <a:gd name="connsiteY715" fmla="*/ 162531 h 4152593"/>
                <a:gd name="connsiteX716" fmla="*/ 197749 w 530508"/>
                <a:gd name="connsiteY716" fmla="*/ 164795 h 4152593"/>
                <a:gd name="connsiteX717" fmla="*/ 204797 w 530508"/>
                <a:gd name="connsiteY717" fmla="*/ 183287 h 4152593"/>
                <a:gd name="connsiteX718" fmla="*/ 208893 w 530508"/>
                <a:gd name="connsiteY718" fmla="*/ 195894 h 4152593"/>
                <a:gd name="connsiteX719" fmla="*/ 208512 w 530508"/>
                <a:gd name="connsiteY719" fmla="*/ 194494 h 4152593"/>
                <a:gd name="connsiteX720" fmla="*/ 214322 w 530508"/>
                <a:gd name="connsiteY720" fmla="*/ 209343 h 4152593"/>
                <a:gd name="connsiteX721" fmla="*/ 220037 w 530508"/>
                <a:gd name="connsiteY721" fmla="*/ 199257 h 4152593"/>
                <a:gd name="connsiteX722" fmla="*/ 232134 w 530508"/>
                <a:gd name="connsiteY722" fmla="*/ 183287 h 4152593"/>
                <a:gd name="connsiteX723" fmla="*/ 243088 w 530508"/>
                <a:gd name="connsiteY723" fmla="*/ 168998 h 4152593"/>
                <a:gd name="connsiteX724" fmla="*/ 267757 w 530508"/>
                <a:gd name="connsiteY724" fmla="*/ 197856 h 4152593"/>
                <a:gd name="connsiteX725" fmla="*/ 272984 w 530508"/>
                <a:gd name="connsiteY725" fmla="*/ 206996 h 4152593"/>
                <a:gd name="connsiteX726" fmla="*/ 277154 w 530508"/>
                <a:gd name="connsiteY726" fmla="*/ 202505 h 4152593"/>
                <a:gd name="connsiteX727" fmla="*/ 276901 w 530508"/>
                <a:gd name="connsiteY727" fmla="*/ 214386 h 4152593"/>
                <a:gd name="connsiteX728" fmla="*/ 280045 w 530508"/>
                <a:gd name="connsiteY728" fmla="*/ 224752 h 4152593"/>
                <a:gd name="connsiteX729" fmla="*/ 286141 w 530508"/>
                <a:gd name="connsiteY729" fmla="*/ 219149 h 4152593"/>
                <a:gd name="connsiteX730" fmla="*/ 290046 w 530508"/>
                <a:gd name="connsiteY730" fmla="*/ 232877 h 4152593"/>
                <a:gd name="connsiteX731" fmla="*/ 299095 w 530508"/>
                <a:gd name="connsiteY731" fmla="*/ 270701 h 4152593"/>
                <a:gd name="connsiteX732" fmla="*/ 306810 w 530508"/>
                <a:gd name="connsiteY732" fmla="*/ 268459 h 4152593"/>
                <a:gd name="connsiteX733" fmla="*/ 308905 w 530508"/>
                <a:gd name="connsiteY733" fmla="*/ 256972 h 4152593"/>
                <a:gd name="connsiteX734" fmla="*/ 328908 w 530508"/>
                <a:gd name="connsiteY734" fmla="*/ 276864 h 4152593"/>
                <a:gd name="connsiteX735" fmla="*/ 331956 w 530508"/>
                <a:gd name="connsiteY735" fmla="*/ 300959 h 4152593"/>
                <a:gd name="connsiteX736" fmla="*/ 352244 w 530508"/>
                <a:gd name="connsiteY736" fmla="*/ 302360 h 4152593"/>
                <a:gd name="connsiteX737" fmla="*/ 362626 w 530508"/>
                <a:gd name="connsiteY737" fmla="*/ 306843 h 4152593"/>
                <a:gd name="connsiteX738" fmla="*/ 373009 w 530508"/>
                <a:gd name="connsiteY738" fmla="*/ 364558 h 4152593"/>
                <a:gd name="connsiteX739" fmla="*/ 377390 w 530508"/>
                <a:gd name="connsiteY739" fmla="*/ 365399 h 4152593"/>
                <a:gd name="connsiteX740" fmla="*/ 383200 w 530508"/>
                <a:gd name="connsiteY740" fmla="*/ 345787 h 4152593"/>
                <a:gd name="connsiteX741" fmla="*/ 386629 w 530508"/>
                <a:gd name="connsiteY741" fmla="*/ 347748 h 4152593"/>
                <a:gd name="connsiteX742" fmla="*/ 393202 w 530508"/>
                <a:gd name="connsiteY742" fmla="*/ 436563 h 4152593"/>
                <a:gd name="connsiteX743" fmla="*/ 396154 w 530508"/>
                <a:gd name="connsiteY743" fmla="*/ 474386 h 4152593"/>
                <a:gd name="connsiteX744" fmla="*/ 401203 w 530508"/>
                <a:gd name="connsiteY744" fmla="*/ 503244 h 4152593"/>
                <a:gd name="connsiteX745" fmla="*/ 411204 w 530508"/>
                <a:gd name="connsiteY745" fmla="*/ 553955 h 4152593"/>
                <a:gd name="connsiteX746" fmla="*/ 416443 w 530508"/>
                <a:gd name="connsiteY746" fmla="*/ 560118 h 4152593"/>
                <a:gd name="connsiteX747" fmla="*/ 427682 w 530508"/>
                <a:gd name="connsiteY747" fmla="*/ 569364 h 4152593"/>
                <a:gd name="connsiteX748" fmla="*/ 437493 w 530508"/>
                <a:gd name="connsiteY748" fmla="*/ 628200 h 4152593"/>
                <a:gd name="connsiteX749" fmla="*/ 444922 w 530508"/>
                <a:gd name="connsiteY749" fmla="*/ 694881 h 4152593"/>
                <a:gd name="connsiteX750" fmla="*/ 447113 w 530508"/>
                <a:gd name="connsiteY750" fmla="*/ 713093 h 4152593"/>
                <a:gd name="connsiteX751" fmla="*/ 453304 w 530508"/>
                <a:gd name="connsiteY751" fmla="*/ 762403 h 4152593"/>
                <a:gd name="connsiteX752" fmla="*/ 459210 w 530508"/>
                <a:gd name="connsiteY752" fmla="*/ 811153 h 4152593"/>
                <a:gd name="connsiteX753" fmla="*/ 469402 w 530508"/>
                <a:gd name="connsiteY753" fmla="*/ 855140 h 4152593"/>
                <a:gd name="connsiteX754" fmla="*/ 468259 w 530508"/>
                <a:gd name="connsiteY754" fmla="*/ 865506 h 4152593"/>
                <a:gd name="connsiteX755" fmla="*/ 468830 w 530508"/>
                <a:gd name="connsiteY755" fmla="*/ 900528 h 4152593"/>
                <a:gd name="connsiteX756" fmla="*/ 470545 w 530508"/>
                <a:gd name="connsiteY756" fmla="*/ 934709 h 4152593"/>
                <a:gd name="connsiteX757" fmla="*/ 472450 w 530508"/>
                <a:gd name="connsiteY757" fmla="*/ 945636 h 4152593"/>
                <a:gd name="connsiteX758" fmla="*/ 478546 w 530508"/>
                <a:gd name="connsiteY758" fmla="*/ 1008394 h 4152593"/>
                <a:gd name="connsiteX759" fmla="*/ 477212 w 530508"/>
                <a:gd name="connsiteY759" fmla="*/ 1026605 h 4152593"/>
                <a:gd name="connsiteX760" fmla="*/ 475593 w 530508"/>
                <a:gd name="connsiteY760" fmla="*/ 1056304 h 4152593"/>
                <a:gd name="connsiteX761" fmla="*/ 477117 w 530508"/>
                <a:gd name="connsiteY761" fmla="*/ 1068351 h 4152593"/>
                <a:gd name="connsiteX762" fmla="*/ 485213 w 530508"/>
                <a:gd name="connsiteY762" fmla="*/ 1134472 h 4152593"/>
                <a:gd name="connsiteX763" fmla="*/ 485785 w 530508"/>
                <a:gd name="connsiteY763" fmla="*/ 1156605 h 4152593"/>
                <a:gd name="connsiteX764" fmla="*/ 484737 w 530508"/>
                <a:gd name="connsiteY764" fmla="*/ 1226088 h 4152593"/>
                <a:gd name="connsiteX765" fmla="*/ 487975 w 530508"/>
                <a:gd name="connsiteY765" fmla="*/ 1283523 h 4152593"/>
                <a:gd name="connsiteX766" fmla="*/ 484261 w 530508"/>
                <a:gd name="connsiteY766" fmla="*/ 1298933 h 4152593"/>
                <a:gd name="connsiteX767" fmla="*/ 483308 w 530508"/>
                <a:gd name="connsiteY767" fmla="*/ 1331433 h 4152593"/>
                <a:gd name="connsiteX768" fmla="*/ 490357 w 530508"/>
                <a:gd name="connsiteY768" fmla="*/ 1393351 h 4152593"/>
                <a:gd name="connsiteX769" fmla="*/ 493405 w 530508"/>
                <a:gd name="connsiteY769" fmla="*/ 1423890 h 4152593"/>
                <a:gd name="connsiteX770" fmla="*/ 496834 w 530508"/>
                <a:gd name="connsiteY770" fmla="*/ 1460592 h 4152593"/>
                <a:gd name="connsiteX771" fmla="*/ 497786 w 530508"/>
                <a:gd name="connsiteY771" fmla="*/ 1495053 h 4152593"/>
                <a:gd name="connsiteX772" fmla="*/ 498358 w 530508"/>
                <a:gd name="connsiteY772" fmla="*/ 1555851 h 4152593"/>
                <a:gd name="connsiteX773" fmla="*/ 501596 w 530508"/>
                <a:gd name="connsiteY773" fmla="*/ 1593114 h 4152593"/>
                <a:gd name="connsiteX774" fmla="*/ 495976 w 530508"/>
                <a:gd name="connsiteY774" fmla="*/ 1649148 h 4152593"/>
                <a:gd name="connsiteX775" fmla="*/ 494548 w 530508"/>
                <a:gd name="connsiteY775" fmla="*/ 1689773 h 4152593"/>
                <a:gd name="connsiteX776" fmla="*/ 489499 w 530508"/>
                <a:gd name="connsiteY776" fmla="*/ 1711347 h 4152593"/>
                <a:gd name="connsiteX777" fmla="*/ 490261 w 530508"/>
                <a:gd name="connsiteY777" fmla="*/ 1734601 h 4152593"/>
                <a:gd name="connsiteX778" fmla="*/ 489309 w 530508"/>
                <a:gd name="connsiteY778" fmla="*/ 1761778 h 4152593"/>
                <a:gd name="connsiteX779" fmla="*/ 496262 w 530508"/>
                <a:gd name="connsiteY779" fmla="*/ 1788394 h 4152593"/>
                <a:gd name="connsiteX780" fmla="*/ 499405 w 530508"/>
                <a:gd name="connsiteY780" fmla="*/ 1847230 h 4152593"/>
                <a:gd name="connsiteX781" fmla="*/ 499310 w 530508"/>
                <a:gd name="connsiteY781" fmla="*/ 1857316 h 4152593"/>
                <a:gd name="connsiteX782" fmla="*/ 501501 w 530508"/>
                <a:gd name="connsiteY782" fmla="*/ 1883372 h 4152593"/>
                <a:gd name="connsiteX783" fmla="*/ 499596 w 530508"/>
                <a:gd name="connsiteY783" fmla="*/ 1895140 h 4152593"/>
                <a:gd name="connsiteX784" fmla="*/ 499024 w 530508"/>
                <a:gd name="connsiteY784" fmla="*/ 1922596 h 4152593"/>
                <a:gd name="connsiteX785" fmla="*/ 506930 w 530508"/>
                <a:gd name="connsiteY785" fmla="*/ 1962381 h 4152593"/>
                <a:gd name="connsiteX786" fmla="*/ 501501 w 530508"/>
                <a:gd name="connsiteY786" fmla="*/ 2011411 h 4152593"/>
                <a:gd name="connsiteX787" fmla="*/ 502358 w 530508"/>
                <a:gd name="connsiteY787" fmla="*/ 2082855 h 4152593"/>
                <a:gd name="connsiteX788" fmla="*/ 506454 w 530508"/>
                <a:gd name="connsiteY788" fmla="*/ 2119838 h 4152593"/>
                <a:gd name="connsiteX789" fmla="*/ 501596 w 530508"/>
                <a:gd name="connsiteY789" fmla="*/ 2147295 h 4152593"/>
                <a:gd name="connsiteX790" fmla="*/ 504549 w 530508"/>
                <a:gd name="connsiteY790" fmla="*/ 2177273 h 4152593"/>
                <a:gd name="connsiteX791" fmla="*/ 503120 w 530508"/>
                <a:gd name="connsiteY791" fmla="*/ 2182596 h 4152593"/>
                <a:gd name="connsiteX792" fmla="*/ 502263 w 530508"/>
                <a:gd name="connsiteY792" fmla="*/ 2199127 h 4152593"/>
                <a:gd name="connsiteX793" fmla="*/ 504263 w 530508"/>
                <a:gd name="connsiteY793" fmla="*/ 2254321 h 4152593"/>
                <a:gd name="connsiteX794" fmla="*/ 506644 w 530508"/>
                <a:gd name="connsiteY794" fmla="*/ 2267489 h 4152593"/>
                <a:gd name="connsiteX795" fmla="*/ 510550 w 530508"/>
                <a:gd name="connsiteY795" fmla="*/ 2281217 h 4152593"/>
                <a:gd name="connsiteX796" fmla="*/ 508740 w 530508"/>
                <a:gd name="connsiteY796" fmla="*/ 2313157 h 4152593"/>
                <a:gd name="connsiteX797" fmla="*/ 508168 w 530508"/>
                <a:gd name="connsiteY797" fmla="*/ 2347057 h 4152593"/>
                <a:gd name="connsiteX798" fmla="*/ 505311 w 530508"/>
                <a:gd name="connsiteY798" fmla="*/ 2363588 h 4152593"/>
                <a:gd name="connsiteX799" fmla="*/ 505597 w 530508"/>
                <a:gd name="connsiteY799" fmla="*/ 2373674 h 4152593"/>
                <a:gd name="connsiteX800" fmla="*/ 512169 w 530508"/>
                <a:gd name="connsiteY800" fmla="*/ 2377596 h 4152593"/>
                <a:gd name="connsiteX801" fmla="*/ 522932 w 530508"/>
                <a:gd name="connsiteY801" fmla="*/ 2440075 h 4152593"/>
                <a:gd name="connsiteX802" fmla="*/ 521408 w 530508"/>
                <a:gd name="connsiteY802" fmla="*/ 2444838 h 4152593"/>
                <a:gd name="connsiteX803" fmla="*/ 520170 w 530508"/>
                <a:gd name="connsiteY803" fmla="*/ 2439234 h 4152593"/>
                <a:gd name="connsiteX804" fmla="*/ 519694 w 530508"/>
                <a:gd name="connsiteY804" fmla="*/ 2419622 h 4152593"/>
                <a:gd name="connsiteX805" fmla="*/ 515503 w 530508"/>
                <a:gd name="connsiteY805" fmla="*/ 2396648 h 4152593"/>
                <a:gd name="connsiteX806" fmla="*/ 511883 w 530508"/>
                <a:gd name="connsiteY806" fmla="*/ 2396088 h 4152593"/>
                <a:gd name="connsiteX807" fmla="*/ 508454 w 530508"/>
                <a:gd name="connsiteY807" fmla="*/ 2426907 h 4152593"/>
                <a:gd name="connsiteX808" fmla="*/ 509978 w 530508"/>
                <a:gd name="connsiteY808" fmla="*/ 2457445 h 4152593"/>
                <a:gd name="connsiteX809" fmla="*/ 513431 w 530508"/>
                <a:gd name="connsiteY809" fmla="*/ 2469843 h 4152593"/>
                <a:gd name="connsiteX810" fmla="*/ 513035 w 530508"/>
                <a:gd name="connsiteY810" fmla="*/ 2485686 h 4152593"/>
                <a:gd name="connsiteX811" fmla="*/ 505978 w 530508"/>
                <a:gd name="connsiteY811" fmla="*/ 2497510 h 4152593"/>
                <a:gd name="connsiteX812" fmla="*/ 508930 w 530508"/>
                <a:gd name="connsiteY812" fmla="*/ 2524967 h 4152593"/>
                <a:gd name="connsiteX813" fmla="*/ 513407 w 530508"/>
                <a:gd name="connsiteY813" fmla="*/ 2527208 h 4152593"/>
                <a:gd name="connsiteX814" fmla="*/ 514836 w 530508"/>
                <a:gd name="connsiteY814" fmla="*/ 2531691 h 4152593"/>
                <a:gd name="connsiteX815" fmla="*/ 512455 w 530508"/>
                <a:gd name="connsiteY815" fmla="*/ 2538975 h 4152593"/>
                <a:gd name="connsiteX816" fmla="*/ 507978 w 530508"/>
                <a:gd name="connsiteY816" fmla="*/ 2538135 h 4152593"/>
                <a:gd name="connsiteX817" fmla="*/ 501596 w 530508"/>
                <a:gd name="connsiteY817" fmla="*/ 2559708 h 4152593"/>
                <a:gd name="connsiteX818" fmla="*/ 503692 w 530508"/>
                <a:gd name="connsiteY818" fmla="*/ 2578200 h 4152593"/>
                <a:gd name="connsiteX819" fmla="*/ 503882 w 530508"/>
                <a:gd name="connsiteY819" fmla="*/ 2642639 h 4152593"/>
                <a:gd name="connsiteX820" fmla="*/ 504549 w 530508"/>
                <a:gd name="connsiteY820" fmla="*/ 2654967 h 4152593"/>
                <a:gd name="connsiteX821" fmla="*/ 508264 w 530508"/>
                <a:gd name="connsiteY821" fmla="*/ 2652726 h 4152593"/>
                <a:gd name="connsiteX822" fmla="*/ 519217 w 530508"/>
                <a:gd name="connsiteY822" fmla="*/ 2663932 h 4152593"/>
                <a:gd name="connsiteX823" fmla="*/ 519884 w 530508"/>
                <a:gd name="connsiteY823" fmla="*/ 2703156 h 4152593"/>
                <a:gd name="connsiteX824" fmla="*/ 514074 w 530508"/>
                <a:gd name="connsiteY824" fmla="*/ 2706519 h 4152593"/>
                <a:gd name="connsiteX825" fmla="*/ 510073 w 530508"/>
                <a:gd name="connsiteY825" fmla="*/ 2702596 h 4152593"/>
                <a:gd name="connsiteX826" fmla="*/ 506644 w 530508"/>
                <a:gd name="connsiteY826" fmla="*/ 2709040 h 4152593"/>
                <a:gd name="connsiteX827" fmla="*/ 506644 w 530508"/>
                <a:gd name="connsiteY827" fmla="*/ 2721087 h 4152593"/>
                <a:gd name="connsiteX828" fmla="*/ 513883 w 530508"/>
                <a:gd name="connsiteY828" fmla="*/ 2735376 h 4152593"/>
                <a:gd name="connsiteX829" fmla="*/ 517603 w 530508"/>
                <a:gd name="connsiteY829" fmla="*/ 2756473 h 4152593"/>
                <a:gd name="connsiteX830" fmla="*/ 508454 w 530508"/>
                <a:gd name="connsiteY830" fmla="*/ 2746023 h 4152593"/>
                <a:gd name="connsiteX831" fmla="*/ 505311 w 530508"/>
                <a:gd name="connsiteY831" fmla="*/ 2747144 h 4152593"/>
                <a:gd name="connsiteX832" fmla="*/ 504263 w 530508"/>
                <a:gd name="connsiteY832" fmla="*/ 2765915 h 4152593"/>
                <a:gd name="connsiteX833" fmla="*/ 506740 w 530508"/>
                <a:gd name="connsiteY833" fmla="*/ 2789169 h 4152593"/>
                <a:gd name="connsiteX834" fmla="*/ 502358 w 530508"/>
                <a:gd name="connsiteY834" fmla="*/ 2810743 h 4152593"/>
                <a:gd name="connsiteX835" fmla="*/ 501977 w 530508"/>
                <a:gd name="connsiteY835" fmla="*/ 2823631 h 4152593"/>
                <a:gd name="connsiteX836" fmla="*/ 504454 w 530508"/>
                <a:gd name="connsiteY836" fmla="*/ 2830915 h 4152593"/>
                <a:gd name="connsiteX837" fmla="*/ 516550 w 530508"/>
                <a:gd name="connsiteY837" fmla="*/ 2848005 h 4152593"/>
                <a:gd name="connsiteX838" fmla="*/ 520396 w 530508"/>
                <a:gd name="connsiteY838" fmla="*/ 2863170 h 4152593"/>
                <a:gd name="connsiteX839" fmla="*/ 522646 w 530508"/>
                <a:gd name="connsiteY839" fmla="*/ 2880329 h 4152593"/>
                <a:gd name="connsiteX840" fmla="*/ 510264 w 530508"/>
                <a:gd name="connsiteY840" fmla="*/ 2888631 h 4152593"/>
                <a:gd name="connsiteX841" fmla="*/ 505216 w 530508"/>
                <a:gd name="connsiteY841" fmla="*/ 2928135 h 4152593"/>
                <a:gd name="connsiteX842" fmla="*/ 506549 w 530508"/>
                <a:gd name="connsiteY842" fmla="*/ 2933458 h 4152593"/>
                <a:gd name="connsiteX843" fmla="*/ 512169 w 530508"/>
                <a:gd name="connsiteY843" fmla="*/ 2931777 h 4152593"/>
                <a:gd name="connsiteX844" fmla="*/ 516931 w 530508"/>
                <a:gd name="connsiteY844" fmla="*/ 2921130 h 4152593"/>
                <a:gd name="connsiteX845" fmla="*/ 520741 w 530508"/>
                <a:gd name="connsiteY845" fmla="*/ 2934299 h 4152593"/>
                <a:gd name="connsiteX846" fmla="*/ 527218 w 530508"/>
                <a:gd name="connsiteY846" fmla="*/ 3016669 h 4152593"/>
                <a:gd name="connsiteX847" fmla="*/ 529219 w 530508"/>
                <a:gd name="connsiteY847" fmla="*/ 2591369 h 4152593"/>
                <a:gd name="connsiteX848" fmla="*/ 522647 w 530508"/>
                <a:gd name="connsiteY848" fmla="*/ 2610421 h 4152593"/>
                <a:gd name="connsiteX849" fmla="*/ 522552 w 530508"/>
                <a:gd name="connsiteY849" fmla="*/ 2610421 h 4152593"/>
                <a:gd name="connsiteX850" fmla="*/ 518170 w 530508"/>
                <a:gd name="connsiteY850" fmla="*/ 2607619 h 4152593"/>
                <a:gd name="connsiteX851" fmla="*/ 515789 w 530508"/>
                <a:gd name="connsiteY851" fmla="*/ 2591089 h 4152593"/>
                <a:gd name="connsiteX852" fmla="*/ 521218 w 530508"/>
                <a:gd name="connsiteY852" fmla="*/ 2563071 h 4152593"/>
                <a:gd name="connsiteX853" fmla="*/ 524647 w 530508"/>
                <a:gd name="connsiteY853" fmla="*/ 2561951 h 4152593"/>
                <a:gd name="connsiteX854" fmla="*/ 529219 w 530508"/>
                <a:gd name="connsiteY854" fmla="*/ 2591369 h 4152593"/>
                <a:gd name="connsiteX855" fmla="*/ 530220 w 530508"/>
                <a:gd name="connsiteY855" fmla="*/ 2791447 h 4152593"/>
                <a:gd name="connsiteX856" fmla="*/ 529124 w 530508"/>
                <a:gd name="connsiteY856" fmla="*/ 2800097 h 4152593"/>
                <a:gd name="connsiteX857" fmla="*/ 523695 w 530508"/>
                <a:gd name="connsiteY857" fmla="*/ 2811584 h 4152593"/>
                <a:gd name="connsiteX858" fmla="*/ 519695 w 530508"/>
                <a:gd name="connsiteY858" fmla="*/ 2808783 h 4152593"/>
                <a:gd name="connsiteX859" fmla="*/ 515504 w 530508"/>
                <a:gd name="connsiteY859" fmla="*/ 2779084 h 4152593"/>
                <a:gd name="connsiteX860" fmla="*/ 519056 w 530508"/>
                <a:gd name="connsiteY860" fmla="*/ 2758970 h 4152593"/>
                <a:gd name="connsiteX861" fmla="*/ 528172 w 530508"/>
                <a:gd name="connsiteY861" fmla="*/ 2784688 h 4152593"/>
                <a:gd name="connsiteX862" fmla="*/ 530220 w 530508"/>
                <a:gd name="connsiteY862" fmla="*/ 2791447 h 415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</a:cxnLst>
              <a:rect l="l" t="t" r="r" b="b"/>
              <a:pathLst>
                <a:path w="530508" h="4152593">
                  <a:moveTo>
                    <a:pt x="2676" y="2371993"/>
                  </a:moveTo>
                  <a:cubicBezTo>
                    <a:pt x="2676" y="2373394"/>
                    <a:pt x="1628" y="2374515"/>
                    <a:pt x="1057" y="2375635"/>
                  </a:cubicBezTo>
                  <a:lnTo>
                    <a:pt x="962" y="2375916"/>
                  </a:lnTo>
                  <a:cubicBezTo>
                    <a:pt x="581" y="2374235"/>
                    <a:pt x="-86" y="2372273"/>
                    <a:pt x="9" y="2370872"/>
                  </a:cubicBezTo>
                  <a:cubicBezTo>
                    <a:pt x="9" y="2369472"/>
                    <a:pt x="962" y="2368351"/>
                    <a:pt x="1533" y="2366950"/>
                  </a:cubicBezTo>
                  <a:cubicBezTo>
                    <a:pt x="1914" y="2368631"/>
                    <a:pt x="2771" y="2370592"/>
                    <a:pt x="2676" y="2371993"/>
                  </a:cubicBezTo>
                  <a:close/>
                  <a:moveTo>
                    <a:pt x="11820" y="2510398"/>
                  </a:moveTo>
                  <a:cubicBezTo>
                    <a:pt x="11249" y="2511519"/>
                    <a:pt x="10487" y="2514040"/>
                    <a:pt x="10201" y="2513760"/>
                  </a:cubicBezTo>
                  <a:cubicBezTo>
                    <a:pt x="8201" y="2510398"/>
                    <a:pt x="8391" y="2507036"/>
                    <a:pt x="10677" y="2505635"/>
                  </a:cubicBezTo>
                  <a:cubicBezTo>
                    <a:pt x="10963" y="2505635"/>
                    <a:pt x="11439" y="2508717"/>
                    <a:pt x="11820" y="2510398"/>
                  </a:cubicBezTo>
                  <a:close/>
                  <a:moveTo>
                    <a:pt x="13821" y="792381"/>
                  </a:moveTo>
                  <a:cubicBezTo>
                    <a:pt x="13821" y="792381"/>
                    <a:pt x="13821" y="795463"/>
                    <a:pt x="13535" y="796304"/>
                  </a:cubicBezTo>
                  <a:cubicBezTo>
                    <a:pt x="12677" y="799386"/>
                    <a:pt x="11820" y="798265"/>
                    <a:pt x="11344" y="793222"/>
                  </a:cubicBezTo>
                  <a:cubicBezTo>
                    <a:pt x="11344" y="792381"/>
                    <a:pt x="12201" y="790700"/>
                    <a:pt x="12773" y="790140"/>
                  </a:cubicBezTo>
                  <a:cubicBezTo>
                    <a:pt x="12963" y="790140"/>
                    <a:pt x="13439" y="791541"/>
                    <a:pt x="13821" y="792381"/>
                  </a:cubicBezTo>
                  <a:close/>
                  <a:moveTo>
                    <a:pt x="16299" y="1822295"/>
                  </a:moveTo>
                  <a:cubicBezTo>
                    <a:pt x="16108" y="1823976"/>
                    <a:pt x="15251" y="1825097"/>
                    <a:pt x="14679" y="1826498"/>
                  </a:cubicBezTo>
                  <a:cubicBezTo>
                    <a:pt x="14298" y="1824817"/>
                    <a:pt x="13822" y="1822856"/>
                    <a:pt x="13441" y="1821175"/>
                  </a:cubicBezTo>
                  <a:cubicBezTo>
                    <a:pt x="14013" y="1820054"/>
                    <a:pt x="14584" y="1817532"/>
                    <a:pt x="15060" y="1817813"/>
                  </a:cubicBezTo>
                  <a:cubicBezTo>
                    <a:pt x="15632" y="1818093"/>
                    <a:pt x="16394" y="1821175"/>
                    <a:pt x="16299" y="1822295"/>
                  </a:cubicBezTo>
                  <a:close/>
                  <a:moveTo>
                    <a:pt x="18775" y="2025420"/>
                  </a:moveTo>
                  <a:cubicBezTo>
                    <a:pt x="18679" y="2027101"/>
                    <a:pt x="17727" y="2028222"/>
                    <a:pt x="17155" y="2029623"/>
                  </a:cubicBezTo>
                  <a:cubicBezTo>
                    <a:pt x="16774" y="2027942"/>
                    <a:pt x="16298" y="2025981"/>
                    <a:pt x="15917" y="2024300"/>
                  </a:cubicBezTo>
                  <a:lnTo>
                    <a:pt x="15917" y="2024019"/>
                  </a:lnTo>
                  <a:cubicBezTo>
                    <a:pt x="16489" y="2022618"/>
                    <a:pt x="17060" y="2021498"/>
                    <a:pt x="17632" y="2020097"/>
                  </a:cubicBezTo>
                  <a:cubicBezTo>
                    <a:pt x="18013" y="2021778"/>
                    <a:pt x="18870" y="2023739"/>
                    <a:pt x="18775" y="2025420"/>
                  </a:cubicBezTo>
                  <a:close/>
                  <a:moveTo>
                    <a:pt x="19584" y="1615109"/>
                  </a:moveTo>
                  <a:cubicBezTo>
                    <a:pt x="19536" y="1620642"/>
                    <a:pt x="18917" y="1626736"/>
                    <a:pt x="18489" y="1632059"/>
                  </a:cubicBezTo>
                  <a:cubicBezTo>
                    <a:pt x="18108" y="1636542"/>
                    <a:pt x="13917" y="1640184"/>
                    <a:pt x="12679" y="1637663"/>
                  </a:cubicBezTo>
                  <a:cubicBezTo>
                    <a:pt x="7059" y="1625895"/>
                    <a:pt x="5345" y="1610206"/>
                    <a:pt x="6964" y="1593956"/>
                  </a:cubicBezTo>
                  <a:lnTo>
                    <a:pt x="6869" y="1593956"/>
                  </a:lnTo>
                  <a:cubicBezTo>
                    <a:pt x="7440" y="1586671"/>
                    <a:pt x="7631" y="1582189"/>
                    <a:pt x="8107" y="1578266"/>
                  </a:cubicBezTo>
                  <a:cubicBezTo>
                    <a:pt x="8297" y="1576305"/>
                    <a:pt x="9059" y="1574904"/>
                    <a:pt x="9536" y="1573223"/>
                  </a:cubicBezTo>
                  <a:cubicBezTo>
                    <a:pt x="10012" y="1574624"/>
                    <a:pt x="10869" y="1576305"/>
                    <a:pt x="10964" y="1577706"/>
                  </a:cubicBezTo>
                  <a:cubicBezTo>
                    <a:pt x="11155" y="1590314"/>
                    <a:pt x="13631" y="1595637"/>
                    <a:pt x="17251" y="1601520"/>
                  </a:cubicBezTo>
                  <a:cubicBezTo>
                    <a:pt x="19108" y="1604602"/>
                    <a:pt x="19632" y="1609575"/>
                    <a:pt x="19584" y="1615109"/>
                  </a:cubicBezTo>
                  <a:close/>
                  <a:moveTo>
                    <a:pt x="20355" y="2111309"/>
                  </a:moveTo>
                  <a:lnTo>
                    <a:pt x="18202" y="2107790"/>
                  </a:lnTo>
                  <a:cubicBezTo>
                    <a:pt x="18011" y="2107510"/>
                    <a:pt x="18392" y="2103588"/>
                    <a:pt x="18583" y="2103588"/>
                  </a:cubicBezTo>
                  <a:close/>
                  <a:moveTo>
                    <a:pt x="20473" y="1710494"/>
                  </a:moveTo>
                  <a:lnTo>
                    <a:pt x="19154" y="1717230"/>
                  </a:lnTo>
                  <a:cubicBezTo>
                    <a:pt x="19059" y="1717790"/>
                    <a:pt x="17821" y="1716950"/>
                    <a:pt x="17726" y="1716389"/>
                  </a:cubicBezTo>
                  <a:close/>
                  <a:moveTo>
                    <a:pt x="22012" y="573567"/>
                  </a:moveTo>
                  <a:lnTo>
                    <a:pt x="21631" y="572166"/>
                  </a:lnTo>
                  <a:lnTo>
                    <a:pt x="21908" y="572314"/>
                  </a:lnTo>
                  <a:close/>
                  <a:moveTo>
                    <a:pt x="22033" y="575631"/>
                  </a:moveTo>
                  <a:lnTo>
                    <a:pt x="21696" y="586111"/>
                  </a:lnTo>
                  <a:lnTo>
                    <a:pt x="18964" y="581972"/>
                  </a:lnTo>
                  <a:close/>
                  <a:moveTo>
                    <a:pt x="22489" y="574688"/>
                  </a:moveTo>
                  <a:lnTo>
                    <a:pt x="22033" y="575631"/>
                  </a:lnTo>
                  <a:lnTo>
                    <a:pt x="22108" y="573287"/>
                  </a:lnTo>
                  <a:close/>
                  <a:moveTo>
                    <a:pt x="23251" y="1897381"/>
                  </a:moveTo>
                  <a:lnTo>
                    <a:pt x="23233" y="1897442"/>
                  </a:lnTo>
                  <a:lnTo>
                    <a:pt x="22774" y="1895700"/>
                  </a:lnTo>
                  <a:close/>
                  <a:moveTo>
                    <a:pt x="24013" y="1460592"/>
                  </a:moveTo>
                  <a:cubicBezTo>
                    <a:pt x="22203" y="1453588"/>
                    <a:pt x="20298" y="1446864"/>
                    <a:pt x="18488" y="1439860"/>
                  </a:cubicBezTo>
                  <a:cubicBezTo>
                    <a:pt x="17917" y="1441260"/>
                    <a:pt x="17250" y="1442381"/>
                    <a:pt x="16964" y="1444062"/>
                  </a:cubicBezTo>
                  <a:lnTo>
                    <a:pt x="20001" y="1464161"/>
                  </a:lnTo>
                  <a:lnTo>
                    <a:pt x="19917" y="1464235"/>
                  </a:lnTo>
                  <a:lnTo>
                    <a:pt x="20012" y="1464235"/>
                  </a:lnTo>
                  <a:lnTo>
                    <a:pt x="20001" y="1464161"/>
                  </a:lnTo>
                  <a:close/>
                  <a:moveTo>
                    <a:pt x="24204" y="1899343"/>
                  </a:moveTo>
                  <a:lnTo>
                    <a:pt x="24109" y="1899343"/>
                  </a:lnTo>
                  <a:lnTo>
                    <a:pt x="24161" y="1899193"/>
                  </a:lnTo>
                  <a:close/>
                  <a:moveTo>
                    <a:pt x="24596" y="1897951"/>
                  </a:moveTo>
                  <a:lnTo>
                    <a:pt x="24161" y="1899193"/>
                  </a:lnTo>
                  <a:lnTo>
                    <a:pt x="23728" y="1897662"/>
                  </a:lnTo>
                  <a:close/>
                  <a:moveTo>
                    <a:pt x="26722" y="1535771"/>
                  </a:moveTo>
                  <a:lnTo>
                    <a:pt x="26395" y="1546606"/>
                  </a:lnTo>
                  <a:cubicBezTo>
                    <a:pt x="26109" y="1551929"/>
                    <a:pt x="26014" y="1559494"/>
                    <a:pt x="23157" y="1555291"/>
                  </a:cubicBezTo>
                  <a:cubicBezTo>
                    <a:pt x="22395" y="1554170"/>
                    <a:pt x="22204" y="1547726"/>
                    <a:pt x="22395" y="1544084"/>
                  </a:cubicBezTo>
                  <a:close/>
                  <a:moveTo>
                    <a:pt x="27823" y="2582683"/>
                  </a:moveTo>
                  <a:cubicBezTo>
                    <a:pt x="27346" y="2575678"/>
                    <a:pt x="26203" y="2575118"/>
                    <a:pt x="24965" y="2581282"/>
                  </a:cubicBezTo>
                  <a:lnTo>
                    <a:pt x="26171" y="2586193"/>
                  </a:lnTo>
                  <a:lnTo>
                    <a:pt x="26108" y="2586325"/>
                  </a:lnTo>
                  <a:lnTo>
                    <a:pt x="26203" y="2586325"/>
                  </a:lnTo>
                  <a:lnTo>
                    <a:pt x="26171" y="2586193"/>
                  </a:lnTo>
                  <a:close/>
                  <a:moveTo>
                    <a:pt x="28489" y="637446"/>
                  </a:moveTo>
                  <a:cubicBezTo>
                    <a:pt x="27918" y="635765"/>
                    <a:pt x="27251" y="634084"/>
                    <a:pt x="26680" y="632683"/>
                  </a:cubicBezTo>
                  <a:cubicBezTo>
                    <a:pt x="26394" y="633804"/>
                    <a:pt x="26108" y="635205"/>
                    <a:pt x="25918" y="636325"/>
                  </a:cubicBezTo>
                  <a:lnTo>
                    <a:pt x="25822" y="636325"/>
                  </a:lnTo>
                  <a:lnTo>
                    <a:pt x="26965" y="641088"/>
                  </a:lnTo>
                  <a:cubicBezTo>
                    <a:pt x="27442" y="639968"/>
                    <a:pt x="27918" y="638567"/>
                    <a:pt x="28489" y="637446"/>
                  </a:cubicBezTo>
                  <a:close/>
                  <a:moveTo>
                    <a:pt x="28775" y="1330032"/>
                  </a:moveTo>
                  <a:cubicBezTo>
                    <a:pt x="28775" y="1327510"/>
                    <a:pt x="27442" y="1324429"/>
                    <a:pt x="26775" y="1321627"/>
                  </a:cubicBezTo>
                  <a:cubicBezTo>
                    <a:pt x="26108" y="1325269"/>
                    <a:pt x="25060" y="1328911"/>
                    <a:pt x="24965" y="1332834"/>
                  </a:cubicBezTo>
                  <a:lnTo>
                    <a:pt x="26817" y="1341278"/>
                  </a:lnTo>
                  <a:lnTo>
                    <a:pt x="26775" y="1341519"/>
                  </a:lnTo>
                  <a:lnTo>
                    <a:pt x="26870" y="1341519"/>
                  </a:lnTo>
                  <a:lnTo>
                    <a:pt x="26817" y="1341278"/>
                  </a:lnTo>
                  <a:close/>
                  <a:moveTo>
                    <a:pt x="28776" y="1899343"/>
                  </a:moveTo>
                  <a:lnTo>
                    <a:pt x="28300" y="1900464"/>
                  </a:lnTo>
                  <a:lnTo>
                    <a:pt x="28162" y="1899138"/>
                  </a:lnTo>
                  <a:close/>
                  <a:moveTo>
                    <a:pt x="32395" y="1500377"/>
                  </a:moveTo>
                  <a:cubicBezTo>
                    <a:pt x="32680" y="1493933"/>
                    <a:pt x="32395" y="1486928"/>
                    <a:pt x="30204" y="1483847"/>
                  </a:cubicBezTo>
                  <a:cubicBezTo>
                    <a:pt x="29061" y="1482166"/>
                    <a:pt x="27346" y="1483006"/>
                    <a:pt x="26013" y="1483847"/>
                  </a:cubicBezTo>
                  <a:cubicBezTo>
                    <a:pt x="24679" y="1484967"/>
                    <a:pt x="24775" y="1489450"/>
                    <a:pt x="26203" y="1493653"/>
                  </a:cubicBezTo>
                  <a:lnTo>
                    <a:pt x="30630" y="1505842"/>
                  </a:lnTo>
                  <a:lnTo>
                    <a:pt x="30585" y="1505980"/>
                  </a:lnTo>
                  <a:lnTo>
                    <a:pt x="30680" y="1505980"/>
                  </a:lnTo>
                  <a:lnTo>
                    <a:pt x="30630" y="1505842"/>
                  </a:lnTo>
                  <a:close/>
                  <a:moveTo>
                    <a:pt x="34204" y="755399"/>
                  </a:moveTo>
                  <a:cubicBezTo>
                    <a:pt x="34395" y="751756"/>
                    <a:pt x="33633" y="747554"/>
                    <a:pt x="33252" y="743351"/>
                  </a:cubicBezTo>
                  <a:cubicBezTo>
                    <a:pt x="32299" y="745312"/>
                    <a:pt x="30775" y="746993"/>
                    <a:pt x="30680" y="749515"/>
                  </a:cubicBezTo>
                  <a:cubicBezTo>
                    <a:pt x="30490" y="753157"/>
                    <a:pt x="31156" y="757640"/>
                    <a:pt x="31537" y="761562"/>
                  </a:cubicBezTo>
                  <a:lnTo>
                    <a:pt x="31442" y="761843"/>
                  </a:lnTo>
                  <a:cubicBezTo>
                    <a:pt x="32395" y="759601"/>
                    <a:pt x="34014" y="757920"/>
                    <a:pt x="34204" y="755399"/>
                  </a:cubicBezTo>
                  <a:close/>
                  <a:moveTo>
                    <a:pt x="41062" y="3288436"/>
                  </a:moveTo>
                  <a:cubicBezTo>
                    <a:pt x="40872" y="3286755"/>
                    <a:pt x="40300" y="3285354"/>
                    <a:pt x="39824" y="3283673"/>
                  </a:cubicBezTo>
                  <a:cubicBezTo>
                    <a:pt x="38967" y="3288717"/>
                    <a:pt x="38014" y="3293479"/>
                    <a:pt x="37443" y="3298523"/>
                  </a:cubicBezTo>
                  <a:cubicBezTo>
                    <a:pt x="37348" y="3299643"/>
                    <a:pt x="38776" y="3302165"/>
                    <a:pt x="39443" y="3304126"/>
                  </a:cubicBezTo>
                  <a:lnTo>
                    <a:pt x="39538" y="3304126"/>
                  </a:lnTo>
                  <a:cubicBezTo>
                    <a:pt x="42110" y="3300204"/>
                    <a:pt x="41539" y="3294320"/>
                    <a:pt x="41062" y="3288436"/>
                  </a:cubicBezTo>
                  <a:close/>
                  <a:moveTo>
                    <a:pt x="47063" y="3235484"/>
                  </a:moveTo>
                  <a:cubicBezTo>
                    <a:pt x="46968" y="3233803"/>
                    <a:pt x="46396" y="3232402"/>
                    <a:pt x="46015" y="3231001"/>
                  </a:cubicBezTo>
                  <a:cubicBezTo>
                    <a:pt x="45634" y="3233523"/>
                    <a:pt x="45349" y="3236044"/>
                    <a:pt x="44968" y="3238566"/>
                  </a:cubicBezTo>
                  <a:lnTo>
                    <a:pt x="46301" y="3239126"/>
                  </a:lnTo>
                  <a:lnTo>
                    <a:pt x="46396" y="3239126"/>
                  </a:lnTo>
                  <a:cubicBezTo>
                    <a:pt x="46396" y="3239126"/>
                    <a:pt x="47158" y="3236605"/>
                    <a:pt x="47063" y="3235484"/>
                  </a:cubicBezTo>
                  <a:close/>
                  <a:moveTo>
                    <a:pt x="47920" y="3099600"/>
                  </a:moveTo>
                  <a:cubicBezTo>
                    <a:pt x="47730" y="3094277"/>
                    <a:pt x="48587" y="3087273"/>
                    <a:pt x="45825" y="3085311"/>
                  </a:cubicBezTo>
                  <a:cubicBezTo>
                    <a:pt x="45444" y="3085031"/>
                    <a:pt x="44301" y="3087553"/>
                    <a:pt x="44206" y="3089234"/>
                  </a:cubicBezTo>
                  <a:cubicBezTo>
                    <a:pt x="43825" y="3095117"/>
                    <a:pt x="43729" y="3101562"/>
                    <a:pt x="46111" y="3104083"/>
                  </a:cubicBezTo>
                  <a:cubicBezTo>
                    <a:pt x="46492" y="3104363"/>
                    <a:pt x="47254" y="3101281"/>
                    <a:pt x="47825" y="3099600"/>
                  </a:cubicBezTo>
                  <a:close/>
                  <a:moveTo>
                    <a:pt x="50206" y="3006863"/>
                  </a:moveTo>
                  <a:cubicBezTo>
                    <a:pt x="50111" y="3005182"/>
                    <a:pt x="49349" y="3002380"/>
                    <a:pt x="49254" y="3002380"/>
                  </a:cubicBezTo>
                  <a:cubicBezTo>
                    <a:pt x="47635" y="3004061"/>
                    <a:pt x="47254" y="3007143"/>
                    <a:pt x="48206" y="3009945"/>
                  </a:cubicBezTo>
                  <a:cubicBezTo>
                    <a:pt x="48492" y="3010506"/>
                    <a:pt x="49063" y="3010225"/>
                    <a:pt x="49540" y="3010506"/>
                  </a:cubicBezTo>
                  <a:cubicBezTo>
                    <a:pt x="49540" y="3010506"/>
                    <a:pt x="50302" y="3007984"/>
                    <a:pt x="50206" y="3006863"/>
                  </a:cubicBezTo>
                  <a:close/>
                  <a:moveTo>
                    <a:pt x="82972" y="117168"/>
                  </a:moveTo>
                  <a:cubicBezTo>
                    <a:pt x="82877" y="120810"/>
                    <a:pt x="81925" y="126974"/>
                    <a:pt x="81068" y="127254"/>
                  </a:cubicBezTo>
                  <a:cubicBezTo>
                    <a:pt x="77543" y="128374"/>
                    <a:pt x="73924" y="128094"/>
                    <a:pt x="73352" y="128094"/>
                  </a:cubicBezTo>
                  <a:cubicBezTo>
                    <a:pt x="68209" y="126693"/>
                    <a:pt x="65923" y="126133"/>
                    <a:pt x="63827" y="125293"/>
                  </a:cubicBezTo>
                  <a:cubicBezTo>
                    <a:pt x="63256" y="125012"/>
                    <a:pt x="62684" y="122491"/>
                    <a:pt x="62208" y="121090"/>
                  </a:cubicBezTo>
                  <a:cubicBezTo>
                    <a:pt x="62970" y="118849"/>
                    <a:pt x="63637" y="114366"/>
                    <a:pt x="64399" y="114366"/>
                  </a:cubicBezTo>
                  <a:cubicBezTo>
                    <a:pt x="70114" y="114086"/>
                    <a:pt x="76114" y="120249"/>
                    <a:pt x="81353" y="108202"/>
                  </a:cubicBezTo>
                  <a:cubicBezTo>
                    <a:pt x="81925" y="111284"/>
                    <a:pt x="83068" y="114366"/>
                    <a:pt x="82972" y="117168"/>
                  </a:cubicBezTo>
                  <a:close/>
                  <a:moveTo>
                    <a:pt x="93165" y="3790506"/>
                  </a:moveTo>
                  <a:cubicBezTo>
                    <a:pt x="92499" y="3791626"/>
                    <a:pt x="91927" y="3793027"/>
                    <a:pt x="91260" y="3794148"/>
                  </a:cubicBezTo>
                  <a:cubicBezTo>
                    <a:pt x="90879" y="3792467"/>
                    <a:pt x="90403" y="3790786"/>
                    <a:pt x="90022" y="3788825"/>
                  </a:cubicBezTo>
                  <a:cubicBezTo>
                    <a:pt x="90594" y="3787704"/>
                    <a:pt x="91356" y="3785183"/>
                    <a:pt x="91832" y="3785463"/>
                  </a:cubicBezTo>
                  <a:cubicBezTo>
                    <a:pt x="92403" y="3785743"/>
                    <a:pt x="92784" y="3788544"/>
                    <a:pt x="93165" y="3790506"/>
                  </a:cubicBezTo>
                  <a:close/>
                  <a:moveTo>
                    <a:pt x="94975" y="3872036"/>
                  </a:moveTo>
                  <a:cubicBezTo>
                    <a:pt x="94975" y="3872877"/>
                    <a:pt x="93832" y="3874558"/>
                    <a:pt x="93260" y="3875678"/>
                  </a:cubicBezTo>
                  <a:cubicBezTo>
                    <a:pt x="92784" y="3873997"/>
                    <a:pt x="91831" y="3871476"/>
                    <a:pt x="92022" y="3870635"/>
                  </a:cubicBezTo>
                  <a:cubicBezTo>
                    <a:pt x="93260" y="3864471"/>
                    <a:pt x="94403" y="3865031"/>
                    <a:pt x="94975" y="3872036"/>
                  </a:cubicBezTo>
                  <a:close/>
                  <a:moveTo>
                    <a:pt x="171269" y="90270"/>
                  </a:moveTo>
                  <a:lnTo>
                    <a:pt x="170959" y="89357"/>
                  </a:lnTo>
                  <a:lnTo>
                    <a:pt x="170888" y="88869"/>
                  </a:lnTo>
                  <a:close/>
                  <a:moveTo>
                    <a:pt x="171959" y="89302"/>
                  </a:moveTo>
                  <a:lnTo>
                    <a:pt x="171936" y="90830"/>
                  </a:lnTo>
                  <a:lnTo>
                    <a:pt x="171841" y="90830"/>
                  </a:lnTo>
                  <a:lnTo>
                    <a:pt x="171460" y="89429"/>
                  </a:lnTo>
                  <a:close/>
                  <a:moveTo>
                    <a:pt x="174794" y="35356"/>
                  </a:moveTo>
                  <a:cubicBezTo>
                    <a:pt x="178794" y="53567"/>
                    <a:pt x="177842" y="71779"/>
                    <a:pt x="173651" y="88869"/>
                  </a:cubicBezTo>
                  <a:lnTo>
                    <a:pt x="171959" y="89302"/>
                  </a:lnTo>
                  <a:lnTo>
                    <a:pt x="172317" y="64845"/>
                  </a:lnTo>
                  <a:cubicBezTo>
                    <a:pt x="172150" y="56300"/>
                    <a:pt x="171412" y="47964"/>
                    <a:pt x="169269" y="40119"/>
                  </a:cubicBezTo>
                  <a:cubicBezTo>
                    <a:pt x="168698" y="38158"/>
                    <a:pt x="169460" y="30313"/>
                    <a:pt x="170317" y="28352"/>
                  </a:cubicBezTo>
                  <a:cubicBezTo>
                    <a:pt x="172984" y="22188"/>
                    <a:pt x="173936" y="31434"/>
                    <a:pt x="174794" y="35356"/>
                  </a:cubicBezTo>
                  <a:close/>
                  <a:moveTo>
                    <a:pt x="210154" y="193985"/>
                  </a:moveTo>
                  <a:lnTo>
                    <a:pt x="209750" y="196176"/>
                  </a:lnTo>
                  <a:lnTo>
                    <a:pt x="209369" y="194775"/>
                  </a:lnTo>
                  <a:close/>
                  <a:moveTo>
                    <a:pt x="210702" y="135377"/>
                  </a:moveTo>
                  <a:cubicBezTo>
                    <a:pt x="210702" y="136498"/>
                    <a:pt x="209655" y="138179"/>
                    <a:pt x="209083" y="139580"/>
                  </a:cubicBezTo>
                  <a:cubicBezTo>
                    <a:pt x="208607" y="137619"/>
                    <a:pt x="207750" y="135097"/>
                    <a:pt x="207940" y="134256"/>
                  </a:cubicBezTo>
                  <a:cubicBezTo>
                    <a:pt x="209083" y="127812"/>
                    <a:pt x="210226" y="128373"/>
                    <a:pt x="210702" y="135377"/>
                  </a:cubicBezTo>
                  <a:close/>
                  <a:moveTo>
                    <a:pt x="212989" y="191133"/>
                  </a:moveTo>
                  <a:lnTo>
                    <a:pt x="210154" y="193985"/>
                  </a:lnTo>
                  <a:lnTo>
                    <a:pt x="211560" y="186370"/>
                  </a:lnTo>
                  <a:cubicBezTo>
                    <a:pt x="212798" y="184129"/>
                    <a:pt x="213846" y="187771"/>
                    <a:pt x="212989" y="191133"/>
                  </a:cubicBezTo>
                  <a:close/>
                  <a:moveTo>
                    <a:pt x="219561" y="151347"/>
                  </a:moveTo>
                  <a:cubicBezTo>
                    <a:pt x="218990" y="152467"/>
                    <a:pt x="218132" y="155269"/>
                    <a:pt x="217847" y="154709"/>
                  </a:cubicBezTo>
                  <a:cubicBezTo>
                    <a:pt x="215751" y="151347"/>
                    <a:pt x="215942" y="147985"/>
                    <a:pt x="218228" y="146864"/>
                  </a:cubicBezTo>
                  <a:cubicBezTo>
                    <a:pt x="218513" y="146864"/>
                    <a:pt x="219085" y="149946"/>
                    <a:pt x="219466" y="151347"/>
                  </a:cubicBezTo>
                  <a:close/>
                  <a:moveTo>
                    <a:pt x="250041" y="184968"/>
                  </a:moveTo>
                  <a:lnTo>
                    <a:pt x="249946" y="184688"/>
                  </a:lnTo>
                  <a:cubicBezTo>
                    <a:pt x="249946" y="184688"/>
                    <a:pt x="249088" y="182446"/>
                    <a:pt x="248898" y="182726"/>
                  </a:cubicBezTo>
                  <a:cubicBezTo>
                    <a:pt x="248326" y="183287"/>
                    <a:pt x="247374" y="185248"/>
                    <a:pt x="247469" y="186088"/>
                  </a:cubicBezTo>
                  <a:cubicBezTo>
                    <a:pt x="247945" y="191412"/>
                    <a:pt x="248898" y="192532"/>
                    <a:pt x="249850" y="189170"/>
                  </a:cubicBezTo>
                  <a:cubicBezTo>
                    <a:pt x="250136" y="188330"/>
                    <a:pt x="249946" y="186369"/>
                    <a:pt x="250041" y="184968"/>
                  </a:cubicBezTo>
                  <a:close/>
                  <a:moveTo>
                    <a:pt x="253375" y="4099535"/>
                  </a:moveTo>
                  <a:cubicBezTo>
                    <a:pt x="253375" y="4091971"/>
                    <a:pt x="252422" y="4088048"/>
                    <a:pt x="249946" y="4086928"/>
                  </a:cubicBezTo>
                  <a:cubicBezTo>
                    <a:pt x="246898" y="4085527"/>
                    <a:pt x="244231" y="4093091"/>
                    <a:pt x="244897" y="4101496"/>
                  </a:cubicBezTo>
                  <a:cubicBezTo>
                    <a:pt x="245469" y="4108221"/>
                    <a:pt x="247183" y="4111583"/>
                    <a:pt x="249565" y="4111583"/>
                  </a:cubicBezTo>
                  <a:cubicBezTo>
                    <a:pt x="251565" y="4109902"/>
                    <a:pt x="253375" y="4107941"/>
                    <a:pt x="253375" y="4099535"/>
                  </a:cubicBezTo>
                  <a:close/>
                  <a:moveTo>
                    <a:pt x="254613" y="4038738"/>
                  </a:moveTo>
                  <a:cubicBezTo>
                    <a:pt x="254422" y="4037057"/>
                    <a:pt x="253756" y="4033975"/>
                    <a:pt x="253565" y="4034255"/>
                  </a:cubicBezTo>
                  <a:cubicBezTo>
                    <a:pt x="251755" y="4035936"/>
                    <a:pt x="251374" y="4038738"/>
                    <a:pt x="252517" y="4041539"/>
                  </a:cubicBezTo>
                  <a:lnTo>
                    <a:pt x="253862" y="4042330"/>
                  </a:lnTo>
                  <a:lnTo>
                    <a:pt x="253851" y="4042380"/>
                  </a:lnTo>
                  <a:lnTo>
                    <a:pt x="253946" y="4042380"/>
                  </a:lnTo>
                  <a:lnTo>
                    <a:pt x="253862" y="4042330"/>
                  </a:lnTo>
                  <a:close/>
                  <a:moveTo>
                    <a:pt x="255184" y="4011281"/>
                  </a:moveTo>
                  <a:lnTo>
                    <a:pt x="253142" y="4008020"/>
                  </a:lnTo>
                  <a:lnTo>
                    <a:pt x="252327" y="4004557"/>
                  </a:lnTo>
                  <a:lnTo>
                    <a:pt x="251917" y="4003459"/>
                  </a:lnTo>
                  <a:lnTo>
                    <a:pt x="252803" y="3973738"/>
                  </a:lnTo>
                  <a:cubicBezTo>
                    <a:pt x="252803" y="3972057"/>
                    <a:pt x="252136" y="3969815"/>
                    <a:pt x="251565" y="3968414"/>
                  </a:cubicBezTo>
                  <a:cubicBezTo>
                    <a:pt x="251374" y="3967854"/>
                    <a:pt x="250327" y="3968414"/>
                    <a:pt x="250231" y="3968975"/>
                  </a:cubicBezTo>
                  <a:cubicBezTo>
                    <a:pt x="249374" y="3976820"/>
                    <a:pt x="248231" y="3984945"/>
                    <a:pt x="248041" y="3993070"/>
                  </a:cubicBezTo>
                  <a:lnTo>
                    <a:pt x="251917" y="4003459"/>
                  </a:lnTo>
                  <a:lnTo>
                    <a:pt x="251851" y="4005677"/>
                  </a:lnTo>
                  <a:lnTo>
                    <a:pt x="251851" y="4005958"/>
                  </a:lnTo>
                  <a:lnTo>
                    <a:pt x="253142" y="4008020"/>
                  </a:lnTo>
                  <a:lnTo>
                    <a:pt x="254899" y="4015484"/>
                  </a:lnTo>
                  <a:cubicBezTo>
                    <a:pt x="255089" y="4015484"/>
                    <a:pt x="255375" y="4011561"/>
                    <a:pt x="255184" y="4011281"/>
                  </a:cubicBezTo>
                  <a:close/>
                  <a:moveTo>
                    <a:pt x="277568" y="202058"/>
                  </a:moveTo>
                  <a:lnTo>
                    <a:pt x="277154" y="202505"/>
                  </a:lnTo>
                  <a:lnTo>
                    <a:pt x="277187" y="200938"/>
                  </a:lnTo>
                  <a:close/>
                  <a:moveTo>
                    <a:pt x="278482" y="200750"/>
                  </a:moveTo>
                  <a:lnTo>
                    <a:pt x="278425" y="202619"/>
                  </a:lnTo>
                  <a:lnTo>
                    <a:pt x="278044" y="201499"/>
                  </a:lnTo>
                  <a:close/>
                  <a:moveTo>
                    <a:pt x="282807" y="193374"/>
                  </a:moveTo>
                  <a:lnTo>
                    <a:pt x="278482" y="200750"/>
                  </a:lnTo>
                  <a:lnTo>
                    <a:pt x="278806" y="190292"/>
                  </a:lnTo>
                  <a:cubicBezTo>
                    <a:pt x="279187" y="185529"/>
                    <a:pt x="279187" y="177124"/>
                    <a:pt x="282045" y="182167"/>
                  </a:cubicBezTo>
                  <a:cubicBezTo>
                    <a:pt x="282807" y="183568"/>
                    <a:pt x="283092" y="189732"/>
                    <a:pt x="282807" y="193374"/>
                  </a:cubicBezTo>
                  <a:close/>
                  <a:moveTo>
                    <a:pt x="328146" y="320011"/>
                  </a:moveTo>
                  <a:cubicBezTo>
                    <a:pt x="327765" y="316929"/>
                    <a:pt x="327193" y="311045"/>
                    <a:pt x="327003" y="311045"/>
                  </a:cubicBezTo>
                  <a:cubicBezTo>
                    <a:pt x="325003" y="311886"/>
                    <a:pt x="323098" y="313847"/>
                    <a:pt x="321193" y="315528"/>
                  </a:cubicBezTo>
                  <a:lnTo>
                    <a:pt x="324217" y="323588"/>
                  </a:lnTo>
                  <a:lnTo>
                    <a:pt x="324145" y="323653"/>
                  </a:lnTo>
                  <a:lnTo>
                    <a:pt x="324241" y="323653"/>
                  </a:lnTo>
                  <a:lnTo>
                    <a:pt x="324217" y="323588"/>
                  </a:lnTo>
                  <a:close/>
                  <a:moveTo>
                    <a:pt x="417126" y="3910218"/>
                  </a:moveTo>
                  <a:lnTo>
                    <a:pt x="417014" y="3910419"/>
                  </a:lnTo>
                  <a:lnTo>
                    <a:pt x="417109" y="3910139"/>
                  </a:lnTo>
                  <a:close/>
                  <a:moveTo>
                    <a:pt x="417871" y="533783"/>
                  </a:moveTo>
                  <a:cubicBezTo>
                    <a:pt x="417871" y="534623"/>
                    <a:pt x="416824" y="536024"/>
                    <a:pt x="416157" y="537425"/>
                  </a:cubicBezTo>
                  <a:cubicBezTo>
                    <a:pt x="415776" y="535744"/>
                    <a:pt x="414823" y="533223"/>
                    <a:pt x="415014" y="532382"/>
                  </a:cubicBezTo>
                  <a:cubicBezTo>
                    <a:pt x="416252" y="526498"/>
                    <a:pt x="417395" y="527059"/>
                    <a:pt x="417871" y="533783"/>
                  </a:cubicBezTo>
                  <a:close/>
                  <a:moveTo>
                    <a:pt x="419967" y="3911820"/>
                  </a:moveTo>
                  <a:cubicBezTo>
                    <a:pt x="419395" y="3912940"/>
                    <a:pt x="418824" y="3914341"/>
                    <a:pt x="418252" y="3915462"/>
                  </a:cubicBezTo>
                  <a:lnTo>
                    <a:pt x="417126" y="3910218"/>
                  </a:lnTo>
                  <a:lnTo>
                    <a:pt x="418729" y="3907337"/>
                  </a:lnTo>
                  <a:cubicBezTo>
                    <a:pt x="419205" y="3907337"/>
                    <a:pt x="419586" y="3910139"/>
                    <a:pt x="419967" y="3911820"/>
                  </a:cubicBezTo>
                  <a:close/>
                  <a:moveTo>
                    <a:pt x="437874" y="3766970"/>
                  </a:moveTo>
                  <a:cubicBezTo>
                    <a:pt x="436636" y="3765010"/>
                    <a:pt x="435493" y="3761648"/>
                    <a:pt x="434159" y="3761648"/>
                  </a:cubicBezTo>
                  <a:cubicBezTo>
                    <a:pt x="433302" y="3761648"/>
                    <a:pt x="432349" y="3765570"/>
                    <a:pt x="431397" y="3767811"/>
                  </a:cubicBezTo>
                  <a:cubicBezTo>
                    <a:pt x="432635" y="3769772"/>
                    <a:pt x="433873" y="3771453"/>
                    <a:pt x="435112" y="3773134"/>
                  </a:cubicBezTo>
                  <a:lnTo>
                    <a:pt x="435207" y="3773415"/>
                  </a:lnTo>
                  <a:cubicBezTo>
                    <a:pt x="436064" y="3771173"/>
                    <a:pt x="437017" y="3769212"/>
                    <a:pt x="437874" y="3766970"/>
                  </a:cubicBezTo>
                  <a:close/>
                  <a:moveTo>
                    <a:pt x="510550" y="3120893"/>
                  </a:moveTo>
                  <a:lnTo>
                    <a:pt x="510169" y="3120800"/>
                  </a:lnTo>
                  <a:lnTo>
                    <a:pt x="510169" y="3119493"/>
                  </a:lnTo>
                  <a:close/>
                  <a:moveTo>
                    <a:pt x="511312" y="2681303"/>
                  </a:moveTo>
                  <a:cubicBezTo>
                    <a:pt x="511312" y="2679902"/>
                    <a:pt x="510645" y="2677941"/>
                    <a:pt x="510264" y="2676260"/>
                  </a:cubicBezTo>
                  <a:cubicBezTo>
                    <a:pt x="509692" y="2677661"/>
                    <a:pt x="509216" y="2678781"/>
                    <a:pt x="508645" y="2680182"/>
                  </a:cubicBezTo>
                  <a:cubicBezTo>
                    <a:pt x="509026" y="2681863"/>
                    <a:pt x="509407" y="2683825"/>
                    <a:pt x="509788" y="2685506"/>
                  </a:cubicBezTo>
                  <a:cubicBezTo>
                    <a:pt x="510359" y="2684105"/>
                    <a:pt x="511216" y="2682984"/>
                    <a:pt x="511312" y="2681303"/>
                  </a:cubicBezTo>
                  <a:close/>
                  <a:moveTo>
                    <a:pt x="511515" y="3121454"/>
                  </a:moveTo>
                  <a:lnTo>
                    <a:pt x="511502" y="3121454"/>
                  </a:lnTo>
                  <a:lnTo>
                    <a:pt x="511121" y="3120053"/>
                  </a:lnTo>
                  <a:close/>
                  <a:moveTo>
                    <a:pt x="512741" y="3483997"/>
                  </a:moveTo>
                  <a:cubicBezTo>
                    <a:pt x="513503" y="3489040"/>
                    <a:pt x="512741" y="3492683"/>
                    <a:pt x="510836" y="3494644"/>
                  </a:cubicBezTo>
                  <a:cubicBezTo>
                    <a:pt x="510169" y="3492122"/>
                    <a:pt x="508931" y="3489320"/>
                    <a:pt x="508931" y="3486519"/>
                  </a:cubicBezTo>
                  <a:cubicBezTo>
                    <a:pt x="508931" y="3482877"/>
                    <a:pt x="509979" y="3479234"/>
                    <a:pt x="510550" y="3475592"/>
                  </a:cubicBezTo>
                  <a:cubicBezTo>
                    <a:pt x="511312" y="3478394"/>
                    <a:pt x="512265" y="3480915"/>
                    <a:pt x="512741" y="3483997"/>
                  </a:cubicBezTo>
                  <a:close/>
                  <a:moveTo>
                    <a:pt x="513502" y="2484902"/>
                  </a:moveTo>
                  <a:lnTo>
                    <a:pt x="513026" y="2486023"/>
                  </a:lnTo>
                  <a:lnTo>
                    <a:pt x="513035" y="2485686"/>
                  </a:lnTo>
                  <a:close/>
                  <a:moveTo>
                    <a:pt x="514741" y="3135743"/>
                  </a:moveTo>
                  <a:lnTo>
                    <a:pt x="514247" y="3135469"/>
                  </a:lnTo>
                  <a:lnTo>
                    <a:pt x="514360" y="3134342"/>
                  </a:lnTo>
                  <a:close/>
                  <a:moveTo>
                    <a:pt x="518265" y="2757230"/>
                  </a:moveTo>
                  <a:lnTo>
                    <a:pt x="517884" y="2758070"/>
                  </a:lnTo>
                  <a:lnTo>
                    <a:pt x="517603" y="2756473"/>
                  </a:lnTo>
                  <a:close/>
                  <a:moveTo>
                    <a:pt x="518503" y="2500422"/>
                  </a:moveTo>
                  <a:lnTo>
                    <a:pt x="518074" y="2501433"/>
                  </a:lnTo>
                  <a:cubicBezTo>
                    <a:pt x="518550" y="2492187"/>
                    <a:pt x="517121" y="2487424"/>
                    <a:pt x="513978" y="2486864"/>
                  </a:cubicBezTo>
                  <a:lnTo>
                    <a:pt x="514454" y="2485743"/>
                  </a:lnTo>
                  <a:close/>
                  <a:moveTo>
                    <a:pt x="518550" y="2500312"/>
                  </a:moveTo>
                  <a:lnTo>
                    <a:pt x="518550" y="2500592"/>
                  </a:lnTo>
                  <a:lnTo>
                    <a:pt x="518503" y="2500422"/>
                  </a:lnTo>
                  <a:close/>
                  <a:moveTo>
                    <a:pt x="518902" y="2503034"/>
                  </a:moveTo>
                  <a:lnTo>
                    <a:pt x="518074" y="2501713"/>
                  </a:lnTo>
                  <a:lnTo>
                    <a:pt x="518169" y="2501713"/>
                  </a:lnTo>
                  <a:lnTo>
                    <a:pt x="518646" y="2500592"/>
                  </a:lnTo>
                  <a:close/>
                  <a:moveTo>
                    <a:pt x="519314" y="2757511"/>
                  </a:moveTo>
                  <a:lnTo>
                    <a:pt x="519056" y="2758970"/>
                  </a:lnTo>
                  <a:lnTo>
                    <a:pt x="518837" y="2758351"/>
                  </a:lnTo>
                  <a:lnTo>
                    <a:pt x="518933" y="2758351"/>
                  </a:lnTo>
                  <a:close/>
                  <a:moveTo>
                    <a:pt x="520455" y="2288222"/>
                  </a:moveTo>
                  <a:cubicBezTo>
                    <a:pt x="520360" y="2290463"/>
                    <a:pt x="518741" y="2292144"/>
                    <a:pt x="517884" y="2294105"/>
                  </a:cubicBezTo>
                  <a:cubicBezTo>
                    <a:pt x="517503" y="2290183"/>
                    <a:pt x="516741" y="2285980"/>
                    <a:pt x="516931" y="2282618"/>
                  </a:cubicBezTo>
                  <a:cubicBezTo>
                    <a:pt x="517122" y="2280097"/>
                    <a:pt x="518646" y="2278416"/>
                    <a:pt x="519598" y="2276174"/>
                  </a:cubicBezTo>
                  <a:lnTo>
                    <a:pt x="519598" y="2275894"/>
                  </a:lnTo>
                  <a:cubicBezTo>
                    <a:pt x="519979" y="2280377"/>
                    <a:pt x="520646" y="2284579"/>
                    <a:pt x="520455" y="2288222"/>
                  </a:cubicBezTo>
                  <a:close/>
                  <a:moveTo>
                    <a:pt x="521408" y="2507036"/>
                  </a:moveTo>
                  <a:cubicBezTo>
                    <a:pt x="522075" y="2511238"/>
                    <a:pt x="520741" y="2514320"/>
                    <a:pt x="519789" y="2511519"/>
                  </a:cubicBezTo>
                  <a:lnTo>
                    <a:pt x="518902" y="2503034"/>
                  </a:lnTo>
                  <a:close/>
                  <a:moveTo>
                    <a:pt x="521598" y="3097359"/>
                  </a:moveTo>
                  <a:lnTo>
                    <a:pt x="521260" y="3096748"/>
                  </a:lnTo>
                  <a:lnTo>
                    <a:pt x="521218" y="3096238"/>
                  </a:lnTo>
                  <a:close/>
                  <a:moveTo>
                    <a:pt x="521677" y="3094586"/>
                  </a:moveTo>
                  <a:lnTo>
                    <a:pt x="521600" y="3097080"/>
                  </a:lnTo>
                  <a:lnTo>
                    <a:pt x="521219" y="3095959"/>
                  </a:lnTo>
                  <a:close/>
                  <a:moveTo>
                    <a:pt x="522094" y="3068748"/>
                  </a:moveTo>
                  <a:lnTo>
                    <a:pt x="519218" y="3064019"/>
                  </a:lnTo>
                  <a:cubicBezTo>
                    <a:pt x="518551" y="3060377"/>
                    <a:pt x="519789" y="3057295"/>
                    <a:pt x="521028" y="3059817"/>
                  </a:cubicBezTo>
                  <a:close/>
                  <a:moveTo>
                    <a:pt x="522552" y="3069623"/>
                  </a:moveTo>
                  <a:lnTo>
                    <a:pt x="522441" y="3069839"/>
                  </a:lnTo>
                  <a:lnTo>
                    <a:pt x="522419" y="3070565"/>
                  </a:lnTo>
                  <a:lnTo>
                    <a:pt x="522271" y="3070171"/>
                  </a:lnTo>
                  <a:lnTo>
                    <a:pt x="522266" y="3070183"/>
                  </a:lnTo>
                  <a:lnTo>
                    <a:pt x="522261" y="3070144"/>
                  </a:lnTo>
                  <a:lnTo>
                    <a:pt x="522171" y="3069903"/>
                  </a:lnTo>
                  <a:lnTo>
                    <a:pt x="522221" y="3069805"/>
                  </a:lnTo>
                  <a:lnTo>
                    <a:pt x="522094" y="3068748"/>
                  </a:lnTo>
                  <a:lnTo>
                    <a:pt x="522456" y="3069342"/>
                  </a:lnTo>
                  <a:lnTo>
                    <a:pt x="522456" y="3069344"/>
                  </a:lnTo>
                  <a:lnTo>
                    <a:pt x="522457" y="3069343"/>
                  </a:lnTo>
                  <a:lnTo>
                    <a:pt x="522457" y="3069345"/>
                  </a:lnTo>
                  <a:close/>
                  <a:moveTo>
                    <a:pt x="522938" y="2351811"/>
                  </a:moveTo>
                  <a:lnTo>
                    <a:pt x="517313" y="2337813"/>
                  </a:lnTo>
                  <a:cubicBezTo>
                    <a:pt x="516647" y="2335852"/>
                    <a:pt x="516647" y="2331089"/>
                    <a:pt x="516932" y="2328287"/>
                  </a:cubicBezTo>
                  <a:cubicBezTo>
                    <a:pt x="517313" y="2324365"/>
                    <a:pt x="521790" y="2325765"/>
                    <a:pt x="522266" y="2330809"/>
                  </a:cubicBezTo>
                  <a:close/>
                  <a:moveTo>
                    <a:pt x="523090" y="2354721"/>
                  </a:moveTo>
                  <a:lnTo>
                    <a:pt x="523028" y="2354904"/>
                  </a:lnTo>
                  <a:lnTo>
                    <a:pt x="523028" y="2354624"/>
                  </a:lnTo>
                  <a:close/>
                  <a:moveTo>
                    <a:pt x="523218" y="2879945"/>
                  </a:moveTo>
                  <a:lnTo>
                    <a:pt x="522742" y="2881066"/>
                  </a:lnTo>
                  <a:lnTo>
                    <a:pt x="522646" y="2880329"/>
                  </a:lnTo>
                  <a:close/>
                  <a:moveTo>
                    <a:pt x="523505" y="2353222"/>
                  </a:moveTo>
                  <a:lnTo>
                    <a:pt x="523028" y="2354623"/>
                  </a:lnTo>
                  <a:lnTo>
                    <a:pt x="522938" y="2351811"/>
                  </a:lnTo>
                  <a:close/>
                  <a:moveTo>
                    <a:pt x="523777" y="2355791"/>
                  </a:moveTo>
                  <a:lnTo>
                    <a:pt x="523090" y="2354721"/>
                  </a:lnTo>
                  <a:lnTo>
                    <a:pt x="523504" y="2353503"/>
                  </a:lnTo>
                  <a:close/>
                  <a:moveTo>
                    <a:pt x="524170" y="3131820"/>
                  </a:moveTo>
                  <a:cubicBezTo>
                    <a:pt x="524837" y="3135182"/>
                    <a:pt x="523027" y="3142467"/>
                    <a:pt x="522265" y="3148070"/>
                  </a:cubicBezTo>
                  <a:cubicBezTo>
                    <a:pt x="521218" y="3145549"/>
                    <a:pt x="520170" y="3142467"/>
                    <a:pt x="519027" y="3140225"/>
                  </a:cubicBezTo>
                  <a:cubicBezTo>
                    <a:pt x="517884" y="3137984"/>
                    <a:pt x="516550" y="3136583"/>
                    <a:pt x="515312" y="3134902"/>
                  </a:cubicBezTo>
                  <a:lnTo>
                    <a:pt x="515693" y="3136303"/>
                  </a:lnTo>
                  <a:lnTo>
                    <a:pt x="511515" y="3121454"/>
                  </a:lnTo>
                  <a:lnTo>
                    <a:pt x="511597" y="3121454"/>
                  </a:lnTo>
                  <a:cubicBezTo>
                    <a:pt x="511788" y="3112769"/>
                    <a:pt x="511883" y="3103803"/>
                    <a:pt x="512264" y="3095118"/>
                  </a:cubicBezTo>
                  <a:cubicBezTo>
                    <a:pt x="512740" y="3082790"/>
                    <a:pt x="513693" y="3082230"/>
                    <a:pt x="517884" y="3090635"/>
                  </a:cubicBezTo>
                  <a:lnTo>
                    <a:pt x="521260" y="3096748"/>
                  </a:lnTo>
                  <a:close/>
                  <a:moveTo>
                    <a:pt x="525087" y="2883760"/>
                  </a:moveTo>
                  <a:lnTo>
                    <a:pt x="523789" y="2881626"/>
                  </a:lnTo>
                  <a:lnTo>
                    <a:pt x="523789" y="2881346"/>
                  </a:lnTo>
                  <a:cubicBezTo>
                    <a:pt x="523789" y="2881346"/>
                    <a:pt x="524265" y="2880225"/>
                    <a:pt x="524265" y="2880225"/>
                  </a:cubicBezTo>
                  <a:close/>
                  <a:moveTo>
                    <a:pt x="526267" y="3080830"/>
                  </a:moveTo>
                  <a:lnTo>
                    <a:pt x="521677" y="3094586"/>
                  </a:lnTo>
                  <a:lnTo>
                    <a:pt x="522419" y="3070565"/>
                  </a:lnTo>
                  <a:close/>
                  <a:moveTo>
                    <a:pt x="526267" y="2359667"/>
                  </a:moveTo>
                  <a:cubicBezTo>
                    <a:pt x="527029" y="2363309"/>
                    <a:pt x="525790" y="2366391"/>
                    <a:pt x="524743" y="2363869"/>
                  </a:cubicBezTo>
                  <a:lnTo>
                    <a:pt x="523777" y="2355791"/>
                  </a:lnTo>
                  <a:close/>
                  <a:moveTo>
                    <a:pt x="526742" y="2226584"/>
                  </a:moveTo>
                  <a:cubicBezTo>
                    <a:pt x="526171" y="2227985"/>
                    <a:pt x="525599" y="2229386"/>
                    <a:pt x="524932" y="2230506"/>
                  </a:cubicBezTo>
                  <a:cubicBezTo>
                    <a:pt x="524456" y="2228825"/>
                    <a:pt x="524075" y="2226864"/>
                    <a:pt x="523599" y="2225183"/>
                  </a:cubicBezTo>
                  <a:cubicBezTo>
                    <a:pt x="524170" y="2224062"/>
                    <a:pt x="524837" y="2221821"/>
                    <a:pt x="525314" y="2222101"/>
                  </a:cubicBezTo>
                  <a:cubicBezTo>
                    <a:pt x="525885" y="2222381"/>
                    <a:pt x="526266" y="2224903"/>
                    <a:pt x="526742" y="2226584"/>
                  </a:cubicBezTo>
                  <a:close/>
                  <a:moveTo>
                    <a:pt x="527028" y="2886949"/>
                  </a:moveTo>
                  <a:cubicBezTo>
                    <a:pt x="527218" y="2887229"/>
                    <a:pt x="526932" y="2890872"/>
                    <a:pt x="526742" y="2890872"/>
                  </a:cubicBezTo>
                  <a:lnTo>
                    <a:pt x="525087" y="2883760"/>
                  </a:lnTo>
                  <a:close/>
                  <a:moveTo>
                    <a:pt x="527218" y="3016669"/>
                  </a:moveTo>
                  <a:cubicBezTo>
                    <a:pt x="527504" y="3019471"/>
                    <a:pt x="525885" y="3023393"/>
                    <a:pt x="525123" y="3027036"/>
                  </a:cubicBezTo>
                  <a:cubicBezTo>
                    <a:pt x="524551" y="3025635"/>
                    <a:pt x="523885" y="3024514"/>
                    <a:pt x="523313" y="3023113"/>
                  </a:cubicBezTo>
                  <a:cubicBezTo>
                    <a:pt x="517408" y="3007984"/>
                    <a:pt x="517884" y="2981368"/>
                    <a:pt x="511502" y="2967359"/>
                  </a:cubicBezTo>
                  <a:cubicBezTo>
                    <a:pt x="510359" y="2964837"/>
                    <a:pt x="509311" y="2962316"/>
                    <a:pt x="508264" y="2959514"/>
                  </a:cubicBezTo>
                  <a:cubicBezTo>
                    <a:pt x="507597" y="2963437"/>
                    <a:pt x="506168" y="2967359"/>
                    <a:pt x="506263" y="2971001"/>
                  </a:cubicBezTo>
                  <a:cubicBezTo>
                    <a:pt x="506835" y="2988372"/>
                    <a:pt x="500644" y="2997337"/>
                    <a:pt x="500453" y="3013307"/>
                  </a:cubicBezTo>
                  <a:cubicBezTo>
                    <a:pt x="500453" y="3019471"/>
                    <a:pt x="500263" y="3028997"/>
                    <a:pt x="501501" y="3031799"/>
                  </a:cubicBezTo>
                  <a:cubicBezTo>
                    <a:pt x="512169" y="3055053"/>
                    <a:pt x="507502" y="3080829"/>
                    <a:pt x="503501" y="3106885"/>
                  </a:cubicBezTo>
                  <a:cubicBezTo>
                    <a:pt x="502072" y="3116130"/>
                    <a:pt x="502168" y="3116130"/>
                    <a:pt x="508264" y="3120333"/>
                  </a:cubicBezTo>
                  <a:lnTo>
                    <a:pt x="510169" y="3120800"/>
                  </a:lnTo>
                  <a:lnTo>
                    <a:pt x="510169" y="3133206"/>
                  </a:lnTo>
                  <a:lnTo>
                    <a:pt x="509692" y="3132941"/>
                  </a:lnTo>
                  <a:lnTo>
                    <a:pt x="509125" y="3134026"/>
                  </a:lnTo>
                  <a:lnTo>
                    <a:pt x="503692" y="3132380"/>
                  </a:lnTo>
                  <a:cubicBezTo>
                    <a:pt x="503120" y="3132380"/>
                    <a:pt x="502072" y="3135182"/>
                    <a:pt x="502072" y="3136023"/>
                  </a:cubicBezTo>
                  <a:cubicBezTo>
                    <a:pt x="502453" y="3139104"/>
                    <a:pt x="502930" y="3143868"/>
                    <a:pt x="503692" y="3144428"/>
                  </a:cubicBezTo>
                  <a:lnTo>
                    <a:pt x="509125" y="3134026"/>
                  </a:lnTo>
                  <a:lnTo>
                    <a:pt x="510169" y="3134342"/>
                  </a:lnTo>
                  <a:lnTo>
                    <a:pt x="510169" y="3133206"/>
                  </a:lnTo>
                  <a:lnTo>
                    <a:pt x="514247" y="3135469"/>
                  </a:lnTo>
                  <a:lnTo>
                    <a:pt x="511883" y="3158997"/>
                  </a:lnTo>
                  <a:cubicBezTo>
                    <a:pt x="508930" y="3166001"/>
                    <a:pt x="505978" y="3173286"/>
                    <a:pt x="503215" y="3180850"/>
                  </a:cubicBezTo>
                  <a:cubicBezTo>
                    <a:pt x="501787" y="3184773"/>
                    <a:pt x="498929" y="3188415"/>
                    <a:pt x="500929" y="3195419"/>
                  </a:cubicBezTo>
                  <a:cubicBezTo>
                    <a:pt x="502358" y="3200462"/>
                    <a:pt x="504549" y="3200182"/>
                    <a:pt x="507025" y="3196820"/>
                  </a:cubicBezTo>
                  <a:cubicBezTo>
                    <a:pt x="511121" y="3190937"/>
                    <a:pt x="512645" y="3192337"/>
                    <a:pt x="513693" y="3199622"/>
                  </a:cubicBezTo>
                  <a:cubicBezTo>
                    <a:pt x="514550" y="3205505"/>
                    <a:pt x="515693" y="3211669"/>
                    <a:pt x="515788" y="3217833"/>
                  </a:cubicBezTo>
                  <a:cubicBezTo>
                    <a:pt x="515979" y="3226799"/>
                    <a:pt x="515407" y="3235764"/>
                    <a:pt x="515026" y="3244449"/>
                  </a:cubicBezTo>
                  <a:cubicBezTo>
                    <a:pt x="515026" y="3246411"/>
                    <a:pt x="514360" y="3248372"/>
                    <a:pt x="513883" y="3249773"/>
                  </a:cubicBezTo>
                  <a:cubicBezTo>
                    <a:pt x="512836" y="3253135"/>
                    <a:pt x="511407" y="3251454"/>
                    <a:pt x="511312" y="3245290"/>
                  </a:cubicBezTo>
                  <a:cubicBezTo>
                    <a:pt x="511121" y="3232962"/>
                    <a:pt x="508740" y="3224837"/>
                    <a:pt x="505978" y="3216993"/>
                  </a:cubicBezTo>
                  <a:cubicBezTo>
                    <a:pt x="505597" y="3215872"/>
                    <a:pt x="504644" y="3214471"/>
                    <a:pt x="504263" y="3215031"/>
                  </a:cubicBezTo>
                  <a:cubicBezTo>
                    <a:pt x="503596" y="3215872"/>
                    <a:pt x="502930" y="3218113"/>
                    <a:pt x="502834" y="3219794"/>
                  </a:cubicBezTo>
                  <a:cubicBezTo>
                    <a:pt x="502358" y="3228480"/>
                    <a:pt x="502168" y="3237445"/>
                    <a:pt x="501691" y="3246130"/>
                  </a:cubicBezTo>
                  <a:cubicBezTo>
                    <a:pt x="500834" y="3260139"/>
                    <a:pt x="503215" y="3264902"/>
                    <a:pt x="507311" y="3269665"/>
                  </a:cubicBezTo>
                  <a:cubicBezTo>
                    <a:pt x="510169" y="3273027"/>
                    <a:pt x="510073" y="3289557"/>
                    <a:pt x="507502" y="3290958"/>
                  </a:cubicBezTo>
                  <a:cubicBezTo>
                    <a:pt x="502263" y="3293479"/>
                    <a:pt x="500072" y="3303846"/>
                    <a:pt x="497881" y="3315333"/>
                  </a:cubicBezTo>
                  <a:cubicBezTo>
                    <a:pt x="496929" y="3320376"/>
                    <a:pt x="494071" y="3324018"/>
                    <a:pt x="496453" y="3331303"/>
                  </a:cubicBezTo>
                  <a:cubicBezTo>
                    <a:pt x="503977" y="3353997"/>
                    <a:pt x="504168" y="3377811"/>
                    <a:pt x="497977" y="3403027"/>
                  </a:cubicBezTo>
                  <a:cubicBezTo>
                    <a:pt x="497500" y="3404988"/>
                    <a:pt x="497977" y="3411992"/>
                    <a:pt x="498739" y="3413393"/>
                  </a:cubicBezTo>
                  <a:cubicBezTo>
                    <a:pt x="506454" y="3428523"/>
                    <a:pt x="501691" y="3445053"/>
                    <a:pt x="498548" y="3457380"/>
                  </a:cubicBezTo>
                  <a:cubicBezTo>
                    <a:pt x="491119" y="3486798"/>
                    <a:pt x="493024" y="3520699"/>
                    <a:pt x="492166" y="3552919"/>
                  </a:cubicBezTo>
                  <a:cubicBezTo>
                    <a:pt x="492071" y="3558242"/>
                    <a:pt x="494262" y="3564686"/>
                    <a:pt x="495786" y="3569449"/>
                  </a:cubicBezTo>
                  <a:cubicBezTo>
                    <a:pt x="500072" y="3582898"/>
                    <a:pt x="497596" y="3585139"/>
                    <a:pt x="493024" y="3588501"/>
                  </a:cubicBezTo>
                  <a:cubicBezTo>
                    <a:pt x="489785" y="3591022"/>
                    <a:pt x="489214" y="3601109"/>
                    <a:pt x="491119" y="3609794"/>
                  </a:cubicBezTo>
                  <a:cubicBezTo>
                    <a:pt x="492738" y="3617359"/>
                    <a:pt x="494643" y="3624363"/>
                    <a:pt x="496453" y="3631648"/>
                  </a:cubicBezTo>
                  <a:cubicBezTo>
                    <a:pt x="497405" y="3635290"/>
                    <a:pt x="497024" y="3639492"/>
                    <a:pt x="495310" y="3642014"/>
                  </a:cubicBezTo>
                  <a:cubicBezTo>
                    <a:pt x="492071" y="3647057"/>
                    <a:pt x="488642" y="3651260"/>
                    <a:pt x="485308" y="3656303"/>
                  </a:cubicBezTo>
                  <a:cubicBezTo>
                    <a:pt x="483975" y="3658264"/>
                    <a:pt x="484261" y="3663867"/>
                    <a:pt x="486166" y="3665268"/>
                  </a:cubicBezTo>
                  <a:cubicBezTo>
                    <a:pt x="490928" y="3668630"/>
                    <a:pt x="491119" y="3677596"/>
                    <a:pt x="491309" y="3689923"/>
                  </a:cubicBezTo>
                  <a:cubicBezTo>
                    <a:pt x="491595" y="3713458"/>
                    <a:pt x="483880" y="3728027"/>
                    <a:pt x="484070" y="3751281"/>
                  </a:cubicBezTo>
                  <a:cubicBezTo>
                    <a:pt x="484070" y="3753522"/>
                    <a:pt x="481689" y="3758285"/>
                    <a:pt x="480546" y="3757725"/>
                  </a:cubicBezTo>
                  <a:cubicBezTo>
                    <a:pt x="474831" y="3756044"/>
                    <a:pt x="470259" y="3762208"/>
                    <a:pt x="466163" y="3773415"/>
                  </a:cubicBezTo>
                  <a:cubicBezTo>
                    <a:pt x="462258" y="3784061"/>
                    <a:pt x="457400" y="3779579"/>
                    <a:pt x="453019" y="3778178"/>
                  </a:cubicBezTo>
                  <a:cubicBezTo>
                    <a:pt x="447399" y="3776216"/>
                    <a:pt x="442351" y="3777898"/>
                    <a:pt x="438445" y="3790785"/>
                  </a:cubicBezTo>
                  <a:cubicBezTo>
                    <a:pt x="434159" y="3805074"/>
                    <a:pt x="432445" y="3787983"/>
                    <a:pt x="429492" y="3786022"/>
                  </a:cubicBezTo>
                  <a:cubicBezTo>
                    <a:pt x="428158" y="3785182"/>
                    <a:pt x="426634" y="3786863"/>
                    <a:pt x="425206" y="3787423"/>
                  </a:cubicBezTo>
                  <a:cubicBezTo>
                    <a:pt x="425396" y="3791065"/>
                    <a:pt x="425301" y="3794988"/>
                    <a:pt x="425777" y="3798070"/>
                  </a:cubicBezTo>
                  <a:cubicBezTo>
                    <a:pt x="426444" y="3801992"/>
                    <a:pt x="427396" y="3805915"/>
                    <a:pt x="428539" y="3808716"/>
                  </a:cubicBezTo>
                  <a:cubicBezTo>
                    <a:pt x="431778" y="3816842"/>
                    <a:pt x="430159" y="3821604"/>
                    <a:pt x="428063" y="3829449"/>
                  </a:cubicBezTo>
                  <a:cubicBezTo>
                    <a:pt x="424539" y="3842337"/>
                    <a:pt x="426349" y="3859427"/>
                    <a:pt x="425301" y="3874557"/>
                  </a:cubicBezTo>
                  <a:cubicBezTo>
                    <a:pt x="424920" y="3880160"/>
                    <a:pt x="424825" y="3888005"/>
                    <a:pt x="421872" y="3886044"/>
                  </a:cubicBezTo>
                  <a:cubicBezTo>
                    <a:pt x="420634" y="3885203"/>
                    <a:pt x="419586" y="3880440"/>
                    <a:pt x="418633" y="3877078"/>
                  </a:cubicBezTo>
                  <a:cubicBezTo>
                    <a:pt x="416633" y="3869514"/>
                    <a:pt x="415871" y="3861108"/>
                    <a:pt x="418252" y="3852984"/>
                  </a:cubicBezTo>
                  <a:cubicBezTo>
                    <a:pt x="420443" y="3845419"/>
                    <a:pt x="422348" y="3839255"/>
                    <a:pt x="417300" y="3835333"/>
                  </a:cubicBezTo>
                  <a:cubicBezTo>
                    <a:pt x="415109" y="3833652"/>
                    <a:pt x="413680" y="3830290"/>
                    <a:pt x="415681" y="3821884"/>
                  </a:cubicBezTo>
                  <a:cubicBezTo>
                    <a:pt x="417300" y="3815160"/>
                    <a:pt x="417871" y="3805915"/>
                    <a:pt x="418729" y="3797790"/>
                  </a:cubicBezTo>
                  <a:cubicBezTo>
                    <a:pt x="420634" y="3780419"/>
                    <a:pt x="418443" y="3763889"/>
                    <a:pt x="413490" y="3757445"/>
                  </a:cubicBezTo>
                  <a:cubicBezTo>
                    <a:pt x="407013" y="3749039"/>
                    <a:pt x="406727" y="3736712"/>
                    <a:pt x="407489" y="3720462"/>
                  </a:cubicBezTo>
                  <a:cubicBezTo>
                    <a:pt x="407775" y="3713738"/>
                    <a:pt x="407489" y="3707014"/>
                    <a:pt x="407870" y="3700290"/>
                  </a:cubicBezTo>
                  <a:cubicBezTo>
                    <a:pt x="408251" y="3692445"/>
                    <a:pt x="406822" y="3688242"/>
                    <a:pt x="404917" y="3684040"/>
                  </a:cubicBezTo>
                  <a:cubicBezTo>
                    <a:pt x="396821" y="3666949"/>
                    <a:pt x="390249" y="3646497"/>
                    <a:pt x="386915" y="3618199"/>
                  </a:cubicBezTo>
                  <a:cubicBezTo>
                    <a:pt x="386344" y="3613717"/>
                    <a:pt x="383391" y="3610915"/>
                    <a:pt x="381295" y="3608953"/>
                  </a:cubicBezTo>
                  <a:cubicBezTo>
                    <a:pt x="377771" y="3605871"/>
                    <a:pt x="374056" y="3610635"/>
                    <a:pt x="374152" y="3618480"/>
                  </a:cubicBezTo>
                  <a:cubicBezTo>
                    <a:pt x="374437" y="3642014"/>
                    <a:pt x="370818" y="3662466"/>
                    <a:pt x="366246" y="3678436"/>
                  </a:cubicBezTo>
                  <a:cubicBezTo>
                    <a:pt x="361674" y="3694406"/>
                    <a:pt x="362817" y="3717100"/>
                    <a:pt x="357102" y="3730828"/>
                  </a:cubicBezTo>
                  <a:cubicBezTo>
                    <a:pt x="355768" y="3733910"/>
                    <a:pt x="355959" y="3743436"/>
                    <a:pt x="355959" y="3749880"/>
                  </a:cubicBezTo>
                  <a:cubicBezTo>
                    <a:pt x="355864" y="3789665"/>
                    <a:pt x="354625" y="3801712"/>
                    <a:pt x="348148" y="3824126"/>
                  </a:cubicBezTo>
                  <a:cubicBezTo>
                    <a:pt x="346720" y="3829169"/>
                    <a:pt x="344338" y="3833091"/>
                    <a:pt x="343767" y="3838695"/>
                  </a:cubicBezTo>
                  <a:cubicBezTo>
                    <a:pt x="342052" y="3855225"/>
                    <a:pt x="335575" y="3859988"/>
                    <a:pt x="333861" y="3873997"/>
                  </a:cubicBezTo>
                  <a:cubicBezTo>
                    <a:pt x="332146" y="3888285"/>
                    <a:pt x="332623" y="3905096"/>
                    <a:pt x="331384" y="3920225"/>
                  </a:cubicBezTo>
                  <a:cubicBezTo>
                    <a:pt x="329003" y="3949923"/>
                    <a:pt x="323479" y="3976259"/>
                    <a:pt x="318907" y="4003436"/>
                  </a:cubicBezTo>
                  <a:cubicBezTo>
                    <a:pt x="312620" y="4007919"/>
                    <a:pt x="308429" y="4017725"/>
                    <a:pt x="308810" y="4039018"/>
                  </a:cubicBezTo>
                  <a:cubicBezTo>
                    <a:pt x="302714" y="4058350"/>
                    <a:pt x="296809" y="4078242"/>
                    <a:pt x="290522" y="4097014"/>
                  </a:cubicBezTo>
                  <a:cubicBezTo>
                    <a:pt x="286998" y="4107380"/>
                    <a:pt x="286045" y="4105699"/>
                    <a:pt x="284902" y="4088609"/>
                  </a:cubicBezTo>
                  <a:cubicBezTo>
                    <a:pt x="284617" y="4084406"/>
                    <a:pt x="285283" y="4078522"/>
                    <a:pt x="284521" y="4075440"/>
                  </a:cubicBezTo>
                  <a:cubicBezTo>
                    <a:pt x="280140" y="4056949"/>
                    <a:pt x="275854" y="4039018"/>
                    <a:pt x="278044" y="4014363"/>
                  </a:cubicBezTo>
                  <a:cubicBezTo>
                    <a:pt x="279854" y="3993350"/>
                    <a:pt x="277282" y="3968975"/>
                    <a:pt x="283855" y="3951604"/>
                  </a:cubicBezTo>
                  <a:cubicBezTo>
                    <a:pt x="284712" y="3949363"/>
                    <a:pt x="284998" y="3942078"/>
                    <a:pt x="284426" y="3939277"/>
                  </a:cubicBezTo>
                  <a:cubicBezTo>
                    <a:pt x="277949" y="3909018"/>
                    <a:pt x="283855" y="3878199"/>
                    <a:pt x="283569" y="3847660"/>
                  </a:cubicBezTo>
                  <a:cubicBezTo>
                    <a:pt x="283569" y="3844859"/>
                    <a:pt x="281664" y="3839535"/>
                    <a:pt x="281283" y="3840095"/>
                  </a:cubicBezTo>
                  <a:cubicBezTo>
                    <a:pt x="270329" y="3852143"/>
                    <a:pt x="266424" y="3879320"/>
                    <a:pt x="270234" y="3915462"/>
                  </a:cubicBezTo>
                  <a:cubicBezTo>
                    <a:pt x="272425" y="3935915"/>
                    <a:pt x="272234" y="3937035"/>
                    <a:pt x="264900" y="3939557"/>
                  </a:cubicBezTo>
                  <a:cubicBezTo>
                    <a:pt x="263471" y="3940117"/>
                    <a:pt x="261852" y="3939277"/>
                    <a:pt x="260423" y="3940117"/>
                  </a:cubicBezTo>
                  <a:cubicBezTo>
                    <a:pt x="258232" y="3941518"/>
                    <a:pt x="257756" y="3946001"/>
                    <a:pt x="259280" y="3948242"/>
                  </a:cubicBezTo>
                  <a:cubicBezTo>
                    <a:pt x="263471" y="3954406"/>
                    <a:pt x="267757" y="3960850"/>
                    <a:pt x="265662" y="3977380"/>
                  </a:cubicBezTo>
                  <a:cubicBezTo>
                    <a:pt x="264138" y="3989427"/>
                    <a:pt x="272520" y="4000074"/>
                    <a:pt x="265852" y="4011561"/>
                  </a:cubicBezTo>
                  <a:cubicBezTo>
                    <a:pt x="266329" y="4023889"/>
                    <a:pt x="268805" y="4034816"/>
                    <a:pt x="267853" y="4048264"/>
                  </a:cubicBezTo>
                  <a:cubicBezTo>
                    <a:pt x="266900" y="4061712"/>
                    <a:pt x="266995" y="4075160"/>
                    <a:pt x="260518" y="4075160"/>
                  </a:cubicBezTo>
                  <a:cubicBezTo>
                    <a:pt x="258328" y="4075160"/>
                    <a:pt x="257947" y="4079363"/>
                    <a:pt x="259185" y="4084126"/>
                  </a:cubicBezTo>
                  <a:cubicBezTo>
                    <a:pt x="261566" y="4092811"/>
                    <a:pt x="263947" y="4101496"/>
                    <a:pt x="266233" y="4110462"/>
                  </a:cubicBezTo>
                  <a:cubicBezTo>
                    <a:pt x="269853" y="4124190"/>
                    <a:pt x="269567" y="4124471"/>
                    <a:pt x="263376" y="4128673"/>
                  </a:cubicBezTo>
                  <a:cubicBezTo>
                    <a:pt x="254613" y="4134557"/>
                    <a:pt x="245850" y="4140160"/>
                    <a:pt x="236801" y="4134276"/>
                  </a:cubicBezTo>
                  <a:cubicBezTo>
                    <a:pt x="231753" y="4130914"/>
                    <a:pt x="227848" y="4135958"/>
                    <a:pt x="224609" y="4146604"/>
                  </a:cubicBezTo>
                  <a:cubicBezTo>
                    <a:pt x="222133" y="4154729"/>
                    <a:pt x="220228" y="4154169"/>
                    <a:pt x="217275" y="4147445"/>
                  </a:cubicBezTo>
                  <a:cubicBezTo>
                    <a:pt x="215084" y="4142682"/>
                    <a:pt x="211655" y="4140721"/>
                    <a:pt x="208798" y="4141001"/>
                  </a:cubicBezTo>
                  <a:cubicBezTo>
                    <a:pt x="199177" y="4142122"/>
                    <a:pt x="198511" y="4143242"/>
                    <a:pt x="196796" y="4122790"/>
                  </a:cubicBezTo>
                  <a:cubicBezTo>
                    <a:pt x="195558" y="4108221"/>
                    <a:pt x="193843" y="4111302"/>
                    <a:pt x="190986" y="4116906"/>
                  </a:cubicBezTo>
                  <a:cubicBezTo>
                    <a:pt x="187366" y="4123910"/>
                    <a:pt x="183747" y="4121109"/>
                    <a:pt x="180318" y="4115505"/>
                  </a:cubicBezTo>
                  <a:cubicBezTo>
                    <a:pt x="177746" y="4111302"/>
                    <a:pt x="175936" y="4105139"/>
                    <a:pt x="172888" y="4101777"/>
                  </a:cubicBezTo>
                  <a:cubicBezTo>
                    <a:pt x="161744" y="4089729"/>
                    <a:pt x="161935" y="4088889"/>
                    <a:pt x="162030" y="4054428"/>
                  </a:cubicBezTo>
                  <a:cubicBezTo>
                    <a:pt x="162030" y="4049945"/>
                    <a:pt x="162411" y="4045462"/>
                    <a:pt x="162220" y="4041259"/>
                  </a:cubicBezTo>
                  <a:cubicBezTo>
                    <a:pt x="161935" y="4035096"/>
                    <a:pt x="160887" y="4033975"/>
                    <a:pt x="159363" y="4035936"/>
                  </a:cubicBezTo>
                  <a:cubicBezTo>
                    <a:pt x="155839" y="4040699"/>
                    <a:pt x="151838" y="4054708"/>
                    <a:pt x="153362" y="4061151"/>
                  </a:cubicBezTo>
                  <a:cubicBezTo>
                    <a:pt x="157172" y="4077962"/>
                    <a:pt x="156124" y="4095332"/>
                    <a:pt x="155648" y="4112703"/>
                  </a:cubicBezTo>
                  <a:cubicBezTo>
                    <a:pt x="155172" y="4132035"/>
                    <a:pt x="154124" y="4135397"/>
                    <a:pt x="147361" y="4134837"/>
                  </a:cubicBezTo>
                  <a:cubicBezTo>
                    <a:pt x="142694" y="4134557"/>
                    <a:pt x="138694" y="4135677"/>
                    <a:pt x="134407" y="4142122"/>
                  </a:cubicBezTo>
                  <a:cubicBezTo>
                    <a:pt x="130026" y="4148845"/>
                    <a:pt x="125644" y="4144083"/>
                    <a:pt x="122406" y="4132315"/>
                  </a:cubicBezTo>
                  <a:cubicBezTo>
                    <a:pt x="120406" y="4125311"/>
                    <a:pt x="118596" y="4118027"/>
                    <a:pt x="119834" y="4108501"/>
                  </a:cubicBezTo>
                  <a:cubicBezTo>
                    <a:pt x="120787" y="4100656"/>
                    <a:pt x="125359" y="4096453"/>
                    <a:pt x="130026" y="4099255"/>
                  </a:cubicBezTo>
                  <a:cubicBezTo>
                    <a:pt x="131455" y="4100096"/>
                    <a:pt x="133455" y="4098134"/>
                    <a:pt x="132883" y="4094212"/>
                  </a:cubicBezTo>
                  <a:cubicBezTo>
                    <a:pt x="129835" y="4072079"/>
                    <a:pt x="132026" y="4045462"/>
                    <a:pt x="126121" y="4026410"/>
                  </a:cubicBezTo>
                  <a:cubicBezTo>
                    <a:pt x="120596" y="4008479"/>
                    <a:pt x="122787" y="3989427"/>
                    <a:pt x="125073" y="3970376"/>
                  </a:cubicBezTo>
                  <a:cubicBezTo>
                    <a:pt x="125740" y="3965053"/>
                    <a:pt x="129073" y="3961691"/>
                    <a:pt x="126311" y="3954406"/>
                  </a:cubicBezTo>
                  <a:cubicBezTo>
                    <a:pt x="119548" y="3937035"/>
                    <a:pt x="120882" y="3914341"/>
                    <a:pt x="121644" y="3892208"/>
                  </a:cubicBezTo>
                  <a:cubicBezTo>
                    <a:pt x="121930" y="3883242"/>
                    <a:pt x="121644" y="3876518"/>
                    <a:pt x="118405" y="3870074"/>
                  </a:cubicBezTo>
                  <a:cubicBezTo>
                    <a:pt x="113071" y="3859427"/>
                    <a:pt x="113357" y="3858307"/>
                    <a:pt x="117262" y="3840656"/>
                  </a:cubicBezTo>
                  <a:lnTo>
                    <a:pt x="118989" y="3829695"/>
                  </a:lnTo>
                  <a:lnTo>
                    <a:pt x="119548" y="3830570"/>
                  </a:lnTo>
                  <a:lnTo>
                    <a:pt x="119964" y="3828319"/>
                  </a:lnTo>
                  <a:lnTo>
                    <a:pt x="122596" y="3825807"/>
                  </a:lnTo>
                  <a:cubicBezTo>
                    <a:pt x="123549" y="3822164"/>
                    <a:pt x="122501" y="3818523"/>
                    <a:pt x="121358" y="3820764"/>
                  </a:cubicBezTo>
                  <a:lnTo>
                    <a:pt x="119964" y="3828319"/>
                  </a:lnTo>
                  <a:lnTo>
                    <a:pt x="119072" y="3829169"/>
                  </a:lnTo>
                  <a:lnTo>
                    <a:pt x="118989" y="3829695"/>
                  </a:lnTo>
                  <a:lnTo>
                    <a:pt x="110785" y="3816842"/>
                  </a:lnTo>
                  <a:cubicBezTo>
                    <a:pt x="109642" y="3804794"/>
                    <a:pt x="108309" y="3792747"/>
                    <a:pt x="107166" y="3780699"/>
                  </a:cubicBezTo>
                  <a:cubicBezTo>
                    <a:pt x="106547" y="3774115"/>
                    <a:pt x="104428" y="3772084"/>
                    <a:pt x="102463" y="3769597"/>
                  </a:cubicBezTo>
                  <a:lnTo>
                    <a:pt x="98907" y="3756562"/>
                  </a:lnTo>
                  <a:lnTo>
                    <a:pt x="98974" y="3756604"/>
                  </a:lnTo>
                  <a:lnTo>
                    <a:pt x="99246" y="3755172"/>
                  </a:lnTo>
                  <a:lnTo>
                    <a:pt x="102118" y="3752121"/>
                  </a:lnTo>
                  <a:cubicBezTo>
                    <a:pt x="102975" y="3748479"/>
                    <a:pt x="101927" y="3745117"/>
                    <a:pt x="100784" y="3747079"/>
                  </a:cubicBezTo>
                  <a:lnTo>
                    <a:pt x="99246" y="3755172"/>
                  </a:lnTo>
                  <a:lnTo>
                    <a:pt x="98689" y="3755764"/>
                  </a:lnTo>
                  <a:lnTo>
                    <a:pt x="98907" y="3756562"/>
                  </a:lnTo>
                  <a:lnTo>
                    <a:pt x="94498" y="3753803"/>
                  </a:lnTo>
                  <a:cubicBezTo>
                    <a:pt x="92878" y="3752121"/>
                    <a:pt x="89545" y="3753803"/>
                    <a:pt x="92212" y="3742316"/>
                  </a:cubicBezTo>
                  <a:cubicBezTo>
                    <a:pt x="96212" y="3725225"/>
                    <a:pt x="96212" y="3723264"/>
                    <a:pt x="90688" y="3713458"/>
                  </a:cubicBezTo>
                  <a:cubicBezTo>
                    <a:pt x="84782" y="3702811"/>
                    <a:pt x="82496" y="3689083"/>
                    <a:pt x="83353" y="3669191"/>
                  </a:cubicBezTo>
                  <a:cubicBezTo>
                    <a:pt x="84211" y="3649298"/>
                    <a:pt x="86497" y="3626884"/>
                    <a:pt x="84211" y="3610074"/>
                  </a:cubicBezTo>
                  <a:cubicBezTo>
                    <a:pt x="81353" y="3589341"/>
                    <a:pt x="83258" y="3570850"/>
                    <a:pt x="82591" y="3551518"/>
                  </a:cubicBezTo>
                  <a:cubicBezTo>
                    <a:pt x="82306" y="3543113"/>
                    <a:pt x="80496" y="3535268"/>
                    <a:pt x="79543" y="3526863"/>
                  </a:cubicBezTo>
                  <a:cubicBezTo>
                    <a:pt x="75924" y="3495204"/>
                    <a:pt x="72114" y="3463544"/>
                    <a:pt x="81067" y="3433566"/>
                  </a:cubicBezTo>
                  <a:cubicBezTo>
                    <a:pt x="81925" y="3430764"/>
                    <a:pt x="82306" y="3422919"/>
                    <a:pt x="81734" y="3421518"/>
                  </a:cubicBezTo>
                  <a:cubicBezTo>
                    <a:pt x="76305" y="3407790"/>
                    <a:pt x="80972" y="3385936"/>
                    <a:pt x="76876" y="3371648"/>
                  </a:cubicBezTo>
                  <a:cubicBezTo>
                    <a:pt x="75638" y="3367165"/>
                    <a:pt x="73828" y="3363803"/>
                    <a:pt x="72304" y="3359880"/>
                  </a:cubicBezTo>
                  <a:cubicBezTo>
                    <a:pt x="71733" y="3363803"/>
                    <a:pt x="70399" y="3368285"/>
                    <a:pt x="70685" y="3371648"/>
                  </a:cubicBezTo>
                  <a:cubicBezTo>
                    <a:pt x="72209" y="3387617"/>
                    <a:pt x="63256" y="3395462"/>
                    <a:pt x="67161" y="3413113"/>
                  </a:cubicBezTo>
                  <a:cubicBezTo>
                    <a:pt x="68018" y="3417036"/>
                    <a:pt x="66875" y="3421798"/>
                    <a:pt x="65161" y="3420397"/>
                  </a:cubicBezTo>
                  <a:cubicBezTo>
                    <a:pt x="59541" y="3415354"/>
                    <a:pt x="53921" y="3409751"/>
                    <a:pt x="48682" y="3402186"/>
                  </a:cubicBezTo>
                  <a:cubicBezTo>
                    <a:pt x="47349" y="3400225"/>
                    <a:pt x="46777" y="3390699"/>
                    <a:pt x="46682" y="3384535"/>
                  </a:cubicBezTo>
                  <a:cubicBezTo>
                    <a:pt x="46682" y="3369406"/>
                    <a:pt x="48682" y="3353156"/>
                    <a:pt x="43539" y="3341109"/>
                  </a:cubicBezTo>
                  <a:cubicBezTo>
                    <a:pt x="42967" y="3339708"/>
                    <a:pt x="42396" y="3337747"/>
                    <a:pt x="41729" y="3337186"/>
                  </a:cubicBezTo>
                  <a:cubicBezTo>
                    <a:pt x="41348" y="3336906"/>
                    <a:pt x="40300" y="3338307"/>
                    <a:pt x="40205" y="3339428"/>
                  </a:cubicBezTo>
                  <a:cubicBezTo>
                    <a:pt x="39348" y="3352316"/>
                    <a:pt x="38395" y="3365204"/>
                    <a:pt x="37919" y="3378372"/>
                  </a:cubicBezTo>
                  <a:cubicBezTo>
                    <a:pt x="37538" y="3390699"/>
                    <a:pt x="35252" y="3398824"/>
                    <a:pt x="32299" y="3406109"/>
                  </a:cubicBezTo>
                  <a:cubicBezTo>
                    <a:pt x="29823" y="3412272"/>
                    <a:pt x="24870" y="3411992"/>
                    <a:pt x="24584" y="3404428"/>
                  </a:cubicBezTo>
                  <a:cubicBezTo>
                    <a:pt x="23822" y="3384816"/>
                    <a:pt x="19345" y="3372768"/>
                    <a:pt x="15154" y="3360441"/>
                  </a:cubicBezTo>
                  <a:cubicBezTo>
                    <a:pt x="9630" y="3344191"/>
                    <a:pt x="8296" y="3321497"/>
                    <a:pt x="4391" y="3302725"/>
                  </a:cubicBezTo>
                  <a:cubicBezTo>
                    <a:pt x="3343" y="3297962"/>
                    <a:pt x="3724" y="3287036"/>
                    <a:pt x="6296" y="3286195"/>
                  </a:cubicBezTo>
                  <a:cubicBezTo>
                    <a:pt x="16964" y="3282553"/>
                    <a:pt x="13249" y="3257617"/>
                    <a:pt x="14488" y="3240247"/>
                  </a:cubicBezTo>
                  <a:cubicBezTo>
                    <a:pt x="14678" y="3238005"/>
                    <a:pt x="12678" y="3232682"/>
                    <a:pt x="11440" y="3231842"/>
                  </a:cubicBezTo>
                  <a:cubicBezTo>
                    <a:pt x="4296" y="3227359"/>
                    <a:pt x="7439" y="3204945"/>
                    <a:pt x="3629" y="3194298"/>
                  </a:cubicBezTo>
                  <a:cubicBezTo>
                    <a:pt x="2962" y="3192337"/>
                    <a:pt x="4296" y="3182531"/>
                    <a:pt x="5344" y="3176928"/>
                  </a:cubicBezTo>
                  <a:cubicBezTo>
                    <a:pt x="6963" y="3167962"/>
                    <a:pt x="13154" y="3164320"/>
                    <a:pt x="11249" y="3153113"/>
                  </a:cubicBezTo>
                  <a:cubicBezTo>
                    <a:pt x="8773" y="3138544"/>
                    <a:pt x="13249" y="3134061"/>
                    <a:pt x="13916" y="3124816"/>
                  </a:cubicBezTo>
                  <a:cubicBezTo>
                    <a:pt x="14678" y="3113609"/>
                    <a:pt x="14202" y="3103242"/>
                    <a:pt x="12392" y="3092596"/>
                  </a:cubicBezTo>
                  <a:cubicBezTo>
                    <a:pt x="10106" y="3079708"/>
                    <a:pt x="11249" y="3066820"/>
                    <a:pt x="14392" y="3055893"/>
                  </a:cubicBezTo>
                  <a:cubicBezTo>
                    <a:pt x="18298" y="3042165"/>
                    <a:pt x="17726" y="3028437"/>
                    <a:pt x="15250" y="3012747"/>
                  </a:cubicBezTo>
                  <a:cubicBezTo>
                    <a:pt x="9058" y="2974924"/>
                    <a:pt x="7725" y="2937381"/>
                    <a:pt x="16393" y="2900118"/>
                  </a:cubicBezTo>
                  <a:cubicBezTo>
                    <a:pt x="17821" y="2893954"/>
                    <a:pt x="17917" y="2881626"/>
                    <a:pt x="16774" y="2874902"/>
                  </a:cubicBezTo>
                  <a:cubicBezTo>
                    <a:pt x="14678" y="2862294"/>
                    <a:pt x="15535" y="2847725"/>
                    <a:pt x="14011" y="2836799"/>
                  </a:cubicBezTo>
                  <a:cubicBezTo>
                    <a:pt x="10773" y="2814665"/>
                    <a:pt x="9535" y="2793932"/>
                    <a:pt x="14202" y="2774040"/>
                  </a:cubicBezTo>
                  <a:cubicBezTo>
                    <a:pt x="17536" y="2760031"/>
                    <a:pt x="12106" y="2750786"/>
                    <a:pt x="13440" y="2737618"/>
                  </a:cubicBezTo>
                  <a:cubicBezTo>
                    <a:pt x="15440" y="2718566"/>
                    <a:pt x="9535" y="2697273"/>
                    <a:pt x="15059" y="2677381"/>
                  </a:cubicBezTo>
                  <a:cubicBezTo>
                    <a:pt x="16774" y="2671497"/>
                    <a:pt x="15726" y="2661131"/>
                    <a:pt x="14583" y="2652165"/>
                  </a:cubicBezTo>
                  <a:cubicBezTo>
                    <a:pt x="12773" y="2638156"/>
                    <a:pt x="12487" y="2622187"/>
                    <a:pt x="10487" y="2608458"/>
                  </a:cubicBezTo>
                  <a:cubicBezTo>
                    <a:pt x="9154" y="2599213"/>
                    <a:pt x="11630" y="2597251"/>
                    <a:pt x="12202" y="2591928"/>
                  </a:cubicBezTo>
                  <a:cubicBezTo>
                    <a:pt x="15535" y="2562230"/>
                    <a:pt x="16202" y="2531131"/>
                    <a:pt x="16393" y="2500032"/>
                  </a:cubicBezTo>
                  <a:cubicBezTo>
                    <a:pt x="16393" y="2494148"/>
                    <a:pt x="14488" y="2488264"/>
                    <a:pt x="13630" y="2482101"/>
                  </a:cubicBezTo>
                  <a:cubicBezTo>
                    <a:pt x="11821" y="2469213"/>
                    <a:pt x="18012" y="2461088"/>
                    <a:pt x="17059" y="2454644"/>
                  </a:cubicBezTo>
                  <a:cubicBezTo>
                    <a:pt x="15250" y="2441195"/>
                    <a:pt x="14678" y="2436152"/>
                    <a:pt x="20393" y="2435032"/>
                  </a:cubicBezTo>
                  <a:cubicBezTo>
                    <a:pt x="22774" y="2434471"/>
                    <a:pt x="23441" y="2426626"/>
                    <a:pt x="23632" y="2419902"/>
                  </a:cubicBezTo>
                  <a:cubicBezTo>
                    <a:pt x="23917" y="2411777"/>
                    <a:pt x="18869" y="2406734"/>
                    <a:pt x="22298" y="2397208"/>
                  </a:cubicBezTo>
                  <a:cubicBezTo>
                    <a:pt x="26394" y="2385721"/>
                    <a:pt x="20393" y="2378717"/>
                    <a:pt x="20869" y="2368070"/>
                  </a:cubicBezTo>
                  <a:cubicBezTo>
                    <a:pt x="21250" y="2359665"/>
                    <a:pt x="22584" y="2350420"/>
                    <a:pt x="20298" y="2342575"/>
                  </a:cubicBezTo>
                  <a:cubicBezTo>
                    <a:pt x="16107" y="2328286"/>
                    <a:pt x="19726" y="2319040"/>
                    <a:pt x="22203" y="2307833"/>
                  </a:cubicBezTo>
                  <a:cubicBezTo>
                    <a:pt x="23060" y="2303911"/>
                    <a:pt x="21917" y="2295786"/>
                    <a:pt x="21727" y="2289902"/>
                  </a:cubicBezTo>
                  <a:cubicBezTo>
                    <a:pt x="20393" y="2291864"/>
                    <a:pt x="19060" y="2294105"/>
                    <a:pt x="17631" y="2296066"/>
                  </a:cubicBezTo>
                  <a:cubicBezTo>
                    <a:pt x="17155" y="2296626"/>
                    <a:pt x="16012" y="2296626"/>
                    <a:pt x="15916" y="2296066"/>
                  </a:cubicBezTo>
                  <a:cubicBezTo>
                    <a:pt x="15631" y="2291864"/>
                    <a:pt x="15059" y="2287381"/>
                    <a:pt x="15345" y="2283738"/>
                  </a:cubicBezTo>
                  <a:cubicBezTo>
                    <a:pt x="15916" y="2276454"/>
                    <a:pt x="18393" y="2276174"/>
                    <a:pt x="20393" y="2273652"/>
                  </a:cubicBezTo>
                  <a:cubicBezTo>
                    <a:pt x="23060" y="2270290"/>
                    <a:pt x="26394" y="2265247"/>
                    <a:pt x="27346" y="2258243"/>
                  </a:cubicBezTo>
                  <a:cubicBezTo>
                    <a:pt x="29061" y="2246196"/>
                    <a:pt x="22965" y="2250958"/>
                    <a:pt x="22298" y="2243674"/>
                  </a:cubicBezTo>
                  <a:cubicBezTo>
                    <a:pt x="20869" y="2227144"/>
                    <a:pt x="20869" y="2210333"/>
                    <a:pt x="18012" y="2194083"/>
                  </a:cubicBezTo>
                  <a:cubicBezTo>
                    <a:pt x="16583" y="2186239"/>
                    <a:pt x="20203" y="2180355"/>
                    <a:pt x="23536" y="2178674"/>
                  </a:cubicBezTo>
                  <a:cubicBezTo>
                    <a:pt x="27156" y="2176713"/>
                    <a:pt x="28299" y="2168308"/>
                    <a:pt x="26584" y="2159062"/>
                  </a:cubicBezTo>
                  <a:cubicBezTo>
                    <a:pt x="25251" y="2151217"/>
                    <a:pt x="22489" y="2145334"/>
                    <a:pt x="21441" y="2137209"/>
                  </a:cubicBezTo>
                  <a:lnTo>
                    <a:pt x="20622" y="2112585"/>
                  </a:lnTo>
                  <a:lnTo>
                    <a:pt x="20648" y="2112586"/>
                  </a:lnTo>
                  <a:lnTo>
                    <a:pt x="20618" y="2112454"/>
                  </a:lnTo>
                  <a:lnTo>
                    <a:pt x="20622" y="2112585"/>
                  </a:lnTo>
                  <a:lnTo>
                    <a:pt x="20107" y="2112553"/>
                  </a:lnTo>
                  <a:lnTo>
                    <a:pt x="20454" y="2111739"/>
                  </a:lnTo>
                  <a:lnTo>
                    <a:pt x="20355" y="2111309"/>
                  </a:lnTo>
                  <a:lnTo>
                    <a:pt x="20521" y="2111580"/>
                  </a:lnTo>
                  <a:lnTo>
                    <a:pt x="20584" y="2111432"/>
                  </a:lnTo>
                  <a:lnTo>
                    <a:pt x="20593" y="2111698"/>
                  </a:lnTo>
                  <a:lnTo>
                    <a:pt x="21156" y="2112617"/>
                  </a:lnTo>
                  <a:lnTo>
                    <a:pt x="24679" y="2112833"/>
                  </a:lnTo>
                  <a:cubicBezTo>
                    <a:pt x="26108" y="2112273"/>
                    <a:pt x="27346" y="2110312"/>
                    <a:pt x="28775" y="2108911"/>
                  </a:cubicBezTo>
                  <a:cubicBezTo>
                    <a:pt x="23917" y="2094902"/>
                    <a:pt x="27823" y="2074730"/>
                    <a:pt x="24775" y="2059040"/>
                  </a:cubicBezTo>
                  <a:cubicBezTo>
                    <a:pt x="21917" y="2044191"/>
                    <a:pt x="26965" y="2048954"/>
                    <a:pt x="28966" y="2045592"/>
                  </a:cubicBezTo>
                  <a:cubicBezTo>
                    <a:pt x="32966" y="2038868"/>
                    <a:pt x="33157" y="2028501"/>
                    <a:pt x="29251" y="2020937"/>
                  </a:cubicBezTo>
                  <a:cubicBezTo>
                    <a:pt x="27632" y="2017855"/>
                    <a:pt x="24965" y="2018135"/>
                    <a:pt x="25156" y="2010570"/>
                  </a:cubicBezTo>
                  <a:cubicBezTo>
                    <a:pt x="25156" y="2008889"/>
                    <a:pt x="27632" y="2006928"/>
                    <a:pt x="29061" y="2006088"/>
                  </a:cubicBezTo>
                  <a:cubicBezTo>
                    <a:pt x="31537" y="2004687"/>
                    <a:pt x="32776" y="2000484"/>
                    <a:pt x="33442" y="1993480"/>
                  </a:cubicBezTo>
                  <a:cubicBezTo>
                    <a:pt x="35728" y="1970226"/>
                    <a:pt x="31918" y="1950614"/>
                    <a:pt x="29537" y="1929881"/>
                  </a:cubicBezTo>
                  <a:cubicBezTo>
                    <a:pt x="29537" y="1929601"/>
                    <a:pt x="27156" y="1931842"/>
                    <a:pt x="25918" y="1932122"/>
                  </a:cubicBezTo>
                  <a:cubicBezTo>
                    <a:pt x="22679" y="1932963"/>
                    <a:pt x="18679" y="1924278"/>
                    <a:pt x="18298" y="1914191"/>
                  </a:cubicBezTo>
                  <a:lnTo>
                    <a:pt x="23233" y="1897442"/>
                  </a:lnTo>
                  <a:lnTo>
                    <a:pt x="25727" y="1906907"/>
                  </a:lnTo>
                  <a:lnTo>
                    <a:pt x="27486" y="1898913"/>
                  </a:lnTo>
                  <a:lnTo>
                    <a:pt x="24596" y="1897951"/>
                  </a:lnTo>
                  <a:lnTo>
                    <a:pt x="27252" y="1890377"/>
                  </a:lnTo>
                  <a:lnTo>
                    <a:pt x="28162" y="1899138"/>
                  </a:lnTo>
                  <a:lnTo>
                    <a:pt x="27557" y="1898937"/>
                  </a:lnTo>
                  <a:lnTo>
                    <a:pt x="28299" y="1900463"/>
                  </a:lnTo>
                  <a:cubicBezTo>
                    <a:pt x="30109" y="1903545"/>
                    <a:pt x="32014" y="1906907"/>
                    <a:pt x="33823" y="1909989"/>
                  </a:cubicBezTo>
                  <a:cubicBezTo>
                    <a:pt x="34395" y="1910829"/>
                    <a:pt x="35443" y="1912230"/>
                    <a:pt x="35443" y="1911950"/>
                  </a:cubicBezTo>
                  <a:cubicBezTo>
                    <a:pt x="36109" y="1908308"/>
                    <a:pt x="37443" y="1902984"/>
                    <a:pt x="37062" y="1900743"/>
                  </a:cubicBezTo>
                  <a:cubicBezTo>
                    <a:pt x="34014" y="1885894"/>
                    <a:pt x="30394" y="1872165"/>
                    <a:pt x="27442" y="1857316"/>
                  </a:cubicBezTo>
                  <a:cubicBezTo>
                    <a:pt x="26489" y="1852553"/>
                    <a:pt x="25727" y="1843588"/>
                    <a:pt x="26584" y="1839665"/>
                  </a:cubicBezTo>
                  <a:cubicBezTo>
                    <a:pt x="28870" y="1828739"/>
                    <a:pt x="33442" y="1819773"/>
                    <a:pt x="29156" y="1806045"/>
                  </a:cubicBezTo>
                  <a:cubicBezTo>
                    <a:pt x="25632" y="1794558"/>
                    <a:pt x="34014" y="1790075"/>
                    <a:pt x="30394" y="1779709"/>
                  </a:cubicBezTo>
                  <a:cubicBezTo>
                    <a:pt x="28394" y="1773825"/>
                    <a:pt x="29442" y="1769062"/>
                    <a:pt x="31061" y="1764019"/>
                  </a:cubicBezTo>
                  <a:cubicBezTo>
                    <a:pt x="33442" y="1756734"/>
                    <a:pt x="33823" y="1748329"/>
                    <a:pt x="31537" y="1740765"/>
                  </a:cubicBezTo>
                  <a:lnTo>
                    <a:pt x="21187" y="1708961"/>
                  </a:lnTo>
                  <a:lnTo>
                    <a:pt x="21158" y="1709023"/>
                  </a:lnTo>
                  <a:lnTo>
                    <a:pt x="21155" y="1709105"/>
                  </a:lnTo>
                  <a:lnTo>
                    <a:pt x="21143" y="1709056"/>
                  </a:lnTo>
                  <a:lnTo>
                    <a:pt x="20473" y="1710494"/>
                  </a:lnTo>
                  <a:lnTo>
                    <a:pt x="20923" y="1708195"/>
                  </a:lnTo>
                  <a:lnTo>
                    <a:pt x="20869" y="1707984"/>
                  </a:lnTo>
                  <a:lnTo>
                    <a:pt x="20928" y="1708167"/>
                  </a:lnTo>
                  <a:lnTo>
                    <a:pt x="20964" y="1707984"/>
                  </a:lnTo>
                  <a:lnTo>
                    <a:pt x="20964" y="1707704"/>
                  </a:lnTo>
                  <a:lnTo>
                    <a:pt x="21176" y="1708535"/>
                  </a:lnTo>
                  <a:lnTo>
                    <a:pt x="22108" y="1683049"/>
                  </a:lnTo>
                  <a:cubicBezTo>
                    <a:pt x="22393" y="1675765"/>
                    <a:pt x="23822" y="1670441"/>
                    <a:pt x="26108" y="1669881"/>
                  </a:cubicBezTo>
                  <a:cubicBezTo>
                    <a:pt x="32585" y="1668480"/>
                    <a:pt x="32395" y="1654471"/>
                    <a:pt x="32109" y="1641584"/>
                  </a:cubicBezTo>
                  <a:cubicBezTo>
                    <a:pt x="32014" y="1635700"/>
                    <a:pt x="29061" y="1625894"/>
                    <a:pt x="29442" y="1624773"/>
                  </a:cubicBezTo>
                  <a:cubicBezTo>
                    <a:pt x="38681" y="1599838"/>
                    <a:pt x="29823" y="1572381"/>
                    <a:pt x="30775" y="1546605"/>
                  </a:cubicBezTo>
                  <a:lnTo>
                    <a:pt x="27048" y="1535145"/>
                  </a:lnTo>
                  <a:lnTo>
                    <a:pt x="26722" y="1535771"/>
                  </a:lnTo>
                  <a:lnTo>
                    <a:pt x="26767" y="1534280"/>
                  </a:lnTo>
                  <a:lnTo>
                    <a:pt x="26584" y="1533717"/>
                  </a:lnTo>
                  <a:lnTo>
                    <a:pt x="26768" y="1534258"/>
                  </a:lnTo>
                  <a:lnTo>
                    <a:pt x="26768" y="1534254"/>
                  </a:lnTo>
                  <a:lnTo>
                    <a:pt x="26963" y="1534828"/>
                  </a:lnTo>
                  <a:lnTo>
                    <a:pt x="26776" y="1534002"/>
                  </a:lnTo>
                  <a:lnTo>
                    <a:pt x="26768" y="1534254"/>
                  </a:lnTo>
                  <a:lnTo>
                    <a:pt x="26681" y="1533998"/>
                  </a:lnTo>
                  <a:lnTo>
                    <a:pt x="26775" y="1533998"/>
                  </a:lnTo>
                  <a:lnTo>
                    <a:pt x="20869" y="1507941"/>
                  </a:lnTo>
                  <a:cubicBezTo>
                    <a:pt x="14964" y="1519989"/>
                    <a:pt x="13630" y="1513545"/>
                    <a:pt x="14011" y="1495053"/>
                  </a:cubicBezTo>
                  <a:cubicBezTo>
                    <a:pt x="14202" y="1486928"/>
                    <a:pt x="12106" y="1478803"/>
                    <a:pt x="11630" y="1470398"/>
                  </a:cubicBezTo>
                  <a:cubicBezTo>
                    <a:pt x="10297" y="1447424"/>
                    <a:pt x="10963" y="1426691"/>
                    <a:pt x="18583" y="1412123"/>
                  </a:cubicBezTo>
                  <a:cubicBezTo>
                    <a:pt x="22393" y="1404838"/>
                    <a:pt x="20203" y="1400355"/>
                    <a:pt x="16964" y="1395312"/>
                  </a:cubicBezTo>
                  <a:cubicBezTo>
                    <a:pt x="13440" y="1389709"/>
                    <a:pt x="12202" y="1376541"/>
                    <a:pt x="14297" y="1367295"/>
                  </a:cubicBezTo>
                  <a:cubicBezTo>
                    <a:pt x="17726" y="1352166"/>
                    <a:pt x="21917" y="1338998"/>
                    <a:pt x="15916" y="1320786"/>
                  </a:cubicBezTo>
                  <a:cubicBezTo>
                    <a:pt x="15250" y="1318825"/>
                    <a:pt x="16774" y="1308739"/>
                    <a:pt x="18012" y="1303696"/>
                  </a:cubicBezTo>
                  <a:cubicBezTo>
                    <a:pt x="22870" y="1283523"/>
                    <a:pt x="23727" y="1263911"/>
                    <a:pt x="18679" y="1242618"/>
                  </a:cubicBezTo>
                  <a:cubicBezTo>
                    <a:pt x="16964" y="1235614"/>
                    <a:pt x="14392" y="1226648"/>
                    <a:pt x="14773" y="1219924"/>
                  </a:cubicBezTo>
                  <a:cubicBezTo>
                    <a:pt x="16012" y="1200873"/>
                    <a:pt x="9344" y="1187424"/>
                    <a:pt x="11154" y="1168933"/>
                  </a:cubicBezTo>
                  <a:cubicBezTo>
                    <a:pt x="12487" y="1155485"/>
                    <a:pt x="12011" y="1143157"/>
                    <a:pt x="9058" y="1131110"/>
                  </a:cubicBezTo>
                  <a:cubicBezTo>
                    <a:pt x="7820" y="1126067"/>
                    <a:pt x="8392" y="1118502"/>
                    <a:pt x="10201" y="1113179"/>
                  </a:cubicBezTo>
                  <a:cubicBezTo>
                    <a:pt x="12392" y="1106735"/>
                    <a:pt x="14488" y="1098890"/>
                    <a:pt x="12678" y="1089924"/>
                  </a:cubicBezTo>
                  <a:cubicBezTo>
                    <a:pt x="7820" y="1066110"/>
                    <a:pt x="9725" y="1047898"/>
                    <a:pt x="17250" y="1033330"/>
                  </a:cubicBezTo>
                  <a:cubicBezTo>
                    <a:pt x="20012" y="1028006"/>
                    <a:pt x="21346" y="1020722"/>
                    <a:pt x="20012" y="1010916"/>
                  </a:cubicBezTo>
                  <a:cubicBezTo>
                    <a:pt x="18298" y="998868"/>
                    <a:pt x="16774" y="986261"/>
                    <a:pt x="14773" y="974493"/>
                  </a:cubicBezTo>
                  <a:cubicBezTo>
                    <a:pt x="12868" y="963286"/>
                    <a:pt x="13821" y="952920"/>
                    <a:pt x="14583" y="942274"/>
                  </a:cubicBezTo>
                  <a:cubicBezTo>
                    <a:pt x="16774" y="908933"/>
                    <a:pt x="17250" y="908092"/>
                    <a:pt x="11344" y="886799"/>
                  </a:cubicBezTo>
                  <a:cubicBezTo>
                    <a:pt x="6963" y="870830"/>
                    <a:pt x="7820" y="859903"/>
                    <a:pt x="12487" y="847575"/>
                  </a:cubicBezTo>
                  <a:cubicBezTo>
                    <a:pt x="13440" y="845054"/>
                    <a:pt x="13154" y="839170"/>
                    <a:pt x="13726" y="835248"/>
                  </a:cubicBezTo>
                  <a:cubicBezTo>
                    <a:pt x="14583" y="829084"/>
                    <a:pt x="15535" y="829084"/>
                    <a:pt x="16964" y="833567"/>
                  </a:cubicBezTo>
                  <a:cubicBezTo>
                    <a:pt x="20107" y="842812"/>
                    <a:pt x="21917" y="856541"/>
                    <a:pt x="27156" y="857942"/>
                  </a:cubicBezTo>
                  <a:cubicBezTo>
                    <a:pt x="27823" y="857942"/>
                    <a:pt x="28870" y="857381"/>
                    <a:pt x="29156" y="855980"/>
                  </a:cubicBezTo>
                  <a:cubicBezTo>
                    <a:pt x="30585" y="848136"/>
                    <a:pt x="31728" y="858782"/>
                    <a:pt x="29918" y="851498"/>
                  </a:cubicBezTo>
                  <a:cubicBezTo>
                    <a:pt x="26870" y="838890"/>
                    <a:pt x="23632" y="826562"/>
                    <a:pt x="20298" y="814515"/>
                  </a:cubicBezTo>
                  <a:cubicBezTo>
                    <a:pt x="18964" y="809752"/>
                    <a:pt x="19060" y="807791"/>
                    <a:pt x="20679" y="803588"/>
                  </a:cubicBezTo>
                  <a:cubicBezTo>
                    <a:pt x="25346" y="791541"/>
                    <a:pt x="25346" y="777252"/>
                    <a:pt x="22584" y="761562"/>
                  </a:cubicBezTo>
                  <a:cubicBezTo>
                    <a:pt x="21631" y="755959"/>
                    <a:pt x="21346" y="749235"/>
                    <a:pt x="20774" y="742791"/>
                  </a:cubicBezTo>
                  <a:cubicBezTo>
                    <a:pt x="19345" y="728222"/>
                    <a:pt x="28585" y="721218"/>
                    <a:pt x="23346" y="702166"/>
                  </a:cubicBezTo>
                  <a:cubicBezTo>
                    <a:pt x="20298" y="691239"/>
                    <a:pt x="21060" y="671347"/>
                    <a:pt x="18202" y="659860"/>
                  </a:cubicBezTo>
                  <a:cubicBezTo>
                    <a:pt x="12868" y="638567"/>
                    <a:pt x="16678" y="628481"/>
                    <a:pt x="21822" y="616433"/>
                  </a:cubicBezTo>
                  <a:lnTo>
                    <a:pt x="25591" y="601292"/>
                  </a:lnTo>
                  <a:lnTo>
                    <a:pt x="25547" y="601141"/>
                  </a:lnTo>
                  <a:lnTo>
                    <a:pt x="25346" y="601584"/>
                  </a:lnTo>
                  <a:lnTo>
                    <a:pt x="25513" y="601024"/>
                  </a:lnTo>
                  <a:lnTo>
                    <a:pt x="21735" y="587891"/>
                  </a:lnTo>
                  <a:lnTo>
                    <a:pt x="21631" y="588136"/>
                  </a:lnTo>
                  <a:lnTo>
                    <a:pt x="21696" y="586111"/>
                  </a:lnTo>
                  <a:lnTo>
                    <a:pt x="22108" y="586735"/>
                  </a:lnTo>
                  <a:lnTo>
                    <a:pt x="22108" y="586956"/>
                  </a:lnTo>
                  <a:lnTo>
                    <a:pt x="22202" y="586736"/>
                  </a:lnTo>
                  <a:lnTo>
                    <a:pt x="25796" y="600076"/>
                  </a:lnTo>
                  <a:lnTo>
                    <a:pt x="30109" y="585614"/>
                  </a:lnTo>
                  <a:cubicBezTo>
                    <a:pt x="29728" y="578890"/>
                    <a:pt x="28013" y="575528"/>
                    <a:pt x="25822" y="574407"/>
                  </a:cubicBezTo>
                  <a:lnTo>
                    <a:pt x="21908" y="572314"/>
                  </a:lnTo>
                  <a:lnTo>
                    <a:pt x="18869" y="535744"/>
                  </a:lnTo>
                  <a:cubicBezTo>
                    <a:pt x="18107" y="530420"/>
                    <a:pt x="19060" y="522575"/>
                    <a:pt x="19441" y="516131"/>
                  </a:cubicBezTo>
                  <a:cubicBezTo>
                    <a:pt x="19917" y="508287"/>
                    <a:pt x="24679" y="503804"/>
                    <a:pt x="26584" y="509687"/>
                  </a:cubicBezTo>
                  <a:cubicBezTo>
                    <a:pt x="29156" y="517532"/>
                    <a:pt x="32204" y="524817"/>
                    <a:pt x="32204" y="537425"/>
                  </a:cubicBezTo>
                  <a:cubicBezTo>
                    <a:pt x="32204" y="543868"/>
                    <a:pt x="32204" y="550873"/>
                    <a:pt x="32966" y="556756"/>
                  </a:cubicBezTo>
                  <a:cubicBezTo>
                    <a:pt x="33347" y="559558"/>
                    <a:pt x="35347" y="561800"/>
                    <a:pt x="36586" y="561800"/>
                  </a:cubicBezTo>
                  <a:cubicBezTo>
                    <a:pt x="37443" y="561800"/>
                    <a:pt x="39253" y="556476"/>
                    <a:pt x="39062" y="555636"/>
                  </a:cubicBezTo>
                  <a:cubicBezTo>
                    <a:pt x="35062" y="531821"/>
                    <a:pt x="38110" y="507446"/>
                    <a:pt x="38586" y="483351"/>
                  </a:cubicBezTo>
                  <a:cubicBezTo>
                    <a:pt x="38872" y="469343"/>
                    <a:pt x="38395" y="457295"/>
                    <a:pt x="34681" y="446929"/>
                  </a:cubicBezTo>
                  <a:cubicBezTo>
                    <a:pt x="30109" y="434321"/>
                    <a:pt x="30204" y="419192"/>
                    <a:pt x="33633" y="404903"/>
                  </a:cubicBezTo>
                  <a:cubicBezTo>
                    <a:pt x="39729" y="379127"/>
                    <a:pt x="40110" y="349709"/>
                    <a:pt x="37062" y="323093"/>
                  </a:cubicBezTo>
                  <a:cubicBezTo>
                    <a:pt x="34109" y="297317"/>
                    <a:pt x="36586" y="274903"/>
                    <a:pt x="37538" y="250808"/>
                  </a:cubicBezTo>
                  <a:cubicBezTo>
                    <a:pt x="37824" y="243804"/>
                    <a:pt x="42396" y="237920"/>
                    <a:pt x="44968" y="241563"/>
                  </a:cubicBezTo>
                  <a:cubicBezTo>
                    <a:pt x="51635" y="250808"/>
                    <a:pt x="59731" y="256972"/>
                    <a:pt x="62494" y="279386"/>
                  </a:cubicBezTo>
                  <a:cubicBezTo>
                    <a:pt x="65732" y="305722"/>
                    <a:pt x="72400" y="314127"/>
                    <a:pt x="80591" y="320011"/>
                  </a:cubicBezTo>
                  <a:cubicBezTo>
                    <a:pt x="89259" y="326175"/>
                    <a:pt x="94402" y="315528"/>
                    <a:pt x="98689" y="294515"/>
                  </a:cubicBezTo>
                  <a:cubicBezTo>
                    <a:pt x="106785" y="255291"/>
                    <a:pt x="108690" y="227274"/>
                    <a:pt x="105356" y="175162"/>
                  </a:cubicBezTo>
                  <a:cubicBezTo>
                    <a:pt x="104880" y="168157"/>
                    <a:pt x="104594" y="162554"/>
                    <a:pt x="105642" y="156390"/>
                  </a:cubicBezTo>
                  <a:cubicBezTo>
                    <a:pt x="107071" y="148826"/>
                    <a:pt x="109547" y="141261"/>
                    <a:pt x="109642" y="133416"/>
                  </a:cubicBezTo>
                  <a:cubicBezTo>
                    <a:pt x="109833" y="110722"/>
                    <a:pt x="113643" y="95593"/>
                    <a:pt x="119739" y="84386"/>
                  </a:cubicBezTo>
                  <a:cubicBezTo>
                    <a:pt x="124406" y="75701"/>
                    <a:pt x="125168" y="65334"/>
                    <a:pt x="122311" y="51886"/>
                  </a:cubicBezTo>
                  <a:cubicBezTo>
                    <a:pt x="122025" y="50485"/>
                    <a:pt x="122120" y="46843"/>
                    <a:pt x="122596" y="45442"/>
                  </a:cubicBezTo>
                  <a:cubicBezTo>
                    <a:pt x="127740" y="26110"/>
                    <a:pt x="133645" y="8739"/>
                    <a:pt x="141646" y="614"/>
                  </a:cubicBezTo>
                  <a:cubicBezTo>
                    <a:pt x="143932" y="-1627"/>
                    <a:pt x="148028" y="2576"/>
                    <a:pt x="149838" y="8179"/>
                  </a:cubicBezTo>
                  <a:cubicBezTo>
                    <a:pt x="155648" y="25270"/>
                    <a:pt x="161649" y="41800"/>
                    <a:pt x="163554" y="67576"/>
                  </a:cubicBezTo>
                  <a:lnTo>
                    <a:pt x="170959" y="89357"/>
                  </a:lnTo>
                  <a:lnTo>
                    <a:pt x="172507" y="100076"/>
                  </a:lnTo>
                  <a:cubicBezTo>
                    <a:pt x="179746" y="113244"/>
                    <a:pt x="187176" y="125291"/>
                    <a:pt x="194510" y="138179"/>
                  </a:cubicBezTo>
                  <a:cubicBezTo>
                    <a:pt x="197844" y="144063"/>
                    <a:pt x="194415" y="147985"/>
                    <a:pt x="193558" y="152468"/>
                  </a:cubicBezTo>
                  <a:lnTo>
                    <a:pt x="191933" y="162531"/>
                  </a:lnTo>
                  <a:lnTo>
                    <a:pt x="191272" y="162274"/>
                  </a:lnTo>
                  <a:lnTo>
                    <a:pt x="190869" y="164514"/>
                  </a:lnTo>
                  <a:lnTo>
                    <a:pt x="188224" y="167037"/>
                  </a:lnTo>
                  <a:cubicBezTo>
                    <a:pt x="187271" y="170399"/>
                    <a:pt x="188224" y="174041"/>
                    <a:pt x="189557" y="171800"/>
                  </a:cubicBezTo>
                  <a:lnTo>
                    <a:pt x="190869" y="164514"/>
                  </a:lnTo>
                  <a:lnTo>
                    <a:pt x="191748" y="163675"/>
                  </a:lnTo>
                  <a:lnTo>
                    <a:pt x="191933" y="162531"/>
                  </a:lnTo>
                  <a:lnTo>
                    <a:pt x="197749" y="164795"/>
                  </a:lnTo>
                  <a:cubicBezTo>
                    <a:pt x="201749" y="165636"/>
                    <a:pt x="204511" y="168998"/>
                    <a:pt x="204797" y="183287"/>
                  </a:cubicBezTo>
                  <a:cubicBezTo>
                    <a:pt x="204892" y="187769"/>
                    <a:pt x="207464" y="191692"/>
                    <a:pt x="208893" y="195894"/>
                  </a:cubicBezTo>
                  <a:lnTo>
                    <a:pt x="208512" y="194494"/>
                  </a:lnTo>
                  <a:cubicBezTo>
                    <a:pt x="208702" y="205420"/>
                    <a:pt x="210988" y="210744"/>
                    <a:pt x="214322" y="209343"/>
                  </a:cubicBezTo>
                  <a:cubicBezTo>
                    <a:pt x="216322" y="208502"/>
                    <a:pt x="218227" y="203179"/>
                    <a:pt x="220037" y="199257"/>
                  </a:cubicBezTo>
                  <a:cubicBezTo>
                    <a:pt x="228229" y="181045"/>
                    <a:pt x="228610" y="178524"/>
                    <a:pt x="232134" y="183287"/>
                  </a:cubicBezTo>
                  <a:cubicBezTo>
                    <a:pt x="238230" y="191692"/>
                    <a:pt x="239182" y="172360"/>
                    <a:pt x="243088" y="168998"/>
                  </a:cubicBezTo>
                  <a:cubicBezTo>
                    <a:pt x="251089" y="161994"/>
                    <a:pt x="264328" y="172080"/>
                    <a:pt x="267757" y="197856"/>
                  </a:cubicBezTo>
                  <a:cubicBezTo>
                    <a:pt x="269567" y="211304"/>
                    <a:pt x="271329" y="210324"/>
                    <a:pt x="272984" y="206996"/>
                  </a:cubicBezTo>
                  <a:lnTo>
                    <a:pt x="277154" y="202505"/>
                  </a:lnTo>
                  <a:lnTo>
                    <a:pt x="276901" y="214386"/>
                  </a:lnTo>
                  <a:cubicBezTo>
                    <a:pt x="276901" y="220550"/>
                    <a:pt x="276330" y="228675"/>
                    <a:pt x="280045" y="224752"/>
                  </a:cubicBezTo>
                  <a:cubicBezTo>
                    <a:pt x="282045" y="222791"/>
                    <a:pt x="284140" y="219149"/>
                    <a:pt x="286141" y="219149"/>
                  </a:cubicBezTo>
                  <a:cubicBezTo>
                    <a:pt x="288712" y="219149"/>
                    <a:pt x="289570" y="225593"/>
                    <a:pt x="290046" y="232877"/>
                  </a:cubicBezTo>
                  <a:cubicBezTo>
                    <a:pt x="291094" y="249127"/>
                    <a:pt x="295570" y="259213"/>
                    <a:pt x="299095" y="270701"/>
                  </a:cubicBezTo>
                  <a:cubicBezTo>
                    <a:pt x="301095" y="277425"/>
                    <a:pt x="304143" y="276584"/>
                    <a:pt x="306810" y="268459"/>
                  </a:cubicBezTo>
                  <a:cubicBezTo>
                    <a:pt x="307762" y="265377"/>
                    <a:pt x="308239" y="260614"/>
                    <a:pt x="308905" y="256972"/>
                  </a:cubicBezTo>
                  <a:cubicBezTo>
                    <a:pt x="308905" y="256692"/>
                    <a:pt x="328813" y="276304"/>
                    <a:pt x="328908" y="276864"/>
                  </a:cubicBezTo>
                  <a:cubicBezTo>
                    <a:pt x="329860" y="284989"/>
                    <a:pt x="330337" y="293955"/>
                    <a:pt x="331956" y="300959"/>
                  </a:cubicBezTo>
                  <a:cubicBezTo>
                    <a:pt x="338528" y="329537"/>
                    <a:pt x="342243" y="329537"/>
                    <a:pt x="352244" y="302360"/>
                  </a:cubicBezTo>
                  <a:cubicBezTo>
                    <a:pt x="356530" y="290593"/>
                    <a:pt x="359769" y="291713"/>
                    <a:pt x="362626" y="306843"/>
                  </a:cubicBezTo>
                  <a:cubicBezTo>
                    <a:pt x="366246" y="325894"/>
                    <a:pt x="369580" y="345507"/>
                    <a:pt x="373009" y="364558"/>
                  </a:cubicBezTo>
                  <a:cubicBezTo>
                    <a:pt x="374914" y="375485"/>
                    <a:pt x="374818" y="375205"/>
                    <a:pt x="377390" y="365399"/>
                  </a:cubicBezTo>
                  <a:cubicBezTo>
                    <a:pt x="379200" y="358675"/>
                    <a:pt x="381200" y="352231"/>
                    <a:pt x="383200" y="345787"/>
                  </a:cubicBezTo>
                  <a:cubicBezTo>
                    <a:pt x="384724" y="341024"/>
                    <a:pt x="385963" y="341864"/>
                    <a:pt x="386629" y="347748"/>
                  </a:cubicBezTo>
                  <a:cubicBezTo>
                    <a:pt x="389773" y="376606"/>
                    <a:pt x="392916" y="406024"/>
                    <a:pt x="393202" y="436563"/>
                  </a:cubicBezTo>
                  <a:cubicBezTo>
                    <a:pt x="393297" y="450571"/>
                    <a:pt x="395107" y="462058"/>
                    <a:pt x="396154" y="474386"/>
                  </a:cubicBezTo>
                  <a:cubicBezTo>
                    <a:pt x="397202" y="485873"/>
                    <a:pt x="398631" y="494838"/>
                    <a:pt x="401203" y="503244"/>
                  </a:cubicBezTo>
                  <a:cubicBezTo>
                    <a:pt x="405679" y="518093"/>
                    <a:pt x="405013" y="541907"/>
                    <a:pt x="411204" y="553955"/>
                  </a:cubicBezTo>
                  <a:cubicBezTo>
                    <a:pt x="412823" y="557037"/>
                    <a:pt x="413395" y="567123"/>
                    <a:pt x="416443" y="560118"/>
                  </a:cubicBezTo>
                  <a:cubicBezTo>
                    <a:pt x="421491" y="548912"/>
                    <a:pt x="425396" y="557597"/>
                    <a:pt x="427682" y="569364"/>
                  </a:cubicBezTo>
                  <a:cubicBezTo>
                    <a:pt x="431397" y="588136"/>
                    <a:pt x="433873" y="609149"/>
                    <a:pt x="437493" y="628200"/>
                  </a:cubicBezTo>
                  <a:cubicBezTo>
                    <a:pt x="441493" y="649213"/>
                    <a:pt x="447780" y="667144"/>
                    <a:pt x="444922" y="694881"/>
                  </a:cubicBezTo>
                  <a:cubicBezTo>
                    <a:pt x="444446" y="699924"/>
                    <a:pt x="446351" y="706929"/>
                    <a:pt x="447113" y="713093"/>
                  </a:cubicBezTo>
                  <a:cubicBezTo>
                    <a:pt x="449113" y="729623"/>
                    <a:pt x="450637" y="746993"/>
                    <a:pt x="453304" y="762403"/>
                  </a:cubicBezTo>
                  <a:cubicBezTo>
                    <a:pt x="455971" y="778093"/>
                    <a:pt x="461115" y="790700"/>
                    <a:pt x="459210" y="811153"/>
                  </a:cubicBezTo>
                  <a:cubicBezTo>
                    <a:pt x="462639" y="825722"/>
                    <a:pt x="466163" y="840291"/>
                    <a:pt x="469402" y="855140"/>
                  </a:cubicBezTo>
                  <a:cubicBezTo>
                    <a:pt x="469878" y="857101"/>
                    <a:pt x="469021" y="862705"/>
                    <a:pt x="468259" y="865506"/>
                  </a:cubicBezTo>
                  <a:cubicBezTo>
                    <a:pt x="465211" y="877834"/>
                    <a:pt x="473116" y="888200"/>
                    <a:pt x="468830" y="900528"/>
                  </a:cubicBezTo>
                  <a:cubicBezTo>
                    <a:pt x="464163" y="913976"/>
                    <a:pt x="462448" y="926304"/>
                    <a:pt x="470545" y="934709"/>
                  </a:cubicBezTo>
                  <a:cubicBezTo>
                    <a:pt x="471497" y="935830"/>
                    <a:pt x="472545" y="941993"/>
                    <a:pt x="472450" y="945636"/>
                  </a:cubicBezTo>
                  <a:cubicBezTo>
                    <a:pt x="472164" y="968610"/>
                    <a:pt x="475593" y="988222"/>
                    <a:pt x="478546" y="1008394"/>
                  </a:cubicBezTo>
                  <a:cubicBezTo>
                    <a:pt x="479403" y="1014558"/>
                    <a:pt x="479117" y="1021002"/>
                    <a:pt x="477212" y="1026605"/>
                  </a:cubicBezTo>
                  <a:cubicBezTo>
                    <a:pt x="474259" y="1035010"/>
                    <a:pt x="473021" y="1044817"/>
                    <a:pt x="475593" y="1056304"/>
                  </a:cubicBezTo>
                  <a:cubicBezTo>
                    <a:pt x="476355" y="1059946"/>
                    <a:pt x="477403" y="1064989"/>
                    <a:pt x="477117" y="1068351"/>
                  </a:cubicBezTo>
                  <a:cubicBezTo>
                    <a:pt x="474831" y="1095808"/>
                    <a:pt x="479308" y="1115700"/>
                    <a:pt x="485213" y="1134472"/>
                  </a:cubicBezTo>
                  <a:cubicBezTo>
                    <a:pt x="487499" y="1141756"/>
                    <a:pt x="487499" y="1146799"/>
                    <a:pt x="485785" y="1156605"/>
                  </a:cubicBezTo>
                  <a:cubicBezTo>
                    <a:pt x="481879" y="1178459"/>
                    <a:pt x="480165" y="1201993"/>
                    <a:pt x="484737" y="1226088"/>
                  </a:cubicBezTo>
                  <a:cubicBezTo>
                    <a:pt x="488071" y="1243459"/>
                    <a:pt x="481879" y="1266433"/>
                    <a:pt x="487975" y="1283523"/>
                  </a:cubicBezTo>
                  <a:cubicBezTo>
                    <a:pt x="488166" y="1284084"/>
                    <a:pt x="484737" y="1293049"/>
                    <a:pt x="484261" y="1298933"/>
                  </a:cubicBezTo>
                  <a:cubicBezTo>
                    <a:pt x="483308" y="1309579"/>
                    <a:pt x="481594" y="1324989"/>
                    <a:pt x="483308" y="1331433"/>
                  </a:cubicBezTo>
                  <a:cubicBezTo>
                    <a:pt x="488166" y="1350204"/>
                    <a:pt x="483594" y="1377101"/>
                    <a:pt x="490357" y="1393351"/>
                  </a:cubicBezTo>
                  <a:cubicBezTo>
                    <a:pt x="493500" y="1400916"/>
                    <a:pt x="494357" y="1412123"/>
                    <a:pt x="493405" y="1423890"/>
                  </a:cubicBezTo>
                  <a:cubicBezTo>
                    <a:pt x="492262" y="1438179"/>
                    <a:pt x="493309" y="1449946"/>
                    <a:pt x="496834" y="1460592"/>
                  </a:cubicBezTo>
                  <a:cubicBezTo>
                    <a:pt x="500263" y="1470959"/>
                    <a:pt x="501596" y="1480765"/>
                    <a:pt x="497786" y="1495053"/>
                  </a:cubicBezTo>
                  <a:cubicBezTo>
                    <a:pt x="492738" y="1514105"/>
                    <a:pt x="492357" y="1536799"/>
                    <a:pt x="498358" y="1555851"/>
                  </a:cubicBezTo>
                  <a:cubicBezTo>
                    <a:pt x="501882" y="1567058"/>
                    <a:pt x="502358" y="1579385"/>
                    <a:pt x="501596" y="1593114"/>
                  </a:cubicBezTo>
                  <a:cubicBezTo>
                    <a:pt x="500453" y="1612446"/>
                    <a:pt x="501596" y="1632898"/>
                    <a:pt x="495976" y="1649148"/>
                  </a:cubicBezTo>
                  <a:cubicBezTo>
                    <a:pt x="492452" y="1659515"/>
                    <a:pt x="501120" y="1676885"/>
                    <a:pt x="494548" y="1689773"/>
                  </a:cubicBezTo>
                  <a:cubicBezTo>
                    <a:pt x="492262" y="1694256"/>
                    <a:pt x="491309" y="1704342"/>
                    <a:pt x="489499" y="1711347"/>
                  </a:cubicBezTo>
                  <a:cubicBezTo>
                    <a:pt x="487118" y="1720312"/>
                    <a:pt x="487975" y="1728437"/>
                    <a:pt x="490261" y="1734601"/>
                  </a:cubicBezTo>
                  <a:cubicBezTo>
                    <a:pt x="494167" y="1745247"/>
                    <a:pt x="485880" y="1751131"/>
                    <a:pt x="489309" y="1761778"/>
                  </a:cubicBezTo>
                  <a:cubicBezTo>
                    <a:pt x="491881" y="1769903"/>
                    <a:pt x="493976" y="1779428"/>
                    <a:pt x="496262" y="1788394"/>
                  </a:cubicBezTo>
                  <a:cubicBezTo>
                    <a:pt x="497691" y="1794277"/>
                    <a:pt x="500548" y="1837984"/>
                    <a:pt x="499405" y="1847230"/>
                  </a:cubicBezTo>
                  <a:cubicBezTo>
                    <a:pt x="498834" y="1852273"/>
                    <a:pt x="497596" y="1855915"/>
                    <a:pt x="499310" y="1857316"/>
                  </a:cubicBezTo>
                  <a:cubicBezTo>
                    <a:pt x="505787" y="1862359"/>
                    <a:pt x="505787" y="1870765"/>
                    <a:pt x="501501" y="1883372"/>
                  </a:cubicBezTo>
                  <a:cubicBezTo>
                    <a:pt x="500548" y="1886174"/>
                    <a:pt x="500644" y="1892898"/>
                    <a:pt x="499596" y="1895140"/>
                  </a:cubicBezTo>
                  <a:cubicBezTo>
                    <a:pt x="495214" y="1904385"/>
                    <a:pt x="498548" y="1912790"/>
                    <a:pt x="499024" y="1922596"/>
                  </a:cubicBezTo>
                  <a:cubicBezTo>
                    <a:pt x="499882" y="1939967"/>
                    <a:pt x="505216" y="1947812"/>
                    <a:pt x="506930" y="1962381"/>
                  </a:cubicBezTo>
                  <a:cubicBezTo>
                    <a:pt x="502549" y="1976109"/>
                    <a:pt x="502263" y="1993760"/>
                    <a:pt x="501501" y="2011411"/>
                  </a:cubicBezTo>
                  <a:cubicBezTo>
                    <a:pt x="499691" y="2052316"/>
                    <a:pt x="497405" y="2056799"/>
                    <a:pt x="502358" y="2082855"/>
                  </a:cubicBezTo>
                  <a:cubicBezTo>
                    <a:pt x="504454" y="2094062"/>
                    <a:pt x="505978" y="2107230"/>
                    <a:pt x="506454" y="2119838"/>
                  </a:cubicBezTo>
                  <a:cubicBezTo>
                    <a:pt x="506930" y="2130484"/>
                    <a:pt x="500548" y="2134127"/>
                    <a:pt x="501596" y="2147295"/>
                  </a:cubicBezTo>
                  <a:cubicBezTo>
                    <a:pt x="502358" y="2157381"/>
                    <a:pt x="506549" y="2164665"/>
                    <a:pt x="504549" y="2177273"/>
                  </a:cubicBezTo>
                  <a:cubicBezTo>
                    <a:pt x="504263" y="2179234"/>
                    <a:pt x="503692" y="2180915"/>
                    <a:pt x="503120" y="2182596"/>
                  </a:cubicBezTo>
                  <a:cubicBezTo>
                    <a:pt x="501691" y="2187639"/>
                    <a:pt x="500453" y="2191842"/>
                    <a:pt x="502263" y="2199127"/>
                  </a:cubicBezTo>
                  <a:cubicBezTo>
                    <a:pt x="504358" y="2207252"/>
                    <a:pt x="506168" y="2242553"/>
                    <a:pt x="504263" y="2254321"/>
                  </a:cubicBezTo>
                  <a:cubicBezTo>
                    <a:pt x="502549" y="2264687"/>
                    <a:pt x="504739" y="2265807"/>
                    <a:pt x="506644" y="2267489"/>
                  </a:cubicBezTo>
                  <a:cubicBezTo>
                    <a:pt x="509121" y="2269730"/>
                    <a:pt x="510740" y="2274213"/>
                    <a:pt x="510550" y="2281217"/>
                  </a:cubicBezTo>
                  <a:cubicBezTo>
                    <a:pt x="510359" y="2292144"/>
                    <a:pt x="510835" y="2307273"/>
                    <a:pt x="508740" y="2313157"/>
                  </a:cubicBezTo>
                  <a:cubicBezTo>
                    <a:pt x="504073" y="2326045"/>
                    <a:pt x="506930" y="2335010"/>
                    <a:pt x="508168" y="2347057"/>
                  </a:cubicBezTo>
                  <a:cubicBezTo>
                    <a:pt x="508645" y="2351540"/>
                    <a:pt x="506740" y="2359105"/>
                    <a:pt x="505311" y="2363588"/>
                  </a:cubicBezTo>
                  <a:cubicBezTo>
                    <a:pt x="503787" y="2368351"/>
                    <a:pt x="503501" y="2371433"/>
                    <a:pt x="505597" y="2373674"/>
                  </a:cubicBezTo>
                  <a:cubicBezTo>
                    <a:pt x="507692" y="2375915"/>
                    <a:pt x="509978" y="2376476"/>
                    <a:pt x="512169" y="2377596"/>
                  </a:cubicBezTo>
                  <a:cubicBezTo>
                    <a:pt x="524170" y="2384040"/>
                    <a:pt x="527885" y="2405333"/>
                    <a:pt x="522932" y="2440075"/>
                  </a:cubicBezTo>
                  <a:cubicBezTo>
                    <a:pt x="522646" y="2442036"/>
                    <a:pt x="521884" y="2443157"/>
                    <a:pt x="521408" y="2444838"/>
                  </a:cubicBezTo>
                  <a:cubicBezTo>
                    <a:pt x="521027" y="2442876"/>
                    <a:pt x="520265" y="2441195"/>
                    <a:pt x="520170" y="2439234"/>
                  </a:cubicBezTo>
                  <a:cubicBezTo>
                    <a:pt x="519884" y="2432790"/>
                    <a:pt x="520360" y="2425506"/>
                    <a:pt x="519694" y="2419622"/>
                  </a:cubicBezTo>
                  <a:cubicBezTo>
                    <a:pt x="518741" y="2411497"/>
                    <a:pt x="516931" y="2404213"/>
                    <a:pt x="515503" y="2396648"/>
                  </a:cubicBezTo>
                  <a:cubicBezTo>
                    <a:pt x="514455" y="2391325"/>
                    <a:pt x="513693" y="2393846"/>
                    <a:pt x="511883" y="2396088"/>
                  </a:cubicBezTo>
                  <a:cubicBezTo>
                    <a:pt x="506359" y="2403372"/>
                    <a:pt x="510264" y="2418502"/>
                    <a:pt x="508454" y="2426907"/>
                  </a:cubicBezTo>
                  <a:cubicBezTo>
                    <a:pt x="505597" y="2440075"/>
                    <a:pt x="503501" y="2449601"/>
                    <a:pt x="509978" y="2457445"/>
                  </a:cubicBezTo>
                  <a:cubicBezTo>
                    <a:pt x="512407" y="2460387"/>
                    <a:pt x="513241" y="2464800"/>
                    <a:pt x="513431" y="2469843"/>
                  </a:cubicBezTo>
                  <a:lnTo>
                    <a:pt x="513035" y="2485686"/>
                  </a:lnTo>
                  <a:lnTo>
                    <a:pt x="505978" y="2497510"/>
                  </a:lnTo>
                  <a:cubicBezTo>
                    <a:pt x="501882" y="2510398"/>
                    <a:pt x="502834" y="2519364"/>
                    <a:pt x="508930" y="2524967"/>
                  </a:cubicBezTo>
                  <a:cubicBezTo>
                    <a:pt x="510359" y="2526368"/>
                    <a:pt x="511978" y="2526088"/>
                    <a:pt x="513407" y="2527208"/>
                  </a:cubicBezTo>
                  <a:cubicBezTo>
                    <a:pt x="514074" y="2527769"/>
                    <a:pt x="514931" y="2531411"/>
                    <a:pt x="514836" y="2531691"/>
                  </a:cubicBezTo>
                  <a:cubicBezTo>
                    <a:pt x="514169" y="2534493"/>
                    <a:pt x="513407" y="2538415"/>
                    <a:pt x="512455" y="2538975"/>
                  </a:cubicBezTo>
                  <a:cubicBezTo>
                    <a:pt x="511026" y="2539816"/>
                    <a:pt x="509407" y="2537575"/>
                    <a:pt x="507978" y="2538135"/>
                  </a:cubicBezTo>
                  <a:cubicBezTo>
                    <a:pt x="503692" y="2539536"/>
                    <a:pt x="500834" y="2549342"/>
                    <a:pt x="501596" y="2559708"/>
                  </a:cubicBezTo>
                  <a:cubicBezTo>
                    <a:pt x="502072" y="2566152"/>
                    <a:pt x="502358" y="2573717"/>
                    <a:pt x="503692" y="2578200"/>
                  </a:cubicBezTo>
                  <a:cubicBezTo>
                    <a:pt x="510645" y="2599773"/>
                    <a:pt x="510645" y="2620506"/>
                    <a:pt x="503882" y="2642639"/>
                  </a:cubicBezTo>
                  <a:cubicBezTo>
                    <a:pt x="503311" y="2644601"/>
                    <a:pt x="504263" y="2650764"/>
                    <a:pt x="504549" y="2654967"/>
                  </a:cubicBezTo>
                  <a:cubicBezTo>
                    <a:pt x="505787" y="2654126"/>
                    <a:pt x="507025" y="2653566"/>
                    <a:pt x="508264" y="2652726"/>
                  </a:cubicBezTo>
                  <a:cubicBezTo>
                    <a:pt x="513693" y="2648523"/>
                    <a:pt x="517312" y="2652726"/>
                    <a:pt x="519217" y="2663932"/>
                  </a:cubicBezTo>
                  <a:cubicBezTo>
                    <a:pt x="521503" y="2677100"/>
                    <a:pt x="520360" y="2689988"/>
                    <a:pt x="519884" y="2703156"/>
                  </a:cubicBezTo>
                  <a:cubicBezTo>
                    <a:pt x="519598" y="2712402"/>
                    <a:pt x="518455" y="2712962"/>
                    <a:pt x="514074" y="2706519"/>
                  </a:cubicBezTo>
                  <a:cubicBezTo>
                    <a:pt x="512836" y="2704837"/>
                    <a:pt x="511312" y="2702316"/>
                    <a:pt x="510073" y="2702596"/>
                  </a:cubicBezTo>
                  <a:cubicBezTo>
                    <a:pt x="508835" y="2702876"/>
                    <a:pt x="507216" y="2705678"/>
                    <a:pt x="506644" y="2709040"/>
                  </a:cubicBezTo>
                  <a:cubicBezTo>
                    <a:pt x="506073" y="2712402"/>
                    <a:pt x="505882" y="2719407"/>
                    <a:pt x="506644" y="2721087"/>
                  </a:cubicBezTo>
                  <a:cubicBezTo>
                    <a:pt x="508835" y="2726691"/>
                    <a:pt x="511883" y="2729493"/>
                    <a:pt x="513883" y="2735376"/>
                  </a:cubicBezTo>
                  <a:lnTo>
                    <a:pt x="517603" y="2756473"/>
                  </a:lnTo>
                  <a:lnTo>
                    <a:pt x="508454" y="2746023"/>
                  </a:lnTo>
                  <a:cubicBezTo>
                    <a:pt x="507121" y="2740419"/>
                    <a:pt x="505978" y="2740419"/>
                    <a:pt x="505311" y="2747144"/>
                  </a:cubicBezTo>
                  <a:cubicBezTo>
                    <a:pt x="504739" y="2753307"/>
                    <a:pt x="503977" y="2760031"/>
                    <a:pt x="504263" y="2765915"/>
                  </a:cubicBezTo>
                  <a:cubicBezTo>
                    <a:pt x="504644" y="2774040"/>
                    <a:pt x="507121" y="2781885"/>
                    <a:pt x="506740" y="2789169"/>
                  </a:cubicBezTo>
                  <a:cubicBezTo>
                    <a:pt x="506454" y="2796734"/>
                    <a:pt x="503692" y="2803178"/>
                    <a:pt x="502358" y="2810743"/>
                  </a:cubicBezTo>
                  <a:cubicBezTo>
                    <a:pt x="501691" y="2814385"/>
                    <a:pt x="501596" y="2819708"/>
                    <a:pt x="501977" y="2823631"/>
                  </a:cubicBezTo>
                  <a:cubicBezTo>
                    <a:pt x="502263" y="2826713"/>
                    <a:pt x="504263" y="2831195"/>
                    <a:pt x="504454" y="2830915"/>
                  </a:cubicBezTo>
                  <a:cubicBezTo>
                    <a:pt x="512074" y="2815786"/>
                    <a:pt x="514455" y="2828674"/>
                    <a:pt x="516550" y="2848005"/>
                  </a:cubicBezTo>
                  <a:cubicBezTo>
                    <a:pt x="517217" y="2853889"/>
                    <a:pt x="518932" y="2858302"/>
                    <a:pt x="520396" y="2863170"/>
                  </a:cubicBezTo>
                  <a:lnTo>
                    <a:pt x="522646" y="2880329"/>
                  </a:lnTo>
                  <a:lnTo>
                    <a:pt x="510264" y="2888631"/>
                  </a:lnTo>
                  <a:cubicBezTo>
                    <a:pt x="503215" y="2897316"/>
                    <a:pt x="501596" y="2908243"/>
                    <a:pt x="505216" y="2928135"/>
                  </a:cubicBezTo>
                  <a:cubicBezTo>
                    <a:pt x="505597" y="2930096"/>
                    <a:pt x="506168" y="2931777"/>
                    <a:pt x="506549" y="2933458"/>
                  </a:cubicBezTo>
                  <a:cubicBezTo>
                    <a:pt x="508740" y="2943264"/>
                    <a:pt x="509978" y="2943544"/>
                    <a:pt x="512169" y="2931777"/>
                  </a:cubicBezTo>
                  <a:cubicBezTo>
                    <a:pt x="513312" y="2925613"/>
                    <a:pt x="514074" y="2920290"/>
                    <a:pt x="516931" y="2921130"/>
                  </a:cubicBezTo>
                  <a:cubicBezTo>
                    <a:pt x="519694" y="2921971"/>
                    <a:pt x="521122" y="2927575"/>
                    <a:pt x="520741" y="2934299"/>
                  </a:cubicBezTo>
                  <a:cubicBezTo>
                    <a:pt x="518932" y="2964557"/>
                    <a:pt x="524742" y="2989493"/>
                    <a:pt x="527218" y="3016669"/>
                  </a:cubicBezTo>
                  <a:close/>
                  <a:moveTo>
                    <a:pt x="529219" y="2591369"/>
                  </a:moveTo>
                  <a:cubicBezTo>
                    <a:pt x="529410" y="2604817"/>
                    <a:pt x="527314" y="2611541"/>
                    <a:pt x="522647" y="2610421"/>
                  </a:cubicBezTo>
                  <a:lnTo>
                    <a:pt x="522552" y="2610421"/>
                  </a:lnTo>
                  <a:cubicBezTo>
                    <a:pt x="521028" y="2609580"/>
                    <a:pt x="519409" y="2609580"/>
                    <a:pt x="518170" y="2607619"/>
                  </a:cubicBezTo>
                  <a:cubicBezTo>
                    <a:pt x="515980" y="2604257"/>
                    <a:pt x="514837" y="2597253"/>
                    <a:pt x="515789" y="2591089"/>
                  </a:cubicBezTo>
                  <a:cubicBezTo>
                    <a:pt x="517218" y="2581283"/>
                    <a:pt x="519409" y="2572597"/>
                    <a:pt x="521218" y="2563071"/>
                  </a:cubicBezTo>
                  <a:cubicBezTo>
                    <a:pt x="522361" y="2557468"/>
                    <a:pt x="523314" y="2557188"/>
                    <a:pt x="524647" y="2561951"/>
                  </a:cubicBezTo>
                  <a:cubicBezTo>
                    <a:pt x="527219" y="2570356"/>
                    <a:pt x="529029" y="2579322"/>
                    <a:pt x="529219" y="2591369"/>
                  </a:cubicBezTo>
                  <a:close/>
                  <a:moveTo>
                    <a:pt x="530220" y="2791447"/>
                  </a:moveTo>
                  <a:cubicBezTo>
                    <a:pt x="530720" y="2793933"/>
                    <a:pt x="530696" y="2796735"/>
                    <a:pt x="529124" y="2800097"/>
                  </a:cubicBezTo>
                  <a:cubicBezTo>
                    <a:pt x="527315" y="2804019"/>
                    <a:pt x="525695" y="2809063"/>
                    <a:pt x="523695" y="2811584"/>
                  </a:cubicBezTo>
                  <a:cubicBezTo>
                    <a:pt x="522647" y="2812985"/>
                    <a:pt x="520171" y="2811304"/>
                    <a:pt x="519695" y="2808783"/>
                  </a:cubicBezTo>
                  <a:cubicBezTo>
                    <a:pt x="517885" y="2799537"/>
                    <a:pt x="515789" y="2789451"/>
                    <a:pt x="515504" y="2779084"/>
                  </a:cubicBezTo>
                  <a:lnTo>
                    <a:pt x="519056" y="2758970"/>
                  </a:lnTo>
                  <a:lnTo>
                    <a:pt x="528172" y="2784688"/>
                  </a:lnTo>
                  <a:cubicBezTo>
                    <a:pt x="528696" y="2786789"/>
                    <a:pt x="529720" y="2788960"/>
                    <a:pt x="530220" y="279144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7" name="副标题 8">
              <a:extLst>
                <a:ext uri="{FF2B5EF4-FFF2-40B4-BE49-F238E27FC236}">
                  <a16:creationId xmlns:a16="http://schemas.microsoft.com/office/drawing/2014/main" id="{BE90452C-BE29-156C-C636-97151A38B03F}"/>
                </a:ext>
              </a:extLst>
            </p:cNvPr>
            <p:cNvSpPr txBox="1"/>
            <p:nvPr/>
          </p:nvSpPr>
          <p:spPr>
            <a:xfrm>
              <a:off x="3223039" y="1852153"/>
              <a:ext cx="3517900" cy="860503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rtlCol="0" anchor="t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000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>
                  <a:latin typeface="+mn-ea"/>
                  <a:sym typeface="Times New Roman"/>
                </a:rPr>
                <a:t>XX</a:t>
              </a:r>
              <a:r>
                <a:rPr lang="en-US" sz="1400">
                  <a:latin typeface="+mn-ea"/>
                  <a:sym typeface="Times New Roman"/>
                </a:rPr>
                <a:t>PPT</a:t>
              </a:r>
              <a:endParaRPr lang="en" sz="1400">
                <a:latin typeface="+mn-ea"/>
                <a:sym typeface="Times New Roman"/>
              </a:endParaRPr>
            </a:p>
          </p:txBody>
        </p:sp>
      </p:grpSp>
      <p:sp>
        <p:nvSpPr>
          <p:cNvPr id="14" name="文本占位符 6">
            <a:extLst>
              <a:ext uri="{FF2B5EF4-FFF2-40B4-BE49-F238E27FC236}">
                <a16:creationId xmlns:a16="http://schemas.microsoft.com/office/drawing/2014/main" id="{46E42FEF-5A19-949A-C670-6714398E9FCB}"/>
              </a:ext>
            </a:extLst>
          </p:cNvPr>
          <p:cNvSpPr txBox="1"/>
          <p:nvPr/>
        </p:nvSpPr>
        <p:spPr>
          <a:xfrm>
            <a:off x="698390" y="484229"/>
            <a:ext cx="1925541" cy="507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600">
                <a:latin typeface="Times New Roman"/>
                <a:ea typeface="微软雅黑"/>
                <a:sym typeface="Times New Roman"/>
              </a:rPr>
              <a:t>LOGO HERE</a:t>
            </a:r>
            <a:endParaRPr lang="en-US" sz="160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219EDE-0DBA-154E-B335-09CE2E0E7DCC}"/>
              </a:ext>
            </a:extLst>
          </p:cNvPr>
          <p:cNvSpPr txBox="1"/>
          <p:nvPr/>
        </p:nvSpPr>
        <p:spPr>
          <a:xfrm>
            <a:off x="8395031" y="977694"/>
            <a:ext cx="738664" cy="160106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Times New Roman"/>
                <a:ea typeface="微软雅黑"/>
                <a:sym typeface="Times New Roman"/>
              </a:rPr>
              <a:t>千年古城人文之行 </a:t>
            </a:r>
            <a:endParaRPr lang="en-US" altLang="zh-CN" sz="1200">
              <a:latin typeface="Times New Roman"/>
              <a:ea typeface="微软雅黑"/>
              <a:sym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Times New Roman"/>
                <a:ea typeface="微软雅黑"/>
                <a:sym typeface="Times New Roman"/>
              </a:rPr>
              <a:t>领略世界文化遗产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456861-6696-4464-C063-DC8EF19F348A}"/>
              </a:ext>
            </a:extLst>
          </p:cNvPr>
          <p:cNvSpPr txBox="1"/>
          <p:nvPr/>
        </p:nvSpPr>
        <p:spPr>
          <a:xfrm>
            <a:off x="11239696" y="533207"/>
            <a:ext cx="507831" cy="226666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285750" indent="-285750" algn="dist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1400">
                <a:latin typeface="Times New Roman"/>
                <a:ea typeface="微软雅黑"/>
                <a:sym typeface="Times New Roman"/>
              </a:rPr>
              <a:t>古城人文之旅</a:t>
            </a:r>
          </a:p>
        </p:txBody>
      </p:sp>
      <p:pic>
        <p:nvPicPr>
          <p:cNvPr id="18" name="图片 17" descr="图片包含 前, 蛋糕, 桌子, 大&#10;&#10;描述已自动生成">
            <a:extLst>
              <a:ext uri="{FF2B5EF4-FFF2-40B4-BE49-F238E27FC236}">
                <a16:creationId xmlns:a16="http://schemas.microsoft.com/office/drawing/2014/main" id="{C6A1E858-A8EA-EC4A-5C10-7E61459ECD67}"/>
              </a:ext>
            </a:extLst>
          </p:cNvPr>
          <p:cNvPicPr>
            <a:picLocks noChangeAspect="1"/>
          </p:cNvPicPr>
          <p:nvPr/>
        </p:nvPicPr>
        <p:blipFill>
          <a:blip r:embed="Rb80dd024c24b43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82" b="88614"/>
          <a:stretch>
            <a:fillRect/>
          </a:stretch>
        </p:blipFill>
        <p:spPr>
          <a:xfrm rot="20762668" flipH="1">
            <a:off x="-72099" y="2630671"/>
            <a:ext cx="4230401" cy="1732605"/>
          </a:xfrm>
          <a:prstGeom prst="rect">
            <a:avLst/>
          </a:prstGeom>
        </p:spPr>
      </p:pic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5A06B70-F4AA-846F-2084-EDAA7BA5D8EB}"/>
              </a:ext>
            </a:extLst>
          </p:cNvPr>
          <p:cNvCxnSpPr/>
          <p:nvPr/>
        </p:nvCxnSpPr>
        <p:spPr>
          <a:xfrm>
            <a:off x="8338421" y="770950"/>
            <a:ext cx="73499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7FB9862-9E95-FF4A-A988-0C4FA0BD7320}"/>
              </a:ext>
            </a:extLst>
          </p:cNvPr>
          <p:cNvGrpSpPr/>
          <p:nvPr/>
        </p:nvGrpSpPr>
        <p:grpSpPr>
          <a:xfrm>
            <a:off x="3126244" y="992061"/>
            <a:ext cx="6190797" cy="2967902"/>
            <a:chOff x="3577161" y="1042901"/>
            <a:chExt cx="5384375" cy="2581299"/>
          </a:xfrm>
        </p:grpSpPr>
        <p:pic>
          <p:nvPicPr>
            <p:cNvPr id="11" name="图片 10" descr="图片包含 前, 蛋糕, 桌子, 大&#10;&#10;描述已自动生成">
              <a:extLst>
                <a:ext uri="{FF2B5EF4-FFF2-40B4-BE49-F238E27FC236}">
                  <a16:creationId xmlns:a16="http://schemas.microsoft.com/office/drawing/2014/main" id="{FFB0782D-6490-77F1-C307-E2C2358086E1}"/>
                </a:ext>
              </a:extLst>
            </p:cNvPr>
            <p:cNvPicPr>
              <a:picLocks noChangeAspect="1"/>
            </p:cNvPicPr>
            <p:nvPr/>
          </p:nvPicPr>
          <p:blipFill>
            <a:blip r:embed="Rb80dd024c24b438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92" t="12089" r="17669" b="57147"/>
            <a:stretch>
              <a:fillRect/>
            </a:stretch>
          </p:blipFill>
          <p:spPr>
            <a:xfrm>
              <a:off x="3577161" y="1042901"/>
              <a:ext cx="3317921" cy="2581299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3A7385E-177A-F43E-6145-A696A548D5A4}"/>
                </a:ext>
              </a:extLst>
            </p:cNvPr>
            <p:cNvPicPr>
              <a:picLocks noChangeAspect="1"/>
            </p:cNvPicPr>
            <p:nvPr/>
          </p:nvPicPr>
          <p:blipFill>
            <a:blip r:embed="R3fb992454b25482d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890" t="30487" r="8795" b="34096"/>
            <a:stretch>
              <a:fillRect/>
            </a:stretch>
          </p:blipFill>
          <p:spPr>
            <a:xfrm>
              <a:off x="6637729" y="1234734"/>
              <a:ext cx="2323807" cy="2389466"/>
            </a:xfrm>
            <a:custGeom>
              <a:avLst/>
              <a:gdLst>
                <a:gd name="connsiteX0" fmla="*/ 713668 w 2323807"/>
                <a:gd name="connsiteY0" fmla="*/ 0 h 2389466"/>
                <a:gd name="connsiteX1" fmla="*/ 1310016 w 2323807"/>
                <a:gd name="connsiteY1" fmla="*/ 337931 h 2389466"/>
                <a:gd name="connsiteX2" fmla="*/ 1667824 w 2323807"/>
                <a:gd name="connsiteY2" fmla="*/ 1133061 h 2389466"/>
                <a:gd name="connsiteX3" fmla="*/ 2323807 w 2323807"/>
                <a:gd name="connsiteY3" fmla="*/ 1311965 h 2389466"/>
                <a:gd name="connsiteX4" fmla="*/ 2264172 w 2323807"/>
                <a:gd name="connsiteY4" fmla="*/ 2385392 h 2389466"/>
                <a:gd name="connsiteX5" fmla="*/ 2253022 w 2323807"/>
                <a:gd name="connsiteY5" fmla="*/ 2389466 h 2389466"/>
                <a:gd name="connsiteX6" fmla="*/ 1033864 w 2323807"/>
                <a:gd name="connsiteY6" fmla="*/ 2389466 h 2389466"/>
                <a:gd name="connsiteX7" fmla="*/ 1031720 w 2323807"/>
                <a:gd name="connsiteY7" fmla="*/ 2385392 h 2389466"/>
                <a:gd name="connsiteX8" fmla="*/ 713668 w 2323807"/>
                <a:gd name="connsiteY8" fmla="*/ 2107096 h 2389466"/>
                <a:gd name="connsiteX9" fmla="*/ 0 w 2323807"/>
                <a:gd name="connsiteY9" fmla="*/ 1913811 h 2389466"/>
                <a:gd name="connsiteX10" fmla="*/ 0 w 2323807"/>
                <a:gd name="connsiteY10" fmla="*/ 1866764 h 2389466"/>
                <a:gd name="connsiteX11" fmla="*/ 17929 w 2323807"/>
                <a:gd name="connsiteY11" fmla="*/ 1868557 h 2389466"/>
                <a:gd name="connsiteX12" fmla="*/ 0 w 2323807"/>
                <a:gd name="connsiteY12" fmla="*/ 1671340 h 2389466"/>
                <a:gd name="connsiteX13" fmla="*/ 0 w 2323807"/>
                <a:gd name="connsiteY13" fmla="*/ 644718 h 2389466"/>
                <a:gd name="connsiteX14" fmla="*/ 355859 w 2323807"/>
                <a:gd name="connsiteY14" fmla="*/ 39757 h 2389466"/>
                <a:gd name="connsiteX15" fmla="*/ 713668 w 2323807"/>
                <a:gd name="connsiteY15" fmla="*/ 0 h 2389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23807" h="2389466">
                  <a:moveTo>
                    <a:pt x="713668" y="0"/>
                  </a:moveTo>
                  <a:lnTo>
                    <a:pt x="1310016" y="337931"/>
                  </a:lnTo>
                  <a:lnTo>
                    <a:pt x="1667824" y="1133061"/>
                  </a:lnTo>
                  <a:lnTo>
                    <a:pt x="2323807" y="1311965"/>
                  </a:lnTo>
                  <a:lnTo>
                    <a:pt x="2264172" y="2385392"/>
                  </a:lnTo>
                  <a:lnTo>
                    <a:pt x="2253022" y="2389466"/>
                  </a:lnTo>
                  <a:lnTo>
                    <a:pt x="1033864" y="2389466"/>
                  </a:lnTo>
                  <a:lnTo>
                    <a:pt x="1031720" y="2385392"/>
                  </a:lnTo>
                  <a:lnTo>
                    <a:pt x="713668" y="2107096"/>
                  </a:lnTo>
                  <a:lnTo>
                    <a:pt x="0" y="1913811"/>
                  </a:lnTo>
                  <a:lnTo>
                    <a:pt x="0" y="1866764"/>
                  </a:lnTo>
                  <a:lnTo>
                    <a:pt x="17929" y="1868557"/>
                  </a:lnTo>
                  <a:lnTo>
                    <a:pt x="0" y="1671340"/>
                  </a:lnTo>
                  <a:lnTo>
                    <a:pt x="0" y="644718"/>
                  </a:lnTo>
                  <a:lnTo>
                    <a:pt x="355859" y="39757"/>
                  </a:lnTo>
                  <a:lnTo>
                    <a:pt x="713668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7183760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168ecdf2ef614a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c4d38e6d11e941f7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13a1f7165f734fc0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ceaa9cb278b44660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13a1f7165f734fc0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2eafe2162ecd4bf4977735cb51ea8106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e835538c751e478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60813ff20e3d43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b227b1bfa43541c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c6bb05d57dde4462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3f06140247c04410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24bd7e957494c55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6003209410d646ad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9931cf17508b4e22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d079d872eac049d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e148539c676043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e599d863e8734c9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ee74f51424894f87a754e5317b368a12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2a41e7050a264c8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55504619c47d4e3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baf462d873d4de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08258cc7cc0446d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efae3e3badec40ff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6cc9140dc2a4221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efae3e3badec40ff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d8f84b3c36c84c24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efae3e3badec40ff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1a6cb98deb2a4c4a89330e3d4984dff9"/>
              </a:rPr>
              <a:t>部分字体来源于</a:t>
            </a:r>
            <a:r>
              <a:rPr lang="en-US" altLang="zh-CN" dirty="0">
                <a:hlinkClick r:id="R1a6cb98deb2a4c4a89330e3d4984dff9"/>
              </a:rPr>
              <a:t>100font.com  </a:t>
            </a:r>
            <a:r>
              <a:rPr lang="zh-CN" altLang="en-US" dirty="0">
                <a:hlinkClick r:id="R1a6cb98deb2a4c4a89330e3d4984dff9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6c9fedd377843a5957e9fa247b6cc12"/>
              </a:rPr>
              <a:t>部分图标来源于</a:t>
            </a:r>
            <a:r>
              <a:rPr lang="en-US" altLang="zh-CN" dirty="0">
                <a:hlinkClick r:id="Rb6c9fedd377843a5957e9fa247b6cc12"/>
              </a:rPr>
              <a:t>Storyset.com </a:t>
            </a:r>
            <a:r>
              <a:rPr lang="zh-CN" altLang="en-US" dirty="0">
                <a:hlinkClick r:id="Rb6c9fedd377843a5957e9fa247b6cc12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880</Words>
  <Application>Microsoft Office PowerPoint</Application>
  <PresentationFormat>宽屏</PresentationFormat>
  <Paragraphs>214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微软雅黑</vt:lpstr>
      <vt:lpstr>Arial</vt:lpstr>
      <vt:lpstr>Calibri</vt:lpstr>
      <vt:lpstr>Times New Roman</vt:lpstr>
      <vt:lpstr>Wingdings</vt:lpstr>
      <vt:lpstr>第一PPT，www.1ppt.com</vt:lpstr>
      <vt:lpstr>PowerPoint 演示文稿</vt:lpstr>
      <vt:lpstr>PowerPoint 演示文稿</vt:lpstr>
      <vt:lpstr>西安旅游概述</vt:lpstr>
      <vt:lpstr>历史沿革</vt:lpstr>
      <vt:lpstr>美食文化</vt:lpstr>
      <vt:lpstr>旅游资源</vt:lpstr>
      <vt:lpstr>西安旅游路线</vt:lpstr>
      <vt:lpstr>市区路线</vt:lpstr>
      <vt:lpstr>远郊路线</vt:lpstr>
      <vt:lpstr>周边路线</vt:lpstr>
      <vt:lpstr>西安美食体验</vt:lpstr>
      <vt:lpstr>美食街区</vt:lpstr>
      <vt:lpstr>老字号餐馆</vt:lpstr>
      <vt:lpstr>西安旅游策划</vt:lpstr>
      <vt:lpstr>文化体验</vt:lpstr>
      <vt:lpstr>特色活动</vt:lpstr>
      <vt:lpstr>西安住宿推荐</vt:lpstr>
      <vt:lpstr>星级酒店</vt:lpstr>
      <vt:lpstr>特色民宿</vt:lpstr>
      <vt:lpstr>经济型酒店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第一PPT，www.1ppt.com</dc:creator>
  <cp:keywords>www.1ppt.com</cp:keywords>
  <dc:description>第一PPT</dc:description>
  <cp:lastModifiedBy>JP Liu</cp:lastModifiedBy>
  <cp:revision>6</cp:revision>
  <cp:lastPrinted>2024-05-16T16:00:00Z</cp:lastPrinted>
  <dcterms:created xsi:type="dcterms:W3CDTF">2024-05-16T16:00:00Z</dcterms:created>
  <dcterms:modified xsi:type="dcterms:W3CDTF">2025-04-28T04:19:30Z</dcterms:modified>
</cp:coreProperties>
</file>