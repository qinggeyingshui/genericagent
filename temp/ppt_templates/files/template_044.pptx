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Default Extension="wdp" ContentType="image/vnd.ms-photo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media/image28.bin" ContentType="image/jpeg"/>
  <Override PartName="/ppt/media/image30.bin" ContentType="image/jpeg"/>
  <Override PartName="/ppt/media/image31.bin" ContentType="image/jpeg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media/image38.bin" ContentType="image/jpeg"/>
  <Override PartName="/ppt/customXML/item.xml" ContentType="application/inkml+xml"/>
  <Override PartName="/ppt/customXML/item2.xml" ContentType="application/inkml+xml"/>
  <Override PartName="/ppt/slides/slide21.xml" ContentType="application/vnd.openxmlformats-officedocument.presentationml.slide+xml"/>
  <Override PartName="/ppt/media/image41.bin" ContentType="image/jpeg"/>
  <Override PartName="/ppt/media/image42.bin" ContentType="image/jpeg"/>
  <Override PartName="/ppt/media/image45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2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499351682a74e48" /><Relationship Type="http://schemas.openxmlformats.org/package/2006/relationships/metadata/core-properties" Target="/docProps/core.xml" Id="R226c3a66f3c64c80" /><Relationship Type="http://schemas.openxmlformats.org/officeDocument/2006/relationships/extended-properties" Target="/docProps/app.xml" Id="R2a8a8d4227034371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c506d850b0ef4462"/>
  </p:sldMasterIdLst>
  <p:notesMasterIdLst>
    <p:notesMasterId r:id="Rc37ad9be49f24cc6"/>
  </p:notesMasterIdLst>
  <p:sldIdLst>
    <p:sldId id="256" r:id="R3b605b09c7054858"/>
    <p:sldId id="257" r:id="Rc75d2848b8984a63"/>
    <p:sldId id="258" r:id="Re238d8137fb24de5"/>
    <p:sldId id="259" r:id="R396347fe899d4195"/>
    <p:sldId id="260" r:id="R2899823da84944a5"/>
    <p:sldId id="261" r:id="Rcc4f96b9ccb94ed4"/>
    <p:sldId id="262" r:id="R08ddfb5a23c84acc"/>
    <p:sldId id="263" r:id="Rb28739bea6864e52"/>
    <p:sldId id="264" r:id="R2e8e18ad502d4fc3"/>
    <p:sldId id="265" r:id="Re726039ab8294c56"/>
    <p:sldId id="266" r:id="R7364131077b34435"/>
    <p:sldId id="267" r:id="R82b62828212846f8"/>
    <p:sldId id="268" r:id="Rc9cc1ef4150444c7"/>
    <p:sldId id="269" r:id="R1175ed4dbaa8421d"/>
    <p:sldId id="270" r:id="Rbf0e11e8ccb14d02"/>
    <p:sldId id="271" r:id="R335dff0f1f8e4f3a"/>
    <p:sldId id="272" r:id="R01b511825c29456a"/>
    <p:sldId id="273" r:id="Re640ef0c42524471"/>
    <p:sldId id="274" r:id="R0fed9e7fa874464a"/>
    <p:sldId id="275" r:id="Ra75f0dd645d24592"/>
    <p:sldId id="276" r:id="R7a2cac1815fb436b"/>
    <p:sldId id="277" r:id="R58e931a32d9442e1"/>
    <p:sldId id="278" r:id="Rc697cc0b5c93473e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1405"/>
    <a:srgbClr val="B71705"/>
    <a:srgbClr val="FC1B16"/>
    <a:srgbClr val="F6DF9F"/>
    <a:srgbClr val="A11003"/>
    <a:srgbClr val="FFFFC9"/>
    <a:srgbClr val="030000"/>
    <a:srgbClr val="F9EDC1"/>
    <a:srgbClr val="F9F1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16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48" y="4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37ad9be49f24cc6" /><Relationship Type="http://schemas.openxmlformats.org/officeDocument/2006/relationships/presProps" Target="/ppt/presProps.xml" Id="Rc8a056714be940c2" /><Relationship Type="http://schemas.openxmlformats.org/officeDocument/2006/relationships/viewProps" Target="/ppt/viewProps.xml" Id="Rbb91db704b8d4894" /><Relationship Type="http://schemas.openxmlformats.org/officeDocument/2006/relationships/slideMaster" Target="/ppt/slideMasters/slideMaster1.xml" Id="Rc506d850b0ef4462" /><Relationship Type="http://schemas.openxmlformats.org/officeDocument/2006/relationships/theme" Target="/ppt/slideMasters/theme/theme2.xml" Id="Ra706c96f0cab446f" /><Relationship Type="http://schemas.openxmlformats.org/officeDocument/2006/relationships/slide" Target="/ppt/slides/slide1.xml" Id="R3b605b09c7054858" /><Relationship Type="http://schemas.openxmlformats.org/officeDocument/2006/relationships/slide" Target="/ppt/slides/slide2.xml" Id="Rc75d2848b8984a63" /><Relationship Type="http://schemas.openxmlformats.org/officeDocument/2006/relationships/slide" Target="/ppt/slides/slide3.xml" Id="Re238d8137fb24de5" /><Relationship Type="http://schemas.openxmlformats.org/officeDocument/2006/relationships/slide" Target="/ppt/slides/slide4.xml" Id="R396347fe899d4195" /><Relationship Type="http://schemas.openxmlformats.org/officeDocument/2006/relationships/slide" Target="/ppt/slides/slide5.xml" Id="R2899823da84944a5" /><Relationship Type="http://schemas.openxmlformats.org/officeDocument/2006/relationships/slide" Target="/ppt/slides/slide6.xml" Id="Rcc4f96b9ccb94ed4" /><Relationship Type="http://schemas.openxmlformats.org/officeDocument/2006/relationships/slide" Target="/ppt/slides/slide7.xml" Id="R08ddfb5a23c84acc" /><Relationship Type="http://schemas.openxmlformats.org/officeDocument/2006/relationships/slide" Target="/ppt/slides/slide8.xml" Id="Rb28739bea6864e52" /><Relationship Type="http://schemas.openxmlformats.org/officeDocument/2006/relationships/slide" Target="/ppt/slides/slide9.xml" Id="R2e8e18ad502d4fc3" /><Relationship Type="http://schemas.openxmlformats.org/officeDocument/2006/relationships/slide" Target="/ppt/slides/slide10.xml" Id="Re726039ab8294c56" /><Relationship Type="http://schemas.openxmlformats.org/officeDocument/2006/relationships/slide" Target="/ppt/slides/slide11.xml" Id="R7364131077b34435" /><Relationship Type="http://schemas.openxmlformats.org/officeDocument/2006/relationships/slide" Target="/ppt/slides/slide12.xml" Id="R82b62828212846f8" /><Relationship Type="http://schemas.openxmlformats.org/officeDocument/2006/relationships/slide" Target="/ppt/slides/slide13.xml" Id="Rc9cc1ef4150444c7" /><Relationship Type="http://schemas.openxmlformats.org/officeDocument/2006/relationships/slide" Target="/ppt/slides/slide14.xml" Id="R1175ed4dbaa8421d" /><Relationship Type="http://schemas.openxmlformats.org/officeDocument/2006/relationships/slide" Target="/ppt/slides/slide15.xml" Id="Rbf0e11e8ccb14d02" /><Relationship Type="http://schemas.openxmlformats.org/officeDocument/2006/relationships/slide" Target="/ppt/slides/slide16.xml" Id="R335dff0f1f8e4f3a" /><Relationship Type="http://schemas.openxmlformats.org/officeDocument/2006/relationships/slide" Target="/ppt/slides/slide17.xml" Id="R01b511825c29456a" /><Relationship Type="http://schemas.openxmlformats.org/officeDocument/2006/relationships/slide" Target="/ppt/slides/slide18.xml" Id="Re640ef0c42524471" /><Relationship Type="http://schemas.openxmlformats.org/officeDocument/2006/relationships/slide" Target="/ppt/slides/slide19.xml" Id="R0fed9e7fa874464a" /><Relationship Type="http://schemas.openxmlformats.org/officeDocument/2006/relationships/slide" Target="/ppt/slides/slide20.xml" Id="Ra75f0dd645d24592" /><Relationship Type="http://schemas.openxmlformats.org/officeDocument/2006/relationships/slide" Target="/ppt/slides/slide21.xml" Id="R7a2cac1815fb436b" /><Relationship Type="http://schemas.openxmlformats.org/officeDocument/2006/relationships/slide" Target="/ppt/slides/slide22.xml" Id="R58e931a32d9442e1" /><Relationship Type="http://schemas.openxmlformats.org/officeDocument/2006/relationships/slide" Target="/ppt/slides/slide23.xml" Id="Rc697cc0b5c93473e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acd2f1aae1f3463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CA29A-E554-4313-B8A0-2B5E0FF53C54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704AD-9AB7-4750-BF92-C6215D7C407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78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89de0ac7104d8b" /><Relationship Type="http://schemas.openxmlformats.org/officeDocument/2006/relationships/notesMaster" Target="/ppt/notesMasters/notesMaster1.xml" Id="Rbc62750fe7784b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31cfb092474077" /><Relationship Type="http://schemas.openxmlformats.org/officeDocument/2006/relationships/notesMaster" Target="/ppt/notesMasters/notesMaster1.xml" Id="R37360e01b8fa4a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fafb93524147e9" /><Relationship Type="http://schemas.openxmlformats.org/officeDocument/2006/relationships/notesMaster" Target="/ppt/notesMasters/notesMaster1.xml" Id="Rfc8d3a9e7a6946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346b636f8a4da4" /><Relationship Type="http://schemas.openxmlformats.org/officeDocument/2006/relationships/notesMaster" Target="/ppt/notesMasters/notesMaster1.xml" Id="R217aa4741aa44e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70e0615e274918" /><Relationship Type="http://schemas.openxmlformats.org/officeDocument/2006/relationships/notesMaster" Target="/ppt/notesMasters/notesMaster1.xml" Id="R76091f61ec5f42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5b7de71b96464f" /><Relationship Type="http://schemas.openxmlformats.org/officeDocument/2006/relationships/notesMaster" Target="/ppt/notesMasters/notesMaster1.xml" Id="R7cfea3cdf09a4d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4aaffb9c5f4622" /><Relationship Type="http://schemas.openxmlformats.org/officeDocument/2006/relationships/notesMaster" Target="/ppt/notesMasters/notesMaster1.xml" Id="R4ebbc95d048b4e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acf7868a5e45ce" /><Relationship Type="http://schemas.openxmlformats.org/officeDocument/2006/relationships/notesMaster" Target="/ppt/notesMasters/notesMaster1.xml" Id="R4a3de56e753243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e4051dd2c64dea" /><Relationship Type="http://schemas.openxmlformats.org/officeDocument/2006/relationships/notesMaster" Target="/ppt/notesMasters/notesMaster1.xml" Id="R74037ab4de3149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1de7194cb24761" /><Relationship Type="http://schemas.openxmlformats.org/officeDocument/2006/relationships/notesMaster" Target="/ppt/notesMasters/notesMaster1.xml" Id="R90efcaa543894b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1e3899e66743a1" /><Relationship Type="http://schemas.openxmlformats.org/officeDocument/2006/relationships/notesMaster" Target="/ppt/notesMasters/notesMaster1.xml" Id="Rcc645a5f7e854d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e31afa0e2a430e" /><Relationship Type="http://schemas.openxmlformats.org/officeDocument/2006/relationships/notesMaster" Target="/ppt/notesMasters/notesMaster1.xml" Id="Rab195a53111845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89e2c67cd447ce" /><Relationship Type="http://schemas.openxmlformats.org/officeDocument/2006/relationships/notesMaster" Target="/ppt/notesMasters/notesMaster1.xml" Id="Racfe72e51fa345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d62fd00a3f4989" /><Relationship Type="http://schemas.openxmlformats.org/officeDocument/2006/relationships/notesMaster" Target="/ppt/notesMasters/notesMaster1.xml" Id="R39d02b5084ad43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62fda7f98548d0" /><Relationship Type="http://schemas.openxmlformats.org/officeDocument/2006/relationships/notesMaster" Target="/ppt/notesMasters/notesMaster1.xml" Id="Rd6947845195b45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1fab6abd1c465a" /><Relationship Type="http://schemas.openxmlformats.org/officeDocument/2006/relationships/notesMaster" Target="/ppt/notesMasters/notesMaster1.xml" Id="Rf1fbfad69b164e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b47231b69ee44b3" /><Relationship Type="http://schemas.openxmlformats.org/officeDocument/2006/relationships/notesMaster" Target="/ppt/notesMasters/notesMaster1.xml" Id="R8857360f48bb46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f0c68164bf431f" /><Relationship Type="http://schemas.openxmlformats.org/officeDocument/2006/relationships/notesMaster" Target="/ppt/notesMasters/notesMaster1.xml" Id="R6368104bd58646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b37801d23c4f96" /><Relationship Type="http://schemas.openxmlformats.org/officeDocument/2006/relationships/notesMaster" Target="/ppt/notesMasters/notesMaster1.xml" Id="Rfb3a61fe852d4dc5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3678-24EB-503A-503A-25C8B5EE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F8A264-8EF0-B37C-7D5B-66F7F95CD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573EE8-09BE-77CA-7FE0-BBC7D2A25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B53BA4-F55E-8C5E-42DD-2412A4351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939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C85F0-1CE2-CF93-A42B-174B9C0BC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022F73-CF7C-3733-8BF1-2D92D401B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CD3485-0BC6-034A-40DC-0003AB6A3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A507CE-FACC-2C4F-F3E1-23497E20F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289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F5535-35AE-2F8B-B542-57BF5460A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707221-F47E-80A1-5B60-870C82479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59F988-433E-93C5-920B-B7CAF741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27713F-4FA6-7BC5-B4E5-6172AB887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346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D7703-9E61-888E-3ABE-E4A993D64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5FB2BC-99D5-1F72-2A3C-3E1D22ABC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5485A2-5691-92FD-63F3-18D80CAF0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6B7A75-22F0-B26C-97EB-06D66018A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044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E1DDE-3FD4-5371-0511-BE2DEB5FD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549420-B2A8-10D4-4E30-31BE08041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E31AC9-3AA6-44DD-5E88-D4A9F2AD5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7FAE73-10CA-4D64-FE36-8B0FFAB84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509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FB8E8-A548-773E-9A16-D5688E22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EBC68F-67D3-E02E-D5D1-A476CB6CC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5DFC40-A43C-0455-5751-C06586B9B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CE1A8E-89AC-505D-01B0-7188AB709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324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296C4-012C-E3B0-1B03-CBE362FFE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E37AD2-D1DB-B06A-7CCC-896991309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15CB84-DC32-3929-910C-01FE2F283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1E9943-8A0D-3E13-0407-EF98A14CA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991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804CD-A275-22DE-CBC7-C2E7E77D2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C8633C-3580-F5CA-5125-A8E85CBC3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91D999-6D69-A6D0-A719-03A4F747A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D41B3E-9DCF-4A95-4C8E-83D255394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751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45AE5-2BB7-2EE8-C333-8198835CA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60723A-A368-E682-36DD-989A578D9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B34AF3-3D65-6AAB-5E8E-63E1C16F8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EA26C4-6A9C-CB36-83A9-42F71173E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788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2738D-C1C0-6A44-C3A0-098D1345E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267DD9-88B0-6C21-A68E-4BB6DC38E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4EED6A-91D6-465F-8634-3221BD73D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469C7D-D7BF-0424-BF0F-AC7019EF9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502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B0486-0184-7FAA-A0F2-7206819F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29A039-2021-6B82-FCE9-488085375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401ABA-120D-F284-18ED-9A38F9CAB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542B06-DED2-4D15-569C-E997D1D48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626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5AB67-9EFE-D26A-5315-642FC6DD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D5D2AE-5ACF-30B9-BB41-E83E0C367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3EA2EC-1797-E6F9-5226-4B13FBDE0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C3E92-419E-3B5D-9AE3-627E4F4F3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504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ABB69-0A0F-2F40-75E2-B6F4BD814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24D2E0-89AB-677E-5F8C-D3DD723D5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EB579C-F94B-A7B7-DC92-2FAC15244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CA0AE9-DD43-9D0A-F4DF-BA470DDC6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535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9CC4B-E24B-086F-2EC1-C6D324F6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3297D6-B31F-D01C-012A-E234FC8C9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C8F073-7676-D291-8C1D-F23CE61B7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9C59C8-FBFB-6575-AA6E-11E5F6188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916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BB86D-A9E1-FDA2-6C64-FA4E2B912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BF08B0-2197-9200-B279-6E260E638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A34FF2-FFFC-44A2-5BB1-A9D68B300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04B9B1-6B0F-FDE2-4B8E-F0D20192A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161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CAB65-0FC9-B708-FE2D-EC28D9CC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A4A01A-A903-7CE1-EB89-A898D7857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B2B8B9-D2FA-A480-9606-236097475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C0AC5D-FD29-B878-FB13-ECC47338F9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0917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10F57-09A7-1B0F-43D5-5DC45EDE8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4876F7-0926-D7A8-F693-8D736AC63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76D091-9A0B-9CF0-AF02-145E26036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4188F6-CB12-1267-7A35-A1D011465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6659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C0A3A-A9F7-694A-0633-D7C915FF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A3CDF1-7055-AD5D-DE97-404C364F3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6A1ADD-A9BA-D0B7-D477-98A1DA527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AB7B77-E60A-CF3C-732F-A87374C0E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5980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13283-B993-5AEC-7FDD-727181D5B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7443CC-BFA5-DAA9-472C-1D6889E73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AAA937-0AE1-DDAF-4AE1-1A2BAC174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713E82-D16D-0C07-ECFA-693125179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704AD-9AB7-4750-BF92-C6215D7C4076}" type="slidenum">
              <a:rPr lang="zh-CN" altLang="en-US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735082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hyperlink" Target="http://www.1ppt.com/jieri/" TargetMode="External" Id="R8a5856c9ae9940c4beddf2eaf29653b9" /><Relationship Type="http://schemas.openxmlformats.org/officeDocument/2006/relationships/image" Target="/ppt/media/image.bin" Id="R6c5e44a183c94759" /><Relationship Type="http://schemas.openxmlformats.org/officeDocument/2006/relationships/image" Target="/ppt/media/image2.bin" Id="R8a148ea75f4a46b4" /><Relationship Type="http://schemas.openxmlformats.org/officeDocument/2006/relationships/slideMaster" Target="/ppt/slideMasters/slideMaster1.xml" Id="R49fe59d37d6f45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3.bin" Id="R9e8506dbddeb4558" /><Relationship Type="http://schemas.openxmlformats.org/officeDocument/2006/relationships/image" Target="/ppt/media/image2.bin" Id="Re3490cc3b33d40a1" /><Relationship Type="http://schemas.openxmlformats.org/officeDocument/2006/relationships/slideMaster" Target="/ppt/slideMasters/slideMaster1.xml" Id="Refbe0199d2244a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6c3fcb3a34667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11693374" y="13570"/>
            <a:ext cx="432048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8a5856c9ae9940c4beddf2eaf29653b9"/>
              </a:rPr>
              <a:t>节日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  <a:hlinkClick r:id="R8a5856c9ae9940c4beddf2eaf29653b9"/>
              </a:rPr>
              <a:t>PPT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8a5856c9ae9940c4beddf2eaf29653b9"/>
              </a:rPr>
              <a:t>模板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C86970A-5B4B-7163-6325-F1C0A6FA84FF}"/>
              </a:ext>
            </a:extLst>
          </p:cNvPr>
          <p:cNvPicPr>
            <a:picLocks noChangeAspect="1"/>
          </p:cNvPicPr>
          <p:nvPr userDrawn="1"/>
        </p:nvPicPr>
        <p:blipFill>
          <a:blip r:embed="R6c5e44a183c9475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220E41A-14CF-666C-2DB2-B72141448B08}"/>
              </a:ext>
            </a:extLst>
          </p:cNvPr>
          <p:cNvPicPr>
            <a:picLocks noChangeAspect="1"/>
          </p:cNvPicPr>
          <p:nvPr userDrawn="1"/>
        </p:nvPicPr>
        <p:blipFill>
          <a:blip r:embed="R8a148ea75f4a46b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570"/>
            <a:ext cx="12192000" cy="306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8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6615E18-BB54-B9CC-0CDE-D3C062B83BB7}"/>
              </a:ext>
            </a:extLst>
          </p:cNvPr>
          <p:cNvPicPr>
            <a:picLocks noChangeAspect="1"/>
          </p:cNvPicPr>
          <p:nvPr userDrawn="1"/>
        </p:nvPicPr>
        <p:blipFill>
          <a:blip r:embed="R9e8506dbddeb455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3017E62-F0CA-E45F-4BDF-3A0D5697B65C}"/>
              </a:ext>
            </a:extLst>
          </p:cNvPr>
          <p:cNvPicPr>
            <a:picLocks noChangeAspect="1"/>
          </p:cNvPicPr>
          <p:nvPr userDrawn="1"/>
        </p:nvPicPr>
        <p:blipFill>
          <a:blip r:embed="Re3490cc3b33d40a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570"/>
            <a:ext cx="12192000" cy="306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7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31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="">
      <p:transition spd="slow">
        <p:fade/>
      </p:transition>
    </mc:Fallback>
  </mc:AlternateContent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3f277bc54646f3" /><Relationship Type="http://schemas.openxmlformats.org/officeDocument/2006/relationships/slideLayout" Target="/ppt/slideLayouts/slideLayout1.xml" Id="R545c3f1876074c2f" /><Relationship Type="http://schemas.openxmlformats.org/officeDocument/2006/relationships/slideLayout" Target="/ppt/slideLayouts/slideLayout2.xml" Id="Rda0d44a540614411" /><Relationship Type="http://schemas.openxmlformats.org/officeDocument/2006/relationships/slideLayout" Target="/ppt/slideLayouts/slideLayout3.xml" Id="Rbaa8db45477749c5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78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baa8db45477749c5"/>
    <p:sldLayoutId id="2147483650" r:id="Rda0d44a540614411"/>
    <p:sldLayoutId id="2147483649" r:id="R545c3f1876074c2f"/>
  </p:sldLayoutIdLst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theme/theme2.xml><?xml version="1.0" encoding="utf-8"?>
<a:theme xmlns:a="http://schemas.openxmlformats.org/drawingml/2006/main" name="第一PPT，www.1ppt.com">
  <a:themeElements>
    <a:clrScheme name="自定义 23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94341"/>
      </a:accent1>
      <a:accent2>
        <a:srgbClr val="0DC8DB"/>
      </a:accent2>
      <a:accent3>
        <a:srgbClr val="505069"/>
      </a:accent3>
      <a:accent4>
        <a:srgbClr val="F94341"/>
      </a:accent4>
      <a:accent5>
        <a:srgbClr val="0DC8DB"/>
      </a:accent5>
      <a:accent6>
        <a:srgbClr val="505069"/>
      </a:accent6>
      <a:hlink>
        <a:srgbClr val="F94341"/>
      </a:hlink>
      <a:folHlink>
        <a:srgbClr val="0DC8DB"/>
      </a:folHlink>
    </a:clrScheme>
    <a:fontScheme name="s1hgdlqe">
      <a:majorFont>
        <a:latin typeface="阿里巴巴普惠体"/>
        <a:ea typeface="阿里巴巴普惠体"/>
        <a:cs typeface="Arial"/>
      </a:majorFont>
      <a:minorFont>
        <a:latin typeface="阿里巴巴普惠体"/>
        <a:ea typeface="阿里巴巴普惠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4.bin" Id="R007d5f87f6ec44f6" /><Relationship Type="http://schemas.openxmlformats.org/officeDocument/2006/relationships/image" Target="/ppt/media/image2.bin" Id="R0fef14f34c3a45ae" /><Relationship Type="http://schemas.openxmlformats.org/officeDocument/2006/relationships/image" Target="/ppt/media/image5.bin" Id="Rce49fe5e5020407a" /><Relationship Type="http://schemas.openxmlformats.org/officeDocument/2006/relationships/image" Target="/ppt/media/image6.bin" Id="Re3ab66558f304b1f" /><Relationship Type="http://schemas.openxmlformats.org/officeDocument/2006/relationships/image" Target="/ppt/media/image7.bin" Id="Rf56e1360993b49ed" /><Relationship Type="http://schemas.openxmlformats.org/officeDocument/2006/relationships/image" Target="/ppt/media/image8.bin" Id="R92d14832fc7b4a52" /><Relationship Type="http://schemas.openxmlformats.org/officeDocument/2006/relationships/notesSlide" Target="/ppt/notesSlides/notesSlide1.xml" Id="Rda6dd0416b3e4151" /><Relationship Type="http://schemas.openxmlformats.org/officeDocument/2006/relationships/slideLayout" Target="/ppt/slideLayouts/slideLayout2.xml" Id="Rfa4e221eeace42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3.bin" Id="Rfc2f874101104cba" /><Relationship Type="http://schemas.openxmlformats.org/officeDocument/2006/relationships/image" Target="/ppt/media/image2.bin" Id="Rc6a124b17bbc442c" /><Relationship Type="http://schemas.openxmlformats.org/officeDocument/2006/relationships/image" Target="/ppt/media/image9.bin" Id="Rd85f5a58a6504238" /><Relationship Type="http://schemas.openxmlformats.org/officeDocument/2006/relationships/image" Target="/ppt/media/image10.bin" Id="R8cd6c5797c244ff0" /><Relationship Type="http://schemas.openxmlformats.org/officeDocument/2006/relationships/image" Target="/ppt/media/image11.bin" Id="R7662e48c1e9f48b7" /><Relationship Type="http://schemas.openxmlformats.org/officeDocument/2006/relationships/image" Target="/ppt/media/image12.bin" Id="R5612f21f51b54429" /><Relationship Type="http://schemas.openxmlformats.org/officeDocument/2006/relationships/image" Target="/ppt/media/image8.bin" Id="R75b35940a6764bbd" /><Relationship Type="http://schemas.openxmlformats.org/officeDocument/2006/relationships/notesSlide" Target="/ppt/notesSlides/notesSlide2.xml" Id="R73cd7dfba0f44674" /><Relationship Type="http://schemas.openxmlformats.org/officeDocument/2006/relationships/slideLayout" Target="/ppt/slideLayouts/slideLayout2.xml" Id="Radd8f23efcc848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13.bin" Id="R456a76f1cd284175" /><Relationship Type="http://schemas.openxmlformats.org/officeDocument/2006/relationships/image" Target="/ppt/media/image2.bin" Id="Rcb9db4b59d5b48f4" /><Relationship Type="http://schemas.openxmlformats.org/officeDocument/2006/relationships/image" Target="/ppt/media/image9.bin" Id="R88cdba3a07094fb0" /><Relationship Type="http://schemas.openxmlformats.org/officeDocument/2006/relationships/image" Target="/ppt/media/image8.bin" Id="R7e5a2c00191d4879" /><Relationship Type="http://schemas.openxmlformats.org/officeDocument/2006/relationships/image" Target="/ppt/media/image14.bin" Id="Re889c3ceb2054a3a" /><Relationship Type="http://schemas.openxmlformats.org/officeDocument/2006/relationships/image" Target="/ppt/media/image15.bin" Id="R8f8fa535ad2f4817" /><Relationship Type="http://schemas.openxmlformats.org/officeDocument/2006/relationships/notesSlide" Target="/ppt/notesSlides/notesSlide3.xml" Id="R58a393f1c2e64ca8" /><Relationship Type="http://schemas.openxmlformats.org/officeDocument/2006/relationships/slideLayout" Target="/ppt/slideLayouts/slideLayout2.xml" Id="Rccf8c004700f4c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16.bin" Id="Rb65805130cd046e7" /><Relationship Type="http://schemas.openxmlformats.org/officeDocument/2006/relationships/image" Target="/ppt/media/image9.bin" Id="Red1388e8363f43f5" /><Relationship Type="http://schemas.openxmlformats.org/officeDocument/2006/relationships/image" Target="/ppt/media/image17.bin" Id="R14f9ef7db0b24a58" /><Relationship Type="http://schemas.openxmlformats.org/officeDocument/2006/relationships/image" Target="/ppt/media/image18.bin" Id="R6076a63862984a50" /><Relationship Type="http://schemas.microsoft.com/office/2007/relationships/hdphoto" Target="/ppt/slides/udata/data.wdp" Id="R46d3460b47c7494a" /><Relationship Type="http://schemas.openxmlformats.org/officeDocument/2006/relationships/notesSlide" Target="/ppt/notesSlides/notesSlide4.xml" Id="R63a9535ac36d4a4b" /><Relationship Type="http://schemas.openxmlformats.org/officeDocument/2006/relationships/slideLayout" Target="/ppt/slideLayouts/slideLayout2.xml" Id="R4848c405945642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3.bin" Id="R56755bdb32c947be" /><Relationship Type="http://schemas.openxmlformats.org/officeDocument/2006/relationships/image" Target="/ppt/media/image2.bin" Id="R7b9587454a984ff5" /><Relationship Type="http://schemas.openxmlformats.org/officeDocument/2006/relationships/image" Target="/ppt/media/image9.bin" Id="R47d2d4cdf54945c0" /><Relationship Type="http://schemas.openxmlformats.org/officeDocument/2006/relationships/image" Target="/ppt/media/image8.bin" Id="R32e170c51f1a4a96" /><Relationship Type="http://schemas.openxmlformats.org/officeDocument/2006/relationships/image" Target="/ppt/media/image14.bin" Id="Ree9e43d32d0e4775" /><Relationship Type="http://schemas.openxmlformats.org/officeDocument/2006/relationships/image" Target="/ppt/media/image15.bin" Id="R9687cd6f0c5044d5" /><Relationship Type="http://schemas.openxmlformats.org/officeDocument/2006/relationships/notesSlide" Target="/ppt/notesSlides/notesSlide5.xml" Id="R35b1d6a137b948d6" /><Relationship Type="http://schemas.openxmlformats.org/officeDocument/2006/relationships/slideLayout" Target="/ppt/slideLayouts/slideLayout2.xml" Id="R4c3dd4d89c6d46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16.bin" Id="R20a92ed3b0064805" /><Relationship Type="http://schemas.openxmlformats.org/officeDocument/2006/relationships/image" Target="/ppt/media/image9.bin" Id="R50347469ff314fe4" /><Relationship Type="http://schemas.openxmlformats.org/officeDocument/2006/relationships/image" Target="/ppt/media/image19.bin" Id="R229054cc48ef4489" /><Relationship Type="http://schemas.openxmlformats.org/officeDocument/2006/relationships/image" Target="/ppt/media/image20.bin" Id="R2c42c32cb12e4785" /><Relationship Type="http://schemas.openxmlformats.org/officeDocument/2006/relationships/notesSlide" Target="/ppt/notesSlides/notesSlide6.xml" Id="R907cf0f5478446b1" /><Relationship Type="http://schemas.openxmlformats.org/officeDocument/2006/relationships/slideLayout" Target="/ppt/slideLayouts/slideLayout2.xml" Id="R5c18e15dbc5741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21.bin" Id="R2945a938da6c44d2" /><Relationship Type="http://schemas.openxmlformats.org/officeDocument/2006/relationships/image" Target="/ppt/media/image16.bin" Id="R9137db1ebb8a42a8" /><Relationship Type="http://schemas.openxmlformats.org/officeDocument/2006/relationships/image" Target="/ppt/media/image9.bin" Id="R26f7cf5a01774023" /><Relationship Type="http://schemas.openxmlformats.org/officeDocument/2006/relationships/image" Target="/ppt/media/image11.bin" Id="R35df9b9ca774493c" /><Relationship Type="http://schemas.openxmlformats.org/officeDocument/2006/relationships/image" Target="/ppt/media/image12.bin" Id="Rd59ef2a27d9c4e54" /><Relationship Type="http://schemas.openxmlformats.org/officeDocument/2006/relationships/notesSlide" Target="/ppt/notesSlides/notesSlide7.xml" Id="R0fa2d41c81804e72" /><Relationship Type="http://schemas.openxmlformats.org/officeDocument/2006/relationships/slideLayout" Target="/ppt/slideLayouts/slideLayout2.xml" Id="Rc7c74d44984b4d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21.bin" Id="R1af529cd38794e49" /><Relationship Type="http://schemas.openxmlformats.org/officeDocument/2006/relationships/image" Target="/ppt/media/image16.bin" Id="Rad968c158e13423e" /><Relationship Type="http://schemas.openxmlformats.org/officeDocument/2006/relationships/image" Target="/ppt/media/image9.bin" Id="R4dd22fcb4b664408" /><Relationship Type="http://schemas.openxmlformats.org/officeDocument/2006/relationships/image" Target="/ppt/media/image11.bin" Id="Rbf1a8ceeaa93480b" /><Relationship Type="http://schemas.openxmlformats.org/officeDocument/2006/relationships/image" Target="/ppt/media/image12.bin" Id="Rb5ee4bd178944273" /><Relationship Type="http://schemas.openxmlformats.org/officeDocument/2006/relationships/notesSlide" Target="/ppt/notesSlides/notesSlide8.xml" Id="R8466ba0a5b284e46" /><Relationship Type="http://schemas.openxmlformats.org/officeDocument/2006/relationships/slideLayout" Target="/ppt/slideLayouts/slideLayout2.xml" Id="R6d03e1487f5142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21.bin" Id="R4587e3ea35394d1f" /><Relationship Type="http://schemas.openxmlformats.org/officeDocument/2006/relationships/image" Target="/ppt/media/image16.bin" Id="R051254c6058a4fab" /><Relationship Type="http://schemas.openxmlformats.org/officeDocument/2006/relationships/image" Target="/ppt/media/image9.bin" Id="R6449cf3cc4594baa" /><Relationship Type="http://schemas.openxmlformats.org/officeDocument/2006/relationships/image" Target="/ppt/media/image11.bin" Id="R84e36f6c383646c5" /><Relationship Type="http://schemas.openxmlformats.org/officeDocument/2006/relationships/image" Target="/ppt/media/image12.bin" Id="Rb7127a751b6b4a00" /><Relationship Type="http://schemas.openxmlformats.org/officeDocument/2006/relationships/notesSlide" Target="/ppt/notesSlides/notesSlide9.xml" Id="Rf175f660075c4556" /><Relationship Type="http://schemas.openxmlformats.org/officeDocument/2006/relationships/slideLayout" Target="/ppt/slideLayouts/slideLayout2.xml" Id="R55dd2545925b41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9.bin" Id="R4d592881adf44b3e" /><Relationship Type="http://schemas.openxmlformats.org/officeDocument/2006/relationships/image" Target="/ppt/media/image16.bin" Id="Rcefcc29a6f994b54" /><Relationship Type="http://schemas.openxmlformats.org/officeDocument/2006/relationships/image" Target="/ppt/media/image22.bin" Id="Rcab1f4dc4fd54450" /><Relationship Type="http://schemas.openxmlformats.org/officeDocument/2006/relationships/image" Target="/ppt/media/image23.bin" Id="R38ba4d64625a4450" /><Relationship Type="http://schemas.openxmlformats.org/officeDocument/2006/relationships/image" Target="/ppt/media/image24.bin" Id="Rbb4e8885a863438d" /><Relationship Type="http://schemas.openxmlformats.org/officeDocument/2006/relationships/image" Target="/ppt/media/image8.bin" Id="R552d9ea64edb4b0f" /><Relationship Type="http://schemas.openxmlformats.org/officeDocument/2006/relationships/notesSlide" Target="/ppt/notesSlides/notesSlide10.xml" Id="R85a26573dcd34384" /><Relationship Type="http://schemas.openxmlformats.org/officeDocument/2006/relationships/slideLayout" Target="/ppt/slideLayouts/slideLayout2.xml" Id="Rf88a9ec1486a4c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13.bin" Id="R0d44e5c27d804ce8" /><Relationship Type="http://schemas.openxmlformats.org/officeDocument/2006/relationships/image" Target="/ppt/media/image2.bin" Id="R02bccdeb86124a9a" /><Relationship Type="http://schemas.openxmlformats.org/officeDocument/2006/relationships/image" Target="/ppt/media/image9.bin" Id="R19d5306a78004660" /><Relationship Type="http://schemas.openxmlformats.org/officeDocument/2006/relationships/image" Target="/ppt/media/image8.bin" Id="R691785a1219342f0" /><Relationship Type="http://schemas.openxmlformats.org/officeDocument/2006/relationships/image" Target="/ppt/media/image14.bin" Id="Refd11de2e90b4bf0" /><Relationship Type="http://schemas.openxmlformats.org/officeDocument/2006/relationships/image" Target="/ppt/media/image15.bin" Id="Rec7b761acdac4a3f" /><Relationship Type="http://schemas.openxmlformats.org/officeDocument/2006/relationships/notesSlide" Target="/ppt/notesSlides/notesSlide11.xml" Id="R12c2fb619798458d" /><Relationship Type="http://schemas.openxmlformats.org/officeDocument/2006/relationships/slideLayout" Target="/ppt/slideLayouts/slideLayout2.xml" Id="R699d4fade7b74c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25.bin" Id="R635468bbf14a4a95" /><Relationship Type="http://schemas.openxmlformats.org/officeDocument/2006/relationships/image" Target="/ppt/media/image26.bin" Id="R6b75f0d1f4394bc5" /><Relationship Type="http://schemas.openxmlformats.org/officeDocument/2006/relationships/image" Target="/ppt/media/image9.bin" Id="R9f3de06776744d25" /><Relationship Type="http://schemas.openxmlformats.org/officeDocument/2006/relationships/image" Target="/ppt/media/image8.bin" Id="Rbc88cffe04134116" /><Relationship Type="http://schemas.openxmlformats.org/officeDocument/2006/relationships/notesSlide" Target="/ppt/notesSlides/notesSlide12.xml" Id="R409df61008c54464" /><Relationship Type="http://schemas.openxmlformats.org/officeDocument/2006/relationships/slideLayout" Target="/ppt/slideLayouts/slideLayout2.xml" Id="R5002c987c7cb43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16.bin" Id="R4f107bce19d346b3" /><Relationship Type="http://schemas.openxmlformats.org/officeDocument/2006/relationships/image" Target="/ppt/media/image9.bin" Id="Rfde4222e08304948" /><Relationship Type="http://schemas.openxmlformats.org/officeDocument/2006/relationships/image" Target="/ppt/media/image27.bin" Id="R3cf458dccab74662" /><Relationship Type="http://schemas.openxmlformats.org/officeDocument/2006/relationships/image" Target="/ppt/media/image28.bin" Id="R4051d1fbd8f3438c" /><Relationship Type="http://schemas.openxmlformats.org/officeDocument/2006/relationships/image" Target="/ppt/media/image29.bin" Id="R23caeaf0bedb47af" /><Relationship Type="http://schemas.openxmlformats.org/officeDocument/2006/relationships/image" Target="/ppt/media/image30.bin" Id="R6168e7b71ba048b3" /><Relationship Type="http://schemas.openxmlformats.org/officeDocument/2006/relationships/image" Target="/ppt/media/image31.bin" Id="R5ca36452b1334d31" /><Relationship Type="http://schemas.openxmlformats.org/officeDocument/2006/relationships/image" Target="/ppt/media/image8.bin" Id="R947921c43c6e4939" /><Relationship Type="http://schemas.openxmlformats.org/officeDocument/2006/relationships/image" Target="/ppt/media/image32.bin" Id="R405f9daae93b41c8" /><Relationship Type="http://schemas.microsoft.com/office/2007/relationships/hdphoto" Target="/ppt/slides/udata/data2.wdp" Id="Ra4b34f228d69463f" /><Relationship Type="http://schemas.openxmlformats.org/officeDocument/2006/relationships/notesSlide" Target="/ppt/notesSlides/notesSlide13.xml" Id="R65c10269b3504378" /><Relationship Type="http://schemas.openxmlformats.org/officeDocument/2006/relationships/slideLayout" Target="/ppt/slideLayouts/slideLayout2.xml" Id="Re5da233a0e954a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13.bin" Id="Raab13b451e7141f7" /><Relationship Type="http://schemas.openxmlformats.org/officeDocument/2006/relationships/image" Target="/ppt/media/image2.bin" Id="Recf6bbfae4864638" /><Relationship Type="http://schemas.openxmlformats.org/officeDocument/2006/relationships/image" Target="/ppt/media/image9.bin" Id="R4d56b4f9517b431f" /><Relationship Type="http://schemas.openxmlformats.org/officeDocument/2006/relationships/image" Target="/ppt/media/image8.bin" Id="Rc287239c03854a62" /><Relationship Type="http://schemas.openxmlformats.org/officeDocument/2006/relationships/image" Target="/ppt/media/image14.bin" Id="R7ba6e404eaf7479f" /><Relationship Type="http://schemas.openxmlformats.org/officeDocument/2006/relationships/image" Target="/ppt/media/image15.bin" Id="Reed79859f7324a9b" /><Relationship Type="http://schemas.openxmlformats.org/officeDocument/2006/relationships/notesSlide" Target="/ppt/notesSlides/notesSlide14.xml" Id="R1bf416b0dd5342bc" /><Relationship Type="http://schemas.openxmlformats.org/officeDocument/2006/relationships/slideLayout" Target="/ppt/slideLayouts/slideLayout2.xml" Id="Re6e37f6859454c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21.bin" Id="R355c60804ec84b38" /><Relationship Type="http://schemas.openxmlformats.org/officeDocument/2006/relationships/image" Target="/ppt/media/image16.bin" Id="Rc4d9a3de5c634fcc" /><Relationship Type="http://schemas.openxmlformats.org/officeDocument/2006/relationships/image" Target="/ppt/media/image9.bin" Id="Re6217a5a4dcf4420" /><Relationship Type="http://schemas.openxmlformats.org/officeDocument/2006/relationships/image" Target="/ppt/media/image33.bin" Id="Rd4d413168eaa4998" /><Relationship Type="http://schemas.openxmlformats.org/officeDocument/2006/relationships/image" Target="/ppt/media/image34.bin" Id="R65a271b824184267" /><Relationship Type="http://schemas.microsoft.com/office/2007/relationships/hdphoto" Target="/ppt/slides/udata/data3.wdp" Id="Re07e82e5b8b84d2f" /><Relationship Type="http://schemas.openxmlformats.org/officeDocument/2006/relationships/notesSlide" Target="/ppt/notesSlides/notesSlide15.xml" Id="R7eff4d3c5cf44f63" /><Relationship Type="http://schemas.openxmlformats.org/officeDocument/2006/relationships/slideLayout" Target="/ppt/slideLayouts/slideLayout2.xml" Id="R2d23ea70e11c45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21.bin" Id="R17e9592b8eb54a43" /><Relationship Type="http://schemas.openxmlformats.org/officeDocument/2006/relationships/image" Target="/ppt/media/image16.bin" Id="R224f43275fa24555" /><Relationship Type="http://schemas.openxmlformats.org/officeDocument/2006/relationships/image" Target="/ppt/media/image9.bin" Id="R49e46f5973be4424" /><Relationship Type="http://schemas.openxmlformats.org/officeDocument/2006/relationships/image" Target="/ppt/media/image33.bin" Id="Rf19bcfe414c64372" /><Relationship Type="http://schemas.openxmlformats.org/officeDocument/2006/relationships/image" Target="/ppt/media/image34.bin" Id="R24a68f21d2ad481b" /><Relationship Type="http://schemas.microsoft.com/office/2007/relationships/hdphoto" Target="/ppt/slides/udata/data4.wdp" Id="R8943455f88414feb" /><Relationship Type="http://schemas.openxmlformats.org/officeDocument/2006/relationships/notesSlide" Target="/ppt/notesSlides/notesSlide16.xml" Id="Rdd2c289d7deb4a51" /><Relationship Type="http://schemas.openxmlformats.org/officeDocument/2006/relationships/slideLayout" Target="/ppt/slideLayouts/slideLayout2.xml" Id="R2a5725392f6c4e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13.bin" Id="R164edbe85c264a49" /><Relationship Type="http://schemas.openxmlformats.org/officeDocument/2006/relationships/image" Target="/ppt/media/image2.bin" Id="R1c6faaac1d724e1a" /><Relationship Type="http://schemas.openxmlformats.org/officeDocument/2006/relationships/image" Target="/ppt/media/image9.bin" Id="R14b841abf8db45b1" /><Relationship Type="http://schemas.openxmlformats.org/officeDocument/2006/relationships/image" Target="/ppt/media/image8.bin" Id="Rf38d26825110424b" /><Relationship Type="http://schemas.openxmlformats.org/officeDocument/2006/relationships/image" Target="/ppt/media/image14.bin" Id="R5e26b2350ef94c90" /><Relationship Type="http://schemas.openxmlformats.org/officeDocument/2006/relationships/image" Target="/ppt/media/image15.bin" Id="R8925390099ef4db2" /><Relationship Type="http://schemas.openxmlformats.org/officeDocument/2006/relationships/notesSlide" Target="/ppt/notesSlides/notesSlide17.xml" Id="R88c26f9b90a74b6c" /><Relationship Type="http://schemas.openxmlformats.org/officeDocument/2006/relationships/slideLayout" Target="/ppt/slideLayouts/slideLayout2.xml" Id="Rb3d4dca811de4b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35.bin" Id="Rc5f09023463440a2" /><Relationship Type="http://schemas.openxmlformats.org/officeDocument/2006/relationships/image" Target="/ppt/media/image16.bin" Id="Rca416430d8e447cc" /><Relationship Type="http://schemas.openxmlformats.org/officeDocument/2006/relationships/image" Target="/ppt/media/image9.bin" Id="R3acb97332c144ff8" /><Relationship Type="http://schemas.openxmlformats.org/officeDocument/2006/relationships/image" Target="/ppt/media/image36.bin" Id="R1838fd3569d041d1" /><Relationship Type="http://schemas.openxmlformats.org/officeDocument/2006/relationships/image" Target="/ppt/media/image37.bin" Id="Ra06fceb5eb594020" /><Relationship Type="http://schemas.microsoft.com/office/2007/relationships/hdphoto" Target="/ppt/slides/udata/data5.wdp" Id="Rd799805d04bd49e5" /><Relationship Type="http://schemas.openxmlformats.org/officeDocument/2006/relationships/notesSlide" Target="/ppt/notesSlides/notesSlide18.xml" Id="Re9f4368b55154987" /><Relationship Type="http://schemas.openxmlformats.org/officeDocument/2006/relationships/slideLayout" Target="/ppt/slideLayouts/slideLayout2.xml" Id="R26b226f80a6040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4.bin" Id="Raa7c94a166e84614" /><Relationship Type="http://schemas.openxmlformats.org/officeDocument/2006/relationships/image" Target="/ppt/media/image2.bin" Id="Rce8c11b23e0740e7" /><Relationship Type="http://schemas.openxmlformats.org/officeDocument/2006/relationships/image" Target="/ppt/media/image5.bin" Id="R5a7e298063574657" /><Relationship Type="http://schemas.openxmlformats.org/officeDocument/2006/relationships/image" Target="/ppt/media/image6.bin" Id="R478c7fbf46a2401f" /><Relationship Type="http://schemas.openxmlformats.org/officeDocument/2006/relationships/image" Target="/ppt/media/image7.bin" Id="R6eb2234025864144" /><Relationship Type="http://schemas.openxmlformats.org/officeDocument/2006/relationships/image" Target="/ppt/media/image8.bin" Id="Rf54cb5441f654800" /><Relationship Type="http://schemas.openxmlformats.org/officeDocument/2006/relationships/notesSlide" Target="/ppt/notesSlides/notesSlide19.xml" Id="Ree94115d80924280" /><Relationship Type="http://schemas.openxmlformats.org/officeDocument/2006/relationships/slideLayout" Target="/ppt/slideLayouts/slideLayout2.xml" Id="R620b5874dc9944f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9b2cf6a9245440a09c607f7bba9a5d6a" /><Relationship Type="http://schemas.openxmlformats.org/officeDocument/2006/relationships/image" Target="/ppt/media/image38.bin" Id="R621eecb5c3984919" /><Relationship Type="http://schemas.openxmlformats.org/officeDocument/2006/relationships/image" Target="/ppt/media/image39.bin" Id="R58d0c7b199ec45ff" /><Relationship Type="http://schemas.openxmlformats.org/officeDocument/2006/relationships/image" Target="/ppt/media/image40.bin" Id="R0249b0ea373349ca" /><Relationship Type="http://schemas.openxmlformats.org/officeDocument/2006/relationships/customXml" Target="/ppt/customXML/item.xml" Id="R5f9b0c7fb23a45ca" /><Relationship Type="http://schemas.openxmlformats.org/officeDocument/2006/relationships/customXml" Target="/ppt/customXML/item2.xml" Id="R4b49b2337f9442f5" /><Relationship Type="http://schemas.openxmlformats.org/officeDocument/2006/relationships/slideLayout" Target="/ppt/slideLayouts/slideLayout1.xml" Id="Rb541a5807f974b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3fdb7dc4d48f4f75ad15aa765ff37392" /><Relationship Type="http://schemas.openxmlformats.org/officeDocument/2006/relationships/image" Target="/ppt/media/image41.bin" Id="R29930776ac52469f" /><Relationship Type="http://schemas.openxmlformats.org/officeDocument/2006/relationships/image" Target="/ppt/media/image42.bin" Id="R364d3dd864994cb8" /><Relationship Type="http://schemas.openxmlformats.org/officeDocument/2006/relationships/image" Target="/ppt/media/image43.bin" Id="R84904fd6125e43db" /><Relationship Type="http://schemas.openxmlformats.org/officeDocument/2006/relationships/image" Target="/ppt/media/image39.bin" Id="Rf3ad14afc1d042d9" /><Relationship Type="http://schemas.openxmlformats.org/officeDocument/2006/relationships/image" Target="/ppt/media/image44.bin" Id="R3738b11d66cd4907" /><Relationship Type="http://schemas.openxmlformats.org/officeDocument/2006/relationships/image" Target="/ppt/media/image45.bin" Id="Rc2d6eb0933334d42" /><Relationship Type="http://schemas.openxmlformats.org/officeDocument/2006/relationships/image" Target="/ppt/media/image40.bin" Id="R95d64ca840ab47aa" /><Relationship Type="http://schemas.openxmlformats.org/officeDocument/2006/relationships/customXml" Target="/ppt/customXML/item3.xml" Id="R74fe558b3eff4d55" /><Relationship Type="http://schemas.openxmlformats.org/officeDocument/2006/relationships/customXml" Target="/ppt/customXML/item4.xml" Id="R3aa4ca8750ac46a3" /><Relationship Type="http://schemas.openxmlformats.org/officeDocument/2006/relationships/customXml" Target="/ppt/customXML/item5.xml" Id="Rabff93cc8ba546c5" /><Relationship Type="http://schemas.openxmlformats.org/officeDocument/2006/relationships/slideLayout" Target="/ppt/slideLayouts/slideLayout1.xml" Id="R80e5d7cbcdca49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46.bin" Id="R922dfc61c21d491c" /><Relationship Type="http://schemas.openxmlformats.org/officeDocument/2006/relationships/image" Target="/ppt/media/image47.bin" Id="R300bb61a27f94092" /><Relationship Type="http://schemas.openxmlformats.org/officeDocument/2006/relationships/image" Target="/ppt/media/image45.bin" Id="Rea262f05b02f4e69" /><Relationship Type="http://schemas.openxmlformats.org/officeDocument/2006/relationships/image" Target="/ppt/media/image48.bin" Id="R6edefa53700f4969" /><Relationship Type="http://schemas.openxmlformats.org/officeDocument/2006/relationships/customXml" Target="/ppt/customXML/item6.xml" Id="R6d1d34d1ee904bf0" /><Relationship Type="http://schemas.openxmlformats.org/officeDocument/2006/relationships/customXml" Target="/ppt/customXML/item7.xml" Id="Re8115ef1b15c45c7" /><Relationship Type="http://schemas.openxmlformats.org/officeDocument/2006/relationships/customXml" Target="/ppt/customXML/item8.xml" Id="R0301a060f0b24abb" /><Relationship Type="http://schemas.openxmlformats.org/officeDocument/2006/relationships/slideLayout" Target="/ppt/slideLayouts/slideLayout1.xml" Id="R139f7e5a197c441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bdac32d9f9b54be5b2c3694b4145a7b1" /><Relationship Type="http://schemas.openxmlformats.org/officeDocument/2006/relationships/hyperlink" Target="https://storyset.com/" TargetMode="External" Id="Ra50b1e360a3743adbad2d219741fd83d" /><Relationship Type="http://schemas.openxmlformats.org/officeDocument/2006/relationships/slideLayout" Target="/ppt/slideLayouts/slideLayout1.xml" Id="Ra374259050d44da5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2A3E6-DF66-6D34-C47F-72F0834AF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547FC146-631D-F41B-FA61-92B840E1EBF3}"/>
              </a:ext>
            </a:extLst>
          </p:cNvPr>
          <p:cNvPicPr>
            <a:picLocks noChangeAspect="1"/>
          </p:cNvPicPr>
          <p:nvPr/>
        </p:nvPicPr>
        <p:blipFill>
          <a:blip r:embed="R007d5f87f6ec44f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7F58656-460A-E530-BB54-E2D9DB6DE1DB}"/>
              </a:ext>
            </a:extLst>
          </p:cNvPr>
          <p:cNvPicPr>
            <a:picLocks noChangeAspect="1"/>
          </p:cNvPicPr>
          <p:nvPr/>
        </p:nvPicPr>
        <p:blipFill>
          <a:blip r:embed="R0fef14f34c3a45a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01337"/>
            <a:ext cx="12192000" cy="3062820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BB2FF0C-4B11-1F34-0380-F6BDE96F310C}"/>
              </a:ext>
            </a:extLst>
          </p:cNvPr>
          <p:cNvPicPr>
            <a:picLocks noChangeAspect="1"/>
          </p:cNvPicPr>
          <p:nvPr/>
        </p:nvPicPr>
        <p:blipFill>
          <a:blip r:embed="Rce49fe5e5020407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9738" y="1342113"/>
            <a:ext cx="8892527" cy="2774270"/>
          </a:xfrm>
          <a:prstGeom prst="rect">
            <a:avLst/>
          </a:prstGeom>
        </p:spPr>
      </p:pic>
      <p:grpSp>
        <p:nvGrpSpPr>
          <p:cNvPr id="40" name="组合 39">
            <a:extLst>
              <a:ext uri="{FF2B5EF4-FFF2-40B4-BE49-F238E27FC236}">
                <a16:creationId xmlns:a16="http://schemas.microsoft.com/office/drawing/2014/main" id="{4221CC8C-DE7E-A532-2FCE-F596DAABFE97}"/>
              </a:ext>
            </a:extLst>
          </p:cNvPr>
          <p:cNvGrpSpPr/>
          <p:nvPr/>
        </p:nvGrpSpPr>
        <p:grpSpPr>
          <a:xfrm>
            <a:off x="3924552" y="3244132"/>
            <a:ext cx="4342899" cy="449265"/>
            <a:chOff x="3814512" y="3171825"/>
            <a:chExt cx="4342899" cy="449265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A5155C7-259D-D159-858A-447E34F2E8D3}"/>
                </a:ext>
              </a:extLst>
            </p:cNvPr>
            <p:cNvSpPr txBox="1"/>
            <p:nvPr/>
          </p:nvSpPr>
          <p:spPr>
            <a:xfrm>
              <a:off x="3893082" y="3211791"/>
              <a:ext cx="41857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pc="300">
                  <a:solidFill>
                    <a:srgbClr val="FFFFC9"/>
                  </a:solidFill>
                  <a:latin typeface="Arial"/>
                  <a:ea typeface="微软雅黑"/>
                  <a:cs typeface="+mn-ea"/>
                  <a:sym typeface="Arial"/>
                </a:rPr>
                <a:t>年度总结表彰暨</a:t>
              </a:r>
              <a:r>
                <a:rPr lang="en-US" altLang="zh-CN" spc="300">
                  <a:solidFill>
                    <a:srgbClr val="FFFFC9"/>
                  </a:solidFill>
                  <a:latin typeface="Arial"/>
                  <a:ea typeface="微软雅黑"/>
                  <a:cs typeface="+mn-ea"/>
                  <a:sym typeface="Arial"/>
                </a:rPr>
                <a:t>2025 </a:t>
              </a:r>
              <a:r>
                <a:rPr lang="zh-CN" altLang="en-US" spc="300">
                  <a:solidFill>
                    <a:srgbClr val="FFFFC9"/>
                  </a:solidFill>
                  <a:latin typeface="Arial"/>
                  <a:ea typeface="微软雅黑"/>
                  <a:cs typeface="+mn-ea"/>
                  <a:sym typeface="Arial"/>
                </a:rPr>
                <a:t>年迎新年会</a:t>
              </a:r>
            </a:p>
          </p:txBody>
        </p:sp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D8AC6660-CFA4-AADF-59DD-F00A5F87D1A5}"/>
                </a:ext>
              </a:extLst>
            </p:cNvPr>
            <p:cNvPicPr>
              <a:picLocks noChangeAspect="1"/>
            </p:cNvPicPr>
            <p:nvPr/>
          </p:nvPicPr>
          <p:blipFill>
            <a:blip r:embed="Re3ab66558f304b1f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14512" y="3171825"/>
              <a:ext cx="4342899" cy="449265"/>
            </a:xfrm>
            <a:prstGeom prst="rect">
              <a:avLst/>
            </a:prstGeom>
          </p:spPr>
        </p:pic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75806948-8CB6-496F-FFED-EB57E569BB1A}"/>
              </a:ext>
            </a:extLst>
          </p:cNvPr>
          <p:cNvSpPr txBox="1"/>
          <p:nvPr/>
        </p:nvSpPr>
        <p:spPr>
          <a:xfrm>
            <a:off x="4791183" y="3777476"/>
            <a:ext cx="2609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000">
                <a:solidFill>
                  <a:srgbClr val="FFFFC9"/>
                </a:solidFill>
                <a:latin typeface="Arial"/>
                <a:ea typeface="微软雅黑"/>
                <a:sym typeface="Arial"/>
              </a:rPr>
              <a:t>HAPPY YEAR OF THE SNAKE</a:t>
            </a:r>
            <a:endParaRPr lang="zh-CN" altLang="en-US" sz="1000">
              <a:solidFill>
                <a:srgbClr val="FFFFC9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D1B8998-A2B6-8BC0-2561-3796DC62BB91}"/>
              </a:ext>
            </a:extLst>
          </p:cNvPr>
          <p:cNvSpPr txBox="1"/>
          <p:nvPr/>
        </p:nvSpPr>
        <p:spPr>
          <a:xfrm>
            <a:off x="3481022" y="599091"/>
            <a:ext cx="5229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>
                <a:solidFill>
                  <a:schemeClr val="bg1"/>
                </a:solidFill>
                <a:effectLst>
                  <a:glow rad="266700">
                    <a:schemeClr val="bg1">
                      <a:alpha val="14000"/>
                    </a:schemeClr>
                  </a:glow>
                </a:effectLst>
                <a:latin typeface="Arial"/>
                <a:ea typeface="微软雅黑"/>
                <a:sym typeface="Arial"/>
              </a:rPr>
              <a:t>HAPPY YEAR</a:t>
            </a:r>
            <a:endParaRPr lang="zh-CN" altLang="en-US" sz="4800">
              <a:solidFill>
                <a:schemeClr val="bg1"/>
              </a:solidFill>
              <a:effectLst>
                <a:glow rad="266700">
                  <a:schemeClr val="bg1">
                    <a:alpha val="14000"/>
                  </a:schemeClr>
                </a:glow>
              </a:effectLst>
              <a:latin typeface="Arial"/>
              <a:ea typeface="微软雅黑"/>
              <a:sym typeface="Arial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7A00120-43BA-2744-75A3-64AFD52A1BAF}"/>
              </a:ext>
            </a:extLst>
          </p:cNvPr>
          <p:cNvGrpSpPr/>
          <p:nvPr/>
        </p:nvGrpSpPr>
        <p:grpSpPr>
          <a:xfrm>
            <a:off x="5686550" y="4107775"/>
            <a:ext cx="818903" cy="230832"/>
            <a:chOff x="5571623" y="4127730"/>
            <a:chExt cx="818903" cy="230832"/>
          </a:xfrm>
        </p:grpSpPr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EA7AE16F-1753-20E6-A0D4-C72671E4BC6B}"/>
                </a:ext>
              </a:extLst>
            </p:cNvPr>
            <p:cNvPicPr>
              <a:picLocks noChangeAspect="1"/>
            </p:cNvPicPr>
            <p:nvPr/>
          </p:nvPicPr>
          <p:blipFill>
            <a:blip r:embed="Rf56e1360993b49e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71623" y="4144186"/>
              <a:ext cx="818903" cy="188348"/>
            </a:xfrm>
            <a:prstGeom prst="rect">
              <a:avLst/>
            </a:prstGeom>
          </p:spPr>
        </p:pic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E9AAF50-2DAA-8AE3-BFF7-C659F892B1D8}"/>
                </a:ext>
              </a:extLst>
            </p:cNvPr>
            <p:cNvSpPr txBox="1"/>
            <p:nvPr/>
          </p:nvSpPr>
          <p:spPr>
            <a:xfrm>
              <a:off x="5639720" y="4127730"/>
              <a:ext cx="6827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>
                  <a:solidFill>
                    <a:srgbClr val="FFFFC9"/>
                  </a:solidFill>
                  <a:latin typeface="Arial"/>
                  <a:ea typeface="微软雅黑"/>
                  <a:sym typeface="Arial"/>
                </a:rPr>
                <a:t>中国</a:t>
              </a:r>
              <a:r>
                <a:rPr lang="en-US" altLang="zh-CN" sz="900">
                  <a:solidFill>
                    <a:srgbClr val="FFFFC9"/>
                  </a:solidFill>
                  <a:latin typeface="Arial"/>
                  <a:ea typeface="微软雅黑"/>
                  <a:sym typeface="Arial"/>
                </a:rPr>
                <a:t>·</a:t>
              </a:r>
              <a:r>
                <a:rPr lang="zh-CN" altLang="en-US" sz="900">
                  <a:solidFill>
                    <a:srgbClr val="FFFFC9"/>
                  </a:solidFill>
                  <a:latin typeface="Arial"/>
                  <a:ea typeface="微软雅黑"/>
                  <a:sym typeface="Arial"/>
                </a:rPr>
                <a:t>上海</a:t>
              </a:r>
            </a:p>
          </p:txBody>
        </p:sp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BB7541D0-A216-526E-2B7C-C75621814AB3}"/>
              </a:ext>
            </a:extLst>
          </p:cNvPr>
          <p:cNvPicPr>
            <a:picLocks noChangeAspect="1"/>
          </p:cNvPicPr>
          <p:nvPr/>
        </p:nvPicPr>
        <p:blipFill>
          <a:blip r:embed="R92d14832fc7b4a5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327119" y="359006"/>
            <a:ext cx="1536700" cy="1506990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300DEAC9-ED33-82AE-88D8-488E846092E6}"/>
              </a:ext>
            </a:extLst>
          </p:cNvPr>
          <p:cNvPicPr>
            <a:picLocks noChangeAspect="1"/>
          </p:cNvPicPr>
          <p:nvPr/>
        </p:nvPicPr>
        <p:blipFill>
          <a:blip r:embed="R92d14832fc7b4a5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550" y="461749"/>
            <a:ext cx="1536700" cy="150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45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4BA88-CA22-5727-0F48-90DEADEE6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9E4D3967-662C-BDAA-9D10-0DE0A12DC235}"/>
              </a:ext>
            </a:extLst>
          </p:cNvPr>
          <p:cNvPicPr>
            <a:picLocks noChangeAspect="1"/>
          </p:cNvPicPr>
          <p:nvPr/>
        </p:nvPicPr>
        <p:blipFill>
          <a:blip r:embed="Rfc2f874101104cb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EC5B0D9B-799B-8C36-EF3D-9EF65293087E}"/>
              </a:ext>
            </a:extLst>
          </p:cNvPr>
          <p:cNvPicPr>
            <a:picLocks noChangeAspect="1"/>
          </p:cNvPicPr>
          <p:nvPr/>
        </p:nvPicPr>
        <p:blipFill>
          <a:blip r:embed="Rc6a124b17bbc442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7638"/>
            <a:ext cx="12192000" cy="306282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2867BE1-829F-6B9E-3CC6-C5BA4470410D}"/>
              </a:ext>
            </a:extLst>
          </p:cNvPr>
          <p:cNvSpPr txBox="1"/>
          <p:nvPr/>
        </p:nvSpPr>
        <p:spPr>
          <a:xfrm>
            <a:off x="4407080" y="377182"/>
            <a:ext cx="3377848" cy="132343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8000" spc="300">
                <a:blipFill>
                  <a:blip r:embed="Rd85f5a58a6504238"/>
                  <a:tile tx="0" ty="0" sx="100000" sy="100000" flip="none" algn="tl"/>
                </a:blipFill>
                <a:latin typeface="思源宋体 CN Heavy" pitchFamily="18" charset="-122"/>
                <a:ea typeface="思源宋体 CN Heavy" pitchFamily="18" charset="-122"/>
                <a:cs typeface="+mn-ea"/>
                <a:sym typeface="Arial"/>
              </a:rPr>
              <a:t>目录页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814497-4E2D-F936-78AC-A7A3BDEC4054}"/>
              </a:ext>
            </a:extLst>
          </p:cNvPr>
          <p:cNvSpPr txBox="1"/>
          <p:nvPr/>
        </p:nvSpPr>
        <p:spPr>
          <a:xfrm>
            <a:off x="2943225" y="1589050"/>
            <a:ext cx="6305552" cy="3323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solidFill>
                  <a:srgbClr val="F6DF9F"/>
                </a:solidFill>
                <a:latin typeface="Arial"/>
                <a:ea typeface="微软雅黑"/>
                <a:cs typeface="+mn-ea"/>
                <a:sym typeface="Arial"/>
              </a:rPr>
              <a:t>Annual Summary Commendation and 2025 New Year's Meeting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9CDBBE8-B582-3C2D-42F0-F0364A08535E}"/>
              </a:ext>
            </a:extLst>
          </p:cNvPr>
          <p:cNvGrpSpPr/>
          <p:nvPr/>
        </p:nvGrpSpPr>
        <p:grpSpPr>
          <a:xfrm>
            <a:off x="1113644" y="2494250"/>
            <a:ext cx="1774533" cy="2374184"/>
            <a:chOff x="1668712" y="2648233"/>
            <a:chExt cx="1774533" cy="237418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F1CA8CA-B4FE-B78A-AF8D-B780E35E0C9F}"/>
                </a:ext>
              </a:extLst>
            </p:cNvPr>
            <p:cNvPicPr>
              <a:picLocks noChangeAspect="1"/>
            </p:cNvPicPr>
            <p:nvPr/>
          </p:nvPicPr>
          <p:blipFill>
            <a:blip r:embed="R8cd6c5797c244ff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68712" y="2648233"/>
              <a:ext cx="1774533" cy="2374184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F94468E-4088-F982-A08A-E4B684E6999F}"/>
                </a:ext>
              </a:extLst>
            </p:cNvPr>
            <p:cNvSpPr txBox="1"/>
            <p:nvPr/>
          </p:nvSpPr>
          <p:spPr>
            <a:xfrm>
              <a:off x="2167550" y="2823316"/>
              <a:ext cx="738664" cy="209288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3600" spc="300">
                  <a:solidFill>
                    <a:srgbClr val="F6DF9F"/>
                  </a:solidFill>
                  <a:latin typeface="思源宋体 CN Heavy" pitchFamily="18" charset="-122"/>
                  <a:ea typeface="思源宋体 CN Heavy" pitchFamily="18" charset="-122"/>
                  <a:cs typeface="+mn-ea"/>
                  <a:sym typeface="Arial"/>
                </a:rPr>
                <a:t>领导致辞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89B3C9A-F52D-0CF3-E3AA-D016E4CEAC23}"/>
              </a:ext>
            </a:extLst>
          </p:cNvPr>
          <p:cNvGrpSpPr/>
          <p:nvPr/>
        </p:nvGrpSpPr>
        <p:grpSpPr>
          <a:xfrm>
            <a:off x="3208720" y="2494250"/>
            <a:ext cx="1774533" cy="2374184"/>
            <a:chOff x="1668712" y="2648233"/>
            <a:chExt cx="1774533" cy="2374184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FCE83AFE-2293-30F7-0ACE-60E8B0BF10B3}"/>
                </a:ext>
              </a:extLst>
            </p:cNvPr>
            <p:cNvPicPr>
              <a:picLocks noChangeAspect="1"/>
            </p:cNvPicPr>
            <p:nvPr/>
          </p:nvPicPr>
          <p:blipFill>
            <a:blip r:embed="R8cd6c5797c244ff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68712" y="2648233"/>
              <a:ext cx="1774533" cy="2374184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227AB79-03E5-9535-28A0-7D04909068B9}"/>
                </a:ext>
              </a:extLst>
            </p:cNvPr>
            <p:cNvSpPr txBox="1"/>
            <p:nvPr/>
          </p:nvSpPr>
          <p:spPr>
            <a:xfrm>
              <a:off x="2167550" y="2823316"/>
              <a:ext cx="738664" cy="209288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algn="ctr">
                <a:defRPr sz="3600" spc="300">
                  <a:solidFill>
                    <a:srgbClr val="F6DF9F"/>
                  </a:solidFill>
                  <a:latin typeface="思源宋体 CN Heavy" pitchFamily="18" charset="-122"/>
                  <a:ea typeface="思源宋体 CN Heavy" pitchFamily="18" charset="-122"/>
                  <a:cs typeface="+mn-ea"/>
                </a:defRPr>
              </a:lvl1pPr>
            </a:lstStyle>
            <a:p>
              <a:r>
                <a:rPr lang="zh-CN" altLang="en-US">
                  <a:sym typeface="Arial"/>
                </a:rPr>
                <a:t>业绩回顾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75AE884-C39F-3B25-4960-4161F96D1DAF}"/>
              </a:ext>
            </a:extLst>
          </p:cNvPr>
          <p:cNvGrpSpPr/>
          <p:nvPr/>
        </p:nvGrpSpPr>
        <p:grpSpPr>
          <a:xfrm>
            <a:off x="5303798" y="2494250"/>
            <a:ext cx="1774533" cy="2374184"/>
            <a:chOff x="1668712" y="2648233"/>
            <a:chExt cx="1774533" cy="2374184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4249D832-A6F2-BB41-6B4B-1FEFBD7DBB39}"/>
                </a:ext>
              </a:extLst>
            </p:cNvPr>
            <p:cNvPicPr>
              <a:picLocks noChangeAspect="1"/>
            </p:cNvPicPr>
            <p:nvPr/>
          </p:nvPicPr>
          <p:blipFill>
            <a:blip r:embed="R8cd6c5797c244ff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68712" y="2648233"/>
              <a:ext cx="1774533" cy="2374184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9F237BE-AFC3-8B4B-DA79-F3CB00745862}"/>
                </a:ext>
              </a:extLst>
            </p:cNvPr>
            <p:cNvSpPr txBox="1"/>
            <p:nvPr/>
          </p:nvSpPr>
          <p:spPr>
            <a:xfrm>
              <a:off x="2167550" y="2823316"/>
              <a:ext cx="738664" cy="209288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algn="ctr">
                <a:defRPr sz="3600" spc="300">
                  <a:solidFill>
                    <a:srgbClr val="F6DF9F"/>
                  </a:solidFill>
                  <a:latin typeface="思源宋体 CN Heavy" pitchFamily="18" charset="-122"/>
                  <a:ea typeface="思源宋体 CN Heavy" pitchFamily="18" charset="-122"/>
                  <a:cs typeface="+mn-ea"/>
                </a:defRPr>
              </a:lvl1pPr>
            </a:lstStyle>
            <a:p>
              <a:r>
                <a:rPr lang="zh-CN" altLang="en-US">
                  <a:sym typeface="Arial"/>
                </a:rPr>
                <a:t>表彰颁奖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FFA3301-4132-2003-7BE5-1A0E5099C8F1}"/>
              </a:ext>
            </a:extLst>
          </p:cNvPr>
          <p:cNvGrpSpPr/>
          <p:nvPr/>
        </p:nvGrpSpPr>
        <p:grpSpPr>
          <a:xfrm>
            <a:off x="7398875" y="2494250"/>
            <a:ext cx="1774533" cy="2374184"/>
            <a:chOff x="1668712" y="2648233"/>
            <a:chExt cx="1774533" cy="2374184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28352904-FE59-7AAE-E136-F18CA778C92A}"/>
                </a:ext>
              </a:extLst>
            </p:cNvPr>
            <p:cNvPicPr>
              <a:picLocks noChangeAspect="1"/>
            </p:cNvPicPr>
            <p:nvPr/>
          </p:nvPicPr>
          <p:blipFill>
            <a:blip r:embed="R8cd6c5797c244ff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68712" y="2648233"/>
              <a:ext cx="1774533" cy="2374184"/>
            </a:xfrm>
            <a:prstGeom prst="rect">
              <a:avLst/>
            </a:prstGeom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E2142E6-2FFF-7128-6A47-9E7E3917C3D3}"/>
                </a:ext>
              </a:extLst>
            </p:cNvPr>
            <p:cNvSpPr txBox="1"/>
            <p:nvPr/>
          </p:nvSpPr>
          <p:spPr>
            <a:xfrm>
              <a:off x="2167550" y="2823316"/>
              <a:ext cx="738664" cy="209288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algn="ctr">
                <a:defRPr sz="3600" spc="300">
                  <a:solidFill>
                    <a:srgbClr val="F6DF9F"/>
                  </a:solidFill>
                  <a:latin typeface="思源宋体 CN Heavy" pitchFamily="18" charset="-122"/>
                  <a:ea typeface="思源宋体 CN Heavy" pitchFamily="18" charset="-122"/>
                  <a:cs typeface="+mn-ea"/>
                </a:defRPr>
              </a:lvl1pPr>
            </a:lstStyle>
            <a:p>
              <a:r>
                <a:rPr lang="zh-CN" altLang="en-US">
                  <a:sym typeface="Arial"/>
                </a:rPr>
                <a:t>晚会表演</a:t>
              </a: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52478F8A-74F0-6D3E-AC43-047A9C0DA659}"/>
              </a:ext>
            </a:extLst>
          </p:cNvPr>
          <p:cNvPicPr>
            <a:picLocks noChangeAspect="1"/>
          </p:cNvPicPr>
          <p:nvPr/>
        </p:nvPicPr>
        <p:blipFill>
          <a:blip r:embed="R7662e48c1e9f48b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847" y="4834760"/>
            <a:ext cx="1619064" cy="1368447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E9D19E4C-4274-74BB-A8C7-9200AC913020}"/>
              </a:ext>
            </a:extLst>
          </p:cNvPr>
          <p:cNvPicPr>
            <a:picLocks noChangeAspect="1"/>
          </p:cNvPicPr>
          <p:nvPr/>
        </p:nvPicPr>
        <p:blipFill>
          <a:blip r:embed="R5612f21f51b5442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6783" y="4935809"/>
            <a:ext cx="1369644" cy="1157635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566E202-8B29-1F37-EF4D-3EF14AB35540}"/>
              </a:ext>
            </a:extLst>
          </p:cNvPr>
          <p:cNvPicPr>
            <a:picLocks noChangeAspect="1"/>
          </p:cNvPicPr>
          <p:nvPr/>
        </p:nvPicPr>
        <p:blipFill>
          <a:blip r:embed="R75b35940a6764bb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327119" y="149683"/>
            <a:ext cx="1536700" cy="150699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FA9F1B39-E191-582D-A894-B158CBBCDE67}"/>
              </a:ext>
            </a:extLst>
          </p:cNvPr>
          <p:cNvPicPr>
            <a:picLocks noChangeAspect="1"/>
          </p:cNvPicPr>
          <p:nvPr/>
        </p:nvPicPr>
        <p:blipFill>
          <a:blip r:embed="R75b35940a6764bb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550" y="252426"/>
            <a:ext cx="1536700" cy="1506990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B67B61EA-B1BA-9309-3A6C-6A95555640CB}"/>
              </a:ext>
            </a:extLst>
          </p:cNvPr>
          <p:cNvGrpSpPr/>
          <p:nvPr/>
        </p:nvGrpSpPr>
        <p:grpSpPr>
          <a:xfrm>
            <a:off x="9493952" y="2494250"/>
            <a:ext cx="1774533" cy="2374184"/>
            <a:chOff x="1668712" y="2648233"/>
            <a:chExt cx="1774533" cy="2374184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7B5C702F-CBD5-F312-3DD8-6339BE2EED1B}"/>
                </a:ext>
              </a:extLst>
            </p:cNvPr>
            <p:cNvPicPr>
              <a:picLocks noChangeAspect="1"/>
            </p:cNvPicPr>
            <p:nvPr/>
          </p:nvPicPr>
          <p:blipFill>
            <a:blip r:embed="R8cd6c5797c244ff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68712" y="2648233"/>
              <a:ext cx="1774533" cy="2374184"/>
            </a:xfrm>
            <a:prstGeom prst="rect">
              <a:avLst/>
            </a:prstGeom>
          </p:spPr>
        </p:pic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EA6864D4-45AB-16FC-4E1F-8ED495D5F030}"/>
                </a:ext>
              </a:extLst>
            </p:cNvPr>
            <p:cNvSpPr txBox="1"/>
            <p:nvPr/>
          </p:nvSpPr>
          <p:spPr>
            <a:xfrm>
              <a:off x="2167550" y="2823316"/>
              <a:ext cx="738664" cy="209288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algn="ctr">
                <a:defRPr sz="3600" spc="300">
                  <a:solidFill>
                    <a:srgbClr val="F6DF9F"/>
                  </a:solidFill>
                  <a:latin typeface="思源宋体 CN Heavy" pitchFamily="18" charset="-122"/>
                  <a:ea typeface="思源宋体 CN Heavy" pitchFamily="18" charset="-122"/>
                  <a:cs typeface="+mn-ea"/>
                </a:defRPr>
              </a:lvl1pPr>
            </a:lstStyle>
            <a:p>
              <a:r>
                <a:rPr lang="zh-CN" altLang="en-US">
                  <a:sym typeface="Arial"/>
                </a:rPr>
                <a:t>幸运抽奖</a:t>
              </a:r>
            </a:p>
          </p:txBody>
        </p:sp>
      </p:grpSp>
      <p:sp>
        <p:nvSpPr>
          <p:cNvPr id="37" name="TextBox 5">
            <a:extLst>
              <a:ext uri="{FF2B5EF4-FFF2-40B4-BE49-F238E27FC236}">
                <a16:creationId xmlns:a16="http://schemas.microsoft.com/office/drawing/2014/main" id="{BA9F0A7F-3885-E311-3130-3246071D6AFC}"/>
              </a:ext>
            </a:extLst>
          </p:cNvPr>
          <p:cNvSpPr txBox="1"/>
          <p:nvPr/>
        </p:nvSpPr>
        <p:spPr>
          <a:xfrm>
            <a:off x="-1994" y="-8953"/>
            <a:ext cx="432048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</p:spTree>
    <p:extLst>
      <p:ext uri="{BB962C8B-B14F-4D97-AF65-F5344CB8AC3E}">
        <p14:creationId xmlns:p14="http://schemas.microsoft.com/office/powerpoint/2010/main" val="346105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  <p:cond evt="onBegin" delay="0">
                          <p:tn val="15"/>
                        </p:cond>
                      </p:stCondLst>
                      <p:childTnLst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  <p:cond evt="onBegin" delay="0">
                          <p:tn val="22"/>
                        </p:cond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  <p:cond evt="onBegin" delay="0">
                          <p:tn val="29"/>
                        </p:cond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  <p:cond evt="onBegin" delay="0">
                          <p:tn val="36"/>
                        </p:cond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  <p:cond evt="onBegin" delay="0">
                          <p:tn val="52"/>
                        </p:cond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  <p:cond evt="onBegin" delay="0">
                          <p:tn val="59"/>
                        </p:cond>
                      </p:stCondLst>
                      <p:childTnLst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AE7D-5B29-BADD-B9AE-EBDC87A07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CA6B9BF1-43BA-7840-A6CF-3DAFE7A377EC}"/>
              </a:ext>
            </a:extLst>
          </p:cNvPr>
          <p:cNvPicPr>
            <a:picLocks noChangeAspect="1"/>
          </p:cNvPicPr>
          <p:nvPr/>
        </p:nvPicPr>
        <p:blipFill>
          <a:blip r:embed="R456a76f1cd28417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8421C22-7CC4-34C3-900B-AFE9C39BE05D}"/>
              </a:ext>
            </a:extLst>
          </p:cNvPr>
          <p:cNvPicPr>
            <a:picLocks noChangeAspect="1"/>
          </p:cNvPicPr>
          <p:nvPr/>
        </p:nvPicPr>
        <p:blipFill>
          <a:blip r:embed="Rcb9db4b59d5b48f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471"/>
            <a:ext cx="12192000" cy="3062820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1E38DE5D-A288-C825-764E-920D913A28C2}"/>
              </a:ext>
            </a:extLst>
          </p:cNvPr>
          <p:cNvSpPr/>
          <p:nvPr/>
        </p:nvSpPr>
        <p:spPr>
          <a:xfrm>
            <a:off x="2716531" y="242001"/>
            <a:ext cx="6758939" cy="6758938"/>
          </a:xfrm>
          <a:prstGeom prst="ellipse">
            <a:avLst/>
          </a:prstGeom>
          <a:gradFill>
            <a:gsLst>
              <a:gs pos="0">
                <a:srgbClr val="FC1B16"/>
              </a:gs>
              <a:gs pos="58000">
                <a:srgbClr val="B71705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BE40E3-7A59-4819-8746-A0621C110206}"/>
              </a:ext>
            </a:extLst>
          </p:cNvPr>
          <p:cNvSpPr txBox="1"/>
          <p:nvPr/>
        </p:nvSpPr>
        <p:spPr>
          <a:xfrm>
            <a:off x="2943225" y="168366"/>
            <a:ext cx="6305552" cy="40734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9900">
                <a:ln w="34925">
                  <a:gradFill>
                    <a:gsLst>
                      <a:gs pos="0">
                        <a:srgbClr val="F6DF9F"/>
                      </a:gs>
                      <a:gs pos="71000">
                        <a:srgbClr val="F6DF9F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Arial"/>
                <a:ea typeface="微软雅黑"/>
                <a:cs typeface="+mn-ea"/>
                <a:sym typeface="Arial"/>
              </a:rPr>
              <a:t>01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CAD7CE-30EC-485C-BCE0-7543019151B7}"/>
              </a:ext>
            </a:extLst>
          </p:cNvPr>
          <p:cNvSpPr txBox="1"/>
          <p:nvPr/>
        </p:nvSpPr>
        <p:spPr>
          <a:xfrm>
            <a:off x="2977204" y="2174660"/>
            <a:ext cx="6237605" cy="186204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1500" spc="300">
                <a:blipFill dpi="0" rotWithShape="1">
                  <a:blip r:embed="R88cdba3a07094fb0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+mn-ea"/>
                <a:sym typeface="Arial"/>
              </a:rPr>
              <a:t>领导致辞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907566-1DDF-4B0E-8597-8F660601017B}"/>
              </a:ext>
            </a:extLst>
          </p:cNvPr>
          <p:cNvSpPr txBox="1"/>
          <p:nvPr/>
        </p:nvSpPr>
        <p:spPr>
          <a:xfrm>
            <a:off x="2716532" y="3935390"/>
            <a:ext cx="6758939" cy="3323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solidFill>
                  <a:srgbClr val="F6DF9F"/>
                </a:solidFill>
                <a:latin typeface="Arial"/>
                <a:ea typeface="微软雅黑"/>
                <a:cs typeface="+mn-ea"/>
                <a:sym typeface="Arial"/>
              </a:rPr>
              <a:t>Annual Summary Commendation and 2025 New Year's Meeting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D7EC5EE-DA5C-CC03-C23B-EAA87B78F008}"/>
              </a:ext>
            </a:extLst>
          </p:cNvPr>
          <p:cNvPicPr>
            <a:picLocks noChangeAspect="1"/>
          </p:cNvPicPr>
          <p:nvPr/>
        </p:nvPicPr>
        <p:blipFill>
          <a:blip r:embed="R7e5a2c00191d487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823078" y="1243529"/>
            <a:ext cx="1536700" cy="150699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FDD21F7-F813-9AD4-BCB2-1ACE06B59EBA}"/>
              </a:ext>
            </a:extLst>
          </p:cNvPr>
          <p:cNvPicPr>
            <a:picLocks noChangeAspect="1"/>
          </p:cNvPicPr>
          <p:nvPr/>
        </p:nvPicPr>
        <p:blipFill>
          <a:blip r:embed="R7e5a2c00191d487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4847" y="688770"/>
            <a:ext cx="1536700" cy="150699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429CF36-4384-29AD-A177-373B8C74933C}"/>
              </a:ext>
            </a:extLst>
          </p:cNvPr>
          <p:cNvPicPr>
            <a:picLocks noChangeAspect="1"/>
          </p:cNvPicPr>
          <p:nvPr/>
        </p:nvPicPr>
        <p:blipFill>
          <a:blip r:embed="Re889c3ceb2054a3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38" y="4251116"/>
            <a:ext cx="895351" cy="89535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735172EE-1B5B-6DA8-9AD7-02F40843E864}"/>
              </a:ext>
            </a:extLst>
          </p:cNvPr>
          <p:cNvPicPr>
            <a:picLocks noChangeAspect="1"/>
          </p:cNvPicPr>
          <p:nvPr/>
        </p:nvPicPr>
        <p:blipFill>
          <a:blip r:embed="R8f8fa535ad2f48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3813" y="2"/>
            <a:ext cx="1536699" cy="69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5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671D2-93CD-5BD1-DAF7-F2951D9B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B73C775-C8E5-9246-53D4-479571F750BB}"/>
              </a:ext>
            </a:extLst>
          </p:cNvPr>
          <p:cNvSpPr/>
          <p:nvPr/>
        </p:nvSpPr>
        <p:spPr>
          <a:xfrm>
            <a:off x="685800" y="668215"/>
            <a:ext cx="10820400" cy="5521570"/>
          </a:xfrm>
          <a:prstGeom prst="roundRect">
            <a:avLst>
              <a:gd name="adj" fmla="val 1043"/>
            </a:avLst>
          </a:prstGeom>
          <a:solidFill>
            <a:srgbClr val="B71705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71705"/>
              </a:solidFill>
              <a:latin typeface="Arial"/>
              <a:ea typeface="微软雅黑"/>
              <a:sym typeface="Arial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4BEDFD2-D05C-9777-B07C-A2EF5DFAC135}"/>
              </a:ext>
            </a:extLst>
          </p:cNvPr>
          <p:cNvGrpSpPr/>
          <p:nvPr/>
        </p:nvGrpSpPr>
        <p:grpSpPr>
          <a:xfrm>
            <a:off x="1" y="-1"/>
            <a:ext cx="4163209" cy="1459145"/>
            <a:chOff x="0" y="-1"/>
            <a:chExt cx="4163209" cy="1459145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42AF14F-678E-ACD7-7A58-99A1E967EB92}"/>
                </a:ext>
              </a:extLst>
            </p:cNvPr>
            <p:cNvPicPr>
              <a:picLocks noChangeAspect="1"/>
            </p:cNvPicPr>
            <p:nvPr/>
          </p:nvPicPr>
          <p:blipFill>
            <a:blip r:embed="Rb65805130cd046e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7197"/>
            <a:stretch>
              <a:fillRect/>
            </a:stretch>
          </p:blipFill>
          <p:spPr>
            <a:xfrm>
              <a:off x="0" y="-1"/>
              <a:ext cx="4163209" cy="1459145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B787E85-17F3-3AF5-758E-6882AFC5713F}"/>
                </a:ext>
              </a:extLst>
            </p:cNvPr>
            <p:cNvSpPr txBox="1"/>
            <p:nvPr/>
          </p:nvSpPr>
          <p:spPr>
            <a:xfrm>
              <a:off x="592543" y="403809"/>
              <a:ext cx="28007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4800" spc="300">
                  <a:blipFill dpi="0" rotWithShape="1">
                    <a:blip r:embed="Red1388e8363f43f5"/>
                    <a:tile tx="0" ty="0" sx="100000" sy="100000" flip="none" algn="tl"/>
                  </a:blip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+mn-ea"/>
                  <a:sym typeface="Arial"/>
                </a:rPr>
                <a:t>领导致辞</a:t>
              </a:r>
            </a:p>
          </p:txBody>
        </p: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876EF71E-FB9E-0CFA-0498-13335CF3075C}"/>
              </a:ext>
            </a:extLst>
          </p:cNvPr>
          <p:cNvPicPr>
            <a:picLocks noChangeAspect="1"/>
          </p:cNvPicPr>
          <p:nvPr/>
        </p:nvPicPr>
        <p:blipFill>
          <a:blip r:embed="R14f9ef7db0b24a5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657" y="1188094"/>
            <a:ext cx="3088044" cy="568066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BAB6F7D-A5A5-C886-5205-7BE6A96F685D}"/>
              </a:ext>
            </a:extLst>
          </p:cNvPr>
          <p:cNvPicPr>
            <a:picLocks noChangeAspect="1"/>
          </p:cNvPicPr>
          <p:nvPr/>
        </p:nvPicPr>
        <p:blipFill>
          <a:blip r:embed="R6076a63862984a50">
            <a:extLst>
              <a:ext uri="{BEBA8EAE-BF5A-486C-A8C5-ECC9F3942E4B}">
                <a14:imgProps xmlns:a14="http://schemas.microsoft.com/office/drawing/2010/main">
                  <a14:imgLayer r:embed="R46d3460b47c7494a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7963832" y="2"/>
            <a:ext cx="4228168" cy="6857999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FC2EA851-05CC-0DD3-5DE8-E285D44AC0DA}"/>
              </a:ext>
            </a:extLst>
          </p:cNvPr>
          <p:cNvSpPr txBox="1"/>
          <p:nvPr/>
        </p:nvSpPr>
        <p:spPr>
          <a:xfrm>
            <a:off x="4106397" y="2257104"/>
            <a:ext cx="5758367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blipFill>
                  <a:blip r:embed="Red1388e8363f43f5"/>
                  <a:tile tx="0" ty="0" sx="100000" sy="100000" flip="none" algn="tl"/>
                </a:blipFill>
                <a:latin typeface="Arial"/>
                <a:ea typeface="微软雅黑"/>
                <a:sym typeface="Arial"/>
              </a:rPr>
              <a:t>新年伊始，万象更新，又一个生机勃发的春天向我们走来。</a:t>
            </a:r>
            <a:endParaRPr lang="en-US" altLang="zh-CN" sz="1600">
              <a:blipFill>
                <a:blip r:embed="Red1388e8363f43f5"/>
                <a:tile tx="0" ty="0" sx="100000" sy="100000" flip="none" algn="tl"/>
              </a:blipFill>
              <a:latin typeface="Arial"/>
              <a:ea typeface="微软雅黑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blipFill>
                  <a:blip r:embed="Red1388e8363f43f5"/>
                  <a:tile tx="0" ty="0" sx="100000" sy="100000" flip="none" algn="tl"/>
                </a:blipFill>
                <a:latin typeface="Arial"/>
                <a:ea typeface="微软雅黑"/>
                <a:sym typeface="Arial"/>
              </a:rPr>
              <a:t>凭借着大家的热心、爱护和培育，走到今天，我们的集团已初具规模。</a:t>
            </a:r>
            <a:endParaRPr lang="en-US" altLang="zh-CN" sz="1600">
              <a:blipFill>
                <a:blip r:embed="Red1388e8363f43f5"/>
                <a:tile tx="0" ty="0" sx="100000" sy="100000" flip="none" algn="tl"/>
              </a:blipFill>
              <a:latin typeface="Arial"/>
              <a:ea typeface="微软雅黑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blipFill>
                  <a:blip r:embed="Red1388e8363f43f5"/>
                  <a:tile tx="0" ty="0" sx="100000" sy="100000" flip="none" algn="tl"/>
                </a:blipFill>
                <a:latin typeface="Arial"/>
                <a:ea typeface="微软雅黑"/>
                <a:sym typeface="Arial"/>
              </a:rPr>
              <a:t>值此辞旧迎新之际，我谨代表</a:t>
            </a:r>
            <a:r>
              <a:rPr lang="en-US" altLang="zh-CN" sz="1600">
                <a:blipFill>
                  <a:blip r:embed="Red1388e8363f43f5"/>
                  <a:tile tx="0" ty="0" sx="100000" sy="100000" flip="none" algn="tl"/>
                </a:blipFill>
                <a:latin typeface="Arial"/>
                <a:ea typeface="微软雅黑"/>
                <a:sym typeface="Arial"/>
              </a:rPr>
              <a:t>XXXX</a:t>
            </a:r>
            <a:r>
              <a:rPr lang="zh-CN" altLang="en-US" sz="1600">
                <a:blipFill>
                  <a:blip r:embed="Red1388e8363f43f5"/>
                  <a:tile tx="0" ty="0" sx="100000" sy="100000" flip="none" algn="tl"/>
                </a:blipFill>
                <a:latin typeface="Arial"/>
                <a:ea typeface="微软雅黑"/>
                <a:sym typeface="Arial"/>
              </a:rPr>
              <a:t>向大家表示衷心的感谢。</a:t>
            </a:r>
            <a:endParaRPr lang="en-US" altLang="zh-CN" sz="1600">
              <a:blipFill>
                <a:blip r:embed="Red1388e8363f43f5"/>
                <a:tile tx="0" ty="0" sx="100000" sy="100000" flip="none" algn="tl"/>
              </a:blipFill>
              <a:latin typeface="Arial"/>
              <a:ea typeface="微软雅黑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blipFill>
                  <a:blip r:embed="Red1388e8363f43f5"/>
                  <a:tile tx="0" ty="0" sx="100000" sy="100000" flip="none" algn="tl"/>
                </a:blipFill>
                <a:latin typeface="Arial"/>
                <a:ea typeface="微软雅黑"/>
                <a:sym typeface="Arial"/>
              </a:rPr>
              <a:t>感谢在各个工作岗位上勤勤恳恳努力工作的全体员工，感谢长期以来关心支持</a:t>
            </a:r>
            <a:r>
              <a:rPr lang="en-US" altLang="zh-CN" sz="1600">
                <a:blipFill>
                  <a:blip r:embed="Red1388e8363f43f5"/>
                  <a:tile tx="0" ty="0" sx="100000" sy="100000" flip="none" algn="tl"/>
                </a:blipFill>
                <a:latin typeface="Arial"/>
                <a:ea typeface="微软雅黑"/>
                <a:sym typeface="Arial"/>
              </a:rPr>
              <a:t>XXXX</a:t>
            </a:r>
            <a:r>
              <a:rPr lang="zh-CN" altLang="en-US" sz="1600">
                <a:blipFill>
                  <a:blip r:embed="Red1388e8363f43f5"/>
                  <a:tile tx="0" ty="0" sx="100000" sy="100000" flip="none" algn="tl"/>
                </a:blipFill>
                <a:latin typeface="Arial"/>
                <a:ea typeface="微软雅黑"/>
                <a:sym typeface="Arial"/>
              </a:rPr>
              <a:t>事业的各级政府领导、广大投资者和社会各界友好人士，祝大家在新的一年里身体健康、合家幸福、事业有成、大展宏图</a:t>
            </a:r>
            <a:r>
              <a:rPr lang="en-US" altLang="zh-CN" sz="1600">
                <a:blipFill>
                  <a:blip r:embed="Red1388e8363f43f5"/>
                  <a:tile tx="0" ty="0" sx="100000" sy="100000" flip="none" algn="tl"/>
                </a:blipFill>
                <a:latin typeface="Arial"/>
                <a:ea typeface="微软雅黑"/>
                <a:sym typeface="Arial"/>
              </a:rPr>
              <a:t>!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FE81243-B8C3-B8AA-AC6B-C2EDB744779F}"/>
              </a:ext>
            </a:extLst>
          </p:cNvPr>
          <p:cNvSpPr txBox="1"/>
          <p:nvPr/>
        </p:nvSpPr>
        <p:spPr>
          <a:xfrm>
            <a:off x="4106396" y="1223202"/>
            <a:ext cx="5860216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spc="300">
                <a:gradFill>
                  <a:gsLst>
                    <a:gs pos="0">
                      <a:srgbClr val="FF0000"/>
                    </a:gs>
                    <a:gs pos="100000">
                      <a:srgbClr val="030000"/>
                    </a:gs>
                  </a:gsLst>
                  <a:lin ang="5400000" scaled="1"/>
                </a:gradFill>
                <a:latin typeface="南构王晓龙榜行" panose="00020600040101010101" pitchFamily="18" charset="-128"/>
                <a:ea typeface="南构王晓龙榜行" panose="00020600040101010101" pitchFamily="18" charset="-128"/>
              </a:defRPr>
            </a:lvl1pPr>
          </a:lstStyle>
          <a:p>
            <a:r>
              <a:rPr lang="zh-CN" altLang="en-US" sz="4000">
                <a:blipFill>
                  <a:blip r:embed="Red1388e8363f43f5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集团总裁：原创人先生</a:t>
            </a:r>
          </a:p>
        </p:txBody>
      </p:sp>
    </p:spTree>
    <p:extLst>
      <p:ext uri="{BB962C8B-B14F-4D97-AF65-F5344CB8AC3E}">
        <p14:creationId xmlns:p14="http://schemas.microsoft.com/office/powerpoint/2010/main" val="28832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14CC7-0DF0-2E04-4B94-CCA094C3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BF70A97-3AC0-1C2A-8774-836B2AC87896}"/>
              </a:ext>
            </a:extLst>
          </p:cNvPr>
          <p:cNvPicPr>
            <a:picLocks noChangeAspect="1"/>
          </p:cNvPicPr>
          <p:nvPr/>
        </p:nvPicPr>
        <p:blipFill>
          <a:blip r:embed="R56755bdb32c947b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A51C793-16C8-BDD2-9A1F-A3851A8E51E9}"/>
              </a:ext>
            </a:extLst>
          </p:cNvPr>
          <p:cNvPicPr>
            <a:picLocks noChangeAspect="1"/>
          </p:cNvPicPr>
          <p:nvPr/>
        </p:nvPicPr>
        <p:blipFill>
          <a:blip r:embed="R7b9587454a984ff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471"/>
            <a:ext cx="12192000" cy="3062820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F679C50E-4EE1-4357-6BDC-FC7B7E48D03E}"/>
              </a:ext>
            </a:extLst>
          </p:cNvPr>
          <p:cNvSpPr/>
          <p:nvPr/>
        </p:nvSpPr>
        <p:spPr>
          <a:xfrm>
            <a:off x="2716531" y="242001"/>
            <a:ext cx="6758939" cy="6758938"/>
          </a:xfrm>
          <a:prstGeom prst="ellipse">
            <a:avLst/>
          </a:prstGeom>
          <a:gradFill>
            <a:gsLst>
              <a:gs pos="0">
                <a:srgbClr val="FC1B16"/>
              </a:gs>
              <a:gs pos="58000">
                <a:srgbClr val="B71705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C186329-5869-E3AE-16BF-EB9884D1BF05}"/>
              </a:ext>
            </a:extLst>
          </p:cNvPr>
          <p:cNvSpPr txBox="1"/>
          <p:nvPr/>
        </p:nvSpPr>
        <p:spPr>
          <a:xfrm>
            <a:off x="2943225" y="168366"/>
            <a:ext cx="6305552" cy="40734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9900">
                <a:ln w="34925">
                  <a:gradFill>
                    <a:gsLst>
                      <a:gs pos="0">
                        <a:srgbClr val="F6DF9F"/>
                      </a:gs>
                      <a:gs pos="71000">
                        <a:srgbClr val="F6DF9F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Arial"/>
                <a:ea typeface="微软雅黑"/>
                <a:cs typeface="+mn-ea"/>
                <a:sym typeface="Arial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B8C51F-12BC-0BA8-3CBF-54BCD0A9D23F}"/>
              </a:ext>
            </a:extLst>
          </p:cNvPr>
          <p:cNvSpPr txBox="1"/>
          <p:nvPr/>
        </p:nvSpPr>
        <p:spPr>
          <a:xfrm>
            <a:off x="2977204" y="2174660"/>
            <a:ext cx="6237605" cy="186204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11500" spc="300">
                <a:blipFill dpi="0" rotWithShape="1">
                  <a:blip r:embed="R47d2d4cdf54945c0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+mn-ea"/>
              </a:defRPr>
            </a:lvl1pPr>
          </a:lstStyle>
          <a:p>
            <a:r>
              <a:rPr lang="zh-CN" altLang="en-US">
                <a:sym typeface="Arial"/>
              </a:rPr>
              <a:t>业绩回顾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EF13992-4934-72D2-1CD6-9A3838EC78E2}"/>
              </a:ext>
            </a:extLst>
          </p:cNvPr>
          <p:cNvSpPr txBox="1"/>
          <p:nvPr/>
        </p:nvSpPr>
        <p:spPr>
          <a:xfrm>
            <a:off x="2716532" y="3935390"/>
            <a:ext cx="6758939" cy="3323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solidFill>
                  <a:srgbClr val="F6DF9F"/>
                </a:solidFill>
                <a:latin typeface="Arial"/>
                <a:ea typeface="微软雅黑"/>
                <a:cs typeface="+mn-ea"/>
                <a:sym typeface="Arial"/>
              </a:rPr>
              <a:t>Annual Summary Commendation and 2025 New Year's Meeting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0D9D9A2-6B37-2338-237A-15898C415F84}"/>
              </a:ext>
            </a:extLst>
          </p:cNvPr>
          <p:cNvPicPr>
            <a:picLocks noChangeAspect="1"/>
          </p:cNvPicPr>
          <p:nvPr/>
        </p:nvPicPr>
        <p:blipFill>
          <a:blip r:embed="R32e170c51f1a4a9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823078" y="1243529"/>
            <a:ext cx="1536700" cy="150699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600409E-EF81-E732-33EB-21E977F4777E}"/>
              </a:ext>
            </a:extLst>
          </p:cNvPr>
          <p:cNvPicPr>
            <a:picLocks noChangeAspect="1"/>
          </p:cNvPicPr>
          <p:nvPr/>
        </p:nvPicPr>
        <p:blipFill>
          <a:blip r:embed="R32e170c51f1a4a9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4847" y="688770"/>
            <a:ext cx="1536700" cy="150699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F825051-5156-140B-80FE-71881B72DC85}"/>
              </a:ext>
            </a:extLst>
          </p:cNvPr>
          <p:cNvPicPr>
            <a:picLocks noChangeAspect="1"/>
          </p:cNvPicPr>
          <p:nvPr/>
        </p:nvPicPr>
        <p:blipFill>
          <a:blip r:embed="Ree9e43d32d0e477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38" y="4251116"/>
            <a:ext cx="895351" cy="89535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F101E45-24AA-5BAE-0F1C-90D8F876B6CC}"/>
              </a:ext>
            </a:extLst>
          </p:cNvPr>
          <p:cNvPicPr>
            <a:picLocks noChangeAspect="1"/>
          </p:cNvPicPr>
          <p:nvPr/>
        </p:nvPicPr>
        <p:blipFill>
          <a:blip r:embed="R9687cd6f0c5044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3813" y="2"/>
            <a:ext cx="1536699" cy="69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4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053AD-8A64-A549-1A39-387B0A13B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C75595B-2AF4-06B6-12CC-0455D978AFEB}"/>
              </a:ext>
            </a:extLst>
          </p:cNvPr>
          <p:cNvGrpSpPr/>
          <p:nvPr/>
        </p:nvGrpSpPr>
        <p:grpSpPr>
          <a:xfrm>
            <a:off x="1" y="-1"/>
            <a:ext cx="4163209" cy="1459145"/>
            <a:chOff x="0" y="-1"/>
            <a:chExt cx="4163209" cy="145914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95F4B0CB-F997-5170-5F7E-EBE9E2E12287}"/>
                </a:ext>
              </a:extLst>
            </p:cNvPr>
            <p:cNvPicPr>
              <a:picLocks noChangeAspect="1"/>
            </p:cNvPicPr>
            <p:nvPr/>
          </p:nvPicPr>
          <p:blipFill>
            <a:blip r:embed="R20a92ed3b006480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7197"/>
            <a:stretch>
              <a:fillRect/>
            </a:stretch>
          </p:blipFill>
          <p:spPr>
            <a:xfrm>
              <a:off x="0" y="-1"/>
              <a:ext cx="4163209" cy="145914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7B1F64B-6671-EC0D-9DA6-6DA16C9DD5D4}"/>
                </a:ext>
              </a:extLst>
            </p:cNvPr>
            <p:cNvSpPr txBox="1"/>
            <p:nvPr/>
          </p:nvSpPr>
          <p:spPr>
            <a:xfrm>
              <a:off x="592543" y="403809"/>
              <a:ext cx="28007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4800" spc="300">
                  <a:blipFill dpi="0" rotWithShape="1">
                    <a:blip r:embed="R50347469ff314fe4"/>
                    <a:tile tx="0" ty="0" sx="100000" sy="100000" flip="none" algn="tl"/>
                  </a:blip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+mn-ea"/>
                  <a:sym typeface="Arial"/>
                </a:rPr>
                <a:t>全年收益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9A5B0858-CAD6-6735-BDC5-5BEC38BD2854}"/>
              </a:ext>
            </a:extLst>
          </p:cNvPr>
          <p:cNvSpPr txBox="1"/>
          <p:nvPr/>
        </p:nvSpPr>
        <p:spPr>
          <a:xfrm>
            <a:off x="1563053" y="1733387"/>
            <a:ext cx="9065897" cy="1216941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9600" b="1" spc="300">
                <a:blipFill>
                  <a:blip r:embed="R50347469ff314fe4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120.000.000</a:t>
            </a:r>
            <a:endParaRPr lang="zh-CN" altLang="en-US" sz="9600" b="1" spc="300">
              <a:blipFill>
                <a:blip r:embed="R50347469ff314fe4"/>
                <a:tile tx="0" ty="0" sx="100000" sy="100000" flip="none" algn="tl"/>
              </a:blip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cs typeface="+mn-ea"/>
              <a:sym typeface="Arial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DD14EF-114E-F081-C061-6FD1A126F72A}"/>
              </a:ext>
            </a:extLst>
          </p:cNvPr>
          <p:cNvSpPr txBox="1"/>
          <p:nvPr/>
        </p:nvSpPr>
        <p:spPr>
          <a:xfrm>
            <a:off x="3753052" y="3203484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spc="300">
                <a:blipFill>
                  <a:blip r:embed="R50347469ff314fe4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全年总交易额（元）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7F6298-17A3-C33A-FB08-3BBE4FBEDD79}"/>
              </a:ext>
            </a:extLst>
          </p:cNvPr>
          <p:cNvSpPr txBox="1"/>
          <p:nvPr/>
        </p:nvSpPr>
        <p:spPr>
          <a:xfrm>
            <a:off x="2943225" y="3996296"/>
            <a:ext cx="6305552" cy="5724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blipFill>
                  <a:blip r:embed="R50347469ff314fe4"/>
                  <a:tile tx="0" ty="0" sx="100000" sy="100000" flip="none" algn="tl"/>
                </a:blipFill>
                <a:latin typeface="Arial"/>
                <a:ea typeface="微软雅黑"/>
                <a:cs typeface="+mn-ea"/>
                <a:sym typeface="Arial"/>
              </a:rPr>
              <a:t>Wishing everyone good health, family happiness, career success, and great achievements in the new year!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5CEB2CA-FFB9-8EE4-80F5-F864F2DB4E99}"/>
              </a:ext>
            </a:extLst>
          </p:cNvPr>
          <p:cNvPicPr>
            <a:picLocks noChangeAspect="1"/>
          </p:cNvPicPr>
          <p:nvPr/>
        </p:nvPicPr>
        <p:blipFill>
          <a:blip r:embed="R229054cc48ef448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732377" y="245010"/>
            <a:ext cx="1171239" cy="114859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CBF697B-AAA7-DB71-1FE9-24221FAE9CDF}"/>
              </a:ext>
            </a:extLst>
          </p:cNvPr>
          <p:cNvPicPr>
            <a:picLocks noChangeAspect="1"/>
          </p:cNvPicPr>
          <p:nvPr/>
        </p:nvPicPr>
        <p:blipFill>
          <a:blip r:embed="R229054cc48ef448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7309" y="3275517"/>
            <a:ext cx="1171239" cy="114859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8FEF370-2D74-6521-14BD-E03ECB322A50}"/>
              </a:ext>
            </a:extLst>
          </p:cNvPr>
          <p:cNvPicPr>
            <a:picLocks noChangeAspect="1"/>
          </p:cNvPicPr>
          <p:nvPr/>
        </p:nvPicPr>
        <p:blipFill>
          <a:blip r:embed="R2c42c32cb12e478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804" y="4467273"/>
            <a:ext cx="9792392" cy="235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042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1FB2A-8D06-E490-A709-92FA1BBA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55A794E-71FA-9D4C-7737-410E8EB65102}"/>
              </a:ext>
            </a:extLst>
          </p:cNvPr>
          <p:cNvPicPr>
            <a:picLocks noChangeAspect="1"/>
          </p:cNvPicPr>
          <p:nvPr/>
        </p:nvPicPr>
        <p:blipFill>
          <a:blip r:embed="R2945a938da6c44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FEC3C112-87A7-C73A-CCEE-AD301097AAD3}"/>
              </a:ext>
            </a:extLst>
          </p:cNvPr>
          <p:cNvGrpSpPr/>
          <p:nvPr/>
        </p:nvGrpSpPr>
        <p:grpSpPr>
          <a:xfrm>
            <a:off x="1" y="-1"/>
            <a:ext cx="4163209" cy="1459145"/>
            <a:chOff x="0" y="-1"/>
            <a:chExt cx="4163209" cy="145914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54C142AD-27E9-62AD-CA22-E933C43E875E}"/>
                </a:ext>
              </a:extLst>
            </p:cNvPr>
            <p:cNvPicPr>
              <a:picLocks noChangeAspect="1"/>
            </p:cNvPicPr>
            <p:nvPr/>
          </p:nvPicPr>
          <p:blipFill>
            <a:blip r:embed="R9137db1ebb8a42a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7197"/>
            <a:stretch>
              <a:fillRect/>
            </a:stretch>
          </p:blipFill>
          <p:spPr>
            <a:xfrm>
              <a:off x="0" y="-1"/>
              <a:ext cx="4163209" cy="145914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6D9DE75-C9C4-6074-7C85-CD706C7A6B44}"/>
                </a:ext>
              </a:extLst>
            </p:cNvPr>
            <p:cNvSpPr txBox="1"/>
            <p:nvPr/>
          </p:nvSpPr>
          <p:spPr>
            <a:xfrm>
              <a:off x="592543" y="403809"/>
              <a:ext cx="28007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4800" spc="300">
                  <a:blipFill dpi="0" rotWithShape="1">
                    <a:blip r:embed="R26f7cf5a01774023"/>
                    <a:tile tx="0" ty="0" sx="100000" sy="100000" flip="none" algn="tl"/>
                  </a:blip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+mn-ea"/>
                  <a:sym typeface="Arial"/>
                </a:rPr>
                <a:t>全年收益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2293C191-02D4-C977-37E5-78C8ECC1771F}"/>
              </a:ext>
            </a:extLst>
          </p:cNvPr>
          <p:cNvSpPr txBox="1"/>
          <p:nvPr/>
        </p:nvSpPr>
        <p:spPr>
          <a:xfrm>
            <a:off x="3053184" y="1723841"/>
            <a:ext cx="6085635" cy="1735495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9600" b="1" spc="300">
                <a:blipFill>
                  <a:blip r:embed="R26f7cf5a01774023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30.2%</a:t>
            </a:r>
            <a:endParaRPr lang="zh-CN" altLang="en-US" sz="9600" b="1" spc="300">
              <a:blipFill>
                <a:blip r:embed="R26f7cf5a01774023"/>
                <a:tile tx="0" ty="0" sx="100000" sy="100000" flip="none" algn="tl"/>
              </a:blip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cs typeface="+mn-ea"/>
              <a:sym typeface="Arial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98FCDDE-4276-852C-5634-C79833CC85EB}"/>
              </a:ext>
            </a:extLst>
          </p:cNvPr>
          <p:cNvSpPr txBox="1"/>
          <p:nvPr/>
        </p:nvSpPr>
        <p:spPr>
          <a:xfrm>
            <a:off x="5003394" y="3712493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spc="300">
                <a:blipFill>
                  <a:blip r:embed="R26f7cf5a01774023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同比增长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7AC24C2-E163-5DFA-9DCC-BA5C30B50688}"/>
              </a:ext>
            </a:extLst>
          </p:cNvPr>
          <p:cNvSpPr txBox="1"/>
          <p:nvPr/>
        </p:nvSpPr>
        <p:spPr>
          <a:xfrm>
            <a:off x="2943225" y="4505304"/>
            <a:ext cx="6305552" cy="5724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blipFill>
                  <a:blip r:embed="R26f7cf5a01774023"/>
                  <a:tile tx="0" ty="0" sx="100000" sy="100000" flip="none" algn="tl"/>
                </a:blipFill>
                <a:latin typeface="Arial"/>
                <a:ea typeface="微软雅黑"/>
                <a:cs typeface="+mn-ea"/>
                <a:sym typeface="Arial"/>
              </a:rPr>
              <a:t>Wishing everyone good health, family happiness, career success, and great achievements in the new year!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7D52F11-9BFC-4FA2-FCD0-39B62AE342C6}"/>
              </a:ext>
            </a:extLst>
          </p:cNvPr>
          <p:cNvPicPr>
            <a:picLocks noChangeAspect="1"/>
          </p:cNvPicPr>
          <p:nvPr/>
        </p:nvPicPr>
        <p:blipFill>
          <a:blip r:embed="R35df9b9ca774493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847" y="4834760"/>
            <a:ext cx="1619064" cy="136844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AD977DE-6316-3E60-59D6-42B741E9B6AC}"/>
              </a:ext>
            </a:extLst>
          </p:cNvPr>
          <p:cNvPicPr>
            <a:picLocks noChangeAspect="1"/>
          </p:cNvPicPr>
          <p:nvPr/>
        </p:nvPicPr>
        <p:blipFill>
          <a:blip r:embed="Rd59ef2a27d9c4e5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6783" y="4935809"/>
            <a:ext cx="1369644" cy="115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7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25076-AF9A-9FB0-4644-20192D17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0B7FE3B3-FDC4-985F-EF10-91EB0A75A2B9}"/>
              </a:ext>
            </a:extLst>
          </p:cNvPr>
          <p:cNvPicPr>
            <a:picLocks noChangeAspect="1"/>
          </p:cNvPicPr>
          <p:nvPr/>
        </p:nvPicPr>
        <p:blipFill>
          <a:blip r:embed="R1af529cd38794e4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32CCECA3-18B5-B055-C1BD-6FB50CFBE1E9}"/>
              </a:ext>
            </a:extLst>
          </p:cNvPr>
          <p:cNvGrpSpPr/>
          <p:nvPr/>
        </p:nvGrpSpPr>
        <p:grpSpPr>
          <a:xfrm>
            <a:off x="1" y="-1"/>
            <a:ext cx="4163209" cy="1459145"/>
            <a:chOff x="0" y="-1"/>
            <a:chExt cx="4163209" cy="145914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CDC0FF5A-7FDB-FBEE-2217-EF35A6D82A33}"/>
                </a:ext>
              </a:extLst>
            </p:cNvPr>
            <p:cNvPicPr>
              <a:picLocks noChangeAspect="1"/>
            </p:cNvPicPr>
            <p:nvPr/>
          </p:nvPicPr>
          <p:blipFill>
            <a:blip r:embed="Rad968c158e13423e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7197"/>
            <a:stretch>
              <a:fillRect/>
            </a:stretch>
          </p:blipFill>
          <p:spPr>
            <a:xfrm>
              <a:off x="0" y="-1"/>
              <a:ext cx="4163209" cy="145914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EEBDA16-AA54-1ABF-E7E8-13C28F09FBE0}"/>
                </a:ext>
              </a:extLst>
            </p:cNvPr>
            <p:cNvSpPr txBox="1"/>
            <p:nvPr/>
          </p:nvSpPr>
          <p:spPr>
            <a:xfrm>
              <a:off x="592543" y="403809"/>
              <a:ext cx="28007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4800" spc="300">
                  <a:blipFill dpi="0" rotWithShape="1">
                    <a:blip r:embed="R4dd22fcb4b664408"/>
                    <a:tile tx="0" ty="0" sx="100000" sy="100000" flip="none" algn="tl"/>
                  </a:blip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+mn-ea"/>
                  <a:sym typeface="Arial"/>
                </a:rPr>
                <a:t>全年收益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23A02B29-15E3-21EA-4ED6-FA89F6BDD4C5}"/>
              </a:ext>
            </a:extLst>
          </p:cNvPr>
          <p:cNvSpPr txBox="1"/>
          <p:nvPr/>
        </p:nvSpPr>
        <p:spPr>
          <a:xfrm>
            <a:off x="2533438" y="2059302"/>
            <a:ext cx="2518638" cy="144655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8800" spc="300">
                <a:blipFill dpi="0" rotWithShape="1">
                  <a:blip r:embed="R4dd22fcb4b664408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回首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61B53A-B09C-1043-4A0C-CF0FC3184A0C}"/>
              </a:ext>
            </a:extLst>
          </p:cNvPr>
          <p:cNvSpPr txBox="1"/>
          <p:nvPr/>
        </p:nvSpPr>
        <p:spPr>
          <a:xfrm>
            <a:off x="5054386" y="1697957"/>
            <a:ext cx="4455375" cy="156966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9600" spc="300">
                <a:blipFill dpi="0" rotWithShape="1">
                  <a:blip r:embed="R4dd22fcb4b664408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2024</a:t>
            </a:r>
            <a:endParaRPr lang="zh-CN" altLang="en-US" sz="9600" spc="300">
              <a:blipFill dpi="0" rotWithShape="1">
                <a:blip r:embed="R4dd22fcb4b664408"/>
                <a:tile tx="0" ty="0" sx="100000" sy="100000" flip="none" algn="tl"/>
              </a:blip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cs typeface="+mn-ea"/>
              <a:sym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D3FD31-0995-E2DE-A674-558E98470F5F}"/>
              </a:ext>
            </a:extLst>
          </p:cNvPr>
          <p:cNvSpPr txBox="1"/>
          <p:nvPr/>
        </p:nvSpPr>
        <p:spPr>
          <a:xfrm>
            <a:off x="4503258" y="3628964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600" spc="300">
                <a:blipFill dpi="0" rotWithShape="1">
                  <a:blip r:embed="R4dd22fcb4b664408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销量再创新高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26ADAF-BD6C-AC6C-A687-0452E514437D}"/>
              </a:ext>
            </a:extLst>
          </p:cNvPr>
          <p:cNvSpPr txBox="1"/>
          <p:nvPr/>
        </p:nvSpPr>
        <p:spPr>
          <a:xfrm>
            <a:off x="2943225" y="4421775"/>
            <a:ext cx="6305552" cy="5724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blipFill>
                  <a:blip r:embed="R4dd22fcb4b664408"/>
                  <a:tile tx="0" ty="0" sx="100000" sy="100000" flip="none" algn="tl"/>
                </a:blipFill>
                <a:latin typeface="Arial"/>
                <a:ea typeface="微软雅黑"/>
                <a:cs typeface="+mn-ea"/>
                <a:sym typeface="Arial"/>
              </a:rPr>
              <a:t>Wishing everyone good health, family happiness, career success, and great achievements in the new year!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B8EA35D-DE3F-17EA-AFB0-1C99B593C040}"/>
              </a:ext>
            </a:extLst>
          </p:cNvPr>
          <p:cNvPicPr>
            <a:picLocks noChangeAspect="1"/>
          </p:cNvPicPr>
          <p:nvPr/>
        </p:nvPicPr>
        <p:blipFill>
          <a:blip r:embed="Rbf1a8ceeaa93480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847" y="4834760"/>
            <a:ext cx="1619064" cy="136844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C598E60-A6A1-6721-3D2B-9C1AB2710FF7}"/>
              </a:ext>
            </a:extLst>
          </p:cNvPr>
          <p:cNvPicPr>
            <a:picLocks noChangeAspect="1"/>
          </p:cNvPicPr>
          <p:nvPr/>
        </p:nvPicPr>
        <p:blipFill>
          <a:blip r:embed="Rb5ee4bd17894427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6783" y="4935809"/>
            <a:ext cx="1369644" cy="115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224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41200-FBF3-E258-A503-AA268A7DA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832C882B-ACF2-67F9-14B2-87B741A14BD7}"/>
              </a:ext>
            </a:extLst>
          </p:cNvPr>
          <p:cNvPicPr>
            <a:picLocks noChangeAspect="1"/>
          </p:cNvPicPr>
          <p:nvPr/>
        </p:nvPicPr>
        <p:blipFill>
          <a:blip r:embed="R4587e3ea35394d1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A2146FC-B9EB-255E-E682-3745DE52E113}"/>
              </a:ext>
            </a:extLst>
          </p:cNvPr>
          <p:cNvGrpSpPr/>
          <p:nvPr/>
        </p:nvGrpSpPr>
        <p:grpSpPr>
          <a:xfrm>
            <a:off x="1" y="-1"/>
            <a:ext cx="4163209" cy="1459145"/>
            <a:chOff x="0" y="-1"/>
            <a:chExt cx="4163209" cy="145914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90F6B710-56FD-B9CC-1EE4-37EC6B4DF305}"/>
                </a:ext>
              </a:extLst>
            </p:cNvPr>
            <p:cNvPicPr>
              <a:picLocks noChangeAspect="1"/>
            </p:cNvPicPr>
            <p:nvPr/>
          </p:nvPicPr>
          <p:blipFill>
            <a:blip r:embed="R051254c6058a4fa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7197"/>
            <a:stretch>
              <a:fillRect/>
            </a:stretch>
          </p:blipFill>
          <p:spPr>
            <a:xfrm>
              <a:off x="0" y="-1"/>
              <a:ext cx="4163209" cy="145914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E1192B-1AE7-3A2A-2807-E00A7D65B93A}"/>
                </a:ext>
              </a:extLst>
            </p:cNvPr>
            <p:cNvSpPr txBox="1"/>
            <p:nvPr/>
          </p:nvSpPr>
          <p:spPr>
            <a:xfrm>
              <a:off x="592543" y="403809"/>
              <a:ext cx="28007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4800" spc="300">
                  <a:blipFill dpi="0" rotWithShape="1">
                    <a:blip r:embed="R6449cf3cc4594baa"/>
                    <a:tile tx="0" ty="0" sx="100000" sy="100000" flip="none" algn="tl"/>
                  </a:blip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+mn-ea"/>
                  <a:sym typeface="Arial"/>
                </a:rPr>
                <a:t>全年收益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84667AA-6FC9-0197-B71F-68C298B530DC}"/>
              </a:ext>
            </a:extLst>
          </p:cNvPr>
          <p:cNvSpPr txBox="1"/>
          <p:nvPr/>
        </p:nvSpPr>
        <p:spPr>
          <a:xfrm>
            <a:off x="2533438" y="2059302"/>
            <a:ext cx="2518638" cy="144655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8800" spc="300">
                <a:blipFill dpi="0" rotWithShape="1">
                  <a:blip r:embed="R6449cf3cc4594baa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展望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59DC80-E2FF-40DB-ED88-9E821919F80B}"/>
              </a:ext>
            </a:extLst>
          </p:cNvPr>
          <p:cNvSpPr txBox="1"/>
          <p:nvPr/>
        </p:nvSpPr>
        <p:spPr>
          <a:xfrm>
            <a:off x="5054386" y="1697957"/>
            <a:ext cx="4455375" cy="156966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9600" spc="300">
                <a:blipFill dpi="0" rotWithShape="1">
                  <a:blip r:embed="R6449cf3cc4594baa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2025</a:t>
            </a:r>
            <a:endParaRPr lang="zh-CN" altLang="en-US" sz="9600" spc="300">
              <a:blipFill dpi="0" rotWithShape="1">
                <a:blip r:embed="R6449cf3cc4594baa"/>
                <a:tile tx="0" ty="0" sx="100000" sy="100000" flip="none" algn="tl"/>
              </a:blip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cs typeface="+mn-ea"/>
              <a:sym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59B141-78A0-4CBF-FF93-8341F8B5D293}"/>
              </a:ext>
            </a:extLst>
          </p:cNvPr>
          <p:cNvSpPr txBox="1"/>
          <p:nvPr/>
        </p:nvSpPr>
        <p:spPr>
          <a:xfrm>
            <a:off x="4503258" y="3628964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600" spc="300">
                <a:blipFill dpi="0" rotWithShape="1">
                  <a:blip r:embed="R6449cf3cc4594baa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继续创造奇迹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9A492F-0FFA-2F72-5EE1-B76D01067347}"/>
              </a:ext>
            </a:extLst>
          </p:cNvPr>
          <p:cNvSpPr txBox="1"/>
          <p:nvPr/>
        </p:nvSpPr>
        <p:spPr>
          <a:xfrm>
            <a:off x="2943225" y="4421775"/>
            <a:ext cx="6305552" cy="5724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blipFill>
                  <a:blip r:embed="R6449cf3cc4594baa"/>
                  <a:tile tx="0" ty="0" sx="100000" sy="100000" flip="none" algn="tl"/>
                </a:blipFill>
                <a:latin typeface="Arial"/>
                <a:ea typeface="微软雅黑"/>
                <a:cs typeface="+mn-ea"/>
                <a:sym typeface="Arial"/>
              </a:rPr>
              <a:t>Wishing everyone good health, family happiness, career success, and great achievements in the new year!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B8DEBE2-D05B-BE39-75F8-508179B6E2D7}"/>
              </a:ext>
            </a:extLst>
          </p:cNvPr>
          <p:cNvPicPr>
            <a:picLocks noChangeAspect="1"/>
          </p:cNvPicPr>
          <p:nvPr/>
        </p:nvPicPr>
        <p:blipFill>
          <a:blip r:embed="R84e36f6c383646c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847" y="4834760"/>
            <a:ext cx="1619064" cy="136844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F52DC28-B73B-B59B-45E0-4DB07B447914}"/>
              </a:ext>
            </a:extLst>
          </p:cNvPr>
          <p:cNvPicPr>
            <a:picLocks noChangeAspect="1"/>
          </p:cNvPicPr>
          <p:nvPr/>
        </p:nvPicPr>
        <p:blipFill>
          <a:blip r:embed="Rb7127a751b6b4a0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6783" y="4935809"/>
            <a:ext cx="1369644" cy="115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9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F2DAA-F276-9702-D7EF-26FD8F9F9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2D787DFF-FAA5-BEB4-5466-4E59FE72C812}"/>
              </a:ext>
            </a:extLst>
          </p:cNvPr>
          <p:cNvSpPr/>
          <p:nvPr/>
        </p:nvSpPr>
        <p:spPr>
          <a:xfrm>
            <a:off x="685800" y="668215"/>
            <a:ext cx="10820400" cy="5521570"/>
          </a:xfrm>
          <a:prstGeom prst="roundRect">
            <a:avLst>
              <a:gd name="adj" fmla="val 1043"/>
            </a:avLst>
          </a:prstGeom>
          <a:solidFill>
            <a:srgbClr val="B71705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71705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663B53-73A2-3470-51A1-B86D107FAB5A}"/>
              </a:ext>
            </a:extLst>
          </p:cNvPr>
          <p:cNvSpPr txBox="1"/>
          <p:nvPr/>
        </p:nvSpPr>
        <p:spPr>
          <a:xfrm>
            <a:off x="3165892" y="1134158"/>
            <a:ext cx="5860216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spc="300">
                <a:gradFill>
                  <a:gsLst>
                    <a:gs pos="0">
                      <a:srgbClr val="FF0000"/>
                    </a:gs>
                    <a:gs pos="100000">
                      <a:srgbClr val="030000"/>
                    </a:gs>
                  </a:gsLst>
                  <a:lin ang="5400000" scaled="1"/>
                </a:gradFill>
                <a:latin typeface="南构王晓龙榜行" panose="00020600040101010101" pitchFamily="18" charset="-128"/>
                <a:ea typeface="南构王晓龙榜行" panose="00020600040101010101" pitchFamily="18" charset="-128"/>
              </a:defRPr>
            </a:lvl1pPr>
          </a:lstStyle>
          <a:p>
            <a:pPr algn="ctr"/>
            <a:r>
              <a:rPr lang="zh-CN" altLang="en-US" sz="4000">
                <a:blipFill>
                  <a:blip r:embed="R4d592881adf44b3e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XXX市十佳XX媒体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AE10274-9931-8FB2-2EEF-A5D3431B559B}"/>
              </a:ext>
            </a:extLst>
          </p:cNvPr>
          <p:cNvGrpSpPr/>
          <p:nvPr/>
        </p:nvGrpSpPr>
        <p:grpSpPr>
          <a:xfrm>
            <a:off x="1" y="-1"/>
            <a:ext cx="4163209" cy="1459145"/>
            <a:chOff x="0" y="-1"/>
            <a:chExt cx="4163209" cy="145914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274D864F-3DDE-2146-1A13-BB2207CF73D7}"/>
                </a:ext>
              </a:extLst>
            </p:cNvPr>
            <p:cNvPicPr>
              <a:picLocks noChangeAspect="1"/>
            </p:cNvPicPr>
            <p:nvPr/>
          </p:nvPicPr>
          <p:blipFill>
            <a:blip r:embed="Rcefcc29a6f994b5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7197"/>
            <a:stretch>
              <a:fillRect/>
            </a:stretch>
          </p:blipFill>
          <p:spPr>
            <a:xfrm>
              <a:off x="0" y="-1"/>
              <a:ext cx="4163209" cy="145914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5771AC3-7635-269D-2855-EA2A0977C5D6}"/>
                </a:ext>
              </a:extLst>
            </p:cNvPr>
            <p:cNvSpPr txBox="1"/>
            <p:nvPr/>
          </p:nvSpPr>
          <p:spPr>
            <a:xfrm>
              <a:off x="592543" y="403809"/>
              <a:ext cx="28007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4800" spc="300">
                  <a:blipFill dpi="0" rotWithShape="1">
                    <a:blip r:embed="R4d592881adf44b3e"/>
                    <a:tile tx="0" ty="0" sx="100000" sy="100000" flip="none" algn="tl"/>
                  </a:blip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+mn-ea"/>
                  <a:sym typeface="Arial"/>
                </a:rPr>
                <a:t>获得荣誉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2034CB32-5837-CC3B-170B-B4CC9175CC84}"/>
              </a:ext>
            </a:extLst>
          </p:cNvPr>
          <p:cNvSpPr txBox="1"/>
          <p:nvPr/>
        </p:nvSpPr>
        <p:spPr>
          <a:xfrm>
            <a:off x="3165892" y="2087382"/>
            <a:ext cx="5860216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spc="300">
                <a:gradFill>
                  <a:gsLst>
                    <a:gs pos="0">
                      <a:srgbClr val="FF0000"/>
                    </a:gs>
                    <a:gs pos="100000">
                      <a:srgbClr val="030000"/>
                    </a:gs>
                  </a:gsLst>
                  <a:lin ang="5400000" scaled="1"/>
                </a:gradFill>
                <a:latin typeface="南构王晓龙榜行" panose="00020600040101010101" pitchFamily="18" charset="-128"/>
                <a:ea typeface="南构王晓龙榜行" panose="00020600040101010101" pitchFamily="18" charset="-128"/>
              </a:defRPr>
            </a:lvl1pPr>
          </a:lstStyle>
          <a:p>
            <a:pPr algn="ctr"/>
            <a:r>
              <a:rPr lang="zh-CN" altLang="en-US" sz="4000">
                <a:blipFill>
                  <a:blip r:embed="R4d592881adf44b3e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XXX区十佳优秀企业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3529AD-2BE8-77E6-F377-A495E4A3EDDD}"/>
              </a:ext>
            </a:extLst>
          </p:cNvPr>
          <p:cNvSpPr txBox="1"/>
          <p:nvPr/>
        </p:nvSpPr>
        <p:spPr>
          <a:xfrm>
            <a:off x="3165892" y="3040605"/>
            <a:ext cx="5860216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spc="300">
                <a:gradFill>
                  <a:gsLst>
                    <a:gs pos="0">
                      <a:srgbClr val="FF0000"/>
                    </a:gs>
                    <a:gs pos="100000">
                      <a:srgbClr val="030000"/>
                    </a:gs>
                  </a:gsLst>
                  <a:lin ang="5400000" scaled="1"/>
                </a:gradFill>
                <a:latin typeface="南构王晓龙榜行" panose="00020600040101010101" pitchFamily="18" charset="-128"/>
                <a:ea typeface="南构王晓龙榜行" panose="00020600040101010101" pitchFamily="18" charset="-128"/>
              </a:defRPr>
            </a:lvl1pPr>
          </a:lstStyle>
          <a:p>
            <a:pPr algn="ctr"/>
            <a:r>
              <a:rPr lang="zh-CN" altLang="en-US" sz="4000">
                <a:blipFill>
                  <a:blip r:embed="R4d592881adf44b3e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XXXX镇最具潜力公司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D5733F3-2F60-6FC6-42B6-6C4CF5477B91}"/>
              </a:ext>
            </a:extLst>
          </p:cNvPr>
          <p:cNvPicPr>
            <a:picLocks noChangeAspect="1"/>
          </p:cNvPicPr>
          <p:nvPr/>
        </p:nvPicPr>
        <p:blipFill>
          <a:blip r:embed="Rcab1f4dc4fd5445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5783" y="4318222"/>
            <a:ext cx="2777744" cy="196374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0F2DC9D-16FF-0239-C6B0-C3036356B70C}"/>
              </a:ext>
            </a:extLst>
          </p:cNvPr>
          <p:cNvPicPr>
            <a:picLocks noChangeAspect="1"/>
          </p:cNvPicPr>
          <p:nvPr/>
        </p:nvPicPr>
        <p:blipFill>
          <a:blip r:embed="R38ba4d64625a445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4835" y="4318222"/>
            <a:ext cx="2777744" cy="196374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95811A4-6DC0-3F2E-8B94-65F891D9D05D}"/>
              </a:ext>
            </a:extLst>
          </p:cNvPr>
          <p:cNvPicPr>
            <a:picLocks noChangeAspect="1"/>
          </p:cNvPicPr>
          <p:nvPr/>
        </p:nvPicPr>
        <p:blipFill>
          <a:blip r:embed="Rbb4e8885a863438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3887" y="4318222"/>
            <a:ext cx="2777744" cy="196374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80862DA-30AC-2E88-9E14-8A460FA4C40D}"/>
              </a:ext>
            </a:extLst>
          </p:cNvPr>
          <p:cNvPicPr>
            <a:picLocks noChangeAspect="1"/>
          </p:cNvPicPr>
          <p:nvPr/>
        </p:nvPicPr>
        <p:blipFill>
          <a:blip r:embed="R552d9ea64edb4b0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304282" y="1718318"/>
            <a:ext cx="1536700" cy="150699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D62ED67-C926-915E-C941-1D9CA2BC4F79}"/>
              </a:ext>
            </a:extLst>
          </p:cNvPr>
          <p:cNvPicPr>
            <a:picLocks noChangeAspect="1"/>
          </p:cNvPicPr>
          <p:nvPr/>
        </p:nvPicPr>
        <p:blipFill>
          <a:blip r:embed="R552d9ea64edb4b0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2931" y="2027829"/>
            <a:ext cx="1536700" cy="150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84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734C4-D3FB-5053-7F5D-581180D61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26011778-E4A6-29C4-34DF-7232FF957AEC}"/>
              </a:ext>
            </a:extLst>
          </p:cNvPr>
          <p:cNvPicPr>
            <a:picLocks noChangeAspect="1"/>
          </p:cNvPicPr>
          <p:nvPr/>
        </p:nvPicPr>
        <p:blipFill>
          <a:blip r:embed="R0d44e5c27d804ce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C1B957-AC2B-C7EF-ADB5-9B8B8A297BAD}"/>
              </a:ext>
            </a:extLst>
          </p:cNvPr>
          <p:cNvPicPr>
            <a:picLocks noChangeAspect="1"/>
          </p:cNvPicPr>
          <p:nvPr/>
        </p:nvPicPr>
        <p:blipFill>
          <a:blip r:embed="R02bccdeb86124a9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471"/>
            <a:ext cx="12192000" cy="3062820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D0BC0B08-F85C-EF82-FCCA-4EF3E92D6B1F}"/>
              </a:ext>
            </a:extLst>
          </p:cNvPr>
          <p:cNvSpPr/>
          <p:nvPr/>
        </p:nvSpPr>
        <p:spPr>
          <a:xfrm>
            <a:off x="2716531" y="242001"/>
            <a:ext cx="6758939" cy="6758938"/>
          </a:xfrm>
          <a:prstGeom prst="ellipse">
            <a:avLst/>
          </a:prstGeom>
          <a:gradFill>
            <a:gsLst>
              <a:gs pos="0">
                <a:srgbClr val="FC1B16"/>
              </a:gs>
              <a:gs pos="58000">
                <a:srgbClr val="B71705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540CFC-7CBC-3AEF-A906-DFE48E5F71A0}"/>
              </a:ext>
            </a:extLst>
          </p:cNvPr>
          <p:cNvSpPr txBox="1"/>
          <p:nvPr/>
        </p:nvSpPr>
        <p:spPr>
          <a:xfrm>
            <a:off x="2943225" y="168366"/>
            <a:ext cx="6305552" cy="40734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9900">
                <a:ln w="34925">
                  <a:gradFill>
                    <a:gsLst>
                      <a:gs pos="0">
                        <a:srgbClr val="F6DF9F"/>
                      </a:gs>
                      <a:gs pos="71000">
                        <a:srgbClr val="F6DF9F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Arial"/>
                <a:ea typeface="微软雅黑"/>
                <a:cs typeface="+mn-ea"/>
                <a:sym typeface="Arial"/>
              </a:rPr>
              <a:t>03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4D4BCC-82CC-BF55-3B63-26FF9FA7152E}"/>
              </a:ext>
            </a:extLst>
          </p:cNvPr>
          <p:cNvSpPr txBox="1"/>
          <p:nvPr/>
        </p:nvSpPr>
        <p:spPr>
          <a:xfrm>
            <a:off x="2977204" y="2174660"/>
            <a:ext cx="6237605" cy="186204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11500" spc="300">
                <a:blipFill dpi="0" rotWithShape="1">
                  <a:blip r:embed="R19d5306a78004660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+mn-ea"/>
              </a:defRPr>
            </a:lvl1pPr>
          </a:lstStyle>
          <a:p>
            <a:r>
              <a:rPr lang="zh-CN" altLang="en-US">
                <a:sym typeface="Arial"/>
              </a:rPr>
              <a:t>表彰颁奖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C174B3F-EB1D-A601-EB5B-3825B787D580}"/>
              </a:ext>
            </a:extLst>
          </p:cNvPr>
          <p:cNvSpPr txBox="1"/>
          <p:nvPr/>
        </p:nvSpPr>
        <p:spPr>
          <a:xfrm>
            <a:off x="2716532" y="3935390"/>
            <a:ext cx="6758939" cy="3323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solidFill>
                  <a:srgbClr val="F6DF9F"/>
                </a:solidFill>
                <a:latin typeface="Arial"/>
                <a:ea typeface="微软雅黑"/>
                <a:cs typeface="+mn-ea"/>
                <a:sym typeface="Arial"/>
              </a:rPr>
              <a:t>Annual Summary Commendation and 2025 New Year's Meeting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7FC93E3-2FC9-A1F9-5DFF-D63F2DAEACC9}"/>
              </a:ext>
            </a:extLst>
          </p:cNvPr>
          <p:cNvPicPr>
            <a:picLocks noChangeAspect="1"/>
          </p:cNvPicPr>
          <p:nvPr/>
        </p:nvPicPr>
        <p:blipFill>
          <a:blip r:embed="R691785a1219342f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823078" y="1243529"/>
            <a:ext cx="1536700" cy="150699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D37CD86-49B8-2E5E-1444-88B604E8EADC}"/>
              </a:ext>
            </a:extLst>
          </p:cNvPr>
          <p:cNvPicPr>
            <a:picLocks noChangeAspect="1"/>
          </p:cNvPicPr>
          <p:nvPr/>
        </p:nvPicPr>
        <p:blipFill>
          <a:blip r:embed="R691785a1219342f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4847" y="688770"/>
            <a:ext cx="1536700" cy="150699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33035CF-5007-7E85-749A-CCD526272BF2}"/>
              </a:ext>
            </a:extLst>
          </p:cNvPr>
          <p:cNvPicPr>
            <a:picLocks noChangeAspect="1"/>
          </p:cNvPicPr>
          <p:nvPr/>
        </p:nvPicPr>
        <p:blipFill>
          <a:blip r:embed="Refd11de2e90b4bf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38" y="4251116"/>
            <a:ext cx="895351" cy="89535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2CF7A5E-9EE9-4051-3FD6-86E8124EEE80}"/>
              </a:ext>
            </a:extLst>
          </p:cNvPr>
          <p:cNvPicPr>
            <a:picLocks noChangeAspect="1"/>
          </p:cNvPicPr>
          <p:nvPr/>
        </p:nvPicPr>
        <p:blipFill>
          <a:blip r:embed="Rec7b761acdac4a3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3813" y="2"/>
            <a:ext cx="1536699" cy="69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00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A08E-F3AE-84F3-99A9-99AD38915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4CD00F7-5D18-03B4-5294-2E8764C717D7}"/>
              </a:ext>
            </a:extLst>
          </p:cNvPr>
          <p:cNvSpPr/>
          <p:nvPr/>
        </p:nvSpPr>
        <p:spPr>
          <a:xfrm>
            <a:off x="685800" y="668215"/>
            <a:ext cx="10820400" cy="5521570"/>
          </a:xfrm>
          <a:prstGeom prst="roundRect">
            <a:avLst>
              <a:gd name="adj" fmla="val 1043"/>
            </a:avLst>
          </a:prstGeom>
          <a:solidFill>
            <a:srgbClr val="B71705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71705"/>
              </a:solidFill>
              <a:latin typeface="Arial"/>
              <a:ea typeface="微软雅黑"/>
              <a:sym typeface="Arial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720BF7E-E2D9-D43A-610C-1EE4BF2B4A16}"/>
              </a:ext>
            </a:extLst>
          </p:cNvPr>
          <p:cNvPicPr>
            <a:picLocks noChangeAspect="1"/>
          </p:cNvPicPr>
          <p:nvPr/>
        </p:nvPicPr>
        <p:blipFill>
          <a:blip r:embed="R635468bbf14a4a9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6466"/>
          <a:stretch>
            <a:fillRect/>
          </a:stretch>
        </p:blipFill>
        <p:spPr>
          <a:xfrm rot="16200000">
            <a:off x="-1456501" y="1547717"/>
            <a:ext cx="6858000" cy="376256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9139A3D-7D4D-6193-AB9D-82FD627E8F09}"/>
              </a:ext>
            </a:extLst>
          </p:cNvPr>
          <p:cNvPicPr>
            <a:picLocks noChangeAspect="1"/>
          </p:cNvPicPr>
          <p:nvPr/>
        </p:nvPicPr>
        <p:blipFill>
          <a:blip r:embed="R6b75f0d1f4394bc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57006"/>
            <a:ext cx="5027944" cy="517241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0E52251-11A8-B076-C9F4-C8FBF7ACAEAA}"/>
              </a:ext>
            </a:extLst>
          </p:cNvPr>
          <p:cNvSpPr txBox="1"/>
          <p:nvPr/>
        </p:nvSpPr>
        <p:spPr>
          <a:xfrm>
            <a:off x="5242756" y="1812037"/>
            <a:ext cx="5416868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5400" spc="-300">
                <a:blipFill dpi="0" rotWithShape="1">
                  <a:blip r:embed="R9f3de06776744d25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优秀团队</a:t>
            </a:r>
            <a:r>
              <a:rPr lang="en-US" altLang="zh-CN" sz="5400" spc="-300">
                <a:blipFill dpi="0" rotWithShape="1">
                  <a:blip r:embed="R9f3de06776744d25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—</a:t>
            </a:r>
            <a:r>
              <a:rPr lang="zh-CN" altLang="en-US" sz="5400" spc="-300">
                <a:blipFill dpi="0" rotWithShape="1">
                  <a:blip r:embed="R9f3de06776744d25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市场部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FCB5157-E15F-223D-9BF1-6E59D85C9EB0}"/>
              </a:ext>
            </a:extLst>
          </p:cNvPr>
          <p:cNvSpPr txBox="1"/>
          <p:nvPr/>
        </p:nvSpPr>
        <p:spPr>
          <a:xfrm>
            <a:off x="5353907" y="2805414"/>
            <a:ext cx="5384501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blipFill>
                  <a:blip r:embed="R9f3de06776744d25"/>
                  <a:tile tx="0" ty="0" sx="100000" sy="100000" flip="none" algn="tl"/>
                </a:blipFill>
                <a:latin typeface="Arial"/>
                <a:ea typeface="微软雅黑"/>
                <a:sym typeface="Arial"/>
              </a:rPr>
              <a:t>一个有为的团队，一支善战的队伍，一颗进取的心，使他们之所以优秀的基因。他们的每一次前进总是焕发青春的奇迹，他们的每一次出场都是彰显无穷的力量。他们以淳朴的风格和坚毅的脚步，走出自己的节奏与特色当心的挑战到来的时候，他们选取振翅飞翔。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F345F310-F7DE-C979-4A13-4A5352F5F373}"/>
              </a:ext>
            </a:extLst>
          </p:cNvPr>
          <p:cNvPicPr>
            <a:picLocks noChangeAspect="1"/>
          </p:cNvPicPr>
          <p:nvPr/>
        </p:nvPicPr>
        <p:blipFill>
          <a:blip r:embed="Rbc88cffe041341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327119" y="359006"/>
            <a:ext cx="1536700" cy="150699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039AD26F-9748-B775-D115-7524AD423431}"/>
              </a:ext>
            </a:extLst>
          </p:cNvPr>
          <p:cNvPicPr>
            <a:picLocks noChangeAspect="1"/>
          </p:cNvPicPr>
          <p:nvPr/>
        </p:nvPicPr>
        <p:blipFill>
          <a:blip r:embed="Rbc88cffe041341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6357" y="305047"/>
            <a:ext cx="1536700" cy="150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3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46C24-B9C9-DB55-93BB-345FB7B28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0D6977CA-8EF1-E9DD-E642-D0DAB0582104}"/>
              </a:ext>
            </a:extLst>
          </p:cNvPr>
          <p:cNvGrpSpPr/>
          <p:nvPr/>
        </p:nvGrpSpPr>
        <p:grpSpPr>
          <a:xfrm>
            <a:off x="1" y="-1"/>
            <a:ext cx="4163209" cy="1459145"/>
            <a:chOff x="0" y="-1"/>
            <a:chExt cx="4163209" cy="145914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8441170-7AB9-CB6D-F9DE-CCE875869C37}"/>
                </a:ext>
              </a:extLst>
            </p:cNvPr>
            <p:cNvPicPr>
              <a:picLocks noChangeAspect="1"/>
            </p:cNvPicPr>
            <p:nvPr/>
          </p:nvPicPr>
          <p:blipFill>
            <a:blip r:embed="R4f107bce19d346b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7197"/>
            <a:stretch>
              <a:fillRect/>
            </a:stretch>
          </p:blipFill>
          <p:spPr>
            <a:xfrm>
              <a:off x="0" y="-1"/>
              <a:ext cx="4163209" cy="145914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9871ACB-A25B-1269-F4B8-EEB9EE5FA862}"/>
                </a:ext>
              </a:extLst>
            </p:cNvPr>
            <p:cNvSpPr txBox="1"/>
            <p:nvPr/>
          </p:nvSpPr>
          <p:spPr>
            <a:xfrm>
              <a:off x="592543" y="403809"/>
              <a:ext cx="28007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4800" spc="300">
                  <a:blipFill dpi="0" rotWithShape="1">
                    <a:blip r:embed="Rfde4222e08304948"/>
                    <a:tile tx="0" ty="0" sx="100000" sy="100000" flip="none" algn="tl"/>
                  </a:blip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+mn-ea"/>
                  <a:sym typeface="Arial"/>
                </a:rPr>
                <a:t>优秀个人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D61AD47-8994-7270-1668-20E2622727CC}"/>
              </a:ext>
            </a:extLst>
          </p:cNvPr>
          <p:cNvSpPr txBox="1"/>
          <p:nvPr/>
        </p:nvSpPr>
        <p:spPr>
          <a:xfrm>
            <a:off x="4952097" y="1074425"/>
            <a:ext cx="2287806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400" spc="-300">
                <a:blipFill dpi="0" rotWithShape="1">
                  <a:blip r:embed="Rfde4222e08304948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优秀个人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03781D3-EC8C-480A-DB1B-57A051B4AC97}"/>
              </a:ext>
            </a:extLst>
          </p:cNvPr>
          <p:cNvGrpSpPr/>
          <p:nvPr/>
        </p:nvGrpSpPr>
        <p:grpSpPr>
          <a:xfrm>
            <a:off x="1381353" y="1903022"/>
            <a:ext cx="3188804" cy="3447412"/>
            <a:chOff x="1640845" y="1862954"/>
            <a:chExt cx="3188804" cy="3447412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3768238A-5A03-1BFD-6AE8-F2FD3C470FEC}"/>
                </a:ext>
              </a:extLst>
            </p:cNvPr>
            <p:cNvSpPr/>
            <p:nvPr/>
          </p:nvSpPr>
          <p:spPr>
            <a:xfrm>
              <a:off x="2228206" y="4930346"/>
              <a:ext cx="1964724" cy="380020"/>
            </a:xfrm>
            <a:prstGeom prst="roundRect">
              <a:avLst>
                <a:gd name="adj" fmla="val 50000"/>
              </a:avLst>
            </a:prstGeom>
            <a:blipFill>
              <a:blip r:embed="R3cf458dccab7466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rgbClr val="BA1405"/>
                  </a:solidFill>
                  <a:latin typeface="Arial"/>
                  <a:ea typeface="微软雅黑"/>
                  <a:sym typeface="Arial"/>
                </a:rPr>
                <a:t>市场部：</a:t>
              </a:r>
              <a:r>
                <a:rPr lang="en-US" altLang="zh-CN">
                  <a:solidFill>
                    <a:srgbClr val="BA1405"/>
                  </a:solidFill>
                  <a:latin typeface="Arial"/>
                  <a:ea typeface="微软雅黑"/>
                  <a:sym typeface="Arial"/>
                </a:rPr>
                <a:t>XXX</a:t>
              </a:r>
              <a:endParaRPr lang="zh-CN" altLang="en-US">
                <a:solidFill>
                  <a:srgbClr val="BA1405"/>
                </a:solidFill>
                <a:latin typeface="Arial"/>
                <a:ea typeface="微软雅黑"/>
                <a:sym typeface="Arial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F44EE40-A924-64F4-96D9-1A2A512F4A07}"/>
                </a:ext>
              </a:extLst>
            </p:cNvPr>
            <p:cNvPicPr>
              <a:picLocks noChangeAspect="1"/>
            </p:cNvPicPr>
            <p:nvPr/>
          </p:nvPicPr>
          <p:blipFill>
            <a:blip r:embed="R4051d1fbd8f3438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91135" y="2466616"/>
              <a:ext cx="2112973" cy="2096991"/>
            </a:xfrm>
            <a:prstGeom prst="ellipse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6AB2762-31E5-988A-00ED-697429A1692B}"/>
                </a:ext>
              </a:extLst>
            </p:cNvPr>
            <p:cNvPicPr>
              <a:picLocks noChangeAspect="1"/>
            </p:cNvPicPr>
            <p:nvPr/>
          </p:nvPicPr>
          <p:blipFill>
            <a:blip r:embed="R23caeaf0bedb47af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40845" y="1862954"/>
              <a:ext cx="3188804" cy="3183006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4046504-FD84-9F75-6614-97BFA81C3488}"/>
              </a:ext>
            </a:extLst>
          </p:cNvPr>
          <p:cNvGrpSpPr/>
          <p:nvPr/>
        </p:nvGrpSpPr>
        <p:grpSpPr>
          <a:xfrm>
            <a:off x="4508407" y="1903022"/>
            <a:ext cx="3188804" cy="3447412"/>
            <a:chOff x="1636404" y="1862954"/>
            <a:chExt cx="3188804" cy="3447412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341C5DB-C0EC-CA67-2D28-6C8D42F8A289}"/>
                </a:ext>
              </a:extLst>
            </p:cNvPr>
            <p:cNvSpPr/>
            <p:nvPr/>
          </p:nvSpPr>
          <p:spPr>
            <a:xfrm>
              <a:off x="2228206" y="4930346"/>
              <a:ext cx="1964724" cy="380020"/>
            </a:xfrm>
            <a:prstGeom prst="roundRect">
              <a:avLst>
                <a:gd name="adj" fmla="val 50000"/>
              </a:avLst>
            </a:prstGeom>
            <a:blipFill>
              <a:blip r:embed="R3cf458dccab7466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rgbClr val="BA1405"/>
                  </a:solidFill>
                  <a:latin typeface="Arial"/>
                  <a:ea typeface="微软雅黑"/>
                  <a:sym typeface="Arial"/>
                </a:rPr>
                <a:t>市场部：</a:t>
              </a:r>
              <a:r>
                <a:rPr lang="en-US" altLang="zh-CN">
                  <a:solidFill>
                    <a:srgbClr val="BA1405"/>
                  </a:solidFill>
                  <a:latin typeface="Arial"/>
                  <a:ea typeface="微软雅黑"/>
                  <a:sym typeface="Arial"/>
                </a:rPr>
                <a:t>XXX</a:t>
              </a:r>
              <a:endParaRPr lang="zh-CN" altLang="en-US">
                <a:solidFill>
                  <a:srgbClr val="BA1405"/>
                </a:solidFill>
                <a:latin typeface="Arial"/>
                <a:ea typeface="微软雅黑"/>
                <a:sym typeface="Arial"/>
              </a:endParaRP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CE5CB70-0364-4477-F196-1D200EE31551}"/>
                </a:ext>
              </a:extLst>
            </p:cNvPr>
            <p:cNvPicPr>
              <a:picLocks noChangeAspect="1"/>
            </p:cNvPicPr>
            <p:nvPr/>
          </p:nvPicPr>
          <p:blipFill>
            <a:blip r:embed="R6168e7b71ba048b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"/>
            <a:stretch>
              <a:fillRect/>
            </a:stretch>
          </p:blipFill>
          <p:spPr>
            <a:xfrm>
              <a:off x="2191135" y="2466616"/>
              <a:ext cx="2112973" cy="2096991"/>
            </a:xfrm>
            <a:prstGeom prst="ellipse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8846DCE1-538D-4534-32C1-65F75F6C1C96}"/>
                </a:ext>
              </a:extLst>
            </p:cNvPr>
            <p:cNvPicPr>
              <a:picLocks noChangeAspect="1"/>
            </p:cNvPicPr>
            <p:nvPr/>
          </p:nvPicPr>
          <p:blipFill>
            <a:blip r:embed="R23caeaf0bedb47af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36404" y="1862954"/>
              <a:ext cx="3188804" cy="3183006"/>
            </a:xfrm>
            <a:prstGeom prst="rect">
              <a:avLst/>
            </a:prstGeom>
          </p:spPr>
        </p:pic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283A115-6224-3E10-0CC9-56AF99784A69}"/>
              </a:ext>
            </a:extLst>
          </p:cNvPr>
          <p:cNvGrpSpPr/>
          <p:nvPr/>
        </p:nvGrpSpPr>
        <p:grpSpPr>
          <a:xfrm>
            <a:off x="7619663" y="1903022"/>
            <a:ext cx="3188804" cy="3447412"/>
            <a:chOff x="1616166" y="1862954"/>
            <a:chExt cx="3188804" cy="3447412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3CD11416-9222-8F90-0E4F-EFAEDDA5F53F}"/>
                </a:ext>
              </a:extLst>
            </p:cNvPr>
            <p:cNvSpPr/>
            <p:nvPr/>
          </p:nvSpPr>
          <p:spPr>
            <a:xfrm>
              <a:off x="2228206" y="4930346"/>
              <a:ext cx="1964724" cy="380020"/>
            </a:xfrm>
            <a:prstGeom prst="roundRect">
              <a:avLst>
                <a:gd name="adj" fmla="val 50000"/>
              </a:avLst>
            </a:prstGeom>
            <a:blipFill>
              <a:blip r:embed="R3cf458dccab7466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rgbClr val="BA1405"/>
                  </a:solidFill>
                  <a:latin typeface="Arial"/>
                  <a:ea typeface="微软雅黑"/>
                  <a:sym typeface="Arial"/>
                </a:rPr>
                <a:t>市场部：</a:t>
              </a:r>
              <a:r>
                <a:rPr lang="en-US" altLang="zh-CN">
                  <a:solidFill>
                    <a:srgbClr val="BA1405"/>
                  </a:solidFill>
                  <a:latin typeface="Arial"/>
                  <a:ea typeface="微软雅黑"/>
                  <a:sym typeface="Arial"/>
                </a:rPr>
                <a:t>XXX</a:t>
              </a:r>
              <a:endParaRPr lang="zh-CN" altLang="en-US">
                <a:solidFill>
                  <a:srgbClr val="BA1405"/>
                </a:solidFill>
                <a:latin typeface="Arial"/>
                <a:ea typeface="微软雅黑"/>
                <a:sym typeface="Arial"/>
              </a:endParaRP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B98C061E-0EB6-79D9-3165-4F47229DAC57}"/>
                </a:ext>
              </a:extLst>
            </p:cNvPr>
            <p:cNvPicPr>
              <a:picLocks noChangeAspect="1"/>
            </p:cNvPicPr>
            <p:nvPr/>
          </p:nvPicPr>
          <p:blipFill>
            <a:blip r:embed="R5ca36452b1334d3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91135" y="2466616"/>
              <a:ext cx="2112973" cy="2096991"/>
            </a:xfrm>
            <a:prstGeom prst="ellipse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9FE1DFEB-7887-312C-44AC-006B3D030A09}"/>
                </a:ext>
              </a:extLst>
            </p:cNvPr>
            <p:cNvPicPr>
              <a:picLocks noChangeAspect="1"/>
            </p:cNvPicPr>
            <p:nvPr/>
          </p:nvPicPr>
          <p:blipFill>
            <a:blip r:embed="R23caeaf0bedb47af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16166" y="1862954"/>
              <a:ext cx="3188804" cy="3183006"/>
            </a:xfrm>
            <a:prstGeom prst="rect">
              <a:avLst/>
            </a:prstGeom>
          </p:spPr>
        </p:pic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090BA694-347F-C3E3-BE43-6ACEB09FDE5C}"/>
              </a:ext>
            </a:extLst>
          </p:cNvPr>
          <p:cNvPicPr>
            <a:picLocks noChangeAspect="1"/>
          </p:cNvPicPr>
          <p:nvPr/>
        </p:nvPicPr>
        <p:blipFill>
          <a:blip r:embed="R947921c43c6e493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548674" y="464723"/>
            <a:ext cx="1536700" cy="150699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42D079F-9D5E-A167-DE38-E378595FA9E1}"/>
              </a:ext>
            </a:extLst>
          </p:cNvPr>
          <p:cNvPicPr>
            <a:picLocks noChangeAspect="1"/>
          </p:cNvPicPr>
          <p:nvPr/>
        </p:nvPicPr>
        <p:blipFill>
          <a:blip r:embed="R947921c43c6e493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3622" y="464723"/>
            <a:ext cx="1536700" cy="150699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AFB93832-AC03-7878-A069-91DB0339CD4D}"/>
              </a:ext>
            </a:extLst>
          </p:cNvPr>
          <p:cNvPicPr>
            <a:picLocks noChangeAspect="1"/>
          </p:cNvPicPr>
          <p:nvPr/>
        </p:nvPicPr>
        <p:blipFill>
          <a:blip r:embed="R405f9daae93b41c8">
            <a:extLst>
              <a:ext uri="{BEBA8EAE-BF5A-486C-A8C5-ECC9F3942E4B}">
                <a14:imgProps xmlns:a14="http://schemas.microsoft.com/office/drawing/2010/main">
                  <a14:imgLayer r:embed="Ra4b34f228d69463f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236106" y="3946360"/>
            <a:ext cx="1955895" cy="291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29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EF4D7-4A60-43AC-AC52-254B0344F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3C51A931-ABFE-0B45-DED1-23752CB3BAA3}"/>
              </a:ext>
            </a:extLst>
          </p:cNvPr>
          <p:cNvPicPr>
            <a:picLocks noChangeAspect="1"/>
          </p:cNvPicPr>
          <p:nvPr/>
        </p:nvPicPr>
        <p:blipFill>
          <a:blip r:embed="Raab13b451e7141f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45F90C8-73EC-4536-DEDC-5D6AE425CC11}"/>
              </a:ext>
            </a:extLst>
          </p:cNvPr>
          <p:cNvPicPr>
            <a:picLocks noChangeAspect="1"/>
          </p:cNvPicPr>
          <p:nvPr/>
        </p:nvPicPr>
        <p:blipFill>
          <a:blip r:embed="Recf6bbfae486463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471"/>
            <a:ext cx="12192000" cy="3062820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B185DD0A-7A15-D67C-5CC1-38A48087029A}"/>
              </a:ext>
            </a:extLst>
          </p:cNvPr>
          <p:cNvSpPr/>
          <p:nvPr/>
        </p:nvSpPr>
        <p:spPr>
          <a:xfrm>
            <a:off x="2716531" y="242001"/>
            <a:ext cx="6758939" cy="6758938"/>
          </a:xfrm>
          <a:prstGeom prst="ellipse">
            <a:avLst/>
          </a:prstGeom>
          <a:gradFill>
            <a:gsLst>
              <a:gs pos="0">
                <a:srgbClr val="FC1B16"/>
              </a:gs>
              <a:gs pos="58000">
                <a:srgbClr val="B71705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22548B8-9B29-4688-C755-62253FF03B1D}"/>
              </a:ext>
            </a:extLst>
          </p:cNvPr>
          <p:cNvSpPr txBox="1"/>
          <p:nvPr/>
        </p:nvSpPr>
        <p:spPr>
          <a:xfrm>
            <a:off x="2943225" y="168366"/>
            <a:ext cx="6305552" cy="40734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9900">
                <a:ln w="34925">
                  <a:gradFill>
                    <a:gsLst>
                      <a:gs pos="0">
                        <a:srgbClr val="F6DF9F"/>
                      </a:gs>
                      <a:gs pos="71000">
                        <a:srgbClr val="F6DF9F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Arial"/>
                <a:ea typeface="微软雅黑"/>
                <a:cs typeface="+mn-ea"/>
                <a:sym typeface="Arial"/>
              </a:rPr>
              <a:t>04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7E78E8-279D-352B-5576-EF61BDBE9763}"/>
              </a:ext>
            </a:extLst>
          </p:cNvPr>
          <p:cNvSpPr txBox="1"/>
          <p:nvPr/>
        </p:nvSpPr>
        <p:spPr>
          <a:xfrm>
            <a:off x="2977204" y="2174660"/>
            <a:ext cx="6237605" cy="186204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11500" spc="300">
                <a:blipFill dpi="0" rotWithShape="1">
                  <a:blip r:embed="R4d56b4f9517b431f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+mn-ea"/>
              </a:defRPr>
            </a:lvl1pPr>
          </a:lstStyle>
          <a:p>
            <a:r>
              <a:rPr lang="zh-CN" altLang="en-US">
                <a:sym typeface="Arial"/>
              </a:rPr>
              <a:t>晚会表演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BB34A4-9D37-E45D-2B6B-DA6D98D9994F}"/>
              </a:ext>
            </a:extLst>
          </p:cNvPr>
          <p:cNvSpPr txBox="1"/>
          <p:nvPr/>
        </p:nvSpPr>
        <p:spPr>
          <a:xfrm>
            <a:off x="2716532" y="3935390"/>
            <a:ext cx="6758939" cy="3323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solidFill>
                  <a:srgbClr val="F6DF9F"/>
                </a:solidFill>
                <a:latin typeface="Arial"/>
                <a:ea typeface="微软雅黑"/>
                <a:cs typeface="+mn-ea"/>
                <a:sym typeface="Arial"/>
              </a:rPr>
              <a:t>Annual Summary Commendation and 2025 New Year's Meeting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B61A160-1E97-C41D-3011-88319E1FFF3A}"/>
              </a:ext>
            </a:extLst>
          </p:cNvPr>
          <p:cNvPicPr>
            <a:picLocks noChangeAspect="1"/>
          </p:cNvPicPr>
          <p:nvPr/>
        </p:nvPicPr>
        <p:blipFill>
          <a:blip r:embed="Rc287239c03854a6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823078" y="1243529"/>
            <a:ext cx="1536700" cy="150699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9C9B9B4-8EA1-7CD4-838C-1B56F9185B79}"/>
              </a:ext>
            </a:extLst>
          </p:cNvPr>
          <p:cNvPicPr>
            <a:picLocks noChangeAspect="1"/>
          </p:cNvPicPr>
          <p:nvPr/>
        </p:nvPicPr>
        <p:blipFill>
          <a:blip r:embed="Rc287239c03854a6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4847" y="688770"/>
            <a:ext cx="1536700" cy="150699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EEDC265-55CF-6BDA-42BC-59EDF8199ABA}"/>
              </a:ext>
            </a:extLst>
          </p:cNvPr>
          <p:cNvPicPr>
            <a:picLocks noChangeAspect="1"/>
          </p:cNvPicPr>
          <p:nvPr/>
        </p:nvPicPr>
        <p:blipFill>
          <a:blip r:embed="R7ba6e404eaf7479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38" y="4251116"/>
            <a:ext cx="895351" cy="89535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5B37F3E-1DFA-A095-B18E-F466CC402982}"/>
              </a:ext>
            </a:extLst>
          </p:cNvPr>
          <p:cNvPicPr>
            <a:picLocks noChangeAspect="1"/>
          </p:cNvPicPr>
          <p:nvPr/>
        </p:nvPicPr>
        <p:blipFill>
          <a:blip r:embed="Reed79859f7324a9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3813" y="2"/>
            <a:ext cx="1536699" cy="69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2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3C64C-E352-A210-5E27-21458831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4D235EF-4739-E77D-A80E-C4BA5E816BE3}"/>
              </a:ext>
            </a:extLst>
          </p:cNvPr>
          <p:cNvPicPr>
            <a:picLocks noChangeAspect="1"/>
          </p:cNvPicPr>
          <p:nvPr/>
        </p:nvPicPr>
        <p:blipFill>
          <a:blip r:embed="R355c60804ec84b3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234FE67B-3131-FB69-6446-AE07CF704D53}"/>
              </a:ext>
            </a:extLst>
          </p:cNvPr>
          <p:cNvGrpSpPr/>
          <p:nvPr/>
        </p:nvGrpSpPr>
        <p:grpSpPr>
          <a:xfrm>
            <a:off x="1" y="-1"/>
            <a:ext cx="4163209" cy="1459145"/>
            <a:chOff x="0" y="-1"/>
            <a:chExt cx="4163209" cy="145914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CB552F1-8A29-2E47-88B7-260EDB5D0FEF}"/>
                </a:ext>
              </a:extLst>
            </p:cNvPr>
            <p:cNvPicPr>
              <a:picLocks noChangeAspect="1"/>
            </p:cNvPicPr>
            <p:nvPr/>
          </p:nvPicPr>
          <p:blipFill>
            <a:blip r:embed="Rc4d9a3de5c634fc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7197"/>
            <a:stretch>
              <a:fillRect/>
            </a:stretch>
          </p:blipFill>
          <p:spPr>
            <a:xfrm>
              <a:off x="0" y="-1"/>
              <a:ext cx="4163209" cy="145914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26C16FB-107C-7F3D-0965-3C650E93E033}"/>
                </a:ext>
              </a:extLst>
            </p:cNvPr>
            <p:cNvSpPr txBox="1"/>
            <p:nvPr/>
          </p:nvSpPr>
          <p:spPr>
            <a:xfrm>
              <a:off x="592543" y="403809"/>
              <a:ext cx="28007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4800" spc="300">
                  <a:blipFill dpi="0" rotWithShape="1">
                    <a:blip r:embed="Re6217a5a4dcf4420"/>
                    <a:tile tx="0" ty="0" sx="100000" sy="100000" flip="none" algn="tl"/>
                  </a:blip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+mn-ea"/>
                  <a:sym typeface="Arial"/>
                </a:rPr>
                <a:t>晚会表演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2EFE52D8-B452-3317-638A-D3256F74F976}"/>
              </a:ext>
            </a:extLst>
          </p:cNvPr>
          <p:cNvPicPr>
            <a:picLocks noChangeAspect="1"/>
          </p:cNvPicPr>
          <p:nvPr/>
        </p:nvPicPr>
        <p:blipFill>
          <a:blip r:embed="Rd4d413168eaa499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5493" y="1963707"/>
            <a:ext cx="3410001" cy="48230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2D2DE6F-CCF4-AB17-0BA0-64ED548245BD}"/>
              </a:ext>
            </a:extLst>
          </p:cNvPr>
          <p:cNvPicPr>
            <a:picLocks noChangeAspect="1"/>
          </p:cNvPicPr>
          <p:nvPr/>
        </p:nvPicPr>
        <p:blipFill>
          <a:blip r:embed="Rd4d413168eaa499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39801" y="1963707"/>
            <a:ext cx="3410001" cy="482302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44C0117-C5AF-498E-B0DB-486F1BB8DBFE}"/>
              </a:ext>
            </a:extLst>
          </p:cNvPr>
          <p:cNvPicPr>
            <a:picLocks noChangeAspect="1"/>
          </p:cNvPicPr>
          <p:nvPr/>
        </p:nvPicPr>
        <p:blipFill>
          <a:blip r:embed="R65a271b824184267">
            <a:extLst>
              <a:ext uri="{BEBA8EAE-BF5A-486C-A8C5-ECC9F3942E4B}">
                <a14:imgProps xmlns:a14="http://schemas.microsoft.com/office/drawing/2010/main">
                  <a14:imgLayer r:embed="Re07e82e5b8b84d2f">
                    <a14:imgEffect>
                      <a14:colorTemperature colorTemp="112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764264">
            <a:off x="5028386" y="863454"/>
            <a:ext cx="2104757" cy="2127887"/>
          </a:xfrm>
          <a:custGeom>
            <a:avLst/>
            <a:gdLst>
              <a:gd name="connsiteX0" fmla="*/ 1693323 w 2104757"/>
              <a:gd name="connsiteY0" fmla="*/ 2127886 h 2127886"/>
              <a:gd name="connsiteX1" fmla="*/ 2104757 w 2104757"/>
              <a:gd name="connsiteY1" fmla="*/ 1329458 h 2127886"/>
              <a:gd name="connsiteX2" fmla="*/ 2104757 w 2104757"/>
              <a:gd name="connsiteY2" fmla="*/ 2127886 h 2127886"/>
              <a:gd name="connsiteX3" fmla="*/ 0 w 2104757"/>
              <a:gd name="connsiteY3" fmla="*/ 0 h 2127886"/>
              <a:gd name="connsiteX4" fmla="*/ 1370345 w 2104757"/>
              <a:gd name="connsiteY4" fmla="*/ 0 h 2127886"/>
              <a:gd name="connsiteX5" fmla="*/ 273835 w 2104757"/>
              <a:gd name="connsiteY5" fmla="*/ 2127886 h 2127886"/>
              <a:gd name="connsiteX6" fmla="*/ 0 w 2104757"/>
              <a:gd name="connsiteY6" fmla="*/ 2127886 h 212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04757" h="2127886">
                <a:moveTo>
                  <a:pt x="1693323" y="2127886"/>
                </a:moveTo>
                <a:lnTo>
                  <a:pt x="2104757" y="1329458"/>
                </a:lnTo>
                <a:lnTo>
                  <a:pt x="2104757" y="2127886"/>
                </a:lnTo>
                <a:close/>
                <a:moveTo>
                  <a:pt x="0" y="0"/>
                </a:moveTo>
                <a:lnTo>
                  <a:pt x="1370345" y="0"/>
                </a:lnTo>
                <a:lnTo>
                  <a:pt x="273835" y="2127886"/>
                </a:lnTo>
                <a:lnTo>
                  <a:pt x="0" y="2127886"/>
                </a:lnTo>
                <a:close/>
              </a:path>
            </a:pathLst>
          </a:cu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C264F63-9B75-4671-9B18-2A81AF08CAD4}"/>
              </a:ext>
            </a:extLst>
          </p:cNvPr>
          <p:cNvSpPr txBox="1"/>
          <p:nvPr/>
        </p:nvSpPr>
        <p:spPr>
          <a:xfrm>
            <a:off x="3487379" y="2415519"/>
            <a:ext cx="5262979" cy="15696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9600" b="1" spc="300">
                <a:blipFill dpi="0" rotWithShape="1">
                  <a:blip r:embed="Re6217a5a4dcf4420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沙漠骆驼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C08870-8976-4669-83F4-2BC5C3DAAD8B}"/>
              </a:ext>
            </a:extLst>
          </p:cNvPr>
          <p:cNvSpPr txBox="1"/>
          <p:nvPr/>
        </p:nvSpPr>
        <p:spPr>
          <a:xfrm>
            <a:off x="2716532" y="3899230"/>
            <a:ext cx="6758939" cy="5724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blipFill>
                  <a:blip r:embed="Re6217a5a4dcf4420"/>
                  <a:tile tx="0" ty="0" sx="100000" sy="100000" flip="none" algn="tl"/>
                </a:blipFill>
                <a:latin typeface="Arial"/>
                <a:ea typeface="微软雅黑"/>
                <a:cs typeface="+mn-ea"/>
                <a:sym typeface="Arial"/>
              </a:rPr>
              <a:t>Wishing everyone good health, family happiness, career success, and great achievements in the new year!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0EE827-20DC-4B57-B6B4-5416BEAB7BEC}"/>
              </a:ext>
            </a:extLst>
          </p:cNvPr>
          <p:cNvSpPr txBox="1"/>
          <p:nvPr/>
        </p:nvSpPr>
        <p:spPr>
          <a:xfrm>
            <a:off x="5026256" y="1748092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b="1" spc="300">
                <a:blipFill dpi="0" rotWithShape="1">
                  <a:blip r:embed="Re6217a5a4dcf4420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歌曲演唱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4E39941-172A-4590-9F8C-A3F2766F4D06}"/>
              </a:ext>
            </a:extLst>
          </p:cNvPr>
          <p:cNvSpPr txBox="1"/>
          <p:nvPr/>
        </p:nvSpPr>
        <p:spPr>
          <a:xfrm>
            <a:off x="5083967" y="475688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b="1" spc="300">
                <a:blipFill dpi="0" rotWithShape="1">
                  <a:blip r:embed="Re6217a5a4dcf4420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演唱者：原创人</a:t>
            </a:r>
          </a:p>
        </p:txBody>
      </p:sp>
    </p:spTree>
    <p:extLst>
      <p:ext uri="{BB962C8B-B14F-4D97-AF65-F5344CB8AC3E}">
        <p14:creationId xmlns:p14="http://schemas.microsoft.com/office/powerpoint/2010/main" val="172174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B1533-65CA-FFF3-092E-6E279D810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1EE50F05-4EDB-C44F-FBA4-0528D3044FB3}"/>
              </a:ext>
            </a:extLst>
          </p:cNvPr>
          <p:cNvPicPr>
            <a:picLocks noChangeAspect="1"/>
          </p:cNvPicPr>
          <p:nvPr/>
        </p:nvPicPr>
        <p:blipFill>
          <a:blip r:embed="R17e9592b8eb54a4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95D4372B-DECA-F355-ACF4-C38C5DFBA8D9}"/>
              </a:ext>
            </a:extLst>
          </p:cNvPr>
          <p:cNvGrpSpPr/>
          <p:nvPr/>
        </p:nvGrpSpPr>
        <p:grpSpPr>
          <a:xfrm>
            <a:off x="1" y="-1"/>
            <a:ext cx="4163209" cy="1459145"/>
            <a:chOff x="0" y="-1"/>
            <a:chExt cx="4163209" cy="145914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1939663-CF88-AC27-DB31-D390E1D9A2C3}"/>
                </a:ext>
              </a:extLst>
            </p:cNvPr>
            <p:cNvPicPr>
              <a:picLocks noChangeAspect="1"/>
            </p:cNvPicPr>
            <p:nvPr/>
          </p:nvPicPr>
          <p:blipFill>
            <a:blip r:embed="R224f43275fa2455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7197"/>
            <a:stretch>
              <a:fillRect/>
            </a:stretch>
          </p:blipFill>
          <p:spPr>
            <a:xfrm>
              <a:off x="0" y="-1"/>
              <a:ext cx="4163209" cy="145914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E7826D2-2478-76D7-AC63-9A74045BD194}"/>
                </a:ext>
              </a:extLst>
            </p:cNvPr>
            <p:cNvSpPr txBox="1"/>
            <p:nvPr/>
          </p:nvSpPr>
          <p:spPr>
            <a:xfrm>
              <a:off x="592543" y="403809"/>
              <a:ext cx="28007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4800" spc="300">
                  <a:blipFill dpi="0" rotWithShape="1">
                    <a:blip r:embed="R49e46f5973be4424"/>
                    <a:tile tx="0" ty="0" sx="100000" sy="100000" flip="none" algn="tl"/>
                  </a:blip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+mn-ea"/>
                  <a:sym typeface="Arial"/>
                </a:rPr>
                <a:t>晚会表演</a:t>
              </a: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2296576E-638A-5BA9-D1DF-CC34482E0FA9}"/>
              </a:ext>
            </a:extLst>
          </p:cNvPr>
          <p:cNvPicPr>
            <a:picLocks noChangeAspect="1"/>
          </p:cNvPicPr>
          <p:nvPr/>
        </p:nvPicPr>
        <p:blipFill>
          <a:blip r:embed="Rf19bcfe414c6437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5493" y="1963707"/>
            <a:ext cx="3410001" cy="482302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C5F1553-65CF-2BD6-1E39-66B0238EFF82}"/>
              </a:ext>
            </a:extLst>
          </p:cNvPr>
          <p:cNvPicPr>
            <a:picLocks noChangeAspect="1"/>
          </p:cNvPicPr>
          <p:nvPr/>
        </p:nvPicPr>
        <p:blipFill>
          <a:blip r:embed="Rf19bcfe414c6437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39801" y="1963707"/>
            <a:ext cx="3410001" cy="48230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125D7B2-AB8C-6F4F-45A1-4973BA6DB80A}"/>
              </a:ext>
            </a:extLst>
          </p:cNvPr>
          <p:cNvPicPr>
            <a:picLocks noChangeAspect="1"/>
          </p:cNvPicPr>
          <p:nvPr/>
        </p:nvPicPr>
        <p:blipFill>
          <a:blip r:embed="R24a68f21d2ad481b">
            <a:extLst>
              <a:ext uri="{BEBA8EAE-BF5A-486C-A8C5-ECC9F3942E4B}">
                <a14:imgProps xmlns:a14="http://schemas.microsoft.com/office/drawing/2010/main">
                  <a14:imgLayer r:embed="R8943455f88414feb">
                    <a14:imgEffect>
                      <a14:colorTemperature colorTemp="112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764264">
            <a:off x="5028386" y="863454"/>
            <a:ext cx="2104757" cy="2127887"/>
          </a:xfrm>
          <a:custGeom>
            <a:avLst/>
            <a:gdLst>
              <a:gd name="connsiteX0" fmla="*/ 1693323 w 2104757"/>
              <a:gd name="connsiteY0" fmla="*/ 2127886 h 2127886"/>
              <a:gd name="connsiteX1" fmla="*/ 2104757 w 2104757"/>
              <a:gd name="connsiteY1" fmla="*/ 1329458 h 2127886"/>
              <a:gd name="connsiteX2" fmla="*/ 2104757 w 2104757"/>
              <a:gd name="connsiteY2" fmla="*/ 2127886 h 2127886"/>
              <a:gd name="connsiteX3" fmla="*/ 0 w 2104757"/>
              <a:gd name="connsiteY3" fmla="*/ 0 h 2127886"/>
              <a:gd name="connsiteX4" fmla="*/ 1370345 w 2104757"/>
              <a:gd name="connsiteY4" fmla="*/ 0 h 2127886"/>
              <a:gd name="connsiteX5" fmla="*/ 273835 w 2104757"/>
              <a:gd name="connsiteY5" fmla="*/ 2127886 h 2127886"/>
              <a:gd name="connsiteX6" fmla="*/ 0 w 2104757"/>
              <a:gd name="connsiteY6" fmla="*/ 2127886 h 212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04757" h="2127886">
                <a:moveTo>
                  <a:pt x="1693323" y="2127886"/>
                </a:moveTo>
                <a:lnTo>
                  <a:pt x="2104757" y="1329458"/>
                </a:lnTo>
                <a:lnTo>
                  <a:pt x="2104757" y="2127886"/>
                </a:lnTo>
                <a:close/>
                <a:moveTo>
                  <a:pt x="0" y="0"/>
                </a:moveTo>
                <a:lnTo>
                  <a:pt x="1370345" y="0"/>
                </a:lnTo>
                <a:lnTo>
                  <a:pt x="273835" y="2127886"/>
                </a:lnTo>
                <a:lnTo>
                  <a:pt x="0" y="2127886"/>
                </a:lnTo>
                <a:close/>
              </a:path>
            </a:pathLst>
          </a:cu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6275BD7-2E67-40B4-CBCC-D983D59F90BD}"/>
              </a:ext>
            </a:extLst>
          </p:cNvPr>
          <p:cNvSpPr txBox="1"/>
          <p:nvPr/>
        </p:nvSpPr>
        <p:spPr>
          <a:xfrm>
            <a:off x="4186286" y="2415519"/>
            <a:ext cx="3865161" cy="15696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9600" b="1" spc="300">
                <a:blipFill dpi="0" rotWithShape="1">
                  <a:blip r:embed="R49e46f5973be4424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B-box</a:t>
            </a:r>
            <a:endParaRPr lang="zh-CN" altLang="en-US" sz="9600" b="1" spc="300">
              <a:blipFill dpi="0" rotWithShape="1">
                <a:blip r:embed="R49e46f5973be4424"/>
                <a:tile tx="0" ty="0" sx="100000" sy="100000" flip="none" algn="tl"/>
              </a:blip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微软雅黑"/>
              <a:cs typeface="+mn-ea"/>
              <a:sym typeface="Arial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F6DC6E-AC6D-6347-7D74-409F45A16CEF}"/>
              </a:ext>
            </a:extLst>
          </p:cNvPr>
          <p:cNvSpPr txBox="1"/>
          <p:nvPr/>
        </p:nvSpPr>
        <p:spPr>
          <a:xfrm>
            <a:off x="2716532" y="3899230"/>
            <a:ext cx="6758939" cy="5724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blipFill>
                  <a:blip r:embed="R49e46f5973be4424"/>
                  <a:tile tx="0" ty="0" sx="100000" sy="100000" flip="none" algn="tl"/>
                </a:blipFill>
                <a:latin typeface="Arial"/>
                <a:ea typeface="微软雅黑"/>
                <a:cs typeface="+mn-ea"/>
                <a:sym typeface="Arial"/>
              </a:rPr>
              <a:t>Wishing everyone good health, family happiness, career success, and great achievements in the new year!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6B9497-6C60-CA59-C842-ADF49AC8797C}"/>
              </a:ext>
            </a:extLst>
          </p:cNvPr>
          <p:cNvSpPr txBox="1"/>
          <p:nvPr/>
        </p:nvSpPr>
        <p:spPr>
          <a:xfrm>
            <a:off x="5026256" y="1748092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b="1" spc="300">
                <a:blipFill dpi="0" rotWithShape="1">
                  <a:blip r:embed="R49e46f5973be4424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歌曲演唱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FD940B1-FFE6-21DC-DAC6-FBC8475B38F7}"/>
              </a:ext>
            </a:extLst>
          </p:cNvPr>
          <p:cNvSpPr txBox="1"/>
          <p:nvPr/>
        </p:nvSpPr>
        <p:spPr>
          <a:xfrm>
            <a:off x="5083967" y="475688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b="1" spc="300">
                <a:blipFill dpi="0" rotWithShape="1">
                  <a:blip r:embed="R49e46f5973be4424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cs typeface="+mn-ea"/>
                <a:sym typeface="Arial"/>
              </a:rPr>
              <a:t>演唱者：原创人</a:t>
            </a:r>
          </a:p>
        </p:txBody>
      </p:sp>
    </p:spTree>
    <p:extLst>
      <p:ext uri="{BB962C8B-B14F-4D97-AF65-F5344CB8AC3E}">
        <p14:creationId xmlns:p14="http://schemas.microsoft.com/office/powerpoint/2010/main" val="128046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1918-DA00-0B22-089F-25AC890BD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811EC575-B563-9453-36FC-15CC7FEDDDFB}"/>
              </a:ext>
            </a:extLst>
          </p:cNvPr>
          <p:cNvPicPr>
            <a:picLocks noChangeAspect="1"/>
          </p:cNvPicPr>
          <p:nvPr/>
        </p:nvPicPr>
        <p:blipFill>
          <a:blip r:embed="R164edbe85c264a4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FF78639-5D28-2821-383B-2F073459F967}"/>
              </a:ext>
            </a:extLst>
          </p:cNvPr>
          <p:cNvPicPr>
            <a:picLocks noChangeAspect="1"/>
          </p:cNvPicPr>
          <p:nvPr/>
        </p:nvPicPr>
        <p:blipFill>
          <a:blip r:embed="R1c6faaac1d724e1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471"/>
            <a:ext cx="12192000" cy="3062820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5C17CB1E-4AFB-70BC-8F1D-7073E5C56682}"/>
              </a:ext>
            </a:extLst>
          </p:cNvPr>
          <p:cNvSpPr/>
          <p:nvPr/>
        </p:nvSpPr>
        <p:spPr>
          <a:xfrm>
            <a:off x="2716531" y="242001"/>
            <a:ext cx="6758939" cy="6758938"/>
          </a:xfrm>
          <a:prstGeom prst="ellipse">
            <a:avLst/>
          </a:prstGeom>
          <a:gradFill>
            <a:gsLst>
              <a:gs pos="0">
                <a:srgbClr val="FC1B16"/>
              </a:gs>
              <a:gs pos="58000">
                <a:srgbClr val="B71705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386AE4-1C40-3EBE-C4C2-89D1D72BFE15}"/>
              </a:ext>
            </a:extLst>
          </p:cNvPr>
          <p:cNvSpPr txBox="1"/>
          <p:nvPr/>
        </p:nvSpPr>
        <p:spPr>
          <a:xfrm>
            <a:off x="2943225" y="168366"/>
            <a:ext cx="6305552" cy="40734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9900">
                <a:ln w="34925">
                  <a:gradFill>
                    <a:gsLst>
                      <a:gs pos="0">
                        <a:srgbClr val="F6DF9F"/>
                      </a:gs>
                      <a:gs pos="71000">
                        <a:srgbClr val="F6DF9F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Arial"/>
                <a:ea typeface="微软雅黑"/>
                <a:cs typeface="+mn-ea"/>
                <a:sym typeface="Arial"/>
              </a:rPr>
              <a:t>05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F836F8-D0EB-E6E5-0753-9819A3C30CC9}"/>
              </a:ext>
            </a:extLst>
          </p:cNvPr>
          <p:cNvSpPr txBox="1"/>
          <p:nvPr/>
        </p:nvSpPr>
        <p:spPr>
          <a:xfrm>
            <a:off x="2977204" y="2174660"/>
            <a:ext cx="6237605" cy="186204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11500" spc="300">
                <a:blipFill dpi="0" rotWithShape="1">
                  <a:blip r:embed="R14b841abf8db45b1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cs typeface="+mn-ea"/>
              </a:defRPr>
            </a:lvl1pPr>
          </a:lstStyle>
          <a:p>
            <a:r>
              <a:rPr lang="zh-CN" altLang="en-US">
                <a:sym typeface="Arial"/>
              </a:rPr>
              <a:t>幸运抽奖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A2FE05-94FF-4C1B-0309-AD4E2F26DB59}"/>
              </a:ext>
            </a:extLst>
          </p:cNvPr>
          <p:cNvSpPr txBox="1"/>
          <p:nvPr/>
        </p:nvSpPr>
        <p:spPr>
          <a:xfrm>
            <a:off x="2716532" y="3935390"/>
            <a:ext cx="6758939" cy="3323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solidFill>
                  <a:srgbClr val="F6DF9F"/>
                </a:solidFill>
                <a:latin typeface="Arial"/>
                <a:ea typeface="微软雅黑"/>
                <a:cs typeface="+mn-ea"/>
                <a:sym typeface="Arial"/>
              </a:rPr>
              <a:t>Annual Summary Commendation and 2025 New Year's Meeting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67A707A-6354-8C52-FEB8-33FD61C79DCA}"/>
              </a:ext>
            </a:extLst>
          </p:cNvPr>
          <p:cNvPicPr>
            <a:picLocks noChangeAspect="1"/>
          </p:cNvPicPr>
          <p:nvPr/>
        </p:nvPicPr>
        <p:blipFill>
          <a:blip r:embed="Rf38d26825110424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823078" y="1243529"/>
            <a:ext cx="1536700" cy="150699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1F71012-61D4-4D98-8133-D3FD41E20950}"/>
              </a:ext>
            </a:extLst>
          </p:cNvPr>
          <p:cNvPicPr>
            <a:picLocks noChangeAspect="1"/>
          </p:cNvPicPr>
          <p:nvPr/>
        </p:nvPicPr>
        <p:blipFill>
          <a:blip r:embed="Rf38d26825110424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4847" y="688770"/>
            <a:ext cx="1536700" cy="150699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4DB64FD-10E9-DF0C-6326-A4DBF97710A8}"/>
              </a:ext>
            </a:extLst>
          </p:cNvPr>
          <p:cNvPicPr>
            <a:picLocks noChangeAspect="1"/>
          </p:cNvPicPr>
          <p:nvPr/>
        </p:nvPicPr>
        <p:blipFill>
          <a:blip r:embed="R5e26b2350ef94c9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38" y="4251116"/>
            <a:ext cx="895351" cy="89535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3A64771-541C-31A2-A467-A72BDF8DE5A9}"/>
              </a:ext>
            </a:extLst>
          </p:cNvPr>
          <p:cNvPicPr>
            <a:picLocks noChangeAspect="1"/>
          </p:cNvPicPr>
          <p:nvPr/>
        </p:nvPicPr>
        <p:blipFill>
          <a:blip r:embed="R8925390099ef4db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3813" y="2"/>
            <a:ext cx="1536699" cy="69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0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511FC-8B67-1006-3896-4857B458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8CC0B99-108E-A655-2094-AB297CE5F4EC}"/>
              </a:ext>
            </a:extLst>
          </p:cNvPr>
          <p:cNvPicPr>
            <a:picLocks noChangeAspect="1"/>
          </p:cNvPicPr>
          <p:nvPr/>
        </p:nvPicPr>
        <p:blipFill>
          <a:blip r:embed="Rc5f09023463440a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6466"/>
          <a:stretch>
            <a:fillRect/>
          </a:stretch>
        </p:blipFill>
        <p:spPr>
          <a:xfrm>
            <a:off x="3951973" y="61075"/>
            <a:ext cx="8240027" cy="452080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ECFCF8B-5499-6DA0-5D7F-36D03887E061}"/>
              </a:ext>
            </a:extLst>
          </p:cNvPr>
          <p:cNvPicPr>
            <a:picLocks noChangeAspect="1"/>
          </p:cNvPicPr>
          <p:nvPr/>
        </p:nvPicPr>
        <p:blipFill>
          <a:blip r:embed="Rc5f09023463440a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6466"/>
          <a:stretch>
            <a:fillRect/>
          </a:stretch>
        </p:blipFill>
        <p:spPr>
          <a:xfrm flipH="1" flipV="1">
            <a:off x="0" y="2632879"/>
            <a:ext cx="8240027" cy="4520803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EF4CB01A-A9C3-4F38-8262-86C8000ACE1D}"/>
              </a:ext>
            </a:extLst>
          </p:cNvPr>
          <p:cNvGrpSpPr/>
          <p:nvPr/>
        </p:nvGrpSpPr>
        <p:grpSpPr>
          <a:xfrm>
            <a:off x="1" y="-1"/>
            <a:ext cx="4163209" cy="1459145"/>
            <a:chOff x="0" y="-1"/>
            <a:chExt cx="4163209" cy="145914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A774F18B-F3F4-A2C4-9780-885EEBB86F80}"/>
                </a:ext>
              </a:extLst>
            </p:cNvPr>
            <p:cNvPicPr>
              <a:picLocks noChangeAspect="1"/>
            </p:cNvPicPr>
            <p:nvPr/>
          </p:nvPicPr>
          <p:blipFill>
            <a:blip r:embed="Rca416430d8e447c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7197"/>
            <a:stretch>
              <a:fillRect/>
            </a:stretch>
          </p:blipFill>
          <p:spPr>
            <a:xfrm>
              <a:off x="0" y="-1"/>
              <a:ext cx="4163209" cy="145914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138CF64-DEA0-FDA4-A79B-71ADCAF814BF}"/>
                </a:ext>
              </a:extLst>
            </p:cNvPr>
            <p:cNvSpPr txBox="1"/>
            <p:nvPr/>
          </p:nvSpPr>
          <p:spPr>
            <a:xfrm>
              <a:off x="592543" y="403809"/>
              <a:ext cx="28007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4800" spc="300">
                  <a:blipFill dpi="0" rotWithShape="1">
                    <a:blip r:embed="R3acb97332c144ff8"/>
                    <a:tile tx="0" ty="0" sx="100000" sy="100000" flip="none" algn="tl"/>
                  </a:blip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cs typeface="+mn-ea"/>
                  <a:sym typeface="Arial"/>
                </a:rPr>
                <a:t>幸运抽奖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6A0EEEEB-AD40-7B35-9098-A2570166D9A2}"/>
              </a:ext>
            </a:extLst>
          </p:cNvPr>
          <p:cNvPicPr>
            <a:picLocks noChangeAspect="1"/>
          </p:cNvPicPr>
          <p:nvPr/>
        </p:nvPicPr>
        <p:blipFill>
          <a:blip r:embed="R1838fd3569d041d1">
            <a:extLst>
              <a:ext uri="{BEBA8EAE-BF5A-486C-A8C5-ECC9F3942E4B}">
                <a14:imgProps xmlns:a14="http://schemas.microsoft.com/office/drawing/2010/main">
                  <a14:imgLayer r:embed="Rd799805d04bd49e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8729" y="1234806"/>
            <a:ext cx="9634545" cy="452080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93F641A-C3DB-438F-E752-FEEBAC22C866}"/>
              </a:ext>
            </a:extLst>
          </p:cNvPr>
          <p:cNvSpPr txBox="1"/>
          <p:nvPr/>
        </p:nvSpPr>
        <p:spPr>
          <a:xfrm>
            <a:off x="2534458" y="2290142"/>
            <a:ext cx="7123087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spc="-300">
                <a:solidFill>
                  <a:srgbClr val="BA1405"/>
                </a:solidFill>
                <a:latin typeface="Arial"/>
                <a:ea typeface="微软雅黑"/>
                <a:cs typeface="+mn-ea"/>
                <a:sym typeface="Arial"/>
              </a:rPr>
              <a:t>一等奖：</a:t>
            </a:r>
            <a:r>
              <a:rPr lang="en-US" altLang="zh-CN" sz="2800" spc="-300">
                <a:solidFill>
                  <a:srgbClr val="BA1405"/>
                </a:solidFill>
                <a:latin typeface="Arial"/>
                <a:ea typeface="微软雅黑"/>
                <a:cs typeface="+mn-ea"/>
                <a:sym typeface="Arial"/>
              </a:rPr>
              <a:t>Apple </a:t>
            </a:r>
            <a:r>
              <a:rPr lang="zh-CN" altLang="en-US" sz="2800" spc="-300">
                <a:solidFill>
                  <a:srgbClr val="BA1405"/>
                </a:solidFill>
                <a:latin typeface="Arial"/>
                <a:ea typeface="微软雅黑"/>
                <a:cs typeface="+mn-ea"/>
                <a:sym typeface="Arial"/>
              </a:rPr>
              <a:t>苹果 </a:t>
            </a:r>
            <a:r>
              <a:rPr lang="en-US" altLang="zh-CN" sz="2800" spc="-300">
                <a:solidFill>
                  <a:srgbClr val="BA1405"/>
                </a:solidFill>
                <a:latin typeface="Arial"/>
                <a:ea typeface="微软雅黑"/>
                <a:cs typeface="+mn-ea"/>
                <a:sym typeface="Arial"/>
              </a:rPr>
              <a:t>iphone Xs Max</a:t>
            </a:r>
            <a:r>
              <a:rPr lang="zh-CN" altLang="en-US" sz="2800" spc="-300">
                <a:solidFill>
                  <a:srgbClr val="BA1405"/>
                </a:solidFill>
                <a:latin typeface="Arial"/>
                <a:ea typeface="微软雅黑"/>
                <a:cs typeface="+mn-ea"/>
                <a:sym typeface="Arial"/>
              </a:rPr>
              <a:t>（一名）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50C49F-2178-18C7-1FFD-0C6451584C11}"/>
              </a:ext>
            </a:extLst>
          </p:cNvPr>
          <p:cNvSpPr txBox="1"/>
          <p:nvPr/>
        </p:nvSpPr>
        <p:spPr>
          <a:xfrm>
            <a:off x="2749042" y="2905781"/>
            <a:ext cx="6693919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spc="-300">
                <a:solidFill>
                  <a:srgbClr val="BA1405"/>
                </a:solidFill>
                <a:latin typeface="Arial"/>
                <a:ea typeface="微软雅黑"/>
                <a:cs typeface="+mn-ea"/>
                <a:sym typeface="Arial"/>
              </a:rPr>
              <a:t>二等奖：戴森</a:t>
            </a:r>
            <a:r>
              <a:rPr lang="en-US" altLang="zh-CN" sz="2800" spc="-300">
                <a:solidFill>
                  <a:srgbClr val="BA1405"/>
                </a:solidFill>
                <a:latin typeface="Arial"/>
                <a:ea typeface="微软雅黑"/>
                <a:cs typeface="+mn-ea"/>
                <a:sym typeface="Arial"/>
              </a:rPr>
              <a:t>(Dyson)</a:t>
            </a:r>
            <a:r>
              <a:rPr lang="zh-CN" altLang="en-US" sz="2800" spc="-300">
                <a:solidFill>
                  <a:srgbClr val="BA1405"/>
                </a:solidFill>
                <a:latin typeface="Arial"/>
                <a:ea typeface="微软雅黑"/>
                <a:cs typeface="+mn-ea"/>
                <a:sym typeface="Arial"/>
              </a:rPr>
              <a:t>X红 吹风机（三名）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20C665-A083-640E-4B0F-5A3BE8669962}"/>
              </a:ext>
            </a:extLst>
          </p:cNvPr>
          <p:cNvSpPr txBox="1"/>
          <p:nvPr/>
        </p:nvSpPr>
        <p:spPr>
          <a:xfrm>
            <a:off x="3410075" y="3560478"/>
            <a:ext cx="5371853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spc="-300">
                <a:solidFill>
                  <a:srgbClr val="BA1405"/>
                </a:solidFill>
                <a:latin typeface="Arial"/>
                <a:ea typeface="微软雅黑"/>
                <a:cs typeface="+mn-ea"/>
                <a:sym typeface="Arial"/>
              </a:rPr>
              <a:t>三等奖：X米扫地机器人（五名）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DCB828-6D29-97E5-2CE8-817B636986F3}"/>
              </a:ext>
            </a:extLst>
          </p:cNvPr>
          <p:cNvSpPr txBox="1"/>
          <p:nvPr/>
        </p:nvSpPr>
        <p:spPr>
          <a:xfrm>
            <a:off x="4306763" y="4176117"/>
            <a:ext cx="3578477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spc="-300">
                <a:solidFill>
                  <a:srgbClr val="BA1405"/>
                </a:solidFill>
                <a:latin typeface="Arial"/>
                <a:ea typeface="微软雅黑"/>
                <a:cs typeface="+mn-ea"/>
                <a:sym typeface="Arial"/>
              </a:rPr>
              <a:t>幸运奖：</a:t>
            </a:r>
            <a:r>
              <a:rPr lang="en-US" altLang="zh-CN" sz="2800" spc="-300">
                <a:solidFill>
                  <a:srgbClr val="BA1405"/>
                </a:solidFill>
                <a:latin typeface="Arial"/>
                <a:ea typeface="微软雅黑"/>
                <a:cs typeface="+mn-ea"/>
                <a:sym typeface="Arial"/>
              </a:rPr>
              <a:t>30</a:t>
            </a:r>
            <a:r>
              <a:rPr lang="zh-CN" altLang="en-US" sz="2800" spc="-300">
                <a:solidFill>
                  <a:srgbClr val="BA1405"/>
                </a:solidFill>
                <a:latin typeface="Arial"/>
                <a:ea typeface="微软雅黑"/>
                <a:cs typeface="+mn-ea"/>
                <a:sym typeface="Arial"/>
              </a:rPr>
              <a:t>名现金</a:t>
            </a:r>
            <a:r>
              <a:rPr lang="en-US" altLang="zh-CN" sz="2800" spc="-300">
                <a:solidFill>
                  <a:srgbClr val="BA1405"/>
                </a:solidFill>
                <a:latin typeface="Arial"/>
                <a:ea typeface="微软雅黑"/>
                <a:cs typeface="+mn-ea"/>
                <a:sym typeface="Arial"/>
              </a:rPr>
              <a:t>200</a:t>
            </a:r>
            <a:endParaRPr lang="zh-CN" altLang="en-US" sz="2800" spc="-300">
              <a:solidFill>
                <a:srgbClr val="BA1405"/>
              </a:solidFill>
              <a:latin typeface="Arial"/>
              <a:ea typeface="微软雅黑"/>
              <a:cs typeface="+mn-ea"/>
              <a:sym typeface="Arial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68B98BC-8951-898E-5E7C-5F9A8C9810FF}"/>
              </a:ext>
            </a:extLst>
          </p:cNvPr>
          <p:cNvPicPr>
            <a:picLocks noChangeAspect="1"/>
          </p:cNvPicPr>
          <p:nvPr/>
        </p:nvPicPr>
        <p:blipFill>
          <a:blip r:embed="Ra06fceb5eb5940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8303" y="3904353"/>
            <a:ext cx="2681884" cy="268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25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D8BDF-00EF-7B31-D88D-3D91BD50D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471143D8-886E-EC97-F15B-262299110154}"/>
              </a:ext>
            </a:extLst>
          </p:cNvPr>
          <p:cNvPicPr>
            <a:picLocks noChangeAspect="1"/>
          </p:cNvPicPr>
          <p:nvPr/>
        </p:nvPicPr>
        <p:blipFill>
          <a:blip r:embed="Raa7c94a166e846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117B0C7-2915-A700-A233-23FB8C3FF810}"/>
              </a:ext>
            </a:extLst>
          </p:cNvPr>
          <p:cNvPicPr>
            <a:picLocks noChangeAspect="1"/>
          </p:cNvPicPr>
          <p:nvPr/>
        </p:nvPicPr>
        <p:blipFill>
          <a:blip r:embed="Rce8c11b23e0740e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01337"/>
            <a:ext cx="12192000" cy="3062820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182A46C3-FE59-D104-C552-2D07D40E14D5}"/>
              </a:ext>
            </a:extLst>
          </p:cNvPr>
          <p:cNvPicPr>
            <a:picLocks noChangeAspect="1"/>
          </p:cNvPicPr>
          <p:nvPr/>
        </p:nvPicPr>
        <p:blipFill>
          <a:blip r:embed="R5a7e29806357465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9738" y="1342113"/>
            <a:ext cx="8892527" cy="2774270"/>
          </a:xfrm>
          <a:prstGeom prst="rect">
            <a:avLst/>
          </a:prstGeom>
        </p:spPr>
      </p:pic>
      <p:grpSp>
        <p:nvGrpSpPr>
          <p:cNvPr id="40" name="组合 39">
            <a:extLst>
              <a:ext uri="{FF2B5EF4-FFF2-40B4-BE49-F238E27FC236}">
                <a16:creationId xmlns:a16="http://schemas.microsoft.com/office/drawing/2014/main" id="{077DC4B2-AC33-482C-1329-183B6220EDEE}"/>
              </a:ext>
            </a:extLst>
          </p:cNvPr>
          <p:cNvGrpSpPr/>
          <p:nvPr/>
        </p:nvGrpSpPr>
        <p:grpSpPr>
          <a:xfrm>
            <a:off x="3924552" y="3244132"/>
            <a:ext cx="4342899" cy="449265"/>
            <a:chOff x="3814512" y="3171825"/>
            <a:chExt cx="4342899" cy="449265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887A47-B4CB-8A3A-7DBA-E5D6CA532675}"/>
                </a:ext>
              </a:extLst>
            </p:cNvPr>
            <p:cNvSpPr txBox="1"/>
            <p:nvPr/>
          </p:nvSpPr>
          <p:spPr>
            <a:xfrm>
              <a:off x="3893082" y="3211791"/>
              <a:ext cx="41857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pc="300">
                  <a:solidFill>
                    <a:srgbClr val="FFFFC9"/>
                  </a:solidFill>
                  <a:latin typeface="Arial"/>
                  <a:ea typeface="微软雅黑"/>
                  <a:cs typeface="+mn-ea"/>
                  <a:sym typeface="Arial"/>
                </a:rPr>
                <a:t>年度总结表彰暨</a:t>
              </a:r>
              <a:r>
                <a:rPr lang="en-US" altLang="zh-CN" spc="300">
                  <a:solidFill>
                    <a:srgbClr val="FFFFC9"/>
                  </a:solidFill>
                  <a:latin typeface="Arial"/>
                  <a:ea typeface="微软雅黑"/>
                  <a:cs typeface="+mn-ea"/>
                  <a:sym typeface="Arial"/>
                </a:rPr>
                <a:t>2025 </a:t>
              </a:r>
              <a:r>
                <a:rPr lang="zh-CN" altLang="en-US" spc="300">
                  <a:solidFill>
                    <a:srgbClr val="FFFFC9"/>
                  </a:solidFill>
                  <a:latin typeface="Arial"/>
                  <a:ea typeface="微软雅黑"/>
                  <a:cs typeface="+mn-ea"/>
                  <a:sym typeface="Arial"/>
                </a:rPr>
                <a:t>年迎新年会</a:t>
              </a:r>
            </a:p>
          </p:txBody>
        </p:sp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CF18EF6D-B8B7-1977-25E0-8BBEF4A5BCF5}"/>
                </a:ext>
              </a:extLst>
            </p:cNvPr>
            <p:cNvPicPr>
              <a:picLocks noChangeAspect="1"/>
            </p:cNvPicPr>
            <p:nvPr/>
          </p:nvPicPr>
          <p:blipFill>
            <a:blip r:embed="R478c7fbf46a2401f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14512" y="3171825"/>
              <a:ext cx="4342899" cy="449265"/>
            </a:xfrm>
            <a:prstGeom prst="rect">
              <a:avLst/>
            </a:prstGeom>
          </p:spPr>
        </p:pic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BEEBDCA4-F782-137E-84E5-CCD8AFDBF74E}"/>
              </a:ext>
            </a:extLst>
          </p:cNvPr>
          <p:cNvSpPr txBox="1"/>
          <p:nvPr/>
        </p:nvSpPr>
        <p:spPr>
          <a:xfrm>
            <a:off x="4791183" y="3777476"/>
            <a:ext cx="2609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000">
                <a:solidFill>
                  <a:srgbClr val="FFFFC9"/>
                </a:solidFill>
                <a:latin typeface="Arial"/>
                <a:ea typeface="微软雅黑"/>
                <a:sym typeface="Arial"/>
              </a:rPr>
              <a:t>HAPPY YEAR OF THE SNAKE</a:t>
            </a:r>
            <a:endParaRPr lang="zh-CN" altLang="en-US" sz="1000">
              <a:solidFill>
                <a:srgbClr val="FFFFC9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4D02D13-5DF4-7EBB-59F8-3E7E2FB756D2}"/>
              </a:ext>
            </a:extLst>
          </p:cNvPr>
          <p:cNvSpPr txBox="1"/>
          <p:nvPr/>
        </p:nvSpPr>
        <p:spPr>
          <a:xfrm>
            <a:off x="3481022" y="599091"/>
            <a:ext cx="5229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>
                <a:solidFill>
                  <a:schemeClr val="bg1"/>
                </a:solidFill>
                <a:effectLst>
                  <a:glow rad="266700">
                    <a:schemeClr val="bg1">
                      <a:alpha val="14000"/>
                    </a:schemeClr>
                  </a:glow>
                </a:effectLst>
                <a:latin typeface="Arial"/>
                <a:ea typeface="微软雅黑"/>
                <a:sym typeface="Arial"/>
              </a:rPr>
              <a:t>HAPPY YEAR</a:t>
            </a:r>
            <a:endParaRPr lang="zh-CN" altLang="en-US" sz="4800">
              <a:solidFill>
                <a:schemeClr val="bg1"/>
              </a:solidFill>
              <a:effectLst>
                <a:glow rad="266700">
                  <a:schemeClr val="bg1">
                    <a:alpha val="14000"/>
                  </a:schemeClr>
                </a:glow>
              </a:effectLst>
              <a:latin typeface="Arial"/>
              <a:ea typeface="微软雅黑"/>
              <a:sym typeface="Arial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9837E88-4084-3F13-684A-C542D232BE3A}"/>
              </a:ext>
            </a:extLst>
          </p:cNvPr>
          <p:cNvGrpSpPr/>
          <p:nvPr/>
        </p:nvGrpSpPr>
        <p:grpSpPr>
          <a:xfrm>
            <a:off x="5686550" y="4107775"/>
            <a:ext cx="818903" cy="230832"/>
            <a:chOff x="5571623" y="4127730"/>
            <a:chExt cx="818903" cy="230832"/>
          </a:xfrm>
        </p:grpSpPr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AFAC93EA-9F85-9EB1-0592-85D36707AA68}"/>
                </a:ext>
              </a:extLst>
            </p:cNvPr>
            <p:cNvPicPr>
              <a:picLocks noChangeAspect="1"/>
            </p:cNvPicPr>
            <p:nvPr/>
          </p:nvPicPr>
          <p:blipFill>
            <a:blip r:embed="R6eb223402586414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71623" y="4144186"/>
              <a:ext cx="818903" cy="188348"/>
            </a:xfrm>
            <a:prstGeom prst="rect">
              <a:avLst/>
            </a:prstGeom>
          </p:spPr>
        </p:pic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074F3C4A-F0CA-796C-F71F-4DC67B9378A5}"/>
                </a:ext>
              </a:extLst>
            </p:cNvPr>
            <p:cNvSpPr txBox="1"/>
            <p:nvPr/>
          </p:nvSpPr>
          <p:spPr>
            <a:xfrm>
              <a:off x="5639720" y="4127730"/>
              <a:ext cx="6827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>
                  <a:solidFill>
                    <a:srgbClr val="FFFFC9"/>
                  </a:solidFill>
                  <a:latin typeface="Arial"/>
                  <a:ea typeface="微软雅黑"/>
                  <a:sym typeface="Arial"/>
                </a:rPr>
                <a:t>中国</a:t>
              </a:r>
              <a:r>
                <a:rPr lang="en-US" altLang="zh-CN" sz="900">
                  <a:solidFill>
                    <a:srgbClr val="FFFFC9"/>
                  </a:solidFill>
                  <a:latin typeface="Arial"/>
                  <a:ea typeface="微软雅黑"/>
                  <a:sym typeface="Arial"/>
                </a:rPr>
                <a:t>·</a:t>
              </a:r>
              <a:r>
                <a:rPr lang="zh-CN" altLang="en-US" sz="900">
                  <a:solidFill>
                    <a:srgbClr val="FFFFC9"/>
                  </a:solidFill>
                  <a:latin typeface="Arial"/>
                  <a:ea typeface="微软雅黑"/>
                  <a:sym typeface="Arial"/>
                </a:rPr>
                <a:t>上海</a:t>
              </a:r>
            </a:p>
          </p:txBody>
        </p:sp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A236D518-6EF6-C347-1BFB-DB0DDB821B1C}"/>
              </a:ext>
            </a:extLst>
          </p:cNvPr>
          <p:cNvPicPr>
            <a:picLocks noChangeAspect="1"/>
          </p:cNvPicPr>
          <p:nvPr/>
        </p:nvPicPr>
        <p:blipFill>
          <a:blip r:embed="Rf54cb5441f65480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327119" y="359006"/>
            <a:ext cx="1536700" cy="1506990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091A52DC-B8DB-94FC-ADEE-74B84A44671C}"/>
              </a:ext>
            </a:extLst>
          </p:cNvPr>
          <p:cNvPicPr>
            <a:picLocks noChangeAspect="1"/>
          </p:cNvPicPr>
          <p:nvPr/>
        </p:nvPicPr>
        <p:blipFill>
          <a:blip r:embed="Rf54cb5441f65480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550" y="461749"/>
            <a:ext cx="1536700" cy="150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7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621eecb5c39849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5f9b0c7fb23a45ca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58d0c7b199ec45ff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4b49b2337f9442f5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58d0c7b199ec45ff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9b2cf6a9245440a09c607f7bba9a5d6a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0249b0ea373349ca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29930776ac52469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364d3dd864994cb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74fe558b3eff4d55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84904fd6125e43db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3aa4ca8750ac46a3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f3ad14afc1d042d9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abff93cc8ba546c5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3738b11d66cd4907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c2d6eb0933334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95d64ca840ab47aa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3fdb7dc4d48f4f75ad15aa765ff37392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922dfc61c21d491c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300bb61a27f940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ea262f05b02f4e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6d1d34d1ee904bf0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6edefa53700f4969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e8115ef1b15c45c7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6edefa53700f4969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0301a060f0b24abb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6edefa53700f4969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bdac32d9f9b54be5b2c3694b4145a7b1"/>
              </a:rPr>
              <a:t>部分字体来源于</a:t>
            </a:r>
            <a:r>
              <a:rPr lang="en-US" altLang="zh-CN" dirty="0">
                <a:hlinkClick r:id="Rbdac32d9f9b54be5b2c3694b4145a7b1"/>
              </a:rPr>
              <a:t>100font.com  </a:t>
            </a:r>
            <a:r>
              <a:rPr lang="zh-CN" altLang="en-US" dirty="0">
                <a:hlinkClick r:id="Rbdac32d9f9b54be5b2c3694b4145a7b1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a50b1e360a3743adbad2d219741fd83d"/>
              </a:rPr>
              <a:t>部分图标来源于</a:t>
            </a:r>
            <a:r>
              <a:rPr lang="en-US" altLang="zh-CN" dirty="0">
                <a:hlinkClick r:id="Ra50b1e360a3743adbad2d219741fd83d"/>
              </a:rPr>
              <a:t>Storyset.com </a:t>
            </a:r>
            <a:r>
              <a:rPr lang="zh-CN" altLang="en-US" dirty="0">
                <a:hlinkClick r:id="Ra50b1e360a3743adbad2d219741fd83d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Microsoft Office PowerPoint</Application>
  <PresentationFormat>宽屏</PresentationFormat>
  <Paragraphs>101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思源宋体 CN Heavy</vt:lpstr>
      <vt:lpstr>微软雅黑</vt:lpstr>
      <vt:lpstr>Arial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keywords>www.1ppt.com</cp:keywords>
  <dc:description>第一PPT</dc:description>
  <cp:lastModifiedBy/>
  <cp:revision>1</cp:revision>
  <dcterms:created xsi:type="dcterms:W3CDTF">2024-11-18T11:39:16Z</dcterms:created>
  <dcterms:modified xsi:type="dcterms:W3CDTF">2025-04-28T04:02:18Z</dcterms:modified>
</cp:coreProperties>
</file>