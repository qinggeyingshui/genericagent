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/>
            </a:pPr>
            <a:r>
              <a:t>纯文字内容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/>
            </a:pPr>
            <a:r>
              <a:t>这是一段纯文字内容，系统会自动选择纯文字布局模式。</a:t>
            </a:r>
          </a:p>
          <a:p>
            <a:r>
              <a:t>内容会根据长度自动调整字号和行距。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多列内容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/>
            </a:pPr>
            <a:r>
              <a:t>左列内容</a:t>
            </a:r>
          </a:p>
          <a:p>
            <a:r>
              <a:t>要点1</a:t>
            </a:r>
          </a:p>
          <a:p>
            <a:r>
              <a:t>要点2</a:t>
            </a:r>
          </a:p>
          <a:p>
            <a:r>
              <a:t>要点3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59" y="1554480"/>
            <a:ext cx="3886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/>
            </a:pPr>
            <a:r>
              <a:t>右列内容</a:t>
            </a:r>
          </a:p>
          <a:p>
            <a:r>
              <a:t>要点A</a:t>
            </a:r>
          </a:p>
          <a:p>
            <a:r>
              <a:t>要点B</a:t>
            </a:r>
          </a:p>
          <a:p>
            <a:r>
              <a:t>要点C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999232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96511" y="548640"/>
            <a:ext cx="449884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图文内容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6511" y="1554480"/>
            <a:ext cx="449884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/>
            </a:pPr>
            <a:r>
              <a:t>这是配图说明文字，系统检测到有图片和文字，会自动选择图文布局。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